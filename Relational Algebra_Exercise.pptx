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7" r:id="rId3"/>
    <p:sldId id="266" r:id="rId4"/>
    <p:sldId id="265" r:id="rId5"/>
    <p:sldId id="259" r:id="rId6"/>
    <p:sldId id="257" r:id="rId7"/>
    <p:sldId id="263" r:id="rId8"/>
    <p:sldId id="262" r:id="rId9"/>
    <p:sldId id="261" r:id="rId10"/>
    <p:sldId id="260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5:45:35.1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3691 2875 56 0,'-5'-10'449'0,"1"2"-60"0,-2-1-20 0,3-1-20 15,-1-1-62-15,0 0 65 0,0-1-5 16,0-1 41-16,0-1-27 0,-3 1-78 0,4 1 62 0,-1 1-95 16,2 0 67-16,-1 1-92 0,3 10 41 0,-5-18-96 15,5 18 12-15,-4-12-100 0,4 12 34 0,-3-8-84 16,3 8 55-16,0 0-80 0,0 0 60 0,0 0-66 16,5 12 58-16,-2-3-72 0,3 5 9 0,0 1-3 15,2 4 4-15,-2 3 6 0,3 0-4 0,1 3-37 16,1 1 48-16,0-1-2 0,-1 2 6 0,2 1-7 15,-2-2 10-15,-1 1-18 0,0-5 2 0,-1 0-14 16,-1-1-6-16,-1-2 3 0,1-5-8 0,-2 1-4 16,-1-3 9-16,0 1 1 0,-1-4 9 0,-3-9 7 15,5 15 2-15,-5-15 1 0,0 0 0 0,0 0 4 16,0 0-7-16,0 0-1 0,-7-6 1 0,2-5-4 0,-2-2-5 16,-3-4-1-16,-2-7 6 0,-2-1-9 15,-4-8 7-15,1-2 66 0,3 0-73 0,-2-1 60 16,3-1-62-16,1 0 68 0,0 3-56 0,1-3 65 15,4 4-65-15,-1 1 54 0,4 1-55 0,1-1 55 0,2 6-65 16,1-2 62-16,2 3-57 0,2 1 54 0,1 1-58 16,3 1 54-16,1 1-68 0,2 3 62 0,3 1-69 15,0 3 63-15,3 2-62 0,1 3 69 0,0 3-78 16,1 3 77-16,0 1-62 0,2 4 61 0,3 3-63 16,-2 3 63-16,3 3-56 0,0 4 54 0,-2 2-60 15,-2 0 64-15,0 3-63 0,-6-2 61 0,0 3-64 16,-1 1 64-16,-4-3-62 0,-2 2-2 0,-3 1 5 15,-3-3 5-15,-2-1-10 0,-1 1-13 0,-3 1-23 16,-3-1-6-16,-2-1-13 0,-3 0 41 0,-2-1-96 16,-2-2 66-16,0-1-83 0,-2-1 45 0,0-3-45 15,0-1 55-15,1-3-55 0,2-1 57 0,3-2-31 16,-1-1 52-16,13-2-41 0,-23-1 65 0,23 1 0 16,-15-4 11-16,15 4 6 0,-12-4 9 0,12 4 14 0,-8-4 12 15,8 4 7-15,0 0 2 0,0 0 9 16,-4-10-8-16,4 10 8 0,0 0 20 0,0 0 16 15,0 0-11-15,13 4-48 0,-13-4 72 0,11 8-53 16,-3-3 55-16,0 1-60 0,4 1 54 0,1 0-58 0,1 2 58 16,0-1-57-16,5 1-3 0,1 0 23 15,1-1-22-15,3 1 5 0,3 0-14 0,2 0 3 16,0 0-13-16,2-2-34 0,-1 0-21 0,0-1-15 0,-2 0-4 16,-3-3-2-16,2 1-27 0,-2 0-5 0,0-2 13 15,-3 0-1-15,-2-1 19 0,0-2 12 0,-1-1 9 16,0 1 21-16,-3-3 10 0,0 0 16 0,-2 0 38 15,-3-1 36-15,0 0 27 0,-3-1 19 0,-1 0 3 16,-7 6 57-16,9-14-56 0,-9 14 66 0,4-14-73 16,-4 14 46-16,-2-13-41 0,2 13 68 0,-4-12-68 15,4 12 42-15,-7-12-85 0,7 12 53 0,-7-8-79 16,7 8 55-16,-9-5-72 0,9 5 67 0,0 0-76 16,-14 4 74-16,14-4-73 0,-8 8 16 0,8-8 33 15,-7 16-4-15,7-16-2 0,-2 19 10 0,2-19-5 16,2 22-5-16,0-9 0 0,4 1-2 0,-1-1 2 15,3 2 10-15,2 0-13 0,3-1-7 0,1 0-4 16,3-2-4-16,0-1-5 0,4-1-11 0,1-1-3 16,-1-2-13-16,3-2-11 0,0-1-4 0,0-1-6 0,-3-3-4 15,0 0 5-15,1-3 9 0,-1-1-8 16,1-4 7-16,-2-1-12 0,-2-1-2 0,1-2-4 16,-3-2 2-16,-2-1 14 0,-3-1 2 0,1 0 4 15,-3-2 2-15,-1 0 65 0,-4 2-66 0,1 0 70 0,-3 1-67 16,-2 1 54-16,-1 0-73 0,-1 0 70 0,-2 2-77 15,1 0 74-15,-2 2-73 0,1-1 71 0,0 4-81 16,4 7 65-16,-7-12-74 0,7 12 73 0,0 0-68 16,0 0 75-16,0 0-68 0,0 0 66 0,0 0-57 15,4 11 92-15,5-3-62 0,2 3 2 0,4 2 4 16,3 0 11-16,2 4-10 0,3 0 5 0,5 4 1 16,0-1-2-16,0 1 2 0,1 0-4 0,-3 0 6 15,-2-3-6-15,-1 1-3 0,-1 0-2 0,-3-2 0 16,-2-3-11-16,-3 1-4 0,0-2 3 0,-5-1-6 15,0-3 7-15,-4 1 3 0,-5-10 3 0,4 15 0 16,-4-15-1-16,-9 12 6 0,9-12-6 0,-18 8-14 16,6-6-30-16,-2-2-30 0,-2-2-8 0,-1 1-12 15,-2-2 3-15,2-1 15 0,-1-2 13 0,4 1 9 16,0 0-10-16,1 0-24 0,5-1-13 0,0 2-8 16,8 4 4-16,-7-13 14 0,7 13 1 0,0-12-8 15,0 12 12-15,10-13-9 0,-1 5-13 0,2 1 5 16,2-2 1-16,3 2 3 0,2-4 15 0,1 2 0 0,2-1 5 15,-1 0 10-15,5-2 23 0,-1-1-2 16,1 0 10-16,-2-1 30 0,-4 3 0 0,0-2 31 16,-2 1 21-16,0-1 19 0,-4 1 6 0,1-1 24 0,-4 2 53 15,-1 0-52-15,-1 0 71 0,-2 1-55 0,-2 0 35 16,-4 10-7-16,4-19-26 0,-4 19-20 0,0-16-14 16,0 16-18-16,-4-13-11 0,4 13-8 0,-7-11-5 15,7 11-10-15,-15-8-2 0,15 8 4 0,-15-3-49 16,15 3 52-16,-20 3-47 0,10 2 60 0,-2 1-48 15,1 1 50-15,0 1-45 0,-1 2 9 16,4 0 2-16,0 2 1 0,1 1 8 0,1 0 18 0,3 1 2 16,2 0 3-16,1-1-1 0,4 2 4 0,3 1-5 15,3 0-4-15,3-1-5 0,4 0-10 0,5-1-13 16,1 0-60-16,3-2-23 0,1-2-8 0,1 0 12 16,1-3-18-16,-2-1-47 0,-1 0-4 0,1-3 22 15,-3 0 11-15,0-3 9 0,-1-1 11 0,1-2 8 16,-1 0-1-16,0-4 13 0,-1-1 50 0,-2-1-39 15,-3-1 12-15,1 0 16 0,-4-2 15 16,0-1 12-16,-3 1 14 0,-2 0 23 0,0-1 13 0,-3 1 2 16,0-1 22-16,-3 2 15 0,-1 1-17 0,-2 10-1 15,1-19 15-15,-1 19-2 0,-3-16-12 0,3 16-9 16,-7-13 40-16,7 13-60 0,-11-9 68 0,11 9-73 16,-15-3 52-16,15 3-54 0,-18 1-2 0,8 3 1 15,0 0 0-15,0 0 8 0,1 2 3 0,1 1 4 16,-1 2 4-16,1 0-7 0,2-2-4 0,2 4-2 0,0-3-1 15,1 3-2-15,3-11-8 0,1 19 1 0,-1-19-2 16,6 19-1-16,-1-10-9 0,2 0-6 16,1-3-23-16,0 2-14 0,1-3-15 0,0 1-7 15,2-2-4-15,-2 0 2 0,-9-4 18 0,20 5 1 0,-20-5 8 16,15-1 5-16,-15 1-2 0,15-6 5 0,-15 6 7 16,13-12-7-16,-7 6-4 0,0-1 13 0,-2-2 3 15,-4 9 42-15,8-16 27 0,-8 16 8 0,6-14 8 16,-6 14 9-16,4-11 22 0,-4 11 7 0,3-9-12 15,-3 9-20-15,4-9-17 0,-4 9-17 0,0 0-17 16,5-9-12-16,-5 9 1 0,0 0-10 0,0 0 7 16,0 0-3-16,12-1 3 0,-12 1-1 0,10 5-4 15,-10-5-17-15,14 8-34 0,-14-8-56 0,17 9-76 16,-6-5-93-16,0 0-29 0,1 2-120 0,2-1-150 16,-3-2-393-16,4 0-538 0</inkml:trace>
  <inkml:trace contextRef="#ctx0" brushRef="#br0" timeOffset="366.8064">6280 2788 41 0,'2'-19'686'0,"-2"19"-206"0,1-15-19 0,-1 15-113 0,2-12 4 16,-2 12-70-16,2-10-40 0,-2 10-26 0,0 0-12 15,8-9-24-15,-8 9-55 0,0 0 42 16,18 4-56-16,-10 1 43 0,2 1-80 0,1 4 59 15,0 0-97-15,2 3-7 0,0 2-1 0,0 1-7 0,-1 1-2 16,-1-1-3-16,1 1-4 0,-1 0-2 0,-1 1-2 16,0-3-5-16,-2-1 0 0,-1 0-4 0,-1-2 1 15,2-2 3-15,-4 1 7 0,0-3 14 0,-4-8 32 16,6 13 15-16,-6-13-8 0,0 0 5 0,2 11-5 16,-2-11-3-16,0 0 3 0,0 0-9 0,-15-3-7 15,7-2-10-15,0-1-9 0,-2-2 2 0,1-1 1 16,0-1 4-16,1 1 15 0,1 1 7 0,1-2-6 15,1 2-24-15,2-3-6 0,3 11-9 0,-4-18-6 16,4 18-51-16,3-17-29 0,2 8 28 0,4-1-120 16,1 2-3-16,3 0-107 0,3 0-41 0,3-1-12 0,0 2-18 15,2 0-69-15,0-1-11 0,1 3-452 16,-1-4-436-16</inkml:trace>
  <inkml:trace contextRef="#ctx0" brushRef="#br0" timeOffset="967.0348">7027 2669 257 0,'0'0'556'0,"12"-13"-121"0,-12 13 28 16,6-12-7-16,-6 12-56 0,2-12-50 0,-2 12 0 16,-3-13-76-16,3 13 36 0,-8-11-116 0,8 11 39 15,-9-8-116-15,9 8 34 0,-11-2-90 0,11 2 62 16,-16 3-87-16,9 3 68 0,-1 0-73 16,0 4 78-16,0 0-68 0,2 3 67 0,1 2-73 0,2 1 1 15,1 1 7-15,3 2 7 0,1 0-10 16,1 1-5-16,2 2-4 0,1 0-28 0,3-1 29 0,1 0-35 15,1-3 43-15,1-1-45 0,2 1 32 0,2-2-4 16,0-3-3-16,2-1-15 0,1 0-16 0,1-4-12 16,1 1-17-16,-3-4 0 0,0-2 5 0,-1-2 6 15,-2-1 3-15,1-3-3 0,-1-2-12 0,-2-3 4 16,-1-1 1-16,-1-4 4 0,-1-2-5 0,-1-4 7 16,-2-2 71-16,-2-4-68 0,0-4 70 0,-2-3-73 15,-1-2 80-15,1-2-54 0,-5 1 95 0,1-1-61 16,-1 0 90-16,0 1-49 0,-2 1-2 0,1 8 35 15,0 1 22-15,0 2-16 0,0 6-21 0,1 1-19 16,0 1-29-16,0 2-13 0,2 13-7 0,-6-15-1 16,6 15-28-16,0 0 75 0,0 0-67 0,-14 9 61 15,12 2-62-15,-1 5 50 0,0 2-50 0,2 7 48 16,1 1-55-16,-1 1 48 0,2 3-52 0,0 4 2 16,1-1 7-16,0 0 16 0,1-2-16 0,0 1-35 15,0-6 40-15,0 1-44 0,1-2 37 0,-1-2-69 0,2 0 26 16,-2-4-42-16,0-2 31 0,2-1-41 0,-1 1 39 15,2-3 7-15,0-3 7 0,1-1 12 0,1-3 5 16,1-1-27-16,3-3 24 0,-12-3-28 0,23-1 33 16,-8-4-15-16,-1-1 34 0,1-1-30 0,-2-2 42 15,1 0 2-15,0-4 15 0,-4 3 14 0,1 0 36 16,-2-1 41-16,-2 2 5 0,2 2 4 0,-4 0-20 16,-5 7-17-16,11-11-27 0,-11 11-14 0,9-8-25 15,-9 8-6-15,0 0 0 0,12-6 0 0,-12 6-1 16,9 4 3-16,-9-4 4 0,14 7-6 0,-6-1-42 15,2 2 41-15,2 1-82 0,1-2 20 0,5 3-69 0,1 0-27 16,2 0-103-16,7 0-88 0,2 1-120 16,0 0-16-16,0-1-148 0,0-1-562 0,-6-3-797 15</inkml:trace>
  <inkml:trace contextRef="#ctx0" brushRef="#br0" timeOffset="1785.0652">9049 2107 12 0,'25'-13'497'0,"-3"-1"-117"0,-2 3-21 16,-1-1-16-16,-3 1 32 0,-2 3 20 0,-2-2-22 16,-1 2-34-16,-1-1-20 0,-3 1-29 0,-1 1-123 15,-6 7 26-15,7-12-43 0,-7 12-27 0,0 0-29 16,-1-14-22-16,1 14-17 0,-16-3-11 0,2 3-7 16,-5 3-9-16,-5 0-8 0,-3 2-4 0,-5 4-3 15,1-1-6-15,0 2-3 0,2 1-59 0,3 0 63 16,2 1-61-16,6 1 60 0,2 1-52 0,6 2 61 15,3-2-51-15,4 4 66 0,6 0-52 0,5 5 70 16,6 2-52-16,10 3 75 0,6 3-70 0,3-1 71 16,11 2-78-16,1 0 65 0,4-1-77 0,-1 0 71 0,2-2-77 15,-1-1 66-15,-2-1-65 0,-7-4 58 16,0-1-64-16,-2 0 68 0,-3 1-72 0,-2-4 70 16,-2 0-72-16,-6-3 72 0,-3-1-75 0,-3-2 67 15,-4-1-64-15,-1-1 71 0,-3-1-61 0,-3 0 91 0,-3-1-80 16,-5-9 6-16,-1 18 5 0,-6-12 10 15,-4 4 3-15,-3-3-4 0,-7-1-1 0,-3 1 8 16,-7-1-11-16,-2 0 0 0,-3-4 1 0,-2 2 1 0,-3-2-3 16,-3-1 2-16,-5-1 4 0,-2 3 59 0,0-4-84 15,3-1 74-15,6 1-76 0,4 1 65 0,7-1-76 16,3-1 26-16,7 2-159 0,2 0-26 0,4-1-69 16,15 1-17-16,-15 0-10 0,15 0-10 0,0 0-77 15,0 0-47-15,21-2-472 0,-4 1-452 0</inkml:trace>
  <inkml:trace contextRef="#ctx0" brushRef="#br0" timeOffset="2034.4434">9914 2334 286 0,'2'-22'866'0,"-1"1"-263"0,-1 1 10 0,-1 2-105 16,-1 0 95-16,1 2-99 0,-2 0 6 0,2 4-127 0,-1 1-29 15,1 0-120-15,1 11-5 0,-3-17-105 16,3 17 18-16,0 0-59 0,0 0 43 0,0 0-65 16,0 0-2-16,0 17-1 0,3-1-8 0,-1 2-3 15,2 6-7-15,1 6-2 0,1 1 34 0,-1 2-57 16,4 4 3-16,0 3-7 0,1-1-2 0,2-2-40 16,-1 2-63-16,2-3-78 0,1-2-92 0,0 2-74 15,-2-10-59-15,1 2-78 0,-1-2 56 0,-1-1-86 0,-3-5-58 16,-1-1-494-16,0-5-673 0</inkml:trace>
  <inkml:trace contextRef="#ctx0" brushRef="#br0" timeOffset="2540.7437">9933 2749 385 0,'-10'-7'565'0,"2"2"10"16,1-1-63-16,-1 0 67 0,8 6-77 0,-13-10 61 15,13 10-123-15,-9-8-64 0,9 8-67 0,-8-8-58 16,8 8-46-16,-7-5-52 0,7 5-35 0,0 0-31 15,0 0-23-15,10-9-52 0,-10 9-49 0,23-3-54 16,-5 3 12-16,4-1-109 0,-1 1 32 0,3 0-80 16,3 1 37-16,0-1-64 0,0 0-1 0,0 1 17 15,-1 1 31-15,-3-2 45 0,0 1 34 0,-3 0 31 16,-3-1 30-16,-1 1 72 0,-3-1 91 0,1 0 140 0,-14 0-43 16,20 1 93-16,-20-1-59 0,17 1 56 15,-17-1-113-15,13 1-19 0,-13-1-22 0,0 0-24 16,18 3-17-16,-18-3-9 0,0 0-25 0,12 2-6 15,-12-2-4-15,7 6-2 0,-7-6-6 0,6 10-6 0,-6-10 3 16,6 12-8-16,-6-12-1 0,7 15-2 16,-7-15-3-16,8 13 3 0,-3-4-4 0,1-1 7 15,0 0-5-15,0-1-9 0,1 0-9 0,0-2-6 0,3 1-2 16,-1-1-2-16,0 1 8 0,3-2-1 0,-2-2 2 16,-10-2 7-16,23 1 4 0,-23-1-1 0,23-4 1 15,-12-1 10-15,-1 0-8 0,2-3-4 16,-1-1 14-16,-2-1 3 0,1 1 13 0,-2-1 24 0,-2 1 23 15,1 2 16-15,-2 0 6 0,-5 7-5 0,11-14-2 16,-11 14-13-16,7-10-20 0,-7 10-18 0,6-8-19 16,-6 8-17-16,0 0-14 0,7-6 3 0,-7 6 1 15,0 0-6-15,8 8-22 0,-8-8-33 0,9 12-37 16,-3-4-14-16,-1 0-19 0,4 2-70 0,0 2-17 16,1 0-42-16,1-2-43 0,3 5-55 0,3-4 2 15,0 1-116-15,2-2-93 0,-1 1-367 0,3-3-512 16</inkml:trace>
  <inkml:trace contextRef="#ctx0" brushRef="#br0" timeOffset="4320.0218">11284 2255 233 0,'-2'-34'768'0,"-3"5"-132"0,1 4-55 0,0 0-14 16,0 3-36-16,1 0-91 0,0 4 20 15,-2 1-97-15,3 2 1 0,-1 2-135 0,1 3-2 0,2 10-108 16,-3-17 29-16,3 17-82 0,0 0 38 0,0 0-70 16,0 0 45-16,5 12-62 0,1 3-11 0,3 7-5 15,0 6 11-15,4 10-4 0,1 2 0 0,-1 3 3 16,2 3 1-16,-2 0-2 0,0 2-16 0,-1 0-2 16,0 0-11-16,0-3-16 0,-1 0 10 0,1-2 5 15,-2-2 5-15,0-2-48 0,1-2 50 0,-2-8-32 16,-1-1 31-16,-1-4-33 0,3-3 44 0,-5-2-39 15,1-3 56-15,-2-3 1 0,1 0 3 0,-1-2-25 16,-4-11 49-16,6 13-48 0,-6-13 10 0,0 0-9 16,0 0 47-16,0 0-54 0,0 0 39 0,0 0 3 0,-6-10-16 15,-1 2 7-15,-1-1-15 0,-1-2-6 16,-3 1-5-16,-3-2-2 0,-4-1 2 0,0 2-10 16,-2-1 4-16,1 2-7 0,-2 0-5 0,-4-2-6 0,3 5-1 15,-1 1-8-15,0 0 1 0,2 3 3 0,1 1 6 16,-1 2-1-16,1 0 4 0,-5 2-3 0,1 2 3 15,1 2 2-15,1 1 2 0,2 1 7 16,0 2-5-16,2 0 0 0,3 0 1 0,2 2 1 16,3-1 6-16,4 1-3 0,3-2 18 0,3 2-12 0,3-1 57 15,4 1-33-15,4-2 3 0,7 2 29 0,4-3-44 16,5 3 41-16,5-5-55 0,4 2 13 0,6-1-49 16,2-1-9-16,2-3-35 0,-4-1-17 0,0-2-15 15,2-1-18-15,-1-1-10 0,7-3-4 0,-3-2-6 16,1-2 17-16,-5-2-16 0,2-2 14 15,-4-2 26-15,-2-1 24 0,-3-1 16 0,-3 0 16 0,-5-1 18 16,-5 3 30-16,-2-1 83 0,-4 0-66 0,-4 1 64 16,-1 2-48-16,-4-1 54 0,-1-1-63 0,-4 3 45 15,0 0-51-15,-2 11 56 0,0-20-62 0,0 20 48 16,-4-15-53-16,4 15 60 0,-11-10-61 0,11 10 64 16,-14-6-62-16,14 6 59 0,-15 0-58 0,15 0 72 15,-19 6-57-15,11 0 56 0,0-1-47 0,-1 3 61 16,3 1-57-16,0 1 2 0,1-1 8 0,1 2 1 0,1 0-4 15,1 1-1-15,2 1-6 0,1-1 0 16,1 0 0-16,3 1-1 0,3 0-3 0,-1 0-5 16,6-1-3-16,0 0-17 0,3 0-29 0,0-3-20 0,2 0-6 15,-2-3-2-15,2 0-1 0,-1-2 10 0,-1 0 6 16,3-4 14-16,-6 0 6 0,3-2 19 16,-1-1-10-16,0-1 2 0,-2-4 8 0,-1 1 3 15,1-3 3-15,-1-1 1 0,-3 0 58 0,0-3-43 0,-1 2 54 16,0-2-41-16,-2 0 81 0,2 1-65 0,-4 2 82 15,1 1-64-15,-1 2 56 0,0-1-87 0,-2 0 55 16,-2 9-89-16,8-11 59 0,-8 11-78 0,4-8 68 16,-4 8-69-16,0 0 69 0,9-4-52 0,-9 4 61 15,0 0-66-15,11 6 66 0,-11-6-68 0,8 7 73 16,-8-7-67-16,8 11 4 0,-8-11-1 0,9 13 5 16,-9-13 1-16,12 13 2 0,-12-13 1 0,10 13 0 15,-10-13 10-15,10 12-13 0,-10-12-2 0,13 11-7 16,-13-11 1-16,11 8-3 0,-11-8-3 0,11 5 6 15,-11-5-5-15,16 2 6 0,-16-2 1 0,13 0 4 16,-13 0-1-16,15-4-3 0,-15 4-7 0,15-10 54 16,-9 4-80-16,1 1 68 0,0-2-64 0,-2 0 67 15,1 0-68-15,-6 7 69 0,12-14-66 0,-12 14 81 16,6-10-58-16,-6 10 78 0,7-9-76 0,-7 9 65 0,6-7-82 16,-6 7 55-16,0 0-69 0,10-8 71 15,-10 8-65-15,0 0 69 0,11 2-66 0,-11-2 77 16,11 5-75-16,-2 0 72 0,0 1-74 0,2 2 10 0,1 0 5 15,1-1 5-15,1 2 7 0,1 0-5 0,3 1-2 16,0-1 10-16,2 0-2 0,0 0-5 0,-1 0-7 16,1-3 1-16,-3-1-5 0,-1 0 3 0,0-1 6 15,-2-2 4-15,-3-2 4 0,-11 0 4 0,25-3 4 16,-16-2-7-16,2-1 3 0,-4-2 15 0,-1-5-5 16,-1-2 68-16,-3-1-80 0,0-5 70 0,-2-6-86 15,-5-4 73-15,1-5-82 0,-4-7 69 0,-4-1-79 16,1-2 7-16,-4-1 4 0,-4-6 5 0,1 1 66 15,-2 0-68-15,2 9 83 0,0 3-64 0,2 2 126 16,0 2-92-16,5 8 88 0,0 4-54 0,2 4 53 16,0 2-81-16,3 6 46 0,1-1-81 0,-2 3 51 15,7 10-61-15,-9-11 62 0,9 11-46 0,0 0 86 0,-13 6-48 16,9 3 55-16,1 4-49 0,-1 4 13 16,1 5 6-16,0 4-5 0,2 7-6 0,0 5-4 15,2 6-6-15,3 4 30 0,1 1-52 0,0-1 0 0,3 2-2 16,1-1-11-16,0-2-1 0,1-1-9 0,0-3-24 15,2-4-57-15,-3-2 37 0,-1-6-43 0,-1-5-9 16,0-4 5-16,0-1 7 0,-2-6 5 0,-1 1 19 16,0-3 20-16,0-3 15 0,-4-10 7 0,4 14-3 15,-4-14-5-15,0 0-5 0,0 0 29 0,0 0-71 16,0 0-13-16,6-10-16 0,-6 10-24 16,-2-16-20-16,2 16-7 0,0-23 71 0,0 11-46 0,-2 0 85 15,2 0-55-15,0 0 87 0,0 12-51 0,0-20 99 16,0 20-59-16,0-18 66 0,0 18-68 0,2-14 75 15,-2 14-78-15,2-13 76 0,-2 13-75 0,9-15 73 16,-1 9-75-16,0 0 76 0,0 1-80 0,6-3 79 16,0 2-81-16,3 0 77 0,4-1-76 0,1-1 70 15,2 1-75-15,3 0 83 0,3-4-82 0,-1 3 74 16,2-2-77-16,1 0 75 0,1 0-77 0,1 0 75 16,0 1-73-16,-2-1 78 0,0 1-70 0,-1 0 102 15,-4 0-65-15,-3 2 93 0,-2 0-49 0,-1-2 10 16,-4 0-1-16,0 2 9 0,-4-1 9 0,1-1-2 0,-3 3-4 15,-3-1-10-15,0 0-13 0,0-1-8 0,-8 8-16 16,7-14-11-16,-7 14-12 0,0-14-11 0,0 14-21 16,-7-10-17-16,7 10-15 0,-16-9-19 15,16 9-36-15,-13-6 50 0,13 6-67 0,-14 0 73 0,14 0-101 16,-11 3 36-16,11-3-60 0,-8 8 85 0,8-8-35 16,0 10 84-16,0-10-44 0,8 16 74 0,-1-5-51 15,3-2 87-15,0 2-68 0,6 2 94 0,0 0-53 16,7 4 67-16,0-3-69 0,0 3 72 0,7 2-75 15,-3-2 75-15,2 3-70 0,2-2 66 0,-6-3-76 16,0 2 74-16,-1-1-68 0,-1 0 69 0,-1 2-60 16,-1-3 7-16,-4-1 19 0,0 1 4 0,-4-1-5 15,1 0 15-15,-6-1-16 0,1-1 12 0,-3 0 4 16,-3-1 6-16,-1 1 5 0,-2-12-26 0,-4 20 52 16,-1-9-45-16,-3-1 48 0,-3 1-51 0,-4-1-7 15,-5 0 0-15,-2 0-7 0,-5 1 3 0,-4-4-14 16,-3 0-11-16,-2 0-100 0,-11-1-77 0,-1 0-97 15,-3-2-136-15,-5-2-93 0,0 2-210 0,-3-3-293 16,0-2-626-16</inkml:trace>
  <inkml:trace contextRef="#ctx0" brushRef="#br0" timeOffset="5485.7723">4067 3718 257 0,'-13'2'309'0,"13"-2"-77"0,-15 0-20 16,15 0 8-16,-15 1-17 0,15-1-5 0,-17 0-10 16,17 0-23-16,-15 0-11 0,15 0-15 0,-15 0-19 15,15 0-1-15,-13 0 4 0,13 0 7 0,0 0 8 0,-16 2 1 16,16-2-13-16,0 0-10 0,0 0-17 16,-13 0-11-16,13 0 9 0,0 0 5 0,0 0-2 15,0 0-3-15,0 0-5 0,16 4-8 0,-3-3-6 16,4 0-3-16,5 1-7 0,7-1-10 0,8-1-6 0,14-1-10 15,6 0-3-15,8 0 12 0,18-2 6 0,8 0-2 16,10 0-2-16,7-1-4 0,29 1-2 0,6-3-3 16,5 2-7-16,3 1-4 0,3 5-9 0,5-6 4 15,1 1 1-15,5 0-7 0,-2-1-17 0,3 1 13 16,-1-4-3-16,6 5-3 0,2-1-7 0,0-1-12 16,1 0 10-16,5 0-13 0,2 0-8 0,0-3-8 15,0 0-2-15,3 2 1 0,2-1 5 0,-2 0-1 16,-3 0 1-16,-1-1 12 0,-1 1 5 0,-3 1-2 15,-5-2 12-15,-2 2 12 0,-5 0 3 0,-3 1 9 16,-1-1 3-16,-5 0 0 0,-3 1-3 0,-8 0 2 16,-5-2 4-16,-2 0-13 0,-3 1 1 0,-5-2-3 15,-23 3-1-15,0 1-1 0,-4-2-2 0,-2 1 5 16,-4-2-7-16,-1 2 0 0,-5-2 1 0,-3 1 3 16,-2-1-5-16,-4 2 1 0,-5-1 0 0,-3 0-1 15,-15 0 1-15,-1 1-1 0,-5 1 7 0,-5 0 6 16,-7-1 1-16,-3 1 17 0,-6 2-16 0,-4-2-1 0,0 1-6 15,-7-1-3-15,0 2-1 0,-4-1-3 0,-1 2-3 16,-2-2-12-16,0 0-23 0,-13 2-26 16,19-1-27-16,-19 1-17 0,19 0-5 0,-19 0 9 15,18 2 2-15,-18-2 14 0,15 3 12 0,-15-3 11 0,20 6 3 16,-20-6 8-16,20 8 10 0,-10-4 5 0,0 0-1 16,-1-1 7-16,3 1 6 0,-1 1-1 0,0 1 7 15,3-2 3-15,-1 2-1 0,5-1 0 0,0 2 6 16,2 0 13-16,3-1-1 0,-2 1 8 0,1-1 8 15,2 0 0-15,-3 0 3 0,-2-2 8 0,0 1 3 16,-1 1 2-16,-1-3-5 0,0 1-2 0,-4-1-8 16,0-1-6-16,-1 0-9 0,-12-2-45 0,20 2-110 15,-20-2-109-15,13 0-134 0,-13 0-132 0,0 0-666 16,0 0-793-16</inkml:trace>
  <inkml:trace contextRef="#ctx0" brushRef="#br0" timeOffset="8303.6544">5707 5257 223 0,'0'0'504'0,"0"0"-54"0,0-16-136 15,0 16 15-15,0-11-57 0,0 11 68 0,-2-12-60 16,2 12-4-16,-2-12-15 0,2 12-21 0,-2-12-30 16,2 12-13-16,-3-10-6 0,3 10-29 0,-3-10-21 15,3 10-36-15,0 0-17 0,-3-13-27 0,3 13-12 16,0 0-19-16,0 0-6 0,0 0-8 0,0 0 0 15,0 0-7-15,0 0 15 0,-6 15-5 16,6-15 9-16,-1 25 2 0,-1-10 2 0,2 5 13 0,0 1-16 0,1 3 10 16,0 2-15-16,1 1 10 0,0-1-17 0,1 2 11 15,0 2-14-15,1 0 8 0,0-4-17 16,0-2 13-16,1 1-17 0,0-3 17 0,-2 0-17 0,1-4 14 16,-1 0-20-16,0-4 26 0,0 3-26 0,-1-5 17 15,0-1-20-15,0-1 22 0,-2-10-14 0,7 18 22 16,-7-18-17-16,2 13 33 0,-2-13-28 0,0 0-1 15,1 12 23-15,-1-12-30 0,0 0 23 16,0 0-29-16,-11-6 23 0,11 6-29 0,-8-16 21 0,4 1-32 16,-2 1 16-16,0-7-27 0,-1-3 28 0,1-4-25 15,-1-4 9-15,1 0 0 0,-2-8 9 0,2 0-2 16,0-1 17-16,0-1-16 0,2 6 26 0,0 3 7 16,0 2 55-16,0 4-32 0,2 2 27 0,-1 2-44 15,1 4 40-15,1 2-45 0,-1 1 30 0,1 3-52 16,0 1 26-16,1 12-46 0,0-18 45 0,0 18-42 15,0 0 34-15,9-7-39 0,-9 7 47 0,14 6-46 16,-4 2 41-16,6 5-38 0,-1 1 11 0,5 5-4 16,4 6 6-16,2 0 2 0,1 5 2 0,3 1-1 15,0 1 0-15,7 5 8 0,2 0-15 0,-1-4 31 16,-5-5-48-16,1-1 18 0,-2-1-40 0,0-4 24 16,-2-1-29-16,-4-5 28 0,-2-1-19 0,-4-3 24 0,0-3-6 15,-2 0 28-15,-3-2-19 0,1-5 28 0,-3 0-1 16,-1-4 57-16,0 0-40 0,-3-4 59 0,1-5-30 15,-1-2-7-15,-4-2-7 0,0-6 1 16,-4-2 6-16,-2-2-17 0,-3-5-5 0,-2-1 4 0,-2-2-8 16,-3-5 16-16,-1 3 34 0,-2-1-14 15,2 3 13-15,0 3-49 0,1 4 29 0,3 5-45 0,0 2 34 16,0 3-45-16,3 3 26 0,0 0-91 0,0 2-30 16,2 2-75-16,3 9 4 0,-4-12-19 0,4 12-36 15,0 0-28-15,0 0-28 0,8 7-66 0,-2 0 30 16,3 4-57-16,4 4-2 0,2 1-42 0,4 4-49 15,4 4-338-15,1 1-331 0</inkml:trace>
  <inkml:trace contextRef="#ctx0" brushRef="#br0" timeOffset="9538.3504">6786 5497 458 0,'0'0'558'0,"0"0"-119"15,12-9 11-15,-12 9-48 0,3-10-52 0,-3 10-37 0,-1-15 3 16,1 15-41-16,-6-16-36 0,0 7-43 0,-1 1-38 15,-2 0-24-15,-2 2-27 0,-2-1-22 16,-1 1-15-16,-1 3-20 0,2 1-7 0,-2 1-9 16,2 1-5-16,-3 1-7 0,1 4-4 0,0 1-6 15,1 1 15-15,-1 1-21 0,3 3-2 0,0 2-2 16,2 0 2-16,2 1-1 0,2 2 2 16,1-1-5-16,3 2 1 0,1-1 2 0,1 0-2 0,1 1-2 0,2-1 3 15,2-1-5-15,0-1-25 0,1 0-12 0,1-1 0 16,3-1 6-16,-2-1-10 0,0-1 8 0,3-2-4 15,-2-2 1-15,0 0-15 0,1-3 13 0,-10-3-13 16,18 4 9-16,-18-4 0 0,19-1 17 0,-19 1-2 16,17-8 11-16,-8 1-3 0,-2 0 22 0,1-4-1 15,-2 1 20-15,2-2-4 0,-3 0 30 0,-1-1 10 16,0 0-2-16,-1 1 0 0,-1 2 17 0,0 0 36 16,-2 10-4-16,0-19-2 0,0 19-4 0,2-16-15 15,-2 16-13-15,1-12-14 0,-1 12-13 0,0 0-16 16,2-14-10-16,-2 14-2 0,0 0-3 0,0 0-2 0,0 0-2 15,0 0 13-15,0 0-22 0,0 0 23 16,12 4-25-16,-12-4 5 0,9 11-31 0,-9-11-11 16,12 13-44-16,-4-6-20 0,1 0-26 0,0 0-30 15,3 0-12-15,0-1-53 0,0 1 9 0,2-1-48 0,-2 0 63 16,1-1-18-16,-2-2 60 0,-1 0 6 0,-10-3 72 16,18 4-18-16,-18-4 70 0,15-2-19 15,-15 2 61-15,14-4-10 0,-14 4 69 0,11-12-10 16,-11 12 68-16,8-15 7 0,-8 15 26 0,7-16 0 0,-7 16 18 15,6-16 15-15,-6 16 12 0,5-14 5 0,-5 14-34 16,3-12-2-16,-3 12-52 0,3-11-27 0,-3 11-23 16,0 0 19-16,4-11-66 0,-4 11 12 0,0 0-24 15,0 0 10-15,0 0-16 0,0 0 7 0,13 4-12 16,-13-4 14-16,6 12-18 0,-6-12 13 0,8 15-13 16,-4-5 20-16,1 0-25 0,-1 0 19 0,1 3-18 15,0-1 17-15,0 2-18 0,-1-1 10 0,3 1-21 16,-3-2 7-16,1 1-18 0,-2-2 4 0,1-1-11 15,-1 1-3-15,0-3-16 0,-3-8-4 0,7 17-5 16,-7-17 5-16,4 13 19 0,-4-13 11 0,5 9 11 16,-5-9 5-16,0 0-1 0,7 8 1 0,-7-8 5 15,0 0-7-15,10-4 3 0,-10 4-3 0,8-7 2 16,-8 7-4-16,7-12 3 0,-7 12 3 0,7-13-7 16,-7 13 6-16,7-17-1 0,-7 17-2 0,7-15 12 15,-7 15-7-15,6-15 7 0,-6 15-7 0,5-13 5 16,-5 13-7-16,4-11 8 0,-4 11-10 0,5-9 8 15,-5 9-9-15,0 0 7 0,6-12-4 0,-6 12 5 0,0 0-6 16,10-8 8-16,-10 8-6 0,0 0 8 0,12-4-5 16,-12 4 5-16,0 0-5 0,15 2 1 15,-15-2 2-15,11 3 0 0,-11-3 0 0,10 5 4 0,-10-5 3 16,12 4 1-16,-12-4-5 0,11 5 8 0,-11-5-8 16,13 6 7-16,-13-6-10 0,15 4 9 0,-15-4-5 15,15 3 6-15,-15-3-6 0,16 1 8 0,-16-1-4 16,16-1 6-16,-16 1-7 0,16-4 6 0,-16 4-6 15,17-7 6-15,-17 7-5 0,14-10 7 0,-14 10-8 16,12-12 8-16,-5 6-6 0,-7 6 15 0,8-12 27 16,-8 12 16-16,8-12 26 0,-8 12-10 0,6-9 11 15,-6 9-34-15,7-9 13 0,-7 9-38 0,0 0 8 16,8-10-26-16,-8 10 5 0,0 0-15 0,6-6 10 16,-6 6-12-16,0 0 12 0,13-2-17 0,-13 2 16 15,13 2-16-15,-13-2 12 0,15 2-15 0,-15-2 21 16,19 5-20-16,-19-5 15 0,21 6-16 0,-9-3 19 15,2 0-19-15,3 0 15 0,1 0-20 0,0-1 13 16,2 3-23-16,1-3-6 0,-1 0-18 0,2 0-4 16,-1-1-2-16,-1 0 5 0,1 0 1 0,-2-2 7 15,-1 0 12-15,-1 0 7 0,-2-4 6 0,1-1 1 0,-4-1-3 16,1-1 12-16,-2-2 4 0,-1-1-1 0,-3-3 5 16,1 4 23-16,-3 0 14 0,-1-1-3 0,-1 1 4 15,-2-1-1-15,-1 11-6 0,-1-19-6 16,1 19 0-16,-6-17-7 0,6 17 0 0,-10-13-6 15,10 13 0-15,-18-6 4 0,18 6-1 0,-21 1-1 0,9 3 11 16,-1 1 9-16,0 3-2 0,2-1-5 0,0 4 5 16,1 1 5-16,3 0 0 0,2 3 17 0,0-1 21 15,3 2 4-15,4-1 14 0,3 1 6 0,4 1-2 16,1-1-9-16,5 0 16 0,2-1-54 0,4-1-11 16,2 0-7-16,3-1-8 0,0-2-63 0,3 0-95 15,0-2-88-15,-1-1-106 0,-3-1-94 0,-2 0-96 16,-1-2-114-16,-3-1-649 0,-1-1-885 0</inkml:trace>
  <inkml:trace contextRef="#ctx0" brushRef="#br0" timeOffset="11487.9067">10554 4990 15 0,'0'-17'426'0,"-1"1"-109"0,-2 0-63 16,-4-3-4-16,-1 0-31 0,-1 0-11 0,-3-1-9 16,-1-2 4-16,-1 2 41 0,1 1-61 0,1 2 33 0,-1 0-5 15,3 1-14-15,0 4-42 0,1 0-2 16,1 2-37-16,2 2-14 0,0 0-41 0,6 8-2 15,-13-11-26-15,13 11 6 0,-13 0-14 0,13 0-2 0,-21 9-5 16,10 1 2-16,-5 4-1 0,2 3-5 0,-3 4-5 16,0 2 2-16,-2 7-2 0,1 2 1 0,0 2 8 15,1 2-9-15,1 2 12 0,1 2-16 0,2-1 12 16,2 3 3-16,0-2-7 0,3 2-13 0,4-7 11 16,0 0-14-16,2 0 8 0,2-2-7 0,2-4 11 15,0-2-13-15,2-1 10 0,1-1-10 0,1-2 16 16,2-2-14-16,-1-2 15 0,0-2-14 0,1-3 16 15,2-2-12-15,-1-2 12 0,1-1-13 0,3-4 6 16,-2-1-7-16,1-3 10 0,3-2-16 0,0-2 9 16,2-2-8-16,-1-2 10 0,2-3-12 0,0-2 10 15,-1-3-10-15,0 2 11 0,-1-1-9 0,0-1 11 16,-2 0 15-16,1 2 17 0,-3 0 25 0,-2 3 11 16,0 1 5-16,-2 2-6 0,-1-1-19 0,-1 2-17 15,-6 6-12-15,11-10-8 0,-11 10-7 0,9-5 0 0,-9 5 0 16,0 0-8-16,16 0 5 0,-16 0-4 15,11 7 2-15,-11-7 0 0,13 12-4 0,-5-6 3 16,2 5-4-16,0-2 7 0,2 2-8 0,2 2-32 16,3 0-63-16,0 1-77 0,6 1-53 0,1-1-93 0,1-1-24 15,0 1-134-15,2-3-502 0,-1 0-567 0</inkml:trace>
  <inkml:trace contextRef="#ctx0" brushRef="#br0" timeOffset="11888.7279">11001 5445 369 0,'0'0'730'0,"0"-17"-151"16,0 17-51-16,-2-18-31 0,2 18-43 0,0-18-46 16,0 18-49-16,0-16-34 0,0 16-38 0,1-15-54 15,-1 15-46-15,1-13-42 0,-1 13-34 0,2-10-25 16,-2 10-20-16,0 0-18 0,4-10-7 0,-4 10-10 15,0 0-4-15,15 2-7 0,-15-2-2 0,15 9-3 16,-5-3-7-16,1 0 1 0,0 3-1 0,2 0-6 16,-1 0 1-16,1 1-1 0,-1-1-2 0,-1 1-1 15,3 0-4-15,-3-1-15 0,0 0-15 0,-1-4-8 0,-3 2 21 16,2-1-22-16,-2 0 27 0,-7-6-13 16,11 10 24-16,-11-10-11 0,9 8 23 0,-9-8-25 15,0 0 33-15,8 4-32 0,-8-4 0 0,0 0 6 0,0 0-1 16,-3-13 4-16,3 13-9 0,-7-12 15 0,3 3-1 15,1 0-6-15,-1-1-5 0,-1-4-18 0,2 3 4 16,-2 0-8-16,2 0 13 0,2 0 1 0,1 11-9 16,-2-18-24-16,2 18-23 0,3-17-18 0,3 9-9 15,0 0-28-15,2 2-32 0,1 2-51 0,5-2-25 16,0 1-15-16,3 2-45 0,1 0-59 0,2 0-29 16,1 2-64-16,0-1-242 0,0 2-205 0</inkml:trace>
  <inkml:trace contextRef="#ctx0" brushRef="#br0" timeOffset="12272.6881">11677 5306 389 0,'9'-8'557'15,"-9"8"-95"-15,0 0-44 0,0-10-22 0,0 10-68 16,0 0-29-16,-5-15-15 0,5 15-31 0,-7-9-49 16,7 9-40-16,-9-9-27 0,9 9-28 0,-10-7-30 15,10 7-10-15,-11-2-14 0,11 2-10 0,-14 1-10 16,14-1-4-16,-17 7-2 0,10-1-11 0,0 1-6 15,0-1-1-15,0 5-1 0,3-3-9 0,-1 3 6 16,1-1-10-16,2 1 4 0,0 0-4 0,2-11 4 16,2 22-23-16,-2-12-6 0,4 1-31 0,1-1-5 0,1 0-32 15,1-2 12-15,3 0-18 0,-2-1 19 0,3-2-14 16,-1-1 34-16,-1 0-1 0,-9-4 37 0,18 2-9 16,-18-2 33-16,15-2-9 0,-15 2 29 0,14-9-8 15,-7 2 26-15,-1-1 3 0,-1-1 6 16,1-2-5-16,-3-1 6 0,3 0 2 0,-3 0 8 0,0 0 5 15,-1 2 23-15,-2 10 1 0,4-21-1 0,-4 21-7 16,4-16-8-16,-4 16-17 0,2-11-16 0,-2 11-11 16,1-11-8-16,-1 11-5 0,0 0-4 0,0 0-1 15,6-7 0-15,-6 7-3 0,8 7 5 0,-8-7-4 16,12 12-22-16,-5-5-26 0,4 4-31 0,-1-3-46 16,1 4-103-16,2-1-1 0,0 0-79 0,1 1-69 15,-2-2-89-15,0 1-379 0,0-1-383 0</inkml:trace>
  <inkml:trace contextRef="#ctx0" brushRef="#br0" timeOffset="12821.848">12144 4886 379 0,'-6'-33'554'0,"-3"-4"-100"16,1 5-21-16,0 2-19 0,-2 1-46 0,2 2-1 15,-3 2-10-15,4 3-33 0,1 2-53 0,-1 4 9 16,-1 1-62-16,3 1-22 0,2 4-64 0,-2 0-22 16,5 10-37-16,-6-13-2 0,6 13-31 0,0 0-5 15,0 0-1-15,0 0-8 0,0 0 25 0,0 15-20 16,3-1 19-16,3 3-31 0,0 6 23 0,4 4 2 16,-3 5-2-16,3 5-5 0,2 4-35 0,-1-1 29 15,0 3-35-15,1 0 34 0,-1 3-29 0,-1-4-5 16,2 2 4-16,-1 2 1 0,2-3 2 0,-1-1-2 15,-3-1 4-15,3-2 0 0,-3-4-4 0,-1-6-1 16,-1 1-1-16,0-7 29 0,0-1-42 0,-3-3 31 16,0-2-27-16,1-2 28 0,-3-2-31 0,2-2 36 15,-1 0-33-15,-3-11 46 0,5 18-42 0,-5-18 42 16,4 13-3-16,-4-13 2 0,0 0-3 0,4 8-14 16,-4-8 5-16,0 0-7 0,0 0-3 0,5-10-2 15,-5 10 0-15,0-14-4 0,0 14 0 0,-2-17 5 16,0 6-10-16,1 0 4 0,-2-1-5 0,0 1-13 15,1 1 15-15,-3-2-14 0,-2 1 10 0,2-1-14 16,-3 3 18-16,-1-1-14 0,-4 3 5 0,-1 0-16 0,-2 2 18 16,-1 3-8-16,-2-2 8 0,2 4-8 0,-3 0 7 15,1 2-11-15,1 2 5 0,2 0 1 0,1 1-3 16,-1-1 1-16,3 5 2 0,-1-1 0 0,5 3 0 16,0-1 2-16,2 2 0 0,2 0 7 0,3 0-3 15,2-12 4-15,3 24-2 0,4-13-2 0,0 1 7 16,6 0-15-16,3 0-34 0,2-1-47 0,4-3-68 15,-2 1-85-15,2-1-78 0,3-3-105 0,-5 1-133 16,5-4-620-16,-7-1-792 0</inkml:trace>
  <inkml:trace contextRef="#ctx0" brushRef="#br0" timeOffset="15073.1307">12491 5614 90 0,'0'0'207'0,"0"0"-39"0,0 0-31 16,0 0-21-16,0 0-17 0,0 0-27 0,0 0-1 16,0 0-14-16,0 0-7 0,0 0-13 0,0 0 0 15,-14 0 2-15,14 0 3 0,0 0 9 0,0 0 3 16,0 0 9-16,0 0 4 0,0 0 12 0,0 0 22 15,0 0-20-15,0 0 47 0,0 0-33 0,0 0 31 16,0 0-43-16,0 0 38 0,0 0-58 16,0 0 49-16,0 0-38 0,0 0 41 0,0 0-49 0,0 0 35 15,0 0-36-15,0 0 26 0,0 0-39 0,0 0 31 16,0 0-28-16,0 0 34 0,0 0-18 0,0 0 17 16,0 0-10-16,0 0 0 0,0 0-15 0,0 0 17 15,0 0-18-15,0 0 12 0,0 0-8 0,0 0 12 16,0 0-10-16,0 0 11 0,0 0-7 0,0 0 4 15,0 0-4-15,0 0-3 0,0 0-1 0,0 0-4 16,0 0 3-16,0 0-12 0,0 0 2 0,0 0-14 16,0 0-2-16,0 0-13 0,0 0 13 0,0 0-13 15,0 0 4-15,0 0-6 0,0 0 12 0,0 0-15 16,0 0 15-16,0 0-19 0,0 0 18 0,0 0-19 0,0 0 14 16,0 0-18-16,0 0 16 0,0 0-25 15,0 0 24-15,0 0-28 0,0 0 21 0,0 0-20 16,0 0 21-16,0 0-27 0,23 0 29 0,-12-1-24 15,5-1 0-15,1 2 4 0,4-2-4 0,2 0-1 0,4 1 0 16,2-1 4-16,-3 1-4 0,3-2 24 0,1 1-26 16,-1 1 24-16,0-1-26 0,-2-1 29 15,0 2-32-15,-4 0 25 0,-3-1-26 0,0 0 26 0,-4 2-26 16,-1-1 36-16,-4 1-25 0,1-1 14 0,-12 1 4 16,20-3 1-16,-20 3-3 0,16-1-2 0,-16 1-7 15,13-1-3-15,-13 1-3 0,0 0-22 0,16-1-20 16,-16 1-23-16,0 0-54 0,13 0-54 0,-13 0-44 15,0 0-80-15,0 0-24 0,14-2-73 0,-14 2-56 16,0 0-94-16,0 0-385 0,0 0-500 0</inkml:trace>
  <inkml:trace contextRef="#ctx0" brushRef="#br0" timeOffset="15657.533">13369 4954 202 0,'-5'-19'453'0,"-3"0"-97"0,0 1-57 0,0-1-50 16,1 4 0-16,1 0 45 0,1 1-57 0,-2 1 13 15,2 0-5-15,-1 1 12 0,2 0-28 0,1 2-32 16,-1 1-13-16,2 0-4 0,2 9-2 0,-6-15 2 16,6 15-42-16,-4-13-30 0,4 13-25 0,-4-8-21 15,4 8-22-15,0 0-7 0,0 0 9 0,-7-6-12 16,7 6 5-16,-6 11 9 0,4-2 14 0,-4 4-4 16,2 3-7-16,-1 5 14 0,-1 1-18 0,0 2 4 15,1 6-15-15,0 2 21 0,1 3-35 0,1-2 7 16,3 4-7-16,2 0 3 0,-1 0-3 0,6 5-1 0,-1-1-2 15,3-1-4-15,0-1-3 0,3-3 3 16,3-2-1-16,1-2-6 0,-1-5 2 0,2-4 5 16,0 0-1-16,1-4 3 0,0-2 1 0,0-3-5 15,1-6 1-15,0 2 1 0,-1-5 0 0,0-3-4 0,0-1 5 16,3-2-8-16,-2-4 1 0,2-1-1 16,2-7 3-16,1 0-1 0,-4-3-5 0,1-4 3 15,-4 1 1-15,2-1 0 0,-3-4-8 0,-3-3 7 0,-2-3-5 16,0-1-4-16,-6-1 44 0,-1 0-50 0,1-3 39 15,-5 0-39-15,-1 0 41 0,-3 1-45 0,2 0 43 16,-2 2-42-16,-1 1 39 0,-2 2-39 0,4 5 36 16,-3 2-42-16,2 2 41 0,-1 3-45 0,3 3 25 15,0 2-103-15,-2 0-47 0,4 12 10 0,-6-12-8 16,6 12-16-16,0 0-25 0,0 0-18 0,0 0-1 16,-6 6-81-16,6-6 44 0,0 19-55 0,2-6-40 15,2 4-63-15,2-1-475 0,0 4-432 0</inkml:trace>
  <inkml:trace contextRef="#ctx0" brushRef="#br0" timeOffset="16273.7707">13951 5214 565 0,'0'0'620'0,"0"0"-67"15,0 0-10-15,0 0-62 0,-7-10-26 16,7 10-27-16,0 0-43 0,0 0-52 0,-4-9-72 0,4 9-52 15,0 0-47-15,0 0-40 0,0 0-26 0,0 0-22 16,0 0-8-16,0 0-12 0,0 0-9 0,0 0-10 16,0 11-4-16,0-11-16 0,2 15 10 15,-2-15-7-15,5 20 2 0,-3-8-5 0,0-1-2 0,2 1-4 16,-2 2 4-16,3 0-4 0,-3-1-4 0,3 2-1 16,-1-4 0-16,-1 0-2 0,-1 1-5 0,0-2-16 15,2-1-13-15,-4-9-9 0,5 16 3 0,-5-16 6 16,4 13 9-16,-4-13 2 0,6 9 17 0,-6-9-9 15,0 0-28-15,0 0 0 0,6 6-12 0,-6-6-5 16,0 0 1-16,9-8-27 0,-9 8-2 0,8-11 9 16,-8 11 7-16,12-13 17 0,-5 6 9 0,-1 1 10 15,-6 6 2-15,11-13 11 0,-11 13 7 0,10-11 10 16,-10 11-3-16,10-8 9 0,-10 8-2 0,7-7-2 16,-7 7-2-16,0 0 2 0,10-9-1 0,-10 9 2 0,0 0 2 15,11-2-7-15,-11 2 3 0,0 0 7 0,16 0-4 16,-16 0 2-16,11 5 2 0,-11-5-2 15,13 5 0-15,-1-2-5 0,-2 1-22 0,-1-2-22 0,5 2-14 16,-3-1-28-16,3 0-14 0,-3-1-5 0,0 0 10 16,1 0 20-16,-12-2 14 0,23 1 17 0,-23-1 9 15,19-1 15-15,-19 1 4 0,18-6 10 16,-11 2 21-16,2-1 6 0,-3-1 12 0,2-1 5 0,-2-2 16 16,0 1 18-16,-1 0 14 0,0 1 9 0,-1-2 10 15,-4 9 17-15,9-14 18 0,-9 14 7 16,5-13 0-16,-5 13-22 0,6-9-23 0,-6 9-20 0,4-8-15 15,-4 8-20-15,0 0-18 0,5-8 0 0,-5 8-8 16,0 0-10-16,0 0 11 0,0 0-10 0,10 8 8 16,-10-8-13-16,4 11 3 0,-4-11-1 0,7 18-1 15,-3-9 0-15,1 1-4 0,1 2-12 0,-3-1-25 16,3 1-25-16,-1-1-34 0,2 0-32 0,-3 0-65 16,3-2-56-16,0-1-100 0,-1 0-15 0,0-1-81 15,-6-7-99-15,12 9-391 0,-12-9-510 0</inkml:trace>
  <inkml:trace contextRef="#ctx0" brushRef="#br0" timeOffset="16487.2273">14265 5054 342 0,'-2'-8'679'0,"2"8"-139"16,-5-15-64-16,5 15-104 0,-4-14-88 0,4 14-54 15,-2-10-48-15,2 10-47 0,0 0-63 16,-2-12-77-16,2 12-27 0,0 0-82 0,0 0-7 0,0 0-111 16,13 7-101-16,-5-2-452 0,0 3-304 0</inkml:trace>
  <inkml:trace contextRef="#ctx0" brushRef="#br0" timeOffset="16840.444">14534 5236 316 0,'0'0'744'0,"0"0"-80"0,0 0-14 0,1-12-74 16,-1 12-42-16,0 0-42 0,0-13-37 0,0 13-70 15,0 0-46-15,2-10-66 0,-2 10-59 0,0 0-49 16,0 0-41-16,4-10-26 0,-4 10-21 0,0 0-13 16,9 4-19-16,-9-4-4 0,14 8-7 0,-6 0-7 15,4 1-40-15,-2 1 36 0,3 2-4 0,1 1-5 16,-1 0-3-16,1 1-1 0,-1 0-2 0,2-1-5 15,-3 1 1-15,0-3-5 0,0 0-1 0,-3-2-15 16,2 1 6-16,0-2 10 0,-3-2-6 0,0 0 4 16,2-1 8-16,-10-5 0 0,19 5-1 0,-19-5 17 0,19-2 10 15,-8-1-2-15,1-1 4 0,-1-3 33 0,0-2 1 16,0-1-6-16,2-5-41 0,-2-1 28 16,3-1 0-16,-1-1-6 0,-1 0-7 0,-1-1-8 0,1-1-1 15,0 1 18-15,-1 3-35 0,-2-1 28 0,0 4-44 16,-2-1 26-16,0 3-47 0,-1 1-11 0,0 2-85 15,-1 1-23-15,-5 7-102 0,8-11-14 0,-8 11-36 16,9-7-37-16,-9 7-35 0,0 0-67 0,0 0 30 16,13 1-110-16,-13-1-105 0,0 0-371 0,-6 9-592 15</inkml:trace>
  <inkml:trace contextRef="#ctx0" brushRef="#br0" timeOffset="19291.2124">17856 4777 371 0,'0'0'525'16,"-3"-23"-137"-16,2 11 10 0,-2 0-45 0,-1-2 30 15,-1-1-80-15,0-1-14 0,-1 1-13 0,-1-1 7 16,-2 0-8-16,1-1-53 0,-1 0-41 0,-3 2-24 16,0 1-27-16,-1-1-6 0,-3 3-35 0,0 0-3 15,-3 2-28-15,0 1 1 0,-2 1-24 0,-2 4-4 0,-2 2-3 16,-2 3-6-16,-5 4 8 0,-3 4 2 16,-4 5 2-16,-2 4-4 0,1 4 16 0,1 2-23 0,-2 6 24 15,6-1-28-15,4 2 24 0,5 0-27 0,1 3 27 16,4 0-36-16,3 1 36 0,4-1-34 0,4-3-6 15,4 0 6-15,0 1-4 0,4-5 2 0,4 1 2 16,0-3-1-16,4 6 34 0,2-4-43 0,2-2 4 16,2 0-4-16,2-1-7 0,2-2-14 0,0-3-8 15,3-2-3-15,-2-3-10 0,3-1-12 0,0-3-1 16,0-1 1-16,2-2 1 0,0-3 6 0,-2-1 6 16,1-3 4-16,0-2 12 0,1-2 7 0,-1-3 18 15,1-2-12-15,-3-2 4 0,3-4-1 0,-2-1 2 16,-2-2 17-16,0 0-2 0,-4 1 36 0,0 1-6 15,-2 0 27-15,-1 2 4 0,-2 2 8 0,-1 0-1 16,0 1 6-16,-1 3-17 0,-7 8-19 0,11-13-21 16,-11 13-9-16,9-11-12 0,-9 11-2 0,9-6 2 15,-9 6 0-15,0 0 0 0,12 0 1 0,-12 0-1 16,12 9 3-16,-5-3 0 0,1 1-2 0,1 2 0 16,2 2 0-16,3 2-28 0,-1 0-63 0,3 0-53 15,1 2-62-15,4 0-87 0,0 1-80 0,1 0-123 16,3 0-214-16,-1-3-337 0,-3-3-658 0</inkml:trace>
  <inkml:trace contextRef="#ctx0" brushRef="#br0" timeOffset="19675.4018">18140 5134 322 0,'0'-16'712'0,"0"16"-149"0,0-11-57 15,0 11-87-15,0 0-78 0,2-15-83 0,-2 15-44 16,0 0-56-16,0 0-17 0,4-8-29 0,-4 8 6 16,0 0-16-16,14 7-9 0,-7-1-23 0,0 1-11 15,2 3-5-15,1 2-12 0,0 0-6 0,1 3-3 16,0-1-12-16,0 3-8 0,-2 0-12 0,1-1-6 16,-1-1-19-16,-1 0-18 0,0-3-14 15,-1 0-7-15,-1-2-2 0,-1 0 20 0,-1-3 11 0,-4-7 10 16,9 15 18-16,-9-15 15 0,6 10 0 0,-6-10-1 15,0 0 4-15,9 6-3 0,-9-6-3 0,0 0 0 16,9-7-2-16,-9 7 3 0,6-12 4 0,-6 12-1 16,5-18-5-16,-4 7 0 0,1 1-15 0,0-2 18 0,0 1-19 15,0-2 17-15,-1 1 0 0,1 2 13 16,0 0-7-16,-2 10 10 0,4-19-16 0,-4 19 8 16,3-17-19-16,-3 17 1 0,7-14-35 0,-7 14 0 15,9-12-42-15,-9 12-16 0,15-10-81 0,-4 7 2 16,0-1-74-16,3 3-42 0,2-2-78 0,2 3-94 15,0 0-234-15,1 0-205 0</inkml:trace>
  <inkml:trace contextRef="#ctx0" brushRef="#br0" timeOffset="20090.9376">18844 5172 483 0,'0'0'513'0,"5"-8"-28"0,-5 8-55 0,3-10-11 15,-3 10-67-15,0-12-7 0,0 12-27 0,-4-15-35 16,4 15-37-16,-7-17-44 0,2 10-17 0,-2 0-37 15,1 0-7-15,-1 2-45 0,-1-1-10 0,8 6-23 16,-18-6 1-16,18 6-19 0,-18-2-6 0,18 2-11 16,-20 3 0-16,10 2-3 0,0-1-1 0,1 2-3 15,1 3-1-15,-2 0-6 0,4 1 0 16,3-1-1-16,0 2 0 0,-1 0 8 0,3 1-13 0,1-12 10 16,2 22-19-16,2-8-19 0,1 0-17 0,2-3-19 15,3 1-16-15,0-2-24 0,1 1-8 0,2-3-2 16,-1 1 5-16,1-1 17 0,-1-2 18 0,-2-4 17 15,2 1 6-15,-12-3 17 0,19-1 15 0,-19 1 15 16,19-7 25-16,-11 2-3 0,-1-4 14 0,2 1 1 16,-3-4 0-16,1-1 9 0,-2 0 17 0,2-1-5 0,-2 1-11 15,-1-1 26-15,-1 2-9 0,1 3 24 0,-2-2-21 16,-2 11 9-16,6-17-39 0,-6 17 7 16,3-14-38-16,-3 14 8 0,5-10-24 0,-5 10 20 15,0 0-19-15,0 0 17 0,0 0-18 0,0 0 1 16,16 4-1-16,-16-4-10 0,11 12-16 0,-3-4-20 0,1 2-28 15,1-1-19-15,2 1-39 0,2 1-33 0,3 0-53 16,-1-1-47-16,2 1-56 0,0-3-94 0,2 1-93 16,0-2-393-16,-2-2-472 0</inkml:trace>
  <inkml:trace contextRef="#ctx0" brushRef="#br0" timeOffset="20641.7526">19587 4578 20 0,'-4'-32'685'0,"-1"-1"-97"0,-2 2-106 0,1 1-15 15,0 1-16-15,2 4-24 0,-1 2-74 0,1 1-4 16,0 4-8-16,-1 0-30 0,2 4-99 0,1 2-18 0,-1 0-74 16,3 12-1-16,-4-14-17 0,4 14-21 0,0 0-48 15,0 0 20-15,0 0-36 0,-6 13 26 16,6-2-36-16,1 3 4 0,0 6-3 0,1 5 6 0,1 5 0 15,1 5 3-15,1 7-3 0,-1 4 1 0,4 1-1 16,-4 2 35-16,1 1-43 0,-1 0-3 16,0 1 0-16,1-2-2 0,0 0 4 0,0-1 7 15,-1-2-7-15,1-2-1 0,0-1 2 0,-1-7-5 0,-1-2 3 16,2-3-3-16,-1 0 3 0,-2-6 0 0,2-3 4 16,-2-4-3-16,1-1 1 0,-1-2 5 0,0-2-5 15,0-2 26-15,0 0 39 0,-2-11 37 0,3 16 4 16,-3-16-18-16,6 10-19 0,-6-10-17 0,0 0-45 15,0 0 33-15,0 0-53 0,12-4 19 0,-12 4-43 16,3-13 26-16,-3 13-57 0,1-16 39 0,-1 16 0 16,-2-24 2-16,0 13 4 0,-1 0 7 0,-2-3-16 15,0 1 6-15,-2 1 1 0,0-1 1 0,-1 3 0 16,-2-1 1-16,-2 1 8 0,0 1-7 0,-4 1 1 16,-2 1-5-16,-3 2 14 0,-4 0-8 0,-1 2 10 15,-1 3-2-15,0 2-9 0,-1 1 2 0,2 2 0 16,1 1-3-16,2 1 4 0,3 0 4 0,0 4-13 15,3-3 17-15,5 3-12 0,2 0 23 0,3 0-13 0,4 0 39 16,5 1-21-16,4 0 37 0,6 1-35 16,5 0 27-16,5 2-31 0,4-2 22 0,2-1-39 0,0-2 39 15,1 0-40-15,-1-3-57 0,-3-1-43 0,-1-1-63 16,0-2-70-16,-3-3-99 0,-2 0-101 0,0 0-170 16,-1-3-664-16,-4-2-883 0</inkml:trace>
  <inkml:trace contextRef="#ctx0" brushRef="#br0" timeOffset="23109.0213">19772 5369 209 0,'0'0'409'0,"0"0"-96"0,0 0 20 16,0 0-87-16,0 0 25 0,0 0-30 0,-12-3-13 0,12 3-19 16,0 0-11-16,0 0-9 0,0 0-20 0,0 0-19 15,0 0-24-15,0 0-5 0,-8-5-6 0,8 5-2 16,0 0 4-16,0 0 3 0,0 0 3 0,0 0-6 15,0 0-4-15,0 0 0 0,0 0-6 0,0 0 0 16,0 0-2-16,0 0-4 0,0 0-13 16,0 0-7-16,5-8-12 0,-5 8-3 0,0 0-6 0,14-5-2 15,-14 5 1-15,22-3-8 0,-5 0-2 0,2 2-7 16,2-2-6-16,4 0-2 0,3 2-1 0,0-2-13 16,1 1 6-16,1 1-10 0,-1 0 5 0,-1-1-10 15,0 0 4-15,0 2-5 0,-6-1 1 0,1 0-3 16,-2 0 8-16,-1 0-11 0,-3 0 1 0,-1 0 0 15,-4 1 1-15,-12 0-4 0,24-1 3 0,-24 1-15 16,17 0-24-16,-17 0-27 0,17-2-52 0,-17 2-50 16,13 0-52-16,-13 0-57 0,0 0-72 0,16-3-91 15,-16 3-148-15,8-4-497 0,-8 4-697 0</inkml:trace>
  <inkml:trace contextRef="#ctx0" brushRef="#br0" timeOffset="24727.3913">20537 4854 159 0,'0'0'462'0,"-2"-19"-95"0,2 19-1 0,-1-19-91 0,1 19 25 15,0-18-39-15,0 18 17 0,1-17-35 0,-1 17 19 16,1-16-10-16,-1 16-7 0,1-14-38 16,-1 14-40-16,2-10-38 0,-2 10-26 0,0 0-29 0,2-13-4 15,-2 13-11-15,0 0 5 0,0 0 11 0,9 8 20 16,-9-8 23-16,8 20-20 0,-4-7 32 0,-1 3-36 15,1 3 25-15,0 2-30 0,-1 2 17 0,0 1-38 16,0 1-10-16,0 0-7 0,1 1 0 0,-1-1 2 16,-1 0-11-16,1 0-15 0,0 0 10 0,0 0-17 15,-1-1 16-15,1-4-27 0,-1-1 12 0,0-1-16 16,0-2 18-16,-1-1-26 0,1-2 20 0,-1-2-27 16,-1-11 38-16,3 20-23 0,-3-20 44 0,2 15 10 15,-2-15 70-15,1 12-3 0,-1-12-60 0,0 0 22 16,0 0-59-16,0 0 32 0,0 0-47 0,0 0 25 0,-1-16-9 15,0 5-23-15,1-3-19 0,-1-3-15 16,0-3-14-16,-1-5-4 0,1-3 31 0,-1-6-35 16,0-3 43-16,-1-6-37 0,-1-1 0 0,1-3-2 0,-1 0-10 15,-1-2-7-15,0 2 12 0,-1-2 9 0,3 2-2 16,-2 0 4-16,1-1 44 0,0 4-47 0,1 1 43 16,1 5-37-16,1 4 42 0,2-1-46 15,0 3 18-15,1 6-9 0,1-1-14 0,2 1-20 0,1 2-16 16,0 1-13-16,4 2 9 0,-1 1-14 0,2 3-6 15,3 1 6-15,0 2 7 0,2 2 20 0,0 2 5 16,3 2 11-16,-1 5-4 0,-2 0 2 0,1 3 6 16,0 3 6-16,1 1 10 0,1 5 9 0,0 2 2 15,-1 2 9-15,0 4 3 0,-1 2 1 0,-1 4 7 16,-1-1 2-16,-1 1-1 0,-2 2 3 0,-1 0 10 16,-2 2 0-16,-3-5 10 0,1 1-8 0,-3-1 10 15,-1 1-4-15,-2-2 8 0,-1-2 4 0,-2 1 3 16,-3 1-5-16,-2-1-4 0,0-2-2 0,-4 1-4 15,-1-4-1-15,0 2-8 0,-2-3-1 0,-1 1-9 16,-1-1-38-16,-1-1-45 0,2-1-61 0,-2-1-94 16,-1 0-18-16,3-1-71 0,1-2-86 0,2 2-126 15,3-5-294-15,1-1-374 0</inkml:trace>
  <inkml:trace contextRef="#ctx0" brushRef="#br0" timeOffset="25143.2124">21004 5014 56 0,'0'0'645'0,"0"0"-122"0,0 0-145 0,0 0-34 0,8 7-51 16,-8-7-9-16,0 0-50 0,0 0-20 0,15-3-51 16,-15 3-14-16,11-2-43 0,-11 2-8 0,17-2-26 15,-17 2-25-15,21-3 7 0,-21 3-32 0,23-1 2 16,-10 0-31-16,-2-1 6 0,0 1-15 0,-11 1 22 15,21-5-6-15,-21 5-2 0,19-8-79 0,-11 3 22 16,0-1-15-16,-1-1 47 0,-1-1-27 0,0 0 40 16,-2 0-30-16,-4 8 42 0,3-15-35 0,-3 15 42 15,-1-13-24-15,1 13 28 0,-5-14-31 0,5 14 37 16,-14-10-4-16,14 10 26 0,-17-7-7 0,17 7 25 16,-23 0-4-16,8 1 14 0,-1 3 13 0,-2 1-6 0,-3 2 15 15,0 1 16-15,-1 3-6 0,2 0 16 16,-3 3-28-16,1 0 2 0,6-1 15 0,-2 2-6 15,5-1-16-15,0 0 0 0,2 2-14 0,4-2 23 0,2 1-14 16,2 1-3-16,4-3-9 0,4 4-13 0,2-3 0 16,4 0-5-16,5 3-11 0,5-3-9 15,4-1-12-15,1 2-33 0,3-3-44 0,0-2-63 16,2 1-55-16,-1-3-64 0,1 1-41 0,0-3-40 0,-3-2-78 16,0 1-67-16,1-4-487 0,0-1-544 0</inkml:trace>
  <inkml:trace contextRef="#ctx0" brushRef="#br0" timeOffset="25409.6689">21827 5049 132 0,'2'-10'561'0,"-2"10"-117"0,2-20-13 16,-2 20-63-16,0-16 20 0,0 16-46 0,-3-17-31 16,3 17-33-16,-5-15-32 0,5 15-31 0,-6-14-31 15,6 14-39-15,-4-9-28 0,4 9-22 0,-5-10-16 16,5 10-19-16,0 0-11 0,-7-7-5 0,7 7-2 15,0 0-5-15,0 0 4 0,-14 1 10 0,14-1-5 16,-6 6-9-16,6-6-3 0,-7 10 2 0,7-10-1 16,-7 9-4-16,7-9 3 0,-5 10-6 0,5-10-13 15,-6 11 6-15,6-11-13 0,-4 10 11 0,4-10-15 16,0 0 11-16,-6 10-9 0,6-10 11 0,0 0-13 16,-4 9 2-16,4-9-39 0,0 0-40 0,0 0-56 0,0 0-88 15,0 0-63-15,0 0-103 0,0 0-24 0,0 0-80 16,0 0-467-16,-8-9-538 0</inkml:trace>
  <inkml:trace contextRef="#ctx0" brushRef="#br0" timeOffset="25893.1687">21525 4882 480 0,'0'0'507'0,"-8"-9"-64"0,8 9-61 0,-6-12 22 16,6 12-44-16,-4-9-8 0,4 9-10 0,-3-11-18 15,3 11-38-15,0 0-41 0,-4-13-47 0,4 13-50 16,0 0-37-16,0 0-28 0,-2-11-14 0,2 11-15 16,0 0-13-16,0 0 15 0,8 6 7 0,-8-6 4 15,15 12-4-15,-5-2-23 0,3 4 29 0,1-1-26 16,2 1 43-16,2 4-54 0,3 1 25 0,-1 0-37 0,1 0 30 15,0 4-45-15,4-1 2 0,-4 0 1 16,1-3-3-16,-2 1 3 0,-2-2-3 0,-2-1-2 16,-2-2 0-16,-1-2 0 0,-3-1-2 0,-1-1 2 0,0-3-4 15,-2 1 2-15,-1-1 0 0,-6-8 1 0,9 12 7 16,-9-12-5-16,2 10 0 0,-2-10-1 0,0 0 0 16,-5 10 2-16,5-10 2 0,0 0 1 15,-9 3-1-15,9-3 2 0,0 0 0 0,-9-3 10 0,9 3-5 16,-5-9-3-16,5 9 12 0,-2-12 3 0,2 12-6 15,1-18-7-15,1 7-12 0,1-1 4 0,1 0-2 16,-2 0-4-16,3-2 1 0,-1 2 3 0,1-1 34 16,0 1-76-16,2 0-3 0,-2 4-59 0,1-3-43 15,-1 3-62-15,3 2-50 0,2-2-34 0,-1 2-1 16,3 1-55-16,2 0 35 0,1 2-51 0,2 0-30 16,-1 2-38-16,3-1-379 0,1 0-342 0</inkml:trace>
  <inkml:trace contextRef="#ctx0" brushRef="#br0" timeOffset="26376.749">22419 4963 42 0,'6'-7'567'0,"-6"7"-100"15,8-14-13-15,-8 14-49 0,6-12-32 0,-6 12-45 16,3-14-11-16,-3 14-9 0,-1-13-14 0,1 13-28 0,-3-12-49 16,3 12-45-16,-7-10-27 0,7 10-41 0,-9-5-13 15,9 5-4-15,-16 1-4 0,16-1-11 0,-22 5-5 16,8-1-10-16,1 5 9 0,-2-1-23 0,0 2 17 15,-1 2-20-15,2 1 12 0,1 2-32 0,-1-1 25 16,3 0-28-16,0 2-2 0,2 0 6 0,2-1-10 16,2 0-6-16,1 1 12 0,0-1-6 15,4 0 1-15,3 0 2 0,1 0-4 0,1 0 4 0,2-2-6 16,2 0 0-16,4 1-10 0,1-2-13 0,2 0-23 16,2-3-7-16,1 0-9 0,2-2-3 0,-1-1-4 15,-1-3 11-15,1 0 11 0,-1-3 4 0,1 0 3 16,-1-3-9-16,1-1 5 0,2-2-1 0,-2-2 15 15,1-2-3-15,-2-1 5 0,-1-1 0 0,0-2 0 16,-3 0 8-16,0 0 2 0,-2-2 0 0,-1 0 5 16,-2 1 4-16,-2 2 13 0,0 0 9 0,-2 0-2 15,-1 1 5-15,-2 2-12 0,-1 1-2 0,-2 9-3 16,2-16-5-16,-2 16 0 0,-5-11 1 0,5 11 2 16,-13-4-6-16,13 4 2 0,-21 1 1 0,10 2 2 15,-3 1 0-15,2 3-3 0,-1 0-6 0,1 3 11 16,2-1 1-16,-1 2 12 0,3 0-5 0,1 2 16 15,-1 1-8-15,4-1 4 0,1-1 6 0,1 0 4 0,2 0-4 16,1 0 1-16,2 3-9 0,2-1 2 0,2-1-1 16,2 0-7-16,2-1-13 0,2-1-29 0,3 0-50 15,1-1-49-15,0-2-54 0,3 0-64 16,-3-2-52-16,-1-2-55 0,1 0-91 0,-4-2-137 0,2-2-334 16,-3-1-480-16</inkml:trace>
  <inkml:trace contextRef="#ctx0" brushRef="#br0" timeOffset="27561.3498">22759 5027 590 0,'-7'-10'530'0,"7"10"-135"0,0 0-5 15,-4-10-59-15,4 10-20 0,0 0-7 0,0 0 6 16,-3-12-31-16,3 12-36 0,0 0-56 0,0 0-47 16,0 0-29-16,0 0-21 0,0 0-18 0,0 0-13 15,0 0-7-15,0 0-10 0,0 0-3 0,2 16-7 16,-2-16-2-16,1 16 2 0,-1-16 0 0,2 20 9 16,-2-20-9-16,1 21-3 0,-1-21-6 0,1 24-3 15,0-13-1-15,-1 1-4 0,0-12-5 0,2 23-2 16,-2-23 2-16,2 18-3 0,-2-18-2 0,2 15 3 0,-2-15-2 15,1 13-3-15,-1-13 6 0,1 11-1 16,-1-11 6-16,0 0 4 0,1 12 0 0,-1-12 3 16,0 0-6-16,0 0-2 0,0 0 0 0,0 0 0 0,0 0-7 15,0 0-4-15,0 0 0 0,0 0-3 0,9-4-9 16,-9 4-28-16,7-11-3 0,-3 3-13 16,2 0 1-16,0-1 14 0,1 2 3 0,2-1 10 0,-1-1 0 15,0 2 10-15,-1 0-2 0,2 1 13 0,-2 0 17 16,-7 6 8-16,12-11 4 0,-12 11-5 0,10-8-7 15,-10 8-5-15,8-6-7 0,-8 6 0 0,0 0-2 16,11-6 0-16,-11 6 2 0,0 0 3 0,13 3 0 16,-13-3-3-16,9 5 2 0,-9-5 0 0,9 8 2 15,-9-8-1-15,13 9 1 0,-6-2 4 0,1-2-6 16,3 3-2-16,0 0 7 0,0-1-2 0,4 0-2 16,-1-1-7-16,2 0-9 0,-1 1-6 0,2-3-6 15,-2 0 7-15,0 0 4 0,-1-3 3 0,1 0 0 16,-3-2 7-16,1 0-11 0,1-2 9 0,-1-2-1 15,0-4 9-15,-1 1-8 0,-2-5 6 0,2-3-4 16,-2-3-3-16,-1-1 4 0,1-5-1 0,-3-5 1 16,0 0 0-16,-2-4-2 0,1-7 4 0,-2-1-1 15,0-1 1-15,-1-1 1 0,-1-1 8 0,0-1-8 0,-1 2 1 16,0 5 0-16,-1-1 13 0,-1 3 13 0,1 2 29 16,-1 1 14-16,1 6-10 0,-1 3-4 15,0 5 16-15,1 0 3 0,-1 2-7 0,1 4-27 16,0 0-13-16,0 14-7 0,-3-17-2 0,3 17-2 0,0 0 18 15,-8-5 21-15,8 5 23 0,-9 13-23 0,5 1 52 16,0 4-33-16,0 5 21 0,0 8 2 16,0 4-3-16,1 11 34 0,-2 1-53 0,3 3 30 0,1 3-44 15,1-1 16-15,0 0-46 0,1 0-3 0,0-2-2 16,1-3-4-16,1-2-4 0,-2-8 1 0,1 0-35 16,0-6 33-16,-1-1-3 0,1-5-2 0,0-3-3 15,-1-3 14-15,0-2-22 0,0 0-8 0,0-4-3 16,-1-1 1-16,1-2 2 0,-1-10-2 0,1 15-38 15,-1-15-39-15,0 0-61 0,0 0 16 0,0 0-17 16,0 0-18-16,0 0 7 0,0 0 17 0,6-12 0 16,-6 12 15-16,0-21 10 0,0 6 25 0,0 3 21 15,-1-2 16-15,1-1 28 0,0 1 68 0,0 0 25 16,1-2 33-16,0-1-3 0,2 0 49 0,4 2-54 0,0-3 73 16,4 0-49-16,6-1 25 0,1 0-60 0,11-2 21 15,3 3-54-15,5 1 27 0,1 2-50 16,2 1 29-16,2 3-56 0,2 1-50 0,0-1-82 0,0 4-94 15,-1 0-130-15,-7 2-154 0,-3-1-76 0,-1 1-803 16,-7 0-993-16</inkml:trace>
  <inkml:trace contextRef="#ctx0" brushRef="#br0" timeOffset="30429.0177">26356 4767 494 0,'-2'-13'470'0,"2"13"-109"16,-3-12 7-16,3 12-47 0,-5-10 47 0,5 10-21 15,-4-11 6-15,4 11-21 0,-3-10-27 0,3 10-23 16,-2-8-49-16,2 8-30 0,0 0-58 0,-4-11-29 15,4 11-26-15,0 0-17 0,0 0 29 0,0 0 7 16,0 0-4-16,-18 9 20 0,11 1 11 0,1 3 15 16,-5 4 1-16,-1 2 30 0,-1 3-42 0,-3 3 32 15,0 6-57-15,-2 0-8 0,1 3-12 0,0-2-11 16,2 3-10-16,-1 0-13 0,1 0-14 0,-1-2-38 16,3 3 37-16,1-7-46 0,3 0 35 0,0-1-3 15,-1-2-7-15,4-5-4 0,0 1-1 0,1-6-7 16,1 0-1-16,0-2 1 0,0-2 2 0,0-2 7 15,2 2 12-15,2-12 36 0,-5 15 14 0,5-15-10 16,0 0-16-16,0 0-12 0,0 0-9 0,0 0-54 16,9-8 37-16,-1-3-67 0,0-3 14 0,1-5-30 0,5-7-9 15,-3-1-15-15,7-6-2 0,-4-3-21 0,4-1 42 16,-1-4-58-16,-1 0 39 0,-1-3-52 0,6-9 13 16,-6 7 1-16,4-5 12 0,-4 4-3 15,3-6 10-15,1 1 50 0,-2 7-24 0,4-6 13 0,-4 9 41 16,1 2-23-16,1 1 34 0,-2 3-5 0,2 4 14 15,-6 6 0-15,1 3 4 0,-3 4-5 16,0 3-11-16,0 0 11 0,-2 4-6 0,0 3 8 0,0 2-4 16,0 3-6-16,-9 4 8 0,18-2 2 0,-9 5 10 15,0 3-26-15,-1 4 40 0,2 4-35 0,1 3 37 16,-2 3-27-16,3 5 4 0,-2 5-3 0,4 4 5 16,-3 4 37-16,3 0-42 0,2 2 24 0,-3 1-81 15,5-1-23-15,-3 1-60 0,2 0-68 0,0-1-40 16,1-2-52-16,-2-1-64 0,-2-2 4 0,-2-6-78 15,-2 0-41-15,-1-4-423 0,-3-5-474 0</inkml:trace>
  <inkml:trace contextRef="#ctx0" brushRef="#br0" timeOffset="31462.1144">26410 4930 97 0,'-27'-13'608'0,"0"2"-100"0,2-1-111 0,4 2 51 15,4-1-5-15,-1 1-26 0,4 1-26 0,1 1-32 16,4 1-52-16,0 0-27 0,-1 1-75 0,10 6-20 0,-10-11-64 16,10 11-6-16,0 0-39 0,4-12 1 15,-4 12-35-15,23-4 8 0,-1 5-27 0,5 1 11 16,9 1-29-16,7 3 2 0,6 0-7 0,0 3-17 0,3-1-10 16,0 0-20-16,-1 2-1 0,1-3-19 0,-2 1 2 15,-1-1 1-15,-2-1 5 0,-2-2 4 0,-7-2 1 16,3 1 11-16,-5-3 9 0,-5-1 8 0,3-2 6 15,-5-1 4-15,2-1 3 0,-4-2 4 0,0-2 1 16,-7 1 7-16,0-2 1 0,-3 0 3 0,-4 1 16 16,-2-1-2-16,1 0 1 0,-4 1-8 0,-3 0-2 15,-5 9-2-15,4-15-3 0,-4 15-1 0,-4-13 1 16,4 13 1-16,-13-9-2 0,13 9-1 0,-23-4-4 16,10 5 6-16,-2 2 1 0,-2 2-5 0,1 1 1 15,-4 2-3-15,2 3 3 0,2-1 3 0,1 2-5 16,0 1-1-16,3 0 2 0,1 2 0 0,1-3 5 15,4 2-4-15,1 0 2 0,1-1 10 0,2-1-15 16,0-1 4-16,4 1 1 0,2-2-5 0,0 0-3 16,5 0-3-16,1-2-16 0,1 1 5 0,2-3-3 0,1 0 5 15,1-2-3-15,1-1 13 0,-1-1-2 16,-1-2-2-16,0-2 8 0,2-2-1 0,-1-1 8 16,-1-1 6-16,1-1 0 0,-1-3-3 0,-1-2 7 15,0-1-4-15,1-2 6 0,-3 1 6 0,1 0-1 16,-3 0 25-16,-1 0 8 0,-1 2 4 0,1 0 10 15,-2 3-10-15,-2-2-8 0,1 4-11 0,-1 0-18 16,-4 7-11-16,8-11-3 0,-8 11-3 0,0 0-3 16,8-6 2-16,-8 6 1 0,5 9 1 0,-3 0-2 15,2 5 1-15,0 4-1 0,-1 4 0 0,2 4-7 16,2 6 12-16,-3 2-12 0,4 8 3 0,-3 2 7 16,4 0 0-16,-4 5-1 0,1-2 8 0,-2 3-15 15,-1-1 12-15,1 1-13 0,-4 0 12 0,2-3-16 0,-2 0-1 16,-2-2-11-16,2-8 10 0,-4-2-6 0,0 1 1 15,-1-4 6-15,-1-3 1 0,-2-2 5 0,1-5-1 16,-3-3 1-16,1-2-5 0,-5-2 7 0,3-4-1 16,-1-2 5-16,-1-2-3 0,-3-3-1 0,3-4-1 15,-2-1-5-15,-1-3 0 0,2-2-15 0,-4-6-21 16,3-3-8-16,-1-1 5 0,3-7 2 0,1 0 9 16,5 0-16-16,3-2 3 0,4 0-6 0,2-1 8 15,4-4-4-15,3 0 15 0,7-3-3 0,3 2 13 16,5 1 0-16,3 1-5 0,6 2 15 0,1 1-7 15,5 2 12-15,1 1-10 0,1 1 18 0,2 1-16 16,-1 2 17-16,2-2-11 0,-1 2 13 0,-2 0-10 16,-3 3 14-16,1-1-12 0,-4-1 13 0,-3 0-5 15,-5 4 21-15,0-3-15 0,-3 2 3 0,-1-3 2 16,-2 0 1-16,-3 0-4 0,-1-1 3 0,-4 1-1 16,1 1-4-16,-5-2 0 0,0 0-4 0,-2-1 1 15,-3 4 1-15,-2-1-4 0,-2 0-2 0,-1 1 1 16,-4 1 1-16,0 1-2 0,-4 1-3 0,1 2 4 15,-4 0 4-15,-2 3-8 0,-1 2 4 0,-3 2-2 16,-3 2 4-16,2 2 1 0,-6 5 3 0,2 2 3 0,-4 2 3 16,0 4 11-16,5 2-3 0,-1 2 8 15,2 1 7-15,4 3-1 0,1-1 8 0,5 0 3 16,3 2 5-16,0-2 11 0,6 2 1 0,2-3 21 16,5 3-2-16,2-2 2 0,4 4-6 0,7-2-8 0,0-2-8 15,4-1-7-15,9 1-10 0,-1 0-7 16,3-2-12-16,-1-1-20 0,3-1-44 0,-5-6-31 0,-1 1-39 15,0-3-30-15,-4 1-48 0,-3-4-22 0,1-1-110 16,-1-1 6-16,-6-1-46 0,2-1-79 0,-5 0-542 16,2-2-574-16</inkml:trace>
  <inkml:trace contextRef="#ctx0" brushRef="#br0" timeOffset="34196.1338">30302 4967 223 0,'-10'-4'306'16,"10"4"-64"-16,0 0 16 0,0 0-44 0,0 0-5 16,0 0-19-16,-9-4-21 0,9 4-16 0,0 0-13 15,0 0-10-15,0 0-9 0,0 0-10 16,0 0 5-16,-5-8-1 0,5 8 5 0,0 0 5 0,0 0-2 15,0 0 7-15,0 0-5 0,0 0-14 0,0 0-2 16,0 0 7-16,2-11-18 0,-2 11-18 0,0 0-16 16,13-8-12-16,-13 8-13 0,16-9-9 0,-4 5-4 15,1-1-7-15,2 0-5 0,2-2-1 0,4 0-6 16,-1 0 2-16,1-1-2 0,0 1 0 0,-1-2 2 16,0 0-8-16,0-1 7 0,-1-1-6 0,1 0 5 15,1-5 0-15,-3 0-5 0,1-2 3 0,-4 4 0 16,0-3 1-16,-2-1-6 0,0 0 6 0,-3-2 3 15,-1 2-1-15,-2 0-5 0,1 0 5 0,-4 2 1 16,0 1 3-16,-2-1-1 0,-2 4-8 0,-1-1-2 16,-2 1 0-16,-1 3-3 0,-6-1 1 0,-1 3 1 15,-5 2-1-15,-3 1 3 0,-5 4 0 0,-5 4 3 16,-7 2 0-16,-6 7 8 0,-2 4-1 0,2 3 0 16,2 1 3-16,1 4 3 0,4 3-7 0,3 1 3 15,4 1-1-15,2 0 5 0,7 2-3 0,2 2-1 16,7-6 2-16,4 1-5 0,4-2 0 0,3-2 1 15,5 5 2-15,3-1-1 0,6-2-2 0,5 2-2 16,4-3 2-16,3-2 3 0,2-3-3 0,3-2-9 16,0-3-2-16,-2-4-15 0,0-2 0 0,2-3-10 15,-5-2 4-15,2-4-15 0,-1-1 4 0,-1-1 8 16,0-5 3-16,2-1-8 0,0-5-2 0,-2-1 2 16,0-4 1-16,1-4 47 0,-2-2-52 0,-2-3 52 15,-3-1-61-15,-1-1 75 0,-2-2-73 0,-5 5 57 16,-1-2-51-16,0 2 62 0,-4 3-45 0,-1 1 11 15,0 2 15-15,-2 3 8 0,0 1 14 0,-1 2 7 16,-2 1-17-16,1 3-9 0,-3 9-7 0,4-16 1 16,-4 16-2-16,0 0 3 0,-4-8 1 0,4 8 1 15,0 0 52-15,-11 12-58 0,6-4 59 0,0 3-56 16,1 1 53-16,0 2-58 0,1 2 58 0,1 0-66 16,1 2 65-16,0 0-59 0,1 1 52 0,1 0-60 15,1 0 1-15,0 0 10 0,1 0-2 0,1-2 6 0,0-1-7 16,2 1 1-16,-2-2 3 0,1 0 4 0,-1-3-14 15,-1-1-1-15,1-2 8 0,-4-9 10 16,8 15-6-16,-8-15 0 0,9 9-1 0,-9-9-6 16,11 1-27-16,-11-1 7 0,15-5 4 0,-7-2 50 15,1 0-62-15,2-4 65 0,-1 1-67 0,2-5 55 0,1 1-55 16,-1-1 58-16,-1-1-57 0,2 1 62 0,-2 1-36 16,0 0 64-16,-2 3-52 0,-1 0 82 15,0 1-59-15,-1 2 73 0,-1 0-85 0,0 0 51 16,-6 8-80-16,9-9 58 0,-9 9-67 0,8-5 61 15,-8 5-68-15,0 0 68 0,0 0-63 0,11 4 63 16,-11-4-68-16,4 10 68 0,-4-10-70 0,4 13 71 16,-4-13-70-16,2 18 67 0,-2-18-69 0,2 18 71 15,-2-18-70-15,3 20 67 0,-3-20-72 0,3 20 59 16,-3-20-95-16,3 18 35 0,-3-18-75 0,2 16 55 16,-2-16-54-16,2 13 22 0,-2-13 27 0,2 10 72 0,-2-10-47 15,0 0 55-15,7 9-54 0,-7-9 54 0,0 0-58 16,17-6 65-16,-9 1-72 0,0-2 57 0,2-2-53 15,2-1 53-15,-1-1-50 0,0 0 53 16,0 0-51-16,0-1 54 0,0 1-49 0,0 1 56 16,-2 0-48-16,0 2 67 0,-2-1-45 0,0 3 56 0,-7 6-65 15,11-10 47-15,-11 10-60 0,10-9 52 0,-10 9-54 16,0 0 63-16,12-2-56 0,-12 2 52 0,0 0-50 16,9 7 58-16,-9-7-56 0,8 10 58 15,-8-10-59-15,7 13 58 0,-2-5-58 0,-1 0 58 16,1 0-61-16,3 1 61 0,0 0-63 0,1 1 63 0,1 0-64 15,4-1 62-15,-1 0-64 0,4 1 59 0,0-1-67 16,2 1 48-16,2-3-67 0,-2-1 57 0,2 0-64 16,-2-1 56-16,0-2-59 0,0-1 65 0,-1-2-65 15,1-1 54-15,0-2-57 0,-2 0 56 16,1-2-12-16,-2-3 1 0,3 0 1 0,-2-2 5 0,-2-1-4 16,-2-1 5-16,1-1-2 0,-4 1 1 0,0 0 21 15,-3 0-3-15,0 2 3 0,-3 1-4 0,0-1-5 0,-4 10-2 16,2-16-1-16,-2 16 0 0,-5-13 5 15,5 13 0-15,-14-8 9 0,14 8 1 0,-22-4 2 16,22 4-2-16,-25 1-47 0,11 2 65 0,-2 1-49 0,1 2 52 16,-1 1-48-16,0 3 56 0,-1 0-49 0,2 0 52 15,2 1-58-15,-1 1 58 0,3-1-60 0,1 1 56 16,2 0-59-16,1-1 52 0,0 2-53 0,4-2 56 16,1 1-54-16,0-2 49 0,2-10-71 0,4 21 36 15,-1-12-62-15,2 1-9 0,2-2-8 0,0-1 1 16,1 1-3-16,2-2-6 0,-1-2 9 0,1 1 8 15,1-2 13-15,-11-3 41 0,20 2-64 0,-20-2 68 0,21-4-48 16,-10 0 54-16,0-2-49 0,-1 0 60 16,1-3-5-16,-1-1 2 0,-1 0 6 0,-1-2-3 15,-1 0-3-15,-1-1 0 0,0 1 10 0,-1 0 10 0,-1 3 4 16,-1-1 4-16,1 2 7 0,-4 8 2 0,4-17 3 16,-4 17-7-16,5-13-10 0,-5 13 5 0,3-10-21 15,-3 10-1-15,0 0 0 0,0 0 3 0,0 0 0 16,0 0 5-16,0 0 3 0,0 0 1 0,0 0-1 15,0 0 5-15,0 0 4 0,0 0 0 0,0 15 4 16,0-15-4-16,5 14 0 0,-1-5-5 0,1 0-4 16,3 2 2-16,1-2-6 0,1 2 2 0,1-1-45 0,3 2 41 15,1-1-59-15,3 0 31 0,0 0-58 0,1-3 39 16,3 2-55-16,-2-1 70 0,1-2-63 0,-1 1 77 16,-3-3-47-16,0-1 66 0,-2-1-47 0,0-2 58 15,-2-3-61-15,0 0 63 0,-3 0-40 0,1-3 60 16,0-2-3-16,0-2-1 0,-3-1-7 0,0-1 16 15,-2-1 13-15,0-1 1 0,-2-1 13 0,-2 1 40 16,0 0-9-16,-2 1-12 0,0 12-14 0,0-22-12 16,-2 10 16-16,2 12-19 0,-2-19-10 0,2 19-12 15,-5-13-12-15,5 13 5 0,-6-9-15 0,6 9-2 16,0 0-2-16,-14-2 0 0,14 2-4 0,-10 6-3 0,10-6 2 16,-8 12-54-16,8-12 64 0,-8 19-60 0,6-8 66 15,1 1-60-15,1 1 59 0,2 0-56 0,1 2 51 16,0 1-87-16,2-2 26 0,0 1-113 0,0 0-53 15,1-1-46-15,1-1-14 0,0 0-36 0,-1-2-72 16,-1 0-123-16,0-4-306 0,-5-7-331 0</inkml:trace>
  <inkml:trace contextRef="#ctx0" brushRef="#br0" timeOffset="34396.5569">32221 4622 573 0,'-5'-22'496'16,"0"0"-36"-16,0 1-56 0,0 0-23 0,-1 2-32 16,2 2-38-16,0 1-62 0,1-1-31 0,-1 3-24 15,1 2-39-15,1 0-33 0,-1 3-42 0,3 9-101 16,-3-16-78-16,3 16-54 0,0 0-33 0,0-12-32 16,0 12-25-16,0 0-42 0,11 4-61 0,-2 1-98 15,4 1-184-15,1 3-140 0</inkml:trace>
  <inkml:trace contextRef="#ctx0" brushRef="#br0" timeOffset="34679.9739">32709 4525 233 0,'5'-8'603'0,"-5"8"-98"0,6-17-48 16,-6 17-16-16,4-16-29 0,-4 16 44 0,3-15-10 15,-3 15-12-15,1-14-128 0,-1 14-12 0,2-11-131 16,-2 11 23-16,0 0-109 0,0 0 54 0,0 0-96 15,0 0 75-15,0 0-92 0,0 0 87 0,-2 21-79 16,1-4 64-16,-1 6-48 0,0 3 60 0,-2 6-57 16,2 3 41-16,-1 8-64 0,0 1 46 0,0 1-56 15,1 2 39-15,0-1-56 0,1 2 51 0,1-3-60 0,-1-7 58 16,2 0-61-16,0-1 4 0,0 0 5 0,0-1 56 16,1-3-65-16,-1-5 55 0,-1-1-80 0,1-2 31 15,0-2-117-15,0-2 2 0,0-3-150 0,0 0-11 16,1-2-104-16,0 0-77 0,0-2-103 0,2-1-611 15,0-2-793-15</inkml:trace>
  <inkml:trace contextRef="#ctx0" brushRef="#br0" timeOffset="36282.1869">4145 4568 165 0,'0'0'421'16,"0"0"-84"-16,5-9 7 0,-5 9-87 0,0 0 19 15,4-9-79-15,-4 9 22 0,0 0-67 0,0 0 33 16,4-9-23-16,-4 9 24 0,0 0-24 0,0 0 0 16,0 0-33-16,0 0-4 0,0 0-34 0,0 0 14 15,0 0-1-15,0 0 14 0,0 0-3 0,10 5 2 16,-10-5 3-16,6 11 11 0,-6-11 0 0,6 19-6 15,-1-7-10-15,-1 3 9 0,0 3-2 0,1 2-14 16,0 2 14-16,2 3 27 0,-1 4-52 0,0 5 41 16,3 5-49-16,2 3 45 0,0 3-42 0,0 1 11 15,3 12 3-15,0 3-7 0,3 1 0 0,-2 3 17 16,2 2-40-16,-2 6 28 0,1-1-45 0,-1 3 33 16,2 3-36-16,-3-1-6 0,2 7 13 0,-3 0-8 0,2 5-4 15,-1 17-6-15,-2-14-5 0,1 17-4 16,-4-15-8-16,4 18-30 0,-3 2 41 0,2 2-6 0,-3 1 1 15,0 0 1-15,0 1 2 0,1 3-45 16,0 2 19-16,-1 2 52 0,2 3-15 0,-2 0 1 0,2-1 12 16,0 5-46-16,-1 3 69 0,0 1-70 0,1 0 64 15,-2 2-77-15,1 0 64 0,1 1-62 0,-2 3 64 16,1-3-80-16,0 2 67 0,-1-6-76 0,0 4 10 16,2 2 68-16,-3-2-79 0,-1-2 76 0,1-1-83 15,1-5 69-15,-1-1-68 0,-1-2 74 0,0 0-79 16,2-4 81-16,-2-2-80 0,0-3 58 0,0-2-66 15,0-2 17-15,-2-17 4 0,-1 0 56 0,0 0-66 16,-1 1 67-16,-1-2-89 0,0 0 60 0,0-2-65 16,-1-3-7-16,1-2 42 0,-1-2-62 0,-1-3 34 15,1-1-61-15,2-5 21 0,-3-3-24 0,2-5-65 16,-3-11 8-16,2-3-65 0,0-6-5 0,-1-1-20 0,2-3-43 16,-2-8-18-16,2-6-47 0,0 0-21 15,0-7-11-15,1-2-26 0,1-2-61 0,1-6-56 16,3-1-409-16,0-3-536 0</inkml:trace>
  <inkml:trace contextRef="#ctx0" brushRef="#br0" timeOffset="41265.929">4540 4761 354 0,'0'0'300'0,"-12"-2"-47"0,12 2-27 0,0 0-14 16,-13-3-21-16,13 3-19 0,0 0-6 0,-12-3-13 15,12 3-14-15,0 0-8 0,0 0-18 0,-11-5-7 16,11 5-11-16,0 0-9 0,0 0-10 0,0 0-5 15,0 0-17-15,0 0-6 0,-12-1-9 0,12 1-12 16,0 0-5-16,0 0 2 0,0 0 11 0,0 0-5 16,0 0 5-16,16-2-4 0,-16 2 13 15,18 0-1-15,-18 0-3 0,26-1 2 0,-10 0-1 0,5 1-4 16,-1-1 1-16,3 1-4 0,5 0 0 0,0-1-7 0,2 1 7 16,2 0-8-16,5-2 1 0,2-1 10 0,2 3-15 15,8-2 10-15,4 0 5 0,2-2 8 16,4-1-9-16,2 0 1 0,12 0 0 0,2-1-4 0,2 0-2 15,0-2 13-15,4 1-12 0,4-1-4 0,2 1-2 16,2-3-1-16,3 3-2 0,3 1 7 0,0-3-16 16,3 2 10-16,1-2-13 0,2 2 8 0,3-2-12 15,1 1 7-15,20 0-12 0,-19 1 7 0,-1-1-10 16,1 1 6-16,18-1 3 0,-19 1-10 0,0 1 6 16,1-1-16-16,0 1 6 0,-1 0-13 0,-1 0 1 15,-2 0-7-15,0 2 16 0,-1-2-13 0,0 1 8 16,-1 0-7-16,0-1 11 0,-2 0-18 0,-1-1 17 15,-1 2-15-15,-1-2 17 0,-1 0-11 0,0-1 8 16,-1-1-16-16,1 1 9 0,-1 0-11 0,-1-1-1 16,-1 1 4-16,-1 0 7 0,-3-1 3 0,-2 2 17 15,-2 0-28-15,-3 0 18 0,0 0-18 0,-3 0-12 16,-2 1 19-16,-2 0-4 0,-2 0 5 0,-11 2-2 16,0-1 5-16,-1 0 5 0,-1 1 0 0,-2-1 1 0,-1 0 3 15,-3 1 1-15,0 0 1 0,-2-1 5 16,-2 0 0-16,-1 1-2 0,-2-1 0 0,-7 2-2 15,2-1 4-15,-3-2-2 0,-1 2 3 0,0 0 4 0,0 0-5 16,0-1 0-16,-1-1 6 0,0 2-1 0,-1-1-5 16,0 1 4-16,-1-2-1 0,0 2 2 15,0 0-3-15,-3 0 0 0,-2 0 1 0,1 1-5 16,0-1 5-16,0 1-3 0,0-2 6 0,-1 2-4 0,0-1 0 16,0 1 1-16,-1 0-4 0,-2 0 3 15,0 0-1-15,1 0 1 0,-2 0-1 0,0 0 2 16,-3 0-4-16,1 2-1 0,0-1 3 0,1-1-1 0,2 1 0 15,0-2-1-15,0 2-2 0,0 0 8 0,2-1-4 16,-3 0 0-16,3 0 4 0,0 1-4 0,0-1 0 16,-2 1 1-16,2-1 0 0,0 1-3 0,-3 0 5 15,3-1-1-15,-2 1 0 0,2-1 1 0,-2 1-2 16,2 0 0-16,-1 0 2 0,1 0 1 0,0-1 1 16,1 1-3-16,-1 0 0 0,1-1 4 0,2 0-3 15,-1 0-2-15,3-1 2 0,-3 3 0 0,2-2-5 16,-3 1 4-16,3-2 0 0,2 1-4 0,-3 2 0 15,3-4 4-15,-3 3-3 0,1-1-1 0,-2 1 2 16,1-1 0-16,1 1 0 0,0 0 0 0,3-2 0 0,0 2 0 16,1-1 6-16,1 1-6 0,-2-1 1 0,4 0 3 15,0 2-7-15,-2-2 6 0,2 1 1 16,0 1-4-16,1 0 2 0,1-1 3 0,0-1-4 16,1 2 4-16,2-1 6 0,-3 0-2 0,3 1 0 0,1 1-2 15,0 0 0-15,-2-2 3 0,2 2 0 0,6 0 1 16,-8 0-2-16,2 0-3 0,-2 0 2 15,1 0-1-15,0 2 0 0,7-2-3 0,-8 0 2 0,0 0 0 16,10 0-3-16,-2 2 3 0,1-1-1 0,1-1-4 16,2 2 2-16,1-2 0 0,0 1 1 0,1 0-2 15,1 1-2-15,-1-2-1 0,0 0 5 0,3 2-4 16,-5-2 2-16,1 1 4 0,1-1-3 0,-1 1 0 16,-2 0-3-16,2 0 1 0,-2-1 0 0,1 1-2 15,0-1-2-15,-1 2 4 0,0-2 0 0,-1 1-3 16,-1-1 2-16,2 1 2 0,-1 1 4 0,-3-1-2 15,2-1-2-15,-3 2-2 0,-3-2 4 0,4 0 0 16,-4 0-1-16,7 0 2 0,-1-2-1 0,1 1-1 16,1 0 4-16,0-1 6 0,0 1 0 0,2-1-8 15,-1 0 0-15,-1-1 5 0,1 1-3 0,-1-2 4 16,1 0-3-16,-2 1-1 0,-1-1-2 0,2 1 4 16,-2 0-2-16,1-1 1 0,-1 0-4 0,1 1-2 15,-1-1-3-15,1 0 3 0,-1 1 0 0,0-1-3 0,0 1 5 16,-1-1-1-16,0 1-1 0,0-1-1 15,-3 0-2-15,1 0 2 0,-1 0 2 0,0-1-2 0,-8 2 3 16,1-2-2-16,6 1-1 0,-7 0-1 0,6 0 0 16,0-2 0-16,-6 1 0 0,0 2 4 0,2-1-1 15,3-2 0-15,-4 3-2 0,4-2 0 0,-5 1 1 16,7-2 3-16,-7 2-3 0,1 0 0 0,1 1 2 16,4-2-5-16,-5 2 5 0,6-2 10 0,-6 2-13 15,0 0 8-15,2 0-10 0,-2-1 11 0,1 2-15 16,1-1 1-16,-2 1 2 0,1-1 2 0,1 1 0 15,-2 0-1-15,0 0 1 0,1 1-3 0,-1-2 4 16,0 2-1-16,1-1 1 0,-2 0 9 0,1 1-13 16,-2 0 14-16,1-1-12 0,-1 0 16 0,-1 1-15 15,-1-2 11-15,2 1-11 0,-2 1 12 0,0-1-13 16,0 0-4-16,0 0 6 0,0 0 10 0,1 0-13 16,-1 1 9-16,-1-1-7 0,0 0-3 0,-4 0 11 15,1 0-9-15,4 0 7 0,-5 1-8 0,5 0 13 16,1-1-14-16,-5 2 11 0,0-1-9 0,-1 1 11 0,6-2-12 15,-5 2 13-15,0-1-13 0,0 1 12 16,-1-2-11-16,0 1 11 0,-1 0-11 0,0-1 12 16,1 2-10-16,-1-2 7 0,-1 1-8 0,0-1 9 15,0 2-12-15,0-1 12 0,0 1-14 0,1 0 11 0,-2-2-5 16,2 1 3-16,0 1-8 0,-3 0 9 0,3 0-10 16,-1-2 10-16,0 2-11 0,0 0 8 15,0 0-4-15,1 0-5 0,-1 0 18 0,1 0-16 0,-1 2 14 16,2-2-16-16,-2 0 15 0,1 1-12 0,0 0 2 15,0 0 0-15,1 0 9 0,0-1-10 0,-1 0 11 16,2 2-12-16,-1-2 12 0,1 2-12 16,4-1 5-16,-5 1-7 0,5-1 6 0,0 1-2 0,-3-1 4 15,-1-1 0-15,3 2 2 0,-3-1 0 0,4 0-2 16,-4-1-1-16,3 2 2 0,-3-1 1 0,4 0-1 16,0-1 1-16,-2 0 2 0,2 2 2 0,0-2 0 15,0 1 0-15,1 1 6 0,-1-1-7 0,1 0 9 16,0-1-3-16,0 1 7 0,2 0-13 0,0 0 8 15,-1-1-5-15,2 1-2 0,0-1 2 0,1 0-5 0,0 0 3 16,1 0 2-16,1 0 1 0,0 0 1 16,1 0-1-16,-2 0 5 0,1 0-6 0,0 0 2 15,-1 0-3-15,-2 0 0 0,1 0-4 0,-3 0 3 16,0-1-3-16,-1 0 3 0,1 0-6 0,-7 1 3 0,1-1-3 16,0 1 2-16,-1-2-4 0,0 1 1 15,-1-1 2-15,0 2 3 0,-1-2-3 0,-1 1 2 16,1-1-5-16,-2 1 1 0,1-2 2 0,0 2 0 0,0-2-5 15,0 0 8-15,1 0-2 0,1 1-1 0,-1 0-5 16,0 0 1-16,1-1 2 0,0 0 2 0,0 2-4 16,0-2 5-16,-1 1-5 0,-1 0 6 15,-2 0-5-15,1 1 2 0,-1-1-3 0,-2 1 5 0,-2 0-5 16,-1 0 2-16,0 0-4 0,0 0 2 0,-3 0-1 16,2 1 0-16,-2 0-1 0,-2-2 5 0,0 2-3 15,-2 0 3-15,2 0-3 0,-1 0 5 0,-2-1-4 16,2 1 2-16,-3 0-1 0,2 0 2 0,-14 0-4 15,26-1 1-15,-14 0-1 0,-12 1 5 0,25-1-6 16,-13 0 6-16,2 1-5 0,-1-2 3 0,2 2 1 16,-2-1-1-16,1 1-2 0,2-2 4 0,1 1-5 15,0 0 5-15,2-1-3 0,-2 2 1 0,2-1 1 16,0-1 0-16,2 1-3 0,0 0 2 0,1 1-4 16,-1-1 1-16,2 1 2 0,0-1-5 0,2 0 6 15,-4 0 3-15,6 1-5 0,0 0 1 0,-1-2 0 16,1 2 0-16,0-1 1 0,-1 0 1 0,2 0 0 15,1 0-1-15,0 1-3 0,2-1 5 16,0 0-2-16,5 0 6 0,1 0 3 0,1 1-5 0,0-2-2 0,0 1 4 16,5 1 2-16,-2-1-6 0,1 1-1 15,9-2-2-15,-1 2 4 0,0-1-1 0,1 1 5 16,1 0-3-16,-3 0-2 0,3-1 0 0,0 2 3 16,-1-1-1-16,-1-1 1 0,4 3-2 0,-5-2 1 0,5 0-8 15,-2 2 7-15,1-1-3 0,1 1 2 0,-2-1-2 16,0 0 2-16,1 1-7 0,-1-1 6 15,-2 2-2-15,-1-2-1 0,1 3 7 0,-2-2-3 0,2 1 5 16,-3-1-4-16,3 1 4 0,-2 0-4 0,-2-2 10 16,2 2-11-16,-6-1 5 0,6 2-3 0,-6-3 3 15,6 2-3-15,0-1 5 0,-8 1-6 0,2-1 9 16,6 0-11-16,-6 0 10 0,-2-2-11 0,-2 3 9 16,3-3-11-16,-3 1 10 0,0 2-13 0,2-2 15 15,-1 1-10-15,1-2 23 0,-2 3-27 0,0-2 10 16,1-1-8-16,-1 2 10 0,0-1-12 0,-1 1 15 15,-1-2-14-15,3 2 11 0,-3-1-11 0,2-1 10 16,-2 1-14-16,2 0 14 0,-2 0-10 0,0-1 9 16,2 0-9-16,-2 1 13 0,3-1-16 0,-2 0 16 15,1 1-12-15,-1-1 14 0,1 0-9 0,1 0 9 16,-1 1-17-16,-1-1 15 0,1 0-9 0,1 0 9 16,-6 0-14-16,5 0 15 0,-1 0 0 0,1 1-19 15,0-1 14-15,0 0-9 0,0 0 9 0,0 1-12 16,1 0 11-16,-1 0-12 0,0-1 12 0,-1 1-14 15,0-1 13-15,3 0-11 0,-2 2 11 0,-2-2-11 16,2 1 9-16,0 0-8 0,-1 0 14 0,1 1-4 16,0-2-1-16,1 1 0 0,-1 0 3 0,0-3 0 15,0 3-8-15,0 0 3 0,1 1 12 0,-2-2-29 16,0 0 18-16,1 0-3 0,0 0-2 0,-1-1 5 16,-1-1-3-16,1 2-1 0,0-2-13 0,1 0 17 15,-2 0-15-15,0-1 15 0,0 1-18 0,-1 0 19 16,-1 0-12-16,-3 0 26 0,0-1-29 0,3 1 15 15,-4-2-2-15,0 3 2 0,-1-2-15 0,1 0 12 16,-1 0-15-16,-1-1 19 0,0 2-15 0,1-1 17 0,-1-2-5 16,-1 3 0-16,-1-2-4 0,0 1 3 15,0 0-2-15,-1 0 2 0,1 1-1 0,-1-1 2 16,0 1-3-16,-4 1-5 0,6-1 0 0,-5 0 3 16,0 1-1-16,-1 1-3 0,0-2 4 0,1 1 3 15,-2 1-6-15,2 0 3 0,-2 0 3 0,0-2 2 16,0 4-8-16,-1-4 4 0,0 2-4 0,1 0 3 0,1 2-4 15,0-2 3-15,1 1 0 0,1 1-1 16,4-1 1-16,-1-1 3 0,1 3-4 0,-1-1 1 16,1 1-2-16,-2-1 4 0,1 0 3 0,-5-1 1 15,2 0-1-15,-1 0-1 0,0-1 0 0,-1 0 3 16,1 0 9-16,0 0-17 0,-1-1 28 0,1 1-34 0,0 0 2 16,-1-2 3-16,0 2-1 0,0-1 2 15,-1 1 1-15,0 0-2 0,0-2 7 0,-1 1-8 16,1 1 0-16,0-3 5 0,-2 3-4 0,1 0 1 15,-2-1 1-15,0 0-2 0,-3 1 2 0,2 0 0 16,-2 0-6-16,0 0 5 0,0 0-3 0,0 2-3 16,-1-2 1-16,1 2-4 0,-1-1 0 0,2 0 5 15,-2 1-2-15,4 1 2 0,-1-2-2 0,2 3 2 0,0 1 60 16,1-1-68-16,3 1 63 0,-1 1-73 0,2-1 70 16,-1 1-76-16,0 2 73 0,-1-2-73 0,2 1 71 15,-1 0-76-15,-1 0 61 0,0-1-52 0,1 2 70 16,-1-2-72-16,0 0 68 0,0 2-70 0,-1-1 67 15,1-1-70-15,0 1 75 0,-2 0-78 0,2-1 74 16,-3 0-74-16,1 0 73 0,-1-1-72 0,0 1 76 16,0-1-74-16,-2-1 72 0,3 1-68 0,-1-1 66 15,0 0-73-15,4 1 75 0,1 1-75 0,-1 0 74 16,3-1-70-16,0 2 70 0,1-1-5 0,0 0-6 0,0 0-5 16,-2 1 0-16,1-1-2 0,-1-1-9 0,-1 1-5 15,-5-2-1-15,1 0 6 0,-3 0 0 0,0 1-9 16,-3-3 0-16,0 1 0 0,-2 0 11 0,-11-3-7 15,20 4-1-15,-20-4-5 0,14 5 1 0,-14-5-1 16,14 3-3-16,-14-3-3 0,10 3 8 0,-10-3-3 16,0 0 5-16,15 3-9 0,-15-3 2 0,0 0-3 15,9 4 8-15,-9-4-5 0,0 0-1 0,9 4 9 16,-9-4-10-16,0 0 1 0,9 7 2 0,-9-7 5 16,0 0 2-16,9 6 0 0,-9-6-2 0,0 0 0 0,11 7 3 15,-11-7 22-15,9 5-30 0,-9-5 5 16,11 7-1-16,-11-7 3 0,13 7 1 0,-13-7-1 0,16 6 1 15,-16-6 1-15,18 7-3 0,-8-3-1 0,1-1-2 16,0 1 3-16,3 0 4 0,0-1-6 0,1 1 3 16,-1 2 4-16,-1-4-11 0,0 2 4 0,-1-2 6 15,0 1 0-15,-2-1-1 0,-10-2-4 0,19 3 14 16,-19-3-12-16,13 4-6 0,-13-4 1 0,13 3-2 0,-13-3-4 16,0 0 1-16,15 4 6 0,-15-4-7 15,0 0 2-15,11 2-4 0,-11-2-6 0,0 0 5 16,0 0 1-16,12 4 0 0,-12-4 2 0,0 0-2 0,0 0 6 15,0 0 0-15,9 3-2 0,-9-3 1 0,0 0 8 16,0 0-6-16,0 0-1 0,0 0 7 0,7 8-5 16,-7-8 1-16,0 0 0 0,0 0 2 0,3 9 4 15,-3-9-8-15,0 0 4 0,0 0 0 0,5 12 3 16,-5-12 0-16,0 0-10 0,4 11 12 0,-4-11-10 16,0 0 2-16,3 15 0 0,-3-15 4 0,3 10-6 15,-3-10 2-15,3 11 2 0,-3-11-2 0,3 10 2 16,-3-10 15-16,2 13-17 0,-2-13-2 0,3 13 5 0,-3-13 6 15,2 14-13-15,-2-14 5 0,2 15-6 0,-2-15 10 16,0 17 2-16,0-17-10 0,0 18 2 0,0-18-63 16,-1 19 74-16,0-8-58 0,0 0 67 15,-1 0-65-15,0 0 73 0,-1 1-66 0,0 0 73 0,-1 1-74 16,0 2 74-16,0-1-68 0,-2 1 72 0,2 0-73 16,-1-1 74-16,-1 3-10 0,1-3-3 0,-2 5-5 15,1 1-3-15,0-2-7 0,0 2 5 0,1-1-7 16,-1 2-2-16,0-2 3 0,0 1-1 0,1-1-4 15,0 2 0-15,0 0 2 0,-1-2-1 0,0 1 1 16,1 1-6-16,0-1 0 0,-1 1 1 0,1 0 1 16,-2 0 4-16,2 0-71 0,0 0 74 0,0 0-58 15,0 0 78-15,0 2-68 0,-1-1 77 0,1 0-66 0,1 0 75 16,-1 1-73-16,0 1 76 0,1-1-70 0,-1-2 75 16,1 4-74-16,0-1 75 0,0 1-72 15,0 1 73-15,0 4-69 0,2-3 73 0,-3 4-67 0,1 1 79 16,0 0-89-16,0 0 81 0,0 0-87 0,0 0 77 15,0 0-78-15,-1 0 70 0,0 0-76 0,0 0 80 16,0 0-83-16,1 0 79 0,-1 1-80 0,1 0 68 16,-3-2-68-16,2 2 9 0,1 1 8 0,-1 0 6 15,0 1 69-15,1-1-81 0,0 2 77 0,-3 3-81 16,2 3 77-16,0-1-73 0,-1 0 71 0,1-7-83 16,0 7 80-16,-2-2-80 0,-1 3 76 0,2-3-75 0,-2 1 72 15,0 0-76-15,-1 1 6 0,1-1 8 0,-2-1 4 16,2 3 11-16,0-1 1 0,-1 0 30 0,0 2-15 15,0-1-18-15,2 2 69 0,-2-1-77 0,-3 0 75 16,4 1-86-16,0 0 80 0,-2 0-81 0,2 2 22 16,-1-1-13-16,-1 1 13 0,1 0-5 0,0-1 1 0,0 0-15 15,-1 1 33-15,1 1 4 0,-1-5-6 16,-1 5-1-16,1-1 0 0,0 1 9 0,-2 0 2 16,1 2-6-16,-3-3 7 0,2 1 12 0,0 2 29 0,-2-1 6 15,0 8 8-15,1-8 6 0,0 0-3 0,-1 9-11 16,3-7 29-16,1-1 2 0,-3 9-6 0,4-8-8 15,0 2-1-15,-1-1-1 0,2 1-3 0,0-1-3 16,1 2-6-16,0-1-10 0,2 0-9 0,-1 0-4 16,1 1-35-16,0-2 38 0,1 3-30 0,-2-2 32 15,2 3-32-15,0-1 31 0,-1 0-2 0,1 1-6 16,0 0-2-16,0 0-5 0,-1 0-6 0,1-1-4 16,0 1-13-16,0-1-20 0,1 0 29 0,-2 2-26 15,1 0 34-15,0 0-33 0,-2 9 32 0,2-10-34 0,0 1 34 16,-1 9-6-16,3-9-2 0,-2-2-5 0,1 1-4 15,-2 0 2-15,2-1-31 0,0 0 31 0,0-1-32 16,-1 0 38-16,2 0-29 0,0 1 40 0,-1-1-41 16,1-1 31-16,1-1 0 0,-1 1-5 0,0-1-2 15,1-2 0-15,0 0-5 0,-1-1-2 0,0-1 1 16,1 0-1-16,0-2-24 0,-1-2 31 0,0-4-34 16,1-2 33-16,0 2-29 0,-1-3 33 0,0 0-28 15,0 0 38-15,0 0-40 0,-1 0 32 0,1-2-28 0,-1 1 31 16,1-2-27-16,-2-2 26 0,1 1-2 0,-1-1-3 15,1-4-2-15,1-2 2 0,0 1-6 0,0-1-6 16,0-1 3-16,0-2-6 0,1-2-12 0,0-2-27 16,-1 1-38-16,0-4-13 0,1 1-36 0,-1-3-24 15,1-1-6-15,0-1-3 0,1-11-22 0,-1 16-4 16,1-16-92-16,0 0-115 0,0 0-110 0,-2 11 2 16,2-11-21-16,0 0-41 0,0 0 9 0,0 0-314 15,0 0-424-15</inkml:trace>
  <inkml:trace contextRef="#ctx0" brushRef="#br0" timeOffset="43786.6722">5758 12275 5 0,'-17'6'184'16,"2"0"-12"-16,-3 2-50 0,0 0 16 0,-2-1-7 15,0 1-29-15,2-1 12 0,-5 2-8 0,5-2 11 16,-2 3-23-16,0-2 6 0,1 1-25 0,0-1 0 16,0 0-27-16,1-1 12 0,2 1-32 0,0-1 26 15,1-1-23-15,1 1 22 0,-1-1-20 0,3 0 30 16,-1-1-23-16,3 0 44 0,0 0-30 0,2-1 40 15,8-4-45-15,-16 6 40 0,16-6-59 0,-11 5 34 16,11-5-50-16,-12 5 17 0,12-5-26 0,-9 3 41 16,9-3-50-16,-9 4 41 0,9-4-46 0,-12 5 44 15,12-5-48-15,-11 4 53 0,11-4-41 0,-11 3 49 16,11-3-42-16,-11 4 57 0,11-4-42 0,0 0 40 0,-13 4-29 16,13-4 58-16,0 0-36 0,-10 3 31 0,10-3-15 15,0 0 15-15,0 0-28 0,-11 4 20 0,11-4-35 16,0 0 13-16,0 0-36 0,0 0 16 15,0 0-26-15,0 0 23 0,0 0-22 0,0 0 18 0,7 6-20 16,-7-6 16-16,17 1 1 0,-4 0 21 0,2-1-12 16,5 1 44-16,2-1 5 0,8 0 6 0,2 0 0 15,10-1 3-15,7 0-6 0,5-1-6 0,3 0-1 16,6-1-10-16,15-4 4 0,7 3-7 0,5 0-11 16,6 0 4-16,6-3 4 0,3 1-4 0,25-3 0 15,7-1-2-15,3 2-9 0,5 0-8 0,4-2 7 16,5 1 8-16,7-3-16 0,4 1-4 0,6 3 1 15,2-3 5-15,8 1-14 0,4 1 6 0,6-3 8 16,2 2 8-16,3-2 1 0,7 1-10 0,3 0 4 16,3-1-3-16,47-1 4 0,-45 3-9 0,47 0-4 0,-47 1-3 15,50 0-8-15,-3 1-1 0,-45 1-4 16,50 0 37-16,-1 2-48 0,-46 1 2 0,51-2-1 16,2 2-1-16,-2 0-7 0,-2-1 5 0,4 2-2 0,-4-1-3 15,2-1 6-15,1 2-8 0,1-1 8 0,-4 1-5 16,1-1 2-16,3 1 1 0,-4 0-7 15,1-2 8-15,3 2-5 0,-4-1-1 0,-1 0 11 16,0-1-1-16,-2 0 4 0,-2-1 7 0,-1-2 0 0,-1 1-1 16,-45-1 2-16,49 0 2 0,-2-2 26 0,-4 1-35 15,-46 1 29-15,47-1-40 0,-47 3 38 0,1 0-38 16,1 1 31-16,2 0-35 0,1 0 28 0,-2 1-35 16,-2 3 38-16,0-2-36 0,0 3 29 0,-4-2-36 15,-2 2 34-15,-2 0-35 0,-1 2 30 0,-4-2-47 16,-1 1 43-16,-5 0-44 0,-2 0 31 0,-2 0-32 15,-4-1 29-15,-3-1-26 0,-5 1 10 0,-2-2 28 16,-2-1-30-16,-4 2 32 0,-2-2-23 0,-5-1 38 16,-2-1-33-16,-1 2 41 0,-2-1-35 0,-2 1 34 15,-3-1-31-15,-3 2 30 0,-1-1-34 0,-1 2 40 16,-5 1-46-16,-1 1 32 0,-6-1-34 0,-23 2 35 16,-2 1-32-16,2-1 31 0,-2 1-39 0,-2 0 33 15,0 1-41-15,-3-1 20 0,-1 1-25 0,-5 0 23 0,-1-2-6 16,0 0 6-16,-3 1-40 0,-1-1 37 0,-1-2-31 15,2 1 25-15,-4-2-14 0,2-1 21 16,-3-1-22-16,1 3 36 0,-3-4-24 0,-1 0 21 16,0-1-16-16,0 0 20 0,-3 0-21 0,-3-1 25 0,0 0-6 15,-3 0 2-15,-1 0-8 0,-2 1 4 0,-1-1 2 16,-13 1-18-16,-2 0 16 0,1 1-9 0,-1 0-6 16,-1 0 1-16,-2-1-17 0,1 2-5 0,0-1-2 15,0 1 5-15,0 0-4 0,-1-3 1 0,0 4 4 16,0 0-3-16,0-1 7 0,0 1 6 0,-3-1 3 15,0 0-1-15,0-3 3 0,-2 4 2 0,-2-3 4 16,-1 1-1-16,-1-1 2 0,-7 0-3 16,-2 0 2-16,1 0 5 0,-2 0-3 0,-1 0 0 0,-1 0 39 15,0 0-51-15,-2 0 19 0,-4 1-22 0,0 1 14 16,-2-1-24-16,0 1 20 0,0-2-17 0,0 4 8 16,1 0-3-16,1-1 17 0,2 2-14 0,2 2 15 15,4-1-16-15,3 2 9 0,0 1-18 0,1 0 10 16,5 2-3-16,-1-1 29 0,-5-1-24 0,0 2 9 15,-1-2-3-15,0 1 8 0,-1-2 5 0,-1 0 1 16,3 1-2-16,-4-1 4 0,1-1 1 0,-1 0 6 16,-5 0 4-16,1 1 3 0,-2-3 8 0,0 2 3 15,-2-1 0-15,0 0-17 0,-3-1 17 16,-1 0-16-16,4-1 20 0,0 0-22 0,-2 1 16 0,1-2-27 16,2 2 23-16,-2-2-26 0,0 1 22 0,-1-2-24 15,1 2 24-15,-4 0-25 0,-1-1 25 0,0 0-1 16,-1 0-1-16,-1 0-1 0,0 0 3 0,-2 0-6 15,1-1-4-15,-1-1 0 0,-1 3-2 0,-1-1 0 16,-2 1 3-16,0-1 4 0,1 0 2 0,-2 0-2 16,1 0-2-16,-3 0 2 0,-10 2 1 0,21-4 9 15,-21 4 3-15,16-2 2 0,-16 2-1 0,15-3-5 16,-15 3-1-16,13-2-38 0,-13 2 37 0,13-1-37 0,-13 1 35 16,13-2-6-16,-13 2-3 0,14-1 3 0,-14 1 0 15,19 2-40-15,-19-2 36 0,22 4-1 0,-22-4 2 16,24 2 0-16,-11-1-4 0,-2 1-2 0,1-1 2 15,0 0 1-15,-12-1-6 0,21 4-3 0,-21-4 4 16,17 1-5-16,-17-1-5 0,14 1-2 0,-14-1-8 16,12 3-2-16,-12-3 1 0,0 0-1 0,15 2 0 15,-15-2-13-15,0 0-7 0,11 1-14 0,-11-1-17 16,0 0-19-16,0 0-20 0,0 0-18 0,13 0-26 16,-13 0-35-16,0 0-59 0,0 0-56 0,0 0-7 15,0 0-20-15,0 0-52 0,0 0-132 0,0 0-296 0,-17-1-344 16</inkml:trace>
  <inkml:trace contextRef="#ctx0" brushRef="#br0" timeOffset="46019.9181">9314 4509 156 0,'0'0'398'0,"12"1"-121"0,-12-1-17 16,0 0-40-16,13 1 8 0,-13-1-33 0,0 0 30 15,0 0-14-15,13 3-75 0,-13-3 42 0,0 0-43 16,0 0 13-16,0 0-34 0,11 3 23 0,-11-3-29 15,0 0 7-15,0 0-15 0,0 0-14 0,0 0-17 16,0 0 12-16,9 5 2 0,-9-5 7 0,0 0-10 16,4 10 15-16,-4-10 11 0,5 10 15 15,-5-10-3-15,4 15-19 0,-1-6-9 0,1 1-12 0,-1-1-8 16,1 1-11-16,0 1 4 0,0 1-14 0,1 2 6 0,-1 1-17 16,1-1 22-16,-1 3-18 0,0 0 8 15,1 3-19-15,-1 0 8 0,1 2-19 0,0 0 15 16,-1 2-17-16,1 7 18 0,-1-6-23 0,0 4 28 15,2 0-30-15,-1 3-2 0,0 0 2 0,1 0 5 0,-1 2-5 16,1 0 6-16,2 5 13 0,0 1-21 16,1 0-2-16,-1 1 1 0,1-1 0 0,0 2-7 0,0 1 29 15,2 0-27-15,-1 1 28 0,-1-1-32 0,1 2 1 16,0 0 4-16,0 1-6 0,0 1 4 0,0-1 2 16,-1 1 10-16,1 1-10 0,-2 2-1 0,0 0 6 15,0 2-9-15,1-1 5 0,0 11 0 0,-2-11-2 16,2 11-2-16,-1-8 3 0,1 7-2 0,0-1 2 15,-1-5 3-15,1 5 2 0,-1 3 11 0,0-1-5 16,2 1-5-16,-2-1 19 0,0 1-14 0,0 0-4 16,0-1-4-16,0 1-1 0,-1-2 5 0,-2-7-5 15,4 9 6-15,-5-11-5 0,3 12-3 0,0 2 5 16,0-4 11-16,1 3-16 0,-2 0 10 0,-1-2 6 16,0 2-11-16,-2-9 0 0,0 0-18 0,2-1 23 15,-4 4-13-15,1-1 13 0,0 10-9 0,-2-10 18 16,-1 10-21-16,2-8 23 0,-1 8-22 0,0-11 15 15,0 3 3-15,-1-1-6 0,1 0-23 0,0-1 21 0,1 0-21 16,-1 1 23-16,0-1-27 0,1-1 18 0,0 0 19 16,0 2-21-16,0-1 20 0,1 0-26 15,-1 1 27-15,1-1-33 0,-1-1 41 0,0 0-33 16,0-1 36-16,0 1-33 0,1-1 33 0,-1-1-34 0,1-1 5 16,0 0 2-16,1 0 4 0,-1 0 29 0,0 0-34 15,-1 0 28-15,1 0-36 0,0 0 32 0,0 1-32 16,0-3 43-16,-1 3-35 0,2-4 32 0,-1 4-38 15,1-3 36-15,-1 1-30 0,1-1 9 0,1 1 7 16,-1-1-6-16,-1-1 32 0,1 2-40 0,1-2 40 16,-1 1-42-16,1-1 37 0,0 1-38 0,-1-2 36 15,3 0-39-15,-1-2 40 0,0 0-41 0,0 0 34 16,0-3-38-16,1 0 3 0,0-1 1 0,-1-1 4 16,3 3 0-16,-5-3-2 0,2 0 32 0,0-1-47 15,1 0 41-15,0 1-36 0,-1-3 34 0,-1 2-41 16,0-6 38-16,0 0-43 0,0-1 42 0,0 1-41 15,-1 0 39-15,1 0-38 0,-1-1 34 0,-1 0-32 16,1-1 34-16,0 0-42 0,-1 0 7 0,1-1 6 0,2 1 4 16,-2-1 2-16,1 0-2 0,0 1 1 15,-1-2 0-15,2 0 35 0,-1-2-38 0,1 1 37 16,1-1-40-16,-1-1 34 0,0-4-37 0,-1 0 38 0,2 0-38 16,-2-1 34-16,2-1-33 0,-1-1 34 0,0-1-42 15,0-1 64-15,0-5-65 0,-2 1 39 0,2 0-39 16,-2 0 38-16,1-2-38 0,-1-2 40 0,0-1-55 15,0-1 24-15,-1 0-45 0,-2-10 36 0,4 15-43 16,-4-15 35-16,3 12-50 0,-3-12 34 0,5 11-40 16,-5-11 18-16,0 0-38 0,4 13 6 0,-4-13-51 15,0 0-59-15,0 0-18 0,8 4-20 0,-8-4-14 16,0 0-36-16,12-4-45 0,-12 4-12 0,10-7-81 16,-10 7-94-16,9-13-479 0,-9 13-611 0</inkml:trace>
  <inkml:trace contextRef="#ctx0" brushRef="#br0" timeOffset="47902.6355">16166 4236 30 0,'0'0'377'0,"-4"-8"-60"0,4 8-40 0,-4-9-30 15,4 9-34-15,-3-9-19 0,3 9 2 0,0 0-13 16,-5-12-19-16,5 12 24 0,0 0-67 0,-2-12 2 16,2 12-4-16,0 0-8 0,0 0-6 0,-2-10-6 15,2 10-2-15,0 0-16 0,0 0 1 0,0 0-18 16,0 0-6-16,-2-10-10 0,2 10-7 0,0 0-7 16,0 0-4-16,0 0-5 0,0 0-6 0,0 0-8 15,0 0 3-15,0 0-3 0,0 0-3 0,0 0-1 16,0 0 3-16,0 0-2 0,0 0-1 0,0 0 11 0,0 0 22 15,0 0-5-15,0 0 11 0,0 0 11 0,-5 9 9 16,5-9 0-16,-1 11 2 0,1-11 2 0,0 17 13 16,0-17-5-16,0 23 1 0,1-11 1 15,0 3 3-15,0-1-1 0,0 4-2 0,0 0 1 0,1 0-5 16,-1 1-10-16,1 1-5 0,-1 2-14 0,1 2 0 16,1-1-3-16,-1 1-10 0,-1 2-3 15,1-1-5-15,-1 3-4 0,1-1-1 0,0 5 24 0,1 0-32 16,0 2 23-16,-1 0-25 0,0 1 30 0,2 0-31 15,-1 1 2-15,2 1-6 0,-1 2 5 0,1 4 0 16,1-3-5-16,-1 2 7 0,1-1-3 0,1 1 0 16,-1 0-1-16,-1 2 5 0,0-1-6 0,0 2 8 15,-1 0 5-15,2 2 11 0,-3-1 3 0,1 2-2 16,-3 0-2-16,2-1 1 0,-1 1-8 0,1-1-17 16,-1 1 15-16,0 0-20 0,0 0 26 0,0 0-20 15,3 2 23-15,-2 0-28 0,0 1 31 0,0 1-3 16,1 0-7-16,1 0-10 0,-1 2 2 0,-1-3-8 15,3 2 3-15,-1 0-30 0,1 0 30 0,-1 1-22 16,1 1 11-16,-1-1 16 0,3 9-22 0,-2-8 27 0,0 8-36 16,1 2 37-16,-1-11-9 0,-1 0 0 0,0 2 4 15,0-1-7-15,0 0-27 0,-1-1 29 16,1 1-23-16,1 0 26 0,-2 1-22 0,2 8 27 0,-2-8-27 16,1 8 30-16,-1-7-25 0,2 8 39 0,-3-11-9 15,1 4 3-15,0-1-10 0,-1-1-28 0,1 0 39 16,-1 0-43-16,0 1 7 0,3 7 4 0,-3-7 2 15,1 8 33-15,0 1-39 0,-1-9 53 0,0 9-59 16,0-12 34-16,0 2-36 0,0 3 34 0,1-4-35 16,-2 0 36-16,-1 1-44 0,1 0 17 0,-1 0-1 15,0-1 6-15,0 1 28 0,0 1-39 0,0-1 36 16,-1 1-39-16,0-1 41 0,0 1-9 0,0-2-39 16,-1 1 42-16,1-1-40 0,-1 0 35 0,0-1-32 15,0 1 1-15,0-1 4 0,-1 2 1 0,0-2 38 16,-2 1-39-16,2-1 38 0,-1 0-38 0,0 1 29 15,0-1-33-15,0-1 37 0,-1 2-35 0,0-2 29 16,1 0-32-16,-1-2 37 0,-1 0-42 0,1 0 7 16,0 0 8-16,0-2-1 0,0 1-2 0,-1-1 40 15,1 0-45-15,-1 0 35 0,0-2-39 0,1 0 35 16,1 0-35-16,-1-1 39 0,0-1-39 0,0-1 37 16,0 1-37-16,0-3 35 0,1-5-37 0,0 4 6 0,0-3 4 15,0-3 7-15,0 3-5 0,0-1 4 0,0 0 0 16,0 5-3-16,-1-6 38 0,1 0-43 0,0 1 35 15,1-1-39-15,-1 1 37 0,1-4-37 0,1 3 33 16,-1-1-31-16,1 0 35 0,-1 0-32 0,1-1 32 16,1-1-35-16,-1-3 39 0,0-2-40 0,1 1 38 15,0-1-33-15,0-1-4 0,0 0 5 0,0 0 4 16,0-1 2-16,1-2-1 0,0 0 5 0,-1 0-1 16,1-3-4-16,1-1 1 0,-1 0 4 0,0-1 0 15,0 1-4-15,0-1 5 0,1-1 29 0,0 1-40 16,0-1 35-16,0-1-38 0,-1-1 35 0,1 1-37 15,0-3 34-15,1 2-34 0,-1-1 33 0,0 0-37 16,-1-4 37-16,1 3-38 0,0-2 39 0,0-1-36 16,-2-11 35-16,2 21-41 0,-2-21 34 0,2 16-40 15,-2-16 27-15,1 14-43 0,-1-14 13 0,2 11-39 16,-2-11 13-16,0 0-75 0,0 0-47 0,0 0-55 16,0 0-94-16,0 0-71 0,0 0-40 0,0 0-99 0,-10-8-160 15,6-3-354-15,2-1-671 0</inkml:trace>
  <inkml:trace contextRef="#ctx0" brushRef="#br0" timeOffset="49835.8171">24736 3953 9 0,'-7'-15'352'0,"7"15"-20"16,-8-15-29-16,8 15 2 0,-8-14-71 15,8 14 22-15,-9-15-62 0,9 15 55 0,-4-10-39 0,4 10 28 16,-7-11-8-16,7 11 7 0,-3-7-27 0,3 7-16 16,0 0-27-16,-5-11-24 0,5 11-35 0,0 0-13 15,0 0-26-15,-6-9-8 0,6 9-20 16,0 0-14-16,0 0 0 0,0 0 2 0,0 0-15 0,0 0 8 16,0 0-8-16,0 0 8 0,0 0-3 0,0 0 21 15,0 0 3-15,0 14 13 0,0-14 8 0,3 19-12 16,0-6 21-16,0 2-4 0,-1 4-6 0,0-1 5 15,0 4-8-15,2 2-19 0,-2 1 11 0,-2 2-14 16,2 1 23-16,-1 6-23 0,0-2 25 0,1 2-37 16,-2-1 1-16,2 2-8 0,-2 0 2 0,0 2 0 15,1 1-2-15,1 2 7 0,-2 4-3 0,0 3 11 16,0 0 6-16,2 2 12 0,-1-1-6 0,2 2 12 16,-2 0 14-16,1 0-13 0,1 2-3 0,-1 1-3 15,1-1-18-15,0 2 34 0,0 1-29 0,1 3 38 0,-1 6-12 16,1 3-9-16,1-1-3 0,0 0-8 0,-1 0-1 15,0 0-3-15,0-1-2 0,0 0-37 16,2-8 37-16,-3 9-35 0,0 0 34 0,2 1-43 0,-1 1 37 16,-1 0-7-16,0-1-2 0,2 2-4 0,-3-2-2 15,1 2-6-15,1 1-43 0,-1-3 46 16,-1 2-26-16,1 2 29 0,0 0-38 0,-1-1 41 16,1 2-5-16,-1-1-5 0,0 1-3 0,-1 0 5 0,0 0-44 15,0 0 41-15,1-1-34 0,0 1 13 0,-2 0 36 16,0 2-44-16,0-1 40 0,-2 1-5 0,2 0-6 15,0 0 1-15,-1 1-38 0,0-3 54 0,0 2-56 16,0 0 15-16,0 0-1 0,-1 2 38 0,0 1-39 16,0-2 38-16,0 2-39 0,1-1 40 0,-3-2-41 15,2 1 36-15,-2-2-34 0,1 2 9 0,-2 0 7 16,3-1-6-16,-2 2 40 0,1-2-40 0,-1-1 38 16,4 2-34-16,-2 0 34 0,-1-1-39 0,1-1 5 15,0-1 4-15,1 2 8 0,1-1-4 0,0-1 3 16,1 2 38-16,1 0-47 0,0-3 40 0,1 1-43 15,1-1 36-15,0 0-39 0,1-4 5 0,0 0-2 16,0-1 7-16,-1-1-2 0,2-1 3 0,-3-9 29 16,2 2-36-16,-1-1 29 0,0-1-40 0,1-1 49 15,-3 0-53-15,1 1 34 0,1-3-36 0,-2-2 39 16,0 0-38-16,0-1 3 0,0-2 1 0,0 2 7 16,1-2 4-16,-1 0-2 0,0-2 31 0,0 1-35 15,-1-2 38-15,1-1-43 0,0-5 38 0,1-1-43 16,-1-2 43-16,-2-1-43 0,1 1 37 0,1-8-40 15,-1 7 41-15,0-6-38 0,0 0 39 0,0-2-36 0,0 0 34 16,-1-1-36-16,1-1 40 0,1-2-38 16,-2-1 34-16,0-3-36 0,0 3 38 0,0-2-40 15,0-1 7-15,0-1 0 0,0 1 4 0,0-3 3 0,0-2-1 16,0 2 5-16,0-2 0 0,0-1 0 0,0 1-3 16,0-13 3-16,2 22 1 0,-2-22-2 0,0 19 4 15,0-19-1-15,0 17 2 0,0-17-7 0,0 14 6 16,0-14-5-16,0 15 4 0,0-15 1 0,0 13-1 15,0-13 0-15,0 14 0 0,0-14 0 0,-2 13-1 16,2-13 5-16,0 13-5 0,0-13 2 0,0 0 30 16,-3 16-33-16,3-16-6 0,0 0 6 0,-1 14 3 15,1-14 29-15,0 0-38 0,0 13 40 0,0-13-46 16,0 0 34-16,0 0-36 0,-1 11 36 0,1-11-40 16,0 0 34-16,0 0-46 0,0 0 41 0,0 0-40 15,0 14 38-15,0-14-41 0,0 0 31 0,0 0-41 16,0 0 29-16,0 0-38 0,0 0 19 0,0 0-48 15,0 0-11-15,0 0-12 0,0 0-15 0,0 0-28 0,-2 10-67 16,2-10-95-16,0 0-87 0,-15-2-71 0,15 2-73 16,-20-7-169-16,6 2-423 0,2-2-749 0</inkml:trace>
  <inkml:trace contextRef="#ctx0" brushRef="#br0" timeOffset="51837.0349">29269 3970 165 0,'0'0'368'0,"-2"-13"-58"0,2 13-20 0,0 0-48 0,-1-15-31 16,1 15-17-16,0 0-27 0,-1-14 1 0,1 14-3 16,0 0-16-16,0-15-7 0,0 15 23 15,0 0 15-15,1-12 13 0,-1 12 4 0,0 0-3 16,0 0-10-16,1-13-16 0,-1 13-28 0,0 0-26 0,0 0-24 16,0 0-22-16,0 0-13 0,0-12-19 15,0 12-14-15,0 0-3 0,0 0-2 0,0 0-5 0,0 0-1 16,0 0-2-16,0 0 2 0,-5 14 11 15,5-14 1-15,-2 16 9 0,0-5 4 0,1 0 16 16,0 3 28-16,0-1-1 0,0 5-5 0,0 0 0 0,0 1 5 16,1 3-12-16,0 2-2 0,0 0-3 0,1 3 0 15,0 0 11-15,1 1-38 0,-1 3 38 0,0 2-38 16,1 0 1-16,-1-1 2 0,1 2 5 16,-2 1-6-16,1 1-7 0,-1 0-3 0,-1 2 42 0,-1-1-54 15,0 6 36-15,-1-1-51 0,-1 1 57 0,-1 0-31 16,-2 2 44-16,1-1-43 0,0-1 42 0,-1 2-35 15,-1-1 6-15,0 0 4 0,0 1 3 0,0-1 1 16,0 1-3-16,0 0 2 0,-1 0-4 0,2 2 2 16,-2 0 4-16,1 2 1 0,1 0-6 0,0 1 27 15,-1 0-29-15,1 0-5 0,0 0-2 0,-1 0-3 16,1 1 1-16,-2-1-35 0,1 1 45 0,0 1-36 16,-1 0 40-16,3 0-4 0,-3 10-6 0,2-9-4 15,-2-1 0-15,2 0-12 0,0 1 2 0,-2 8-6 16,1-8-7-16,2-2-3 0,-1 1-32 0,0-1 34 15,0 1-30-15,0 0 42 0,0 1-42 0,1 0 42 16,-1 2-5-16,1-1-2 0,1 1-5 0,0 0-2 16,0-1 4-16,1 2-8 0,0-2 3 0,-1-1-3 15,-1 1-36-15,1-1 44 0,0 0-33 0,1 1 39 0,-1 0-38 16,1-1 39-16,-2 1-3 0,3-1-3 0,-2 1-1 16,1-1 2-16,0 0-3 0,-1 0-5 15,2 0 0-15,0-3 6 0,-3 2-6 0,2-1-33 16,1 0 48-16,-1-1-39 0,0 2 46 0,0-1-40 0,1 1 42 15,-2-1-41-15,3 2 42 0,-1 0 0 0,1-1-6 16,-2 1-8-16,4 0 2 0,-3-2-3 16,2 1-1-16,-1-2-39 0,0 0 42 0,1 0-39 0,-1 1 11 15,1 0 40-15,-2 1-39 0,3-2 43 0,-1 1-44 16,-1 0 43-16,-1 1-6 0,2-2-4 0,0 0-3 16,0 0-3-16,0 0-4 0,2 0 3 0,-2-1-49 15,0-1 48-15,0-1-44 0,-1 1 56 0,2-2-54 16,0 2 50-16,-1-3-45 0,-1 0 43 0,1 1-43 15,1-7 43-15,0 0-40 0,0 1 41 0,-1-1 2 16,0 0-9-16,1-1-5 0,-1 0-3 0,1 0 1 16,-1-1-3-16,1 0-21 0,-1-3 28 0,2 4-47 15,-4-3 45-15,3 0-42 0,0-1 46 0,-2 1-40 16,2-2 10-16,-1 1 2 0,0 0 40 0,0-6-43 0,0 6 43 16,0 0-42-16,0 0 44 0,0-1-49 15,-1 3 47-15,-1-4-6 0,3 1-3 0,0 2-4 16,-1-3-2-16,0 1 0 0,1-4 2 0,-1 0-10 0,0-1 2 15,1 0-42-15,-1 0 51 0,0 1-44 0,1 0 48 16,-1 0-43-16,0-3 46 0,1 2-45 0,0 0 46 16,0-2-40-16,0 2 1 0,0-1 8 15,-1 1 43-15,0-2-46 0,1 1 44 0,-1 0-48 0,1 0 48 16,0 0-52-16,0-2 53 0,0 3-53 0,0-2 48 16,-2 1-47-16,2 0 50 0,0 0-51 0,0-1 53 15,0 1-54-15,0-1 50 0,0 0-48 0,-1 0 50 16,1 0-50-16,-1-1 45 0,1 2-43 0,-1-2 60 15,1-1-65-15,-1 0 50 0,0-1-51 0,0-2 55 16,1-1-54-16,-1 0 49 0,0 0-46 0,0-2-2 16,0-1 7-16,0 0 2 0,1 0 5 0,-4-2 0 15,3-1 6-15,1 1-1 0,-1-3 0 0,1 1-1 16,0-13 49-16,-1 21-56 0,1-21 48 0,-1 18-52 0,1-18 53 16,0 15-58-16,0-15 52 0,0 13-56 15,0-13 54-15,0 0-58 0,0 15 53 0,0-15-57 16,0 0 46-16,-2 11-59 0,2-11 20 0,0 0-107 15,0 0-31-15,0 0-114 0,0 0-37 0,0 0-64 0,0 0-84 16,-6-9-90-16,6 9-50 0,-1-13-90 0,1 13-587 16,3-16-886-16</inkml:trace>
  <inkml:trace contextRef="#ctx0" brushRef="#br0" timeOffset="54905.1053">4671 6563 65 0,'0'0'310'0,"-19"2"-51"0,19-2-31 16,-18 1-8-16,18-1-19 0,-15 1 26 0,15-1-43 15,-14 1 35-15,14-1-71 0,-12 1 46 0,12-1-72 16,0 0 50-16,-15 2-55 0,15-2 42 0,0 0-26 0,-12 1 14 16,12-1-27-16,0 0-2 0,0 0-14 15,0 0 9-15,-14 1-28 0,14-1-1 0,0 0-21 16,0 0 2-16,0 0-29 0,0 0 6 0,0 0-14 16,0 0 14-16,0 0-6 0,0 0 9 0,22 2-2 0,-3-4 12 15,8 1-15-15,10-2 7 0,12 0-11 16,5-2 4-16,5 1-11 0,19-3 23 0,5 0 15 0,7 0 8 15,7-1 14-15,5 1-4 0,27-3 21 0,6 2 1 16,7-1-1-16,6 3-11 0,2 2-16 0,2-2-12 16,2 0-9-16,1 0-10 0,0 0-8 0,0 2 5 15,-3-2-9-15,-1 0 3 0,-2 1-5 0,-5 1-4 16,-3 0 4-16,-6 1 0 0,-7-3-10 0,-23 1-4 16,-5 2 1-16,-3-1-8 0,-6 1 7 0,-5-2-8 15,-6 1 1-15,-9-1-4 0,-15 3 4 0,-7-3 2 16,-9 3 20-16,-6-1 41 0,-6 0 32 0,-3 2 14 15,-4-3-9-15,-2 3-28 0,-2-4-16 0,0 3-14 16,-4 0-11-16,-1-1-6 0,-1 0 3 0,-1 1 3 0,-10 2-1 16,19-4-2-16,-19 4-7 0,15-4-9 0,-15 4-7 15,14-5-1-15,-14 5 2 0,13-2-10 16,-13 2-9-16,12-4 4 0,-12 4-6 0,11-2-2 16,-11 2 3-16,12-3-3 0,-12 3-1 0,15-2 0 0,-15 2 3 15,15-1 0-15,-15 1-7 0,18 0 6 0,-18 0-7 16,23 1 1-16,-11-1 2 0,4 1 6 0,1 1-2 15,3 0-2-15,3-2 2 0,2 1 3 0,2 0 0 16,1-1-1-16,2 2 4 0,-1-1 0 0,0-1-1 16,-1 1-4-16,-1-2 3 0,-3 1-1 0,-2 0 3 15,-1 0-1-15,-1-1-1 0,-2-1 5 0,-3 2-3 16,-1 0 3-16,-1 0-1 0,-13 0 3 0,22-1-4 16,-22 1 1-16,18 0 0 0,-18 0-5 0,14 0 3 15,-14 0-10-15,14-1 21 0,-14 1-47 0,0 0-10 16,18 0 1-16,-18 0 2 0,17 0 5 0,-17 0-6 15,20-2-1-15,-20 2 3 0,23-3-2 0,-10 3 3 16,0-1-1-16,0-1-4 0,-1 1 6 0,0-2 4 16,-12 3 4-16,23-3 2 0,-23 3 1 0,19-2-6 0,-19 2-9 15,16-2-3-15,-16 2-11 0,15-2-13 16,-15 2-27-16,12-3-15 0,-12 3-12 0,12-3-16 16,-12 3-11-16,0 0-26 0,13-4-41 0,-13 4-76 0,0 0-43 15,8-5-120-15,-8 5-131 0,0 0-458 0,-4-10-661 16</inkml:trace>
  <inkml:trace contextRef="#ctx0" brushRef="#br0" timeOffset="56681.87">10429 6578 26 0,'0'0'130'16,"-14"0"-26"-16,14 0-22 0,-13-3-24 0,13 3-6 16,-16-3-18-16,16 3 1 0,-18-3 10 0,18 3-8 15,-19-4-1-15,7 2-7 0,0 0 0 0,-1 0-16 16,-1-1 29-16,2 0-6 0,-4 1 3 0,1-2 12 15,1 1 3-15,-2 0 11 0,2-2-3 16,-2 1-5-16,2 0-10 0,-1-1-7 0,2 1 13 0,-2-2-5 16,1 2-9-16,0-1 4 0,1 0 1 0,-1 0 20 0,2 3-23 15,1-4 6-15,0 4-28 0,0-3 4 16,1 3-9-16,-1-2 11 0,1 3-17 0,10 1 9 16,-20-6-10-16,20 6 12 0,-19-3-15 0,19 3 18 15,-17-4-11-15,17 4 16 0,-16 0-10 0,16 0 24 0,-16-2-17 16,16 2 26-16,-16 0-20 0,16 0 25 15,-16 0-41-15,16 0 51 0,-17 2-28 0,17-2 27 16,-15 0-43-16,15 0-8 0,-17 1 8 0,17-1 39 0,-13 1-34 16,13-1 46-16,-12 0-35 0,12 0 50 0,0 0-41 15,-19 0 50-15,19 0-52 0,0 0 47 0,0 0-50 16,-15 2 46-16,15-2-39 0,0 0 39 16,0 0-34-16,0 0 28 0,-14 1-27 0,14-1 23 0,0 0-26 15,0 0 6-15,0 0-15 0,0 0 10 0,0 0-27 16,0 0 12-16,0 0-25 0,0 0 17 0,10-11-20 15,1 6 19-15,3 1-14 0,7-4 18 16,7 0-8-16,5-1 19 0,9-1-13 0,8-2 21 0,13-3-6 16,7 0 13-16,7 3 0 0,5-2 4 0,7 1-2 15,3 0 13-15,3 1-6 0,4 0-5 0,19-1-12 16,-16 2-6-16,0 1-7 0,-1 0-3 0,1 2-5 16,-5-1 0-16,-2 1-5 0,0 1-1 0,-4 1 2 15,0 0-6-15,-3 0-3 0,-4 1-2 0,0-1 0 16,-1 4-5-16,-5-2-1 0,4 1 0 0,-6 0 5 15,0 1-2-15,-2-1-3 0,1 1-3 0,-1-1 0 16,2 0-2-16,0 1 3 0,1-2 1 0,-3 2-1 16,-2-1-1-16,-10 0 2 0,1 1-5 0,-4-1 0 0,-1 1 4 15,-2 0-3-15,-1 0 1 0,-6 0-2 0,2-1 2 16,-3 0-3-16,-8 1-1 0,0-1 0 16,-2 1 3-16,-1-3 0 0,1 3 1 0,0-1-1 15,-2 2-2-15,3 0-2 0,1-2 5 0,0 0-3 0,3 2 1 16,4-1 6-16,5-1-3 0,-3 2 0 0,2-1-1 15,-1 0 2-15,-1 1 23 0,-1-1-23 0,-6 1-1 16,-2-1-1-16,1 2 6 0,-2-1 1 0,-2 0 2 16,-5 1-6-16,-1 0 1 0,-1 0 2 0,-1-2-6 15,-2 2 2-15,0 0 1 0,-2 0-3 0,-1 0 0 16,-1 0-2-16,-1 0 2 0,3 0-7 0,2 0 6 16,0 0-2-16,2 2-1 0,-1-2 2 0,1 1-3 15,1 0 3-15,0-1-4 0,0 3 7 0,0-2-3 16,1 1 1-16,-2-2-3 0,1 2 3 0,-3-1 1 15,2 1-6-15,-1-2 4 0,-3 1 1 0,-2 0 1 16,-1 0 3-16,1 0-2 0,-2-1 4 0,-2 1-5 16,1 0 7-16,-3-1 9 0,0 0 3 0,1 0 5 15,-2 0 2-15,3 0-5 0,-1 0-6 0,2 0 5 0,2 0-9 16,-1 0-1-16,3 0-3 0,0 0 1 0,2 0-3 16,3 0-1-16,0 0 5 0,-3 0-3 15,1 0 3-15,0 0-7 0,-3 0 2 0,0-1-1 16,-1 1 4-16,-1-1-3 0,0 0 3 0,-1 1-12 0,-2 0 12 15,0 0-8-15,-6-1 10 0,3 1-10 0,-3-1-2 16,-13 1 5-16,22 0 6 0,-22 0-13 0,16-1 5 16,-16 1-4-16,16 0 4 0,-16 0-6 0,13 0 6 15,-13 0-6-15,0 0 8 0,17 0-12 0,-17 0 4 16,0 0-3-16,12 0 6 0,-12 0-10 0,0 0 2 16,0 0-20-16,14-1-2 0,-14 1-31 0,0 0-13 15,0 0-9-15,0 0-17 0,0 0-16 0,13 0-22 16,-13 0-18-16,0 0-20 0,0 0-39 0,0 0-25 15,0 0-25-15,0 0-114 0,0 0-675 0,0 0-669 16</inkml:trace>
  <inkml:trace contextRef="#ctx0" brushRef="#br0" timeOffset="58822.4905">16119 6216 101 0,'0'0'299'0,"0"0"-45"0,0 0-58 16,0 0 12-16,0 0-18 0,0 0 0 0,0 0-38 15,5-9 16-15,-5 9-5 0,0 0-19 0,0 0-17 16,0 0-4-16,0 0-17 0,0 0-12 0,6-6-12 16,-6 6-12-16,0 0 2 0,0 0-9 0,0 0-3 15,0 0-6-15,0 0-3 0,9-6-5 0,-9 6 6 16,0 0 5-16,0 0 5 0,12-2 9 0,-12 2 7 16,14-2 8-16,-14 2-5 0,18-2 3 0,-3-1-4 15,3 2-14-15,1-2-8 0,8-1-1 0,5 0-4 0,6 0-10 16,8-2-1-16,3 1-3 0,4-1-11 15,2 1 2-15,2-1 0 0,2 2-1 0,2 0-6 16,1-1 1-16,0 1-1 0,9-1-9 0,-9 2 6 0,10-3 9 16,-10 4-13-16,0-3 3 0,12 2 3 0,-12 0 1 15,0 0 14-15,11 0-17 0,-10 0 19 0,12-1-30 16,-1 1 5-16,0 0 2 0,2 2 2 16,-1-2-2-16,0 1 6 0,-10 1 0 0,-1 0 21 0,1-1-25 15,-1 1 20-15,-2 0-19 0,1 1 20 0,-3-1-21 16,-1 1 20-16,-1 0-22 0,-2-2 20 0,-2 1-26 15,-1 1 21-15,-1-2-24 0,-3 1 18 0,-1 0-19 16,-7-1 16-16,1 0-21 0,-1 0 18 0,-2 0-23 16,3-1 19-16,-3 1-18 0,2-2 23 0,1 3-27 15,-1-2 22-15,0 0-23 0,7 2 14 0,-2-4-11 0,-3 4 21 16,-2-1-21-16,1-1 4 0,0 2 0 16,-1 0-3-16,1-1 6 0,-2 0 4 0,0 1-5 15,-1-1-2-15,0 2 5 0,-2-3-5 0,-2 3 1 16,-3-1 1-16,-2 1 2 0,1 0-1 0,-2-1 0 15,1 1 1-15,-1 0-3 0,0 0 21 0,-1 0-24 16,0 0 15-16,-2 0-16 0,-2 0 16 0,0 0-19 16,-1 0 21-16,1 1-20 0,-2-1 0 0,1-1 5 0,0 1 16 15,-1 0-19-15,-1 0 20 0,0 0-18 0,-3-2 12 16,2 2 17-16,-2 0-12 0,-1-3 13 16,0 3-14-16,-3 0 16 0,0-1-10 0,-14 1 8 0,25 0 10 15,-25 0 8-15,18 0 0 0,-18 0 3 0,16 0 1 16,-16 0-13-16,14 0 17 0,-14 0-16 0,0 0 14 15,16 0-15-15,-16 0 28 0,0 0-31 0,12 0 32 16,-12 0-28-16,0 0 38 0,0 0-22 0,13-1 43 16,-13 1-32-16,0 0 57 0,0 0-30 0,0 0 47 15,0 0-24-15,12-3 53 0,-12 3-34 0,0 0 62 16,0 0-54-16,0 0 14 0,0 0 2 0,0 0 9 16,0 0 4-16,0 0-2 0,0 0-85 0,0 0-84 15,8-7 0-15,-8 7 0 0,0 0 0 0,0 0 0 16,0 0 0-16,0 0 0 0,0 0 0 0,0 0 0 15,0 0 0-15,0 0 0 0,0 0 0 0,0 0 0 16,0 0 0-16,0 0 0 0,0 0 0 0,0 0 0 16,0 0 0-16,0 0 0 0,0 0 0 0,0 0 0 15,0 0 0-15,0 0 0 0,0 0 0 0,0 0 0 0,0 0 0 16,0 0 0-16,0 0 0 0,0 0 0 16,0 0 0-16,0 0 0 0,0 0 0 0,0 0 0 0,0 0 0 15,0 0 0-15,0 0 0 0,0 0 0 0,0 0 0 16,0 0 0-16,0 0 0 0,0 0 0 0,0 0 0 15,0 0 0-15,0 0 0 0,0 0 0 0,0 0 0 16,0 0 0-16,0 0 0 0,0 0 0 0,0 0 0 16,0 0 0-16,0 0 0 0,0 0 0 0,0 0 0 15,0 0 0-15,0 0 0 0,0 0 0 0,0 0 0 16,0 0 0-16,0 0 0 0,0 0 0 0,0 0 0 16,0 0 0-16,0 0 0 0,12 0 0 0,-12 0 0 15,0 0 0-15,0 0 0 0,0 0 0 0,0 0 0 16,0 0 0-16,0 0 0 0,0 0 0 0,0 0 0 15,0 0 0-15,0 0-39 0,0 0-61 0,0 0 60 16,0 0-51-16,0 0 64 0,0 0-53 0,11 5 56 16,-11-5-40-16,0 0 51 0,0 0-41 0,0 0 63 15,0 0-57-15,16-1 44 0,-16 1-46 0,15-3 42 0,-15 3-41 16,20-2 37-16,-6 0-36 0,-1-1 46 0,5 2-40 16,2 0 44-16,0-1-39 0,6-1 45 15,3 2-41-15,1-2 43 0,7 0-38 0,1 2 41 0,3-3-38 16,2 4 43-16,6-3-39 0,3 0 41 0,-1 1-45 15,2 0 42-15,0-2-1 0,-1 1-6 0,1 0 1 16,0 1-6-16,-3-1 0 0,2 0 4 0,-2 0-12 16,-1 1 2-16,-1-2-4 0,0 1 4 0,-6 1-5 15,7-1 4-15,-1-1 11 0,0 1-18 0,1 1-2 16,1-2-2-16,-1 1 3 0,2 0-3 0,-1 0 0 16,2 0 0-16,0-1 2 0,1 2 0 0,-2-1 1 15,1 0 0-15,1 2 0 0,-3-2 4 0,1 1 2 16,-1 0-7-16,-2 0 3 0,-6 0 9 0,0 1-5 15,-1-1-1-15,-2 1 5 0,1-1-4 0,-1 1 2 16,-2 0-1-16,0 0 5 0,1 0-3 0,0-1 0 16,0 2 9-16,0 0-13 0,2 2-1 0,-2-2 3 15,0 0 3-15,1 1-4 0,2-4 0 0,-3 5 4 0,1-1-2 16,0 0 3-16,0 0 0 0,-1 0-1 0,0-1 0 16,-1 0 6-16,-4 0-4 0,5 0-2 0,-6-1 3 15,0 1-3-15,0 0 0 0,0-2 2 16,-1 2 4-16,-1-3-6 0,1 3-1 0,-2-1 1 0,1 0-1 15,-1 1 2-15,0-2 2 0,-1 1-1 0,-1 0-4 16,0 0 2-16,-1 0 3 0,-3 1-2 0,-2 0-1 16,-1-1 4-16,0 0-2 0,-3 1 1 0,0-1 2 15,-2 1 0-15,1 0 4 0,-1 1 4 0,0-1 6 16,-1 0 2-16,3 0 5 0,-2 2-1 0,0-2-1 16,-1 0-2-16,1 0 5 0,0 1-1 0,1 0-5 15,1 0-3-15,1 0-3 0,0 1 0 0,-3-2-2 16,3 1-3-16,0 0-38 0,1 2 46 0,-2-2-44 15,1 1 43-15,0-1 1 0,-2 1-4 0,1 0 0 16,-4-1-6-16,1-1 2 0,-2 2-4 0,-12-2-3 16,22 1 0-16,-22-1 3 0,16 2 0 0,-16-2-11 15,16 1 3-15,-16-1-7 0,12 2 5 0,-12-2-1 16,11 3 8-16,-11-3-45 0,0 0 44 0,17 2 4 16,-17-2-4-16,0 0-1 0,15 4-1 0,-15-4-2 0,0 0-10 15,13 2-17-15,-13-2-15 0,0 0-12 16,0 0-30-16,13 1-37 0,-13-1-36 0,0 0-58 0,0 0-46 15,0 0-84-15,0 0-124 0,0 0-79 16,0 0-105-16,8-7-783 0,-8 7-1050 0</inkml:trace>
  <inkml:trace contextRef="#ctx0" brushRef="#br0" timeOffset="60990.6069">25008 5946 261 0,'-14'-3'213'0,"-1"1"-38"16,3 0-24-16,-1 1-17 0,2-2-5 0,0 2-20 16,11 1 16-16,-21-5-37 0,21 5 58 0,-18-5-26 15,18 5 22-15,-15-2-43 0,15 2 25 0,-12-5-41 16,12 5 28-16,0 0-49 0,-15-2 29 0,15 2-52 16,0 0 35-16,-11-2-34 0,11 2 35 0,0 0-46 15,0 0 33-15,-12-3-45 0,12 3 31 0,0 0-53 16,0 0 53-16,0 0-45 0,0 0 46 0,0 0-46 15,-11-1 37-15,11 1-29 0,0 0 45 0,0 0-43 16,0 0 40-16,0 0-35 0,0 0 36 0,0 0-21 16,0 0 28-16,13-2-9 0,-13 2 17 0,14 0-34 15,-14 0 27-15,22-1-23 0,-6 1 18 0,3-1-20 16,3 0 17-16,7 0-12 0,5-1 9 0,6-1-21 16,1 2 12-16,10-1-19 0,2-1 17 0,4 1 0 15,4 0-23-15,3 0 8 0,13 1-16 0,-1 0 11 16,3 1-14-16,-2 0 11 0,1-2-12 0,-2 2 9 15,-11-1-18-15,0 1 19 0,1 1-15 0,-1-1 10 16,0 0-14-16,-2 2 12 0,0-2-15 0,-2 1 10 16,-1 0-8-16,-1-1 15 0,-1 2-14 0,-2 0 4 15,0-1-2-15,2 0 12 0,-1 0-9 0,-1 1 17 16,1 0-10-16,-1 1 21 0,1 0-13 0,2 0 9 16,-1 0-15-16,1-1 11 0,-1 3-7 0,-1-3 10 15,1 2-14-15,-2-1 4 0,-2 0-4 0,-2 0 9 16,0 0-14-16,-4-1 9 0,-7 1-6 0,-2-2 8 15,-1 1-9-15,-3-1 3 0,-3 1-2 0,-3-1 0 16,0 0-2-16,1-1 2 0,-2 1-3 0,0-1-9 16,-1 1 5-16,0-1-4 0,-3 1 12 0,3-1-8 15,-2 0 7-15,2 1-3 0,-3-1 5 0,3 1-8 16,-2-1 3-16,2 1-3 0,2-1 7 0,-2 0-8 0,1 0 6 16,1 1-6-16,-1-1 7 0,-1 0-11 15,1 1 11-15,-1 0-8 0,-1 0 8 0,-2-1-9 16,0 0 7-16,-2 0-8 0,-2 0 10 0,2 0-8 15,-1 0 10-15,-3 0-4 0,0 0 1 0,-1 0-1 0,0 0 5 16,-1 0-6-16,-1 0 4 0,3 0-7 0,-2 0 7 16,0 0-7-16,-1 2 6 0,2-2-6 0,-2 0 9 15,1 0-4-15,-1 1-2 0,-1-1 1 16,2 1 3-16,-1 1-1 0,-2-2 2 0,0 1 2 0,1-1-4 16,-14 0 1-16,24 2-2 0,-24-2 5 15,21 1 3-15,-21-1 9 0,20 0 0 0,-20 0-4 16,17 1-1-16,-17-1-3 0,14 1 1 0,-14-1 4 0,13 1 1 15,-13-1-1-15,0 0 0 0,18 0-3 0,-18 0 11 16,0 0-16-16,15 1-3 0,-15-1 3 0,0 0-2 16,14 1 3-16,-14-1-3 0,0 0 1 0,12-1 1 15,-12 1 0-15,0 0 8 0,0 0-4 0,17 1 9 16,-17-1-4-16,0 0-1 0,15 0-1 0,-15 0-7 16,0 0 5-16,17-1-8 0,-17 1 3 0,0 0-1 15,14 0-2-15,-14 0-1 0,0 0-1 0,18 0-1 16,-18 0 0-16,16 0-7 0,-16 0 4 0,18 1-2 15,-18-1 2-15,24 0 0 0,-24 0-1 0,27 0 0 16,-14 0-4-16,3 1 2 0,0 0 3 0,1-1-4 16,1 1 1-16,2 0 2 0,2 0-3 0,-1 0-2 15,5-1 3-15,1 2-4 0,1 0 4 0,0 0 2 16,3-1-3-16,-1 0-1 0,5 2 3 0,1 0-5 16,0 0-2-16,4-1 4 0,-2 1 1 0,2 1-1 15,7 1 2-15,-2-3-1 0,2 3 1 0,-7-1-3 16,6 0-1-16,-6 0 6 0,-1 0-2 0,0 0-2 0,2-1 1 15,-3 0 1-15,0 1-1 0,1-1 0 16,1 1-1-16,-2 0 1 0,0-2-2 0,0 0 2 16,2 1-2-16,-1 0 15 0,0-1-12 0,2 1 8 15,-2 0-12-15,0 0 14 0,1 0-17 0,7 0 13 0,-6-1-15 16,0 2 19-16,5-2-21 0,-6 2 17 0,2-2-3 16,-2 0-2-16,-1 1 3 0,1-1-4 15,-3 0-3-15,0 1-2 0,-1-2 1 0,-5-1-2 16,-1 2-2-16,-1-2-10 0,-1 1 15 0,-2 0-11 0,-1 0 5 15,-3 0-6-15,1-1-5 0,0 0-2 0,-1 2-14 16,0-1-4-16,0 1 3 0,0-1 5 0,-1 0-8 16,1 3 11-16,1-4 3 0,-2 1-1 0,1 1 4 15,-1-1 6-15,1-1-1 0,-2 2 4 0,1-2 1 16,0 1 6-16,-2-1-1 0,1 1 3 0,0-1 1 16,-2 0 1-16,2 0 4 0,-2 3-2 0,1-3 7 15,0 0-9-15,-1 0 2 0,1 1 57 0,-1-1-70 16,1 1 68-16,-1-1-75 0,0 0 63 0,-1 0-62 0,1 0 64 15,0-1-65-15,1 1 61 0,-1-1-65 16,1 1 64-16,-1-1-66 0,0 1 12 0,1-2-1 0,-3 1 6 16,0 0-2-16,-2-1 9 0,0 1-2 0,1 0-1 15,-2 0 1-15,2 0-1 0,-2-1 2 0,0-1 0 16,0 3 1-16,1-1 59 0,-2 1-74 0,3-1 60 16,-2 0-66-16,0 1 63 0,2-1-65 0,-1 1 65 15,-1 0-68-15,0 1 69 0,1-1-70 0,-2 1 64 16,1-1-54-16,0 1 52 0,-13-1-66 0,24 0 72 15,-24 0-72-15,18 0 73 0,-18 0-68 0,17-1 67 16,-17 1-68-16,17-1 67 0,-17 1-72 0,16-1 66 0,-16 1-66 16,14 0 70-16,-14 0-65 0,13 0 71 0,-13 0-70 15,13-1 70-15,-13 1-73 0,14-1 69 0,-14 1-67 16,16 1 65-16,-16-1-71 0,18 1 70 0,-18-1-68 16,19 1 70-16,-19-1-68 0,19 1 63 0,-19-1-65 15,16 1 76-15,-16-1-74 0,15 0 73 0,-15 0-71 16,12 1 72-16,-12-1-72 0,0 0 58 0,17-1-63 15,-17 1 64-15,12-1-87 0,-12 1 62 0,14-2-71 16,-14 2 62-16,10-2-62 0,-10 2 51 0,11-1-80 16,-11 1 42-16,11-3-76 0,-11 3 24 0,10-4-84 15,-10 4 4-15,0 0-79 0,7-6-41 0,-7 6-49 0,0 0-139 16,-8-11-373-16,1 5-414 0</inkml:trace>
  <inkml:trace contextRef="#ctx0" brushRef="#br0" timeOffset="66742.8418">6207 7075 322 0,'0'0'395'16,"-2"-12"-35"-16,2 12-77 0,0 0 9 0,-1-14-88 15,1 14 23-15,0 0-66 0,-2-14 18 0,2 14-78 16,0 0 38-16,-2-13-48 0,2 13 21 0,0 0-45 16,-2-12 28-16,2 12-41 0,0 0 15 0,0 0-32 15,-1-11 15-15,1 11-33 0,0 0 25 0,0 0-5 16,0 0-17-16,-2-13-37 0,2 13 29 0,0 0-31 16,0 0 26-16,0 0-33 0,0 0 32 0,0 0-28 15,0 0 24-15,0 0-22 0,0 0 28 0,0 0-31 16,0 0 33-16,0 0-27 0,0 0 28 0,0 0-33 15,0 0 36-15,-2-8-18 0,2 8 38 0,0 0-5 0,0 0 38 16,0 0-6-16,0 0 24 0,0 0-3 0,0 0 10 16,0 0-14-16,0 0 10 0,0 0-15 0,0 0 5 15,0 0-11-15,0 0-3 0,0 0-14 16,0 0-12-16,0 0-2 0,0 0-2 0,0 0-13 0,0 0 0 16,0 0-13-16,0 0 6 0,0 0-9 15,0 0 4-15,0 0-8 0,0 0 6 0,0 0-6 16,0 0 3-16,0 0-8 0,0 0 5 0,0 0-5 0,0 0 6 15,0 0-8-15,0 0 6 0,0 0-5 0,0 0 6 16,0 0-7-16,0 0 9 0,0 0-7 0,0 0 2 16,0 0 4-16,0 0 0 0,0 0-3 0,0 0 18 15,0 0 3-15,0 0 11 0,0 0 11 0,0 0 8 16,0 0 6-16,0 0 7 0,0 0 7 0,0 0 4 16,0 0 4-16,0 0 1 0,0 0 3 0,0 0 5 15,0 0 7-15,0 0-5 0,0 0 1 0,0 0 2 16,0 0-4-16,0 0-7 0,0 0-1 0,0 0-13 15,0 0-7-15,0 0-7 0,0 0-12 0,0 0-3 16,0 0-6-16,0 0-1 0,0 0-8 0,0 0-3 16,0 0 1-16,0 0-8 0,0 0 1 0,0 0-1 15,0 0-7-15,0 0 2 0,0 0-1 0,0 0 4 16,0 0-4-16,0 0 10 0,0 0-13 0,0 0 2 16,0 0-1-16,0 0 0 0,0 0-3 0,0 0 0 15,0 0-2-15,0 0 3 0,0 0-3 0,0 0 1 16,0 0-2-16,0 0-1 0,0 0 2 0,0 0-2 15,0 0-2-15,0 0 1 0,0 0 1 0,0 0 0 0,0 0 0 16,0 0 1-16,0 0 0 0,0 0-3 0,0 0-3 16,0 0-1-16,0 0 3 0,0 0 0 0,0 0 9 15,0 0-8-15,0 0-4 0,0 0 1 0,0 0 16 16,0 0-14-16,0 0-2 0,0 0 2 0,0 0 5 16,0 0-4-16,0 0 4 0,0 0-5 0,0 0 2 15,0 0 3-15,0 0-2 0,0 0 3 0,0 0-1 16,0 0 0-16,0 0 1 0,0 0 4 0,0 0 0 15,0 0-4-15,0 0 1 0,0 0 1 0,0 0-3 16,0 0 1-16,0 0 2 0,0 0 3 0,0 0-1 16,0 0-5-16,0 0 4 0,0 0-3 0,0 0 1 15,0 0-3-15,0 0-2 0,0 0 5 0,0 0-3 16,0 0 4-16,0 0-5 0,0 0-1 0,0 0 17 16,0 0-19-16,0 0-1 0,0 0 0 0,0 0 0 15,0 0 1-15,-4-9 0 0,4 9 6 0,0 0-6 16,0 0-1-16,0 0 5 0,0 0-5 0,0 0 1 15,0 0-1-15,0 0 3 0,0 0-3 0,0 0 2 0,0 0-9 16,0 0-2-16,0 0-4 0,0 0 2 0,0 0 0 16,0 0 9-16,0 0-5 0,0 0 0 0,0 0-3 15,0 0 9-15,0 0-3 0,0 0 0 16,0 0-1-16,0 0 2 0,0 0-2 0,0 0 3 0,0 0 0 16,0 0 7-16,0 0-2 0,0 0-1 0,0 0-3 15,0 0 5-15,0 0-3 0,0 0 2 0,0 0 1 16,0 0 4-16,0 0-7 0,0 0 2 0,0 0 1 15,0 0 1-15,0 0-4 0,0 0-2 0,0 0 2 16,0 0-13-16,0 0 2 0,0 0-7 0,0 0-2 16,0 0 2-16,0 0 1 0,0 0-6 15,0 0-3-15,0 0-5 0,0 0 0 0,0 0-5 0,0 0 6 16,0 0-2-16,0 0-2 0,0 0 2 0,0 0 2 16,0 0 1-16,0 0 6 0,0 0-1 0,0 0 4 15,0 0 5-15,0 0 0 0,0 0 2 0,0 0 3 16,0 0-2-16,0 0 1 0,0 0 0 0,0 0-1 15,0 0 1-15,0 0 2 0,0 0-7 0,0 0-5 16,0 0 0-16,0 0-7 0,0 0 10 0,0 0-7 0,0 0 3 16,0 0 3-16,0 0 1 0,0 0 3 0,0 0 1 15,0 0 6-15,0 0 0 0,0 0 1 16,0 0 2-16,0 0 7 0,0 0-5 0,0 0 2 16,0 0 5-16,0 0-5 0,0 0 2 0,0 0 2 0,0 0-3 15,0 0-2-15,0 0 2 0,0 0 6 0,0 0-3 16,0 0-2-16,0 0 2 0,0 0 5 0,0 0-6 15,0 0 1-15,0 0 0 0,0 0 1 0,0 0 0 16,0 0-1-16,0 0-2 0,0 0 4 0,0 0-2 16,0 0 1-16,0 0-5 0,0 0 5 0,0 0-2 15,0 0 1-15,0 0-2 0,0 0 3 16,0 0-4-16,0 0 2 0,0 0 2 0,0 0 2 0,0 0-5 16,0 0-1-16,0 0 6 0,0 0 8 0,0 0-15 15,0 0 4-15,0 0-1 0,0 0 1 0,0 0-3 16,0 0 2-16,0 0 0 0,0 0-1 0,0 0 1 15,0 0 3-15,0 0 0 0,0 0-6 0,0 0 4 0,0 0-1 16,0 0 2-16,0 0-1 0,0 0 0 16,0 0 2-16,0 0-4 0,0 0 4 0,0 0-2 0,0 0 0 15,0 0-2-15,0 0 3 0,0 0-1 0,0 0-4 16,0 0 6-16,0 0-2 0,0 0 0 0,0 0 0 16,0 0 1-16,0 0-1 0,0 0-1 0,0 0 3 15,0 0-2-15,0 0 1 0,0 0-2 0,0 0 2 16,0 0-3-16,0 0-4 0,0 0 10 0,0 0-2 15,0 0-1-15,0 0 0 0,0 0 1 0,0 0-3 16,0 0 0-16,0 0 2 0,0 0-2 0,0 0 0 16,0 0 0-16,0 0 2 0,0 0-3 0,0 0 1 15,0 0 2-15,0 0-3 0,0 0 2 0,0 0 1 16,0 0-1-16,0 0-5 0,0 0 6 0,0 0 1 16,0 0-4-16,0 0-1 0,0 0 5 0,0 0-1 15,0 0-4-15,0 0 3 0,0 0 11 0,0 0-10 16,0 0-3-16,0 0 3 0,0 0-1 0,0 0-6 15,0 0 9-15,0 0 0 0,0 0-3 0,0 0 1 16,0 0 2-16,0 0-5 0,0 0 0 0,0 0 1 16,0 0 5-16,0 0-5 0,0 0 3 0,0 0 1 15,0 0-3-15,0 0-2 0,0 0 8 0,0 0-5 0,0 0-2 16,0 0 5-16,0 0-1 0,0 0-3 0,0 0 2 16,0 0 2-16,0 0 1 0,0 0-2 15,0 0 3-15,0 0-1 0,0 0 0 0,0 0 1 16,0 0 5-16,0 0-7 0,0 0 2 0,0 0-4 0,0 0 3 15,0 0-2-15,0 0-4 0,0 0 11 16,0 0-5-16,0 0-3 0,0 0 1 0,0 0 1 16,0 0 0-16,0 0-1 0,0 0 3 0,0 0-5 0,0 0-1 15,0 0 4-15,0 0-4 0,0 0 9 0,0 0-12 16,0 0 3-16,0 0-2 0,0 0 2 0,0 0 0 16,0 0-4-16,0 0 1 0,0 0 4 15,0 0 1-15,0 0-3 0,0 0 2 0,0 0-4 0,0 0 3 16,0 0-3-16,0 0 3 0,0 0 1 0,0 0 0 15,0 0-2-15,0 0 2 0,0 0 2 0,0 0-4 16,0 0 3-16,0 0 1 0,0 0 1 0,0 0 4 16,0 0-6-16,0 0 3 0,0 0-4 0,0 0 5 15,0 0-3-15,0 0 1 0,0 0-1 0,0 0-2 16,0 0-1-16,0 0 2 0,0 0 3 0,0 0-5 0,0 0 0 16,0 0 0-16,0 0-2 0,0 0 2 15,0 0-1-15,0 0 5 0,0 0-4 0,0 0-1 16,0 0 0-16,0 0-1 0,0 0 6 0,0 0-3 15,0 0 2-15,0 0-6 0,0 0 2 0,0 0 0 16,0 0-3-16,0 0 1 0,0 0-2 0,0 0 6 16,0 0-7-16,0 0 0 0,0 0 0 0,0 0-4 15,0 0 0-15,0 0 1 0,0 0 5 0,0 0-6 0,0 0 3 16,0 0 2-16,0 0 1 0,0 0-1 0,0 0-3 16,0 0 8-16,0 0-4 0,0 0 1 0,0 0 1 15,0 0 2-15,0 0-3 0,0 0 3 0,0 0 2 16,0 0-1-16,0 0-2 0,0 0 1 0,0 0 0 15,0 0-4-15,0 0 4 0,0 0 2 0,0 0-1 16,0 0-1-16,0 0 1 0,0 0-1 0,0 0-2 16,0 0 4-16,0 0-2 0,0 0 1 0,0 0 0 15,0 0-2-15,0 0 4 0,0 0-5 0,0 0 3 16,0 0-2-16,0 0 2 0,0 0-2 0,0 0 0 16,0 0 0-16,0 0-3 0,0 0 6 0,0 0-4 15,0 0 2-15,0 0-2 0,0 0 0 0,0 0 2 16,0 0-4-16,0 0 7 0,0 0-5 0,0 0 1 15,0 0 1-15,0 0 4 0,0 0-5 0,0 0-4 16,0 0 0-16,0 0 5 0,0 0 0 0,0 0-3 16,0 0 2-16,0 0 2 0,0 0 0 0,0 0 0 15,0 0-2-15,0 0 1 0,0 0-1 0,0 0 2 16,0 0-2-16,0 0-2 0,0 0 5 0,0 0-1 0,0 0-3 16,0 0 2-16,0 0 1 0,0 0-2 15,0 0 3-15,0 0 1 0,0 0-5 0,0 0 1 0,0 0 2 16,0 0 0-16,0 0-3 0,0 0 1 0,0 0 14 15,0 0-18-15,0 0 5 0,0 0-1 0,0 0-2 16,0 0 0-16,0 0 3 0,0 0 2 0,0 0-3 16,0 0 3-16,0 0-1 0,0 0 0 0,0 0-3 15,0 0 3-15,0 0 1 0,0 0-3 0,0 0 1 16,0 0 1-16,0 0 1 0,0 0-5 0,0 0 7 16,0 0-3-16,0 0-4 0,0 0 2 0,0 0 0 15,0 0 0-15,0 0-1 0,0 0 6 0,0 0-6 16,0 0 2-16,0 0-4 0,0 0 5 0,0 0-1 15,0 0-2-15,0 0 4 0,0 0-1 0,0 0-1 16,0 0 0-16,0 0 0 0,0 0 0 0,0 0-2 16,0 0 5-16,0 0-4 0,0 0 1 0,0 0 0 15,0 0 0-15,0 0 0 0,0 0 2 0,0 0 3 16,0 0-2-16,0 0 3 0,0 0-5 0,0 0 2 16,0 0-3-16,0 0 3 0,0 0 4 0,0 0-6 0,0 0-2 15,0 0 1-15,0 0 4 0,0 0-6 0,0 0 4 16,0 0-2-16,0 0-2 0,0 0 1 0,0 0 3 15,0 0-5-15,0 0-1 0,0 0 4 0,0 0 15 16,0 0-18-16,0 0-1 0,0 0 4 0,0 0-7 16,0 0 4-16,0 0 1 0,0 0 1 0,0 0 3 15,0 0-2-15,0 0-1 0,0 0 0 0,0 0-1 16,0 0 3-16,0 0-3 0,0 0 1 0,0 0 3 16,0 0-6-16,0 0 5 0,0 0 0 0,0 0 5 15,0 0-7-15,0 0 2 0,0 0 1 0,0 0-1 16,0 0 2-16,0 0-2 0,0 0 8 0,0 0-4 15,0 0 6-15,0 0-1 0,0 0 3 0,0 0-2 16,0 0-3-16,0 0 10 0,0 0-5 0,0 0-1 16,0 0-2-16,0 0 1 0,0 0-6 0,0 0 1 15,0 0 7-15,0 0-7 0,0 0 1 0,0 0-1 16,0 0 0-16,0 0 1 0,0 0-5 0,0 0 8 16,0 0-8-16,0 0 1 0,0 0-2 0,0 0 2 15,0 0-1-15,0 0 1 0,0 0 4 0,0 0-6 16,0 0 1-16,0 0 0 0,0 0-1 0,0 0 0 15,0 0 2-15,0 0 4 0,0 0-18 0,0 0 16 16,0 0 0-16,0 0 1 0,0 0-4 0,0 0 1 0,0 0 22 16,0 0-17-16,0 0-3 0,0 0 2 0,0 0 1 15,0 0 5-15,0 0 2 0,0 0 3 16,0 0 2-16,0 0 2 0,0 0 3 0,0 0 5 16,0 0 1-16,0 0 9 0,0 0-8 0,0 0-1 0,0 0-3 15,0 0 0-15,0 0-7 0,0 0 3 0,0 0-13 16,0 0-1-16,0 0-2 0,0 0-4 0,0 0 5 15,0 0-3-15,0 0-2 0,0 0 14 0,0 0-13 16,-1-10-8-16,1 10 3 0,0 0-3 0,0 0-2 16,0 0-9-16,0 0-6 0,0 0-3 0,0 0 2 15,0 0 2-15,-2 10 7 0,2-10 12 0,-4 19-1 16,2-4-2-16,-1 1 15 0,-2 3-8 0,-2 2 0 16,3 2 5-16,-1-1 4 0,0 2-3 0,1 1-2 15,-3 0 10-15,4 0-12 0,-2 0 5 0,2-2-10 16,-1 1-20-16,1-2 29 0,-1 1-27 0,1-1 27 15,0-4-30-15,0 0 40 0,1-1-29 0,-1-1 26 16,2-2-31-16,-1-1 29 0,0-1-30 0,1-1 43 16,1-11-42-16,-2 18 36 0,2-18-33 0,-2 15 31 0,2-15-24 15,-2 12 29-15,2-12-27 0,0 0 39 0,-2 13-34 16,2-13 32-16,0 0-37 0,0 0 26 16,0 0-36-16,0 0 33 0,-2-15-39 0,2 15 25 0,2-23-9 15,1 6-24-15,1-3-24 0,1-2 0 0,2-8-4 16,3 1 9-16,2-7 10 0,0-1-12 0,3-2-6 15,-1-1 7-15,2 1 8 0,0 1 5 0,1 3 4 16,0-1 1-16,-2 4 12 0,-2 5 7 0,1 2 0 16,-2 2-2-16,0 5 4 0,-3-1-2 0,0 6 6 15,0-1-8-15,-1 3 2 0,0 1-2 0,0 0-6 16,1 3 2-16,-1 3 4 0,-8 4 3 0,19-2 7 16,-8 4-7-16,1 5 10 0,0 2-1 0,1 4 5 15,-2 2 11-15,2 1 6 0,-1 6-6 0,1 2-2 16,-3 1 0-16,0 0-1 0,0 0-2 0,-1 0 2 15,-1-3 0-15,-1 1-6 0,1-2-1 0,0 1 23 16,0 0-32-16,-1-3-9 0,1 2-35 0,-1-3-54 16,0-3-49-16,-2-1-53 0,2 0-56 0,-1-1-56 15,-1-3-14-15,-1-1-24 0,1 0-59 0,-5-9-81 0,7 9-470 16,-7-9-547-16</inkml:trace>
  <inkml:trace contextRef="#ctx0" brushRef="#br0" timeOffset="66926.1424">6384 7207 167 0,'-14'-1'545'0,"1"1"-163"0,13 0-3 0,-19-2-57 0,19 2 67 15,-15-1-35-15,15 1-15 0,-13-1-39 0,13 1-36 16,0 0-50-16,-15-3-35 0,15 3-48 0,0 0-19 16,0 0-33-16,4-11-9 0,-4 11-25 15,13-7-29-15,-2 4-67 0,4-3-41 0,0 3-90 0,2-1-11 16,2 0-80-16,0 2-46 0,1-2-88 0,5 0-465 15,-3 0-425-15</inkml:trace>
  <inkml:trace contextRef="#ctx0" brushRef="#br0" timeOffset="67493.365">6862 7018 27 0,'0'0'773'0,"0"0"-193"15,0-12-60-15,0 12-46 0,0 0-72 16,0 0-47-16,0-12-65 0,0 12-58 0,0 0-51 15,0 0-33-15,0 0-16 0,0 0 11 0,0 0-12 0,4 9-24 16,-4-9-2-16,3 13-20 0,-3-13-17 0,6 19 10 16,-3-7-20-16,1-2-9 0,2 2-7 15,-2 1-8-15,0-1-10 0,1 1-5 0,0-1 0 16,0 0 2-16,1-1-9 0,-1 0-5 0,-1-1-7 0,1-1-8 16,-1 0-14-16,-4-9 7 0,9 14-19 0,-9-14-3 15,8 14 0-15,-8-14 2 0,6 9 8 0,-6-9 10 16,5 7 0-16,-5-7 2 0,0 0-11 0,0 0-11 15,12 1-3-15,-12-1-1 0,9-8 1 0,-9 8-17 16,11-12 10-16,-6 3-1 0,0 0 9 0,1 2-3 16,-1-2 16-16,-5 9 0 0,9-13 15 0,-9 13-8 15,8-13 10-15,-8 13-10 0,8-10 9 0,-8 10-10 16,7-8 9-16,-7 8-10 0,8-6 11 0,-8 6-7 16,0 0 11-16,17-3-8 0,-17 3 13 0,13 5-7 15,-13-5 6-15,18 7-5 0,-5-2 14 0,1 1-9 16,0 1 6-16,2 0-8 0,3 0 8 0,1 2-10 15,-1-2 6-15,1-1-29 0,1 1-8 0,-1 0-29 16,-2-3 14-16,0 2-26 0,-2-2 18 0,1 0-8 0,-6-2 41 16,1 1-7-16,-12-3 47 0,21 2 5 15,-21-2 22-15,18-3 3 0,-18 3 50 0,12-8-7 16,-12 8 20-16,9-10 14 0,-9 10 12 0,5-17-13 16,-5 17 23-16,4-14 35 0,-4 14-2 0,1-16-23 15,-1 16-27-15,0-13 0 0,0 13-7 0,1-12-13 0,-1 12-25 16,0 0-19-16,1-13-24 0,-1 13-2 15,0 0-9-15,0 0-13 0,0 0-4 0,0 0 2 0,0 0-25 16,6 7 22-16,-6-7-7 0,4 11-38 0,-4-11-25 16,7 17-28-16,-2-9-20 0,0 3-31 0,0-3-36 15,2 3-39-15,-1-2-44 0,1 1-40 0,1-2-36 16,-1 0-71-16,0 1-104 0,1-3-506 0,-1 0-624 16</inkml:trace>
  <inkml:trace contextRef="#ctx0" brushRef="#br0" timeOffset="67693.7631">7331 6982 149 0,'-6'-10'627'16,"0"1"-155"-16,0 3-108 0,1-1-53 0,5 7-38 15,-10-12-49-15,10 12-34 0,-8-10-36 0,8 10-34 0,-7-11-57 16,7 11-78-16,0 0-43 0,-6-7-66 15,6 7-19-15,0 0-97 0,0 0-141 0,0 0-243 16,12 7-137-16</inkml:trace>
  <inkml:trace contextRef="#ctx0" brushRef="#br0" timeOffset="67960.0095">7681 6861 120 0,'5'-11'748'0,"-3"0"-130"0,0 1-55 15,-2 10-77-15,2-19-55 0,-2 19-5 0,2-18-19 16,-2 18-22-16,0-14-34 0,0 14-77 0,0-14-32 16,0 14-78-16,0 0-25 0,1-13-57 0,-1 13 8 15,0 0-28-15,0 0 13 0,7 8-29 0,-3 0 20 16,0 4-34-16,2 3 32 0,0 4-32 0,0 2 28 16,0 2-7-16,1 4-6 0,1 0-9 15,-1 3-11-15,0 1-2 0,0 0-4 0,0-2-6 0,1 2 3 16,-1-2-35-16,1 0 5 0,1-1-34 0,-1-2-44 0,0-2-31 15,-1-5-50-15,3 2-45 0,-2-2-43 16,1-1-47-16,0 0-48 0,-1-4-27 0,1 0-103 16,-1-4-104-16,1 1-400 0,-3-4-585 0</inkml:trace>
  <inkml:trace contextRef="#ctx0" brushRef="#br0" timeOffset="70193.6045">6300 8220 102 0,'0'0'162'0,"0"0"-26"15,0 0-40-15,0 0-2 0,0 0-13 0,0 0 4 16,0 0 9-16,0 0 7 0,0 0 21 0,0 0 3 15,0 0 22-15,0 0-14 0,0 0 39 0,0 0-42 16,0 0 44-16,0 0-3 0,0 0-14 0,0 0-15 16,0 0-27-16,0 0 8 0,0 0-3 0,0 0-1 15,0 0-7-15,0 0-1 0,0 0-11 0,0 0-5 16,0 0-11-16,0 0-9 0,0 0-4 0,0 0-5 16,0 0-13-16,0 0-4 0,0 0-5 0,0 0-5 15,0 0-10-15,0 0-3 0,0 0-2 0,0 0-3 16,0 0-5-16,0 0-3 0,0 0 1 0,0 0-7 15,0 0 4-15,0 0-2 0,0 0-2 0,0 0-3 16,0 0 3-16,0 0-2 0,0 0-5 0,0 0 7 16,0 0 0-16,0 0 0 0,0 0-2 0,0 0 4 15,0 0 3-15,0 0-7 0,0 0 10 0,0 0-3 16,0 0-1-16,0 0-3 0,0 0 3 0,0 0-7 16,0 0-1-16,0 0 4 0,0 0-2 0,0 0-3 15,0 0-2-15,0 0 3 0,0 0 0 0,0 0-13 0,0 0 13 16,0 0 2-16,0 0-3 0,0 0-2 0,0 0 3 15,0 0-2-15,0 0 1 0,0 0-2 16,0 0 0-16,0 0 1 0,0 0-1 0,0 0 1 16,0 0 4-16,0 0-4 0,0 0 1 0,0 0-1 0,0 0-2 15,0 0-2-15,0 0 8 0,0 0-10 0,0 0 7 16,0 0 0-16,0 0 0 0,0 0 0 0,0 0-1 16,0 0 1-16,0 0-7 0,0 0 6 0,0 0 2 15,0 0-1-15,0 0 0 0,0 0 3 0,0 0-3 16,0 0-5-16,0 0 3 0,0 0 2 0,0 0 1 15,0 0-2-15,0 0 2 0,0 0 1 0,0 0-6 16,0 0 7-16,0 0 0 0,0 0-2 0,0 0 0 16,0 0-1-16,0 0 0 0,0 0-4 0,0 0 5 15,0 0-1-15,0 0-3 0,0 0-1 0,0 0 4 16,0 0 0-16,0 0-7 0,0 0 10 0,0 0-3 16,0 0 1-16,0 0-3 0,0 0 3 0,0 0 1 15,0 0-7-15,0 0 4 0,0 0-1 0,0 0 0 16,0 0 0-16,0 0-2 0,0 0 1 0,0 0-16 15,0 0 15-15,0 0-3 0,0 0-2 0,0 0-7 16,0 0 2-16,0 0-1 0,0 0 0 0,0 0 1 16,0 0 0-16,0 0 0 0,0 0 1 0,0 0 3 15,0 0 2-15,0 0 3 0,0 0-1 0,0 0 1 16,0 0 0-16,0 0-5 0,0 0 9 0,0 0-5 0,0 0 4 16,0 0 1-16,0 0 1 0,0 0-1 0,0 0 0 15,0 0 1-15,0 0-9 0,0 0 9 0,0 0-3 16,0 0 4-16,0 0-1 0,0 0 2 0,0 0-3 15,0 0-1-15,0 0 4 0,0 0 3 0,0 0-1 16,0 0-4-16,0 0 7 0,0 0 0 0,0 0-6 16,0 0 5-16,0 0 1 0,0 0-1 0,0 0-4 15,0 0 3-15,0 0-3 0,0 0-4 0,0 0 3 16,0 0 2-16,0 0-7 0,0 0 0 0,0 0 6 16,0 0-3-16,0 0-5 0,0 0 8 0,0 0 0 15,0 0-3-15,0 0-1 0,0 0 4 0,0 0-2 16,-13 0 0-16,13 0 25 0,0 0 6 0,0 0 1 15,0 0 5-15,0 0-1 0,-8-7 11 0,8 7-3 16,0 0 16-16,0 0 15 0,-5-10 18 0,5 10 6 16,0 0-15-16,-6-10-13 0,6 10-12 0,-6-10 17 15,6 10-4-15,-5-9 10 0,5 9 3 0,-6-11-12 16,6 11-5-16,-6-10 6 0,6 10 24 0,-6-11 14 0,6 11-2 16,-5-8-9-16,5 8-19 0,0 0-19 0,-6-10-17 15,6 10-12-15,0 0-10 0,0 0-14 16,-5-9 8-16,5 9-11 0,0 0-18 0,0 0 6 0,0 0 2 15,4 17 4-15,-2-7 13 0,1 1-31 0,2 4 50 16,0 0-41-16,0 2 39 0,1 3-30 0,1 2 37 16,1-1-41-16,0 2 50 0,3 1-48 0,1 1 40 15,0-1-13-15,0-1-5 0,2 2-2 0,0-3-3 16,1 0 3-16,-1-1-9 0,-1-4-1 0,0 0-3 16,-1-2 0-16,1-1 2 0,-3-2-2 0,2-2-2 15,-3 1-1-15,1-3 1 0,-2-2 5 0,0 0 2 16,-8-6 2-16,17 6-4 0,-17-6 2 0,15 0-3 15,-15 0-2-15,15-9 1 0,-7 0-33 0,1 0 40 16,-1-5-38-16,-1-1 35 0,0-4-34 0,0-1 34 0,-1-1-24 16,-1 0 26-16,0-1-35 0,-1 0 37 15,0 1-41-15,0 1 45 0,-2 3-43 0,1-1 43 16,-1 1-7-16,-1 2-3 0,1 3-1 0,-1 0-4 0,0 0-10 16,-1 12-44-16,3-19-45 0,-3 19-72 0,2-15-23 15,-2 15-9-15,3-9 7 0,-3 9-20 16,0 0-21-16,0 0-42 0,0 0-34 0,17 4-45 15,-17-4-30-15,11 11-65 0,-6-3-101 0,3-2-416 0,-1 2-551 16</inkml:trace>
  <inkml:trace contextRef="#ctx0" brushRef="#br0" timeOffset="71697.0279">6261 8374 539 0,'-5'-12'453'0,"5"12"-65"0,-4-12-31 0,4 12-9 16,-4-12-4-16,4 12-14 0,-2-12 4 15,2 12-12-15,-3-11-26 0,3 11-29 0,0 0-38 16,-3-11-45-16,3 11-39 0,0 0-29 0,-3-11-36 15,3 11-17-15,0 0-1 0,0 0 11 0,0 0 4 0,0 0 35 16,2 18-31-16,-2-18-6 0,3 24-7 16,-1-8 7-16,0 3-14 0,0 0 9 0,0 5 7 15,-1 0 8-15,1 1 5 0,0 1-3 0,0 0-4 0,0 0-15 16,1 0 4-16,-1-2-25 0,0 0-9 0,1 0-12 16,-1-1-3-16,0-4-4 0,0 0-5 0,0-2-5 15,0-1 5-15,-1-4-4 0,1 1-4 0,-1-2 3 16,-1-11 0-16,3 20 2 0,-3-20 7 0,2 15 16 15,-2-15 35-15,1 11 13 0,-1-11-8 0,0 0-13 16,0 0-13-16,0 0-6 0,0 0-9 16,-7-7-9-16,3-3-16 0,0-2-29 0,-1-5-7 0,-2-1-13 15,0-6-20-15,1-3-2 0,-1-3-39 0,0-1 37 16,1-3-37-16,0-5 42 0,1 4-14 0,1-1 34 16,1 1-15-16,1 0 46 0,0 2-7 0,2 4-5 15,1-1 10-15,2 4 1 0,-1-2 3 0,3 4 7 16,1 0-6-16,2-2-3 0,5 3 0 0,0 0 3 15,4 3-5-15,2 2 4 0,2 1-1 0,4 2 0 0,1 5 2 16,1 0-2-16,-3 3-3 0,2 3-1 0,1 0-1 16,0 2-12-16,0 4-7 0,-1 2 5 15,-2 0-3-15,1 3 6 0,-1 1-3 0,-1 1-1 0,-4 1 3 16,-1 0 2-16,-1 1 3 0,-5-2 0 0,-1 2 4 16,-3 0 9-16,-3 2-4 0,-3-2 3 0,-4 0-1 15,-3 4 13-15,-3-2 0 0,-4 1 2 0,-4 0-4 16,-4 3-6-16,-2-1 8 0,-2-1-2 0,0-1 0 15,1-1 0-15,2-4-4 0,2 1 1 0,1 1-3 16,4-4-14-16,1 0 2 0,1-1-7 0,2 0-13 16,1-1 6-16,1 2-18 0,8-7-12 0,-12 11 17 15,12-11 1-15,-5 11 10 0,5-11 7 0,0 0 5 16,4 17 2-16,-4-17 5 0,13 12 1 0,-4-6 4 16,2 0 3-16,1 1 1 0,2 0 0 0,1 0-4 15,-1 0 6-15,3 0 4 0,-2 1-3 0,4 1 1 16,-1-1 0-16,2 0 0 0,0 1-1 0,0 1 1 15,1-3-2-15,0 4 3 0,-2-4-1 0,1 3 1 16,-1-2-1-16,-4 0 0 0,1-2 3 0,-3 1 7 0,-2-1 5 16,0 0 6-16,-2-1 15 0,-9-5 15 15,16 8 11-15,-16-8 23 0,9 6-14 0,-9-6 22 16,0 0 4-16,-2 15-18 0,2-15-17 0,-19 10-37 16,5-4 21-16,-7 0-34 0,-4 2 27 0,-5-1-12 0,-4 1-4 15,-1-1-8-15,-6 1-1 0,-3 0-37 0,8 0-36 16,0-3-35-16,2 1-45 0,3 0-35 15,5-2-44-15,3 1-65 0,5-3-123 0,0 2-1 0,7-3-126 16,11-1-630-16,0 0-778 0</inkml:trace>
  <inkml:trace contextRef="#ctx0" brushRef="#br0" timeOffset="72528.6232">7215 8528 706 0,'1'-16'679'0,"-3"5"-156"0,2 11-88 0,-5-21-87 15,2 10-15-15,0-1-3 0,1-1-54 0,0 1-26 16,1-2-23-16,1 2-22 0,1 0-67 0,2 0-31 16,1 0-20-16,3 0-16 0,4 1-18 0,1 2-13 15,0 1-10-15,4 2-6 0,0 2-7 0,2 2 20 0,-4 0-30 16,4 5 17-16,0 0-24 0,-3 1 20 15,1 2-17-15,-2 4 16 0,2-1-20 0,-5 3 15 16,0-1-20-16,-1 2 21 0,-3 0-21 0,-2 1 5 0,-1 0 1 16,-3-1 1-16,-2 1-2 0,-3 1 6 0,-3-1-5 15,-2-1 2-15,-3 2 0 0,-2-2 0 0,-4 0-1 16,-1-2 0-16,-1-1 0 0,-3-1-3 0,0-1 1 16,1-2 4-16,0-1 1 0,2-3-5 0,3 0 1 15,1-3-17-15,3-1-23 0,1-3-19 0,3-2-31 16,2-1-18-16,4-3-24 0,2 0-21 0,4-5-25 15,3-3-21-15,4-1 5 0,6-5-1 0,3-3 12 16,3-1 15-16,2 1 21 0,0-2 30 0,-1 1 30 16,1 0-21-16,-1-1 81 0,-1-1 30 0,-2 2 20 15,-1 0-24-15,-1-2 78 0,-5 5 20 0,-1-3 35 16,1 2 3-16,-3 2 38 0,-3 3 40 0,1 1 14 16,-3 0-19-16,0 1-30 0,-2 4-14 0,-1-1 4 15,1 2 11-15,-2 3-7 0,1 0-19 0,-1 2-7 16,-1 10-46-16,2-17-8 0,-2 17-39 0,2-13-4 15,-2 13-15-15,0 0 6 0,0 0-23 0,0 0 24 16,12 13-19-16,-7 0 26 0,0 3-13 0,1 8 33 16,3 2-6-16,-1 5-34 0,2 6 31 0,2-1-37 0,-1 4 30 15,0 0-30-15,2 0-11 0,-1 0 31 0,2-1-27 16,-1 0-10-16,0-1-6 0,1-1 30 0,-1-4-34 16,-1-5 33-16,-2-1 3 0,-2-5-13 0,1-2-6 15,-3 0-1-15,0-6-3 0,-1-1-2 0,0 1 5 16,-1-4 7-16,1-1-2 0,-2 0 1 0,-3-9 0 15,6 10-4-15,-6-10-3 0,0 0-2 0,0 0-4 16,0 0-12-16,0 0-44 0,7-9 14 0,-7 9-41 16,2-18 15-16,-1 5-33 0,2 0 9 0,0-3-1 15,2 1 10-15,0-1 23 0,1 1-1 16,0-1 11-16,1 2-1 0,2 0 12 0,0 2 1 0,1 1 10 16,2 0-4-16,-1 2 12 0,1 2-6 0,2 1 10 15,-1 0-5-15,0 3 6 0,0 0-3 0,1 3 15 16,-1 2-10-16,-1 1 14 0,4 0-17 0,-3 2 20 15,1 0-2-15,-1 2 13 0,0 1 0 0,-2 1 9 16,0-1 1-16,0 1-6 0,-2-1 21 0,0 2-14 16,0 0 30-16,-4-1-15 0,0-1 36 0,-1 0-25 15,-4-8 31-15,4 16-31 0,-4-16 38 0,-4 18-20 0,-1-9-14 16,-4 1-9-16,-5 0-14 0,-3 1-19 0,-3-1-51 16,-3-2-92-16,-4 2-96 0,-2-3-152 0,5 0-154 15,-3-2-211-15,1-1-633 0,4-3-971 0</inkml:trace>
  <inkml:trace contextRef="#ctx0" brushRef="#br0" timeOffset="73878.9927">5891 9414 100 0,'0'0'455'0,"-14"-2"-97"0,14 2-72 16,0 0 8-16,-13-5-70 0,13 5 22 0,0 0-48 16,-11-6 47-16,11 6-17 0,0 0-23 0,-10-7-11 15,10 7 4-15,0 0-11 0,-10-6-19 0,10 6-13 16,0 0-18-16,0 0-18 0,-8-6-14 0,8 6-16 16,0 0-12-16,0 0-15 0,0 0-9 0,0 0-12 15,-9-4-6-15,9 4-9 0,0 0-6 0,0 0-4 16,0 0-9-16,0 0 4 0,0 0-2 0,0 0-1 15,0 0-3-15,0 0 0 0,0 0 1 0,0 0-2 16,0 0 12-16,0 0 12 0,0 0 15 0,-9-4 14 16,9 4 11-16,0 0 15 0,0 0 13 0,0 0-7 15,0 0 0-15,0 0 8 0,0 0 0 0,0 0-17 16,0 0 24-16,0 0 0 0,0 0 15 0,0 0-20 16,0 0-5-16,0 0-8 0,0 0 1 0,0 0-10 15,0 0-4-15,0 0 1 0,0 0-11 0,0 0 0 0,0 0-8 16,0 0-11-16,0 0-10 0,0 0-11 15,0 0-5-15,0 0-2 0,0 0 1 0,12-9-3 16,-12 9 1-16,28-5 0 0,-4 2-3 0,9-1-3 0,11-2 2 16,7 0-2-16,5 0-2 0,3-1-4 0,12 0 2 15,0-1-3-15,-1 1-34 0,0 1 51 0,-11 1-48 16,-3 0 37-16,-2 2-50 0,-3-2 18 0,-10 4-59 16,-4-2 8-16,-7 1-61 0,-3 0 0 0,-4 2-14 15,-3-3-6-15,-2 1 4 0,-3 1 3 0,-3 1-28 16,-12 0-37-16,14-1-19 0,-14 1 14 0,0 0 17 15,0 0-10-15,0 0 8 0,-17 2 14 0,17-2 15 16,-25 2 38-16,9 1 24 0,-1-1 22 0,0 1 17 16,-1-1 12-16,0 0 16 0,1 1 5 0,-1-1 4 15,2 0 19-15,1 1 5 0,3-2 21 0,-1 1 8 16,13-2 5-16,-20 3-8 0,20-3 0 0,-16 2 1 16,16-2 7-16,-13 5 45 0,13-5 19 0,-8 7 6 15,8-7-5-15,-5 9 20 0,5-9-2 0,0 13 8 0,0-13 11 16,7 16-15-16,-4-4 16 0,3 1 11 0,0 1-23 15,0 2-7-15,3 2-14 0,-1 1-7 16,0 0-13-16,1 1-11 0,0 1-13 0,0 0-13 16,-1-1 1-16,2 1 3 0,-2 0-18 0,-1-1 13 0,0 0-21 15,0 0 12-15,-3-4-21 0,0 1 12 0,-1 0-12 16,-1-1 17-16,-2-3-19 0,-1 0 18 0,-2 2-4 16,-1-1 2-16,-4 0-13 0,0-2 10 0,-2 0-17 15,-5 1 15-15,0-2-14 0,-2 0 12 0,-2-1-16 16,-3-2 7-16,0-1-3 0,-1-1 12 0,-1-1-16 15,-1-1 16-15,-1-2-19 0,1-1 20 0,2 0-20 16,-1-3 18-16,0 1-21 0,3-1 18 0,1-1-24 16,2 1 2-16,0-2-26 0,3 2-1 0,3-2-57 15,0 2-7-15,12 2-55 0,-18-6-45 0,18 6-52 16,-10-6-23-16,10 6-36 0,0 0-68 0,13-10-94 16,1 7-431-16,3-3-476 0</inkml:trace>
  <inkml:trace contextRef="#ctx0" brushRef="#br0" timeOffset="74662.4521">6999 9769 115 0,'19'-4'725'0,"-19"4"-151"0,10-6-67 16,-10 6-40-16,7-6-67 0,-7 6-36 16,6-9-37-16,-6 9-22 0,5-12-22 0,-5 12-18 0,6-14-59 15,-6 14-40-15,9-15-25 0,-3 7-25 0,1 0-24 16,2 0-14-16,1 0-17 0,1 0-10 0,2 2-9 15,-2 0-11-15,1 4-1 0,-1-3-18 16,3 4 6-16,-1 1-1 0,2 0-3 0,-1 2-4 0,3 3 2 16,-2 0 14-16,1 2-12 0,-2 0-11 0,0 2 7 15,0 0-7-15,-1 1 6 0,-1 0-6 0,-2 1 7 16,0 0-7-16,-2-1 10 0,0 1-6 0,-4-2 11 16,-1 0-4-16,-3-9 4 0,2 18 9 0,-2-18-7 15,-6 17 10-15,-1-10-3 0,-4 1-1 0,-1-1-9 16,-4 0-10-16,-4-1 5 0,-2-1-5 0,-3-1-1 15,0-2-7-15,-1-1 7 0,2-1 0 0,1 0 0 0,1-1 0 16,3-2 0-16,1 0-6 0,3-2-31 16,1-1-27-16,6 0-5 0,2-2-22 0,6 8-2 15,-2-18-13-15,8 5-13 0,3 1-16 0,5-2-8 16,6-4-24-16,4 1 8 0,8-3-5 0,0-2 8 0,3 3 3 16,1-2 12-16,-1-1 13 0,0 0 22 15,-1 0 16-15,-1-2 18 0,-1 1 21 0,-2-1 15 16,-3 3 39-16,-4 2 44 0,-3-1 13 0,-1 2 28 0,-5 2 16 15,0-1 21-15,-3 2 23 0,-3 2 12 0,1-1 1 16,-3 0-31-16,0 0 0 0,-3 3 8 0,0 1 9 16,-3 10 4-16,3-18-24 0,-3 18 29 0,1-15-48 15,-1 15 12-15,3-12-57 0,-3 12 12 0,0 0-44 16,0 0 45-16,0 0-20 0,0 0 55 0,-5 9-46 16,3 2 36-16,0 4-52 0,1 3 41 0,-1 0-7 15,1 2 0-15,0 5-59 0,1 0 36 0,2 2-47 16,-1-1 31-16,2 0-44 0,0 0 33 0,0 0-43 15,3-1 36-15,-2 0-37 0,1 0 30 0,0-1-34 16,1-1 2-16,1-3 1 0,-2-1-9 0,0-4-6 16,0 1-2-16,0-4-2 0,-1-1-9 0,0-1-6 15,2 0-3-15,-1-3 12 0,-5-7-4 0,11 13-7 16,-11-13-14-16,15 5-13 0,-15-5 4 0,18-2-36 0,-8-1 29 16,0-3-41-16,1-1 15 0,1-3-6 15,-1 0 23-15,0-1 14 0,1 0 13 0,-1 0 4 16,-1 0 12-16,1 1 9 0,-2 1 9 0,-1 0 10 15,-1 3 12-15,-1-1 2 0,-6 7 18 0,12-12-17 0,-12 12 12 16,9-6-12-16,-9 6 36 0,11-5-23 16,-11 5 28-16,0 0-17 0,18 4 25 0,-18-4-38 15,17 6 33-15,-9-2-37 0,3 1 39 0,1 1-48 0,0 1 21 16,2-1-64-16,0 1-45 0,2-1-43 0,-1 1-72 16,2-1-81-16,-1 1-65 0,0 0-51 15,0-2-43-15,2 0-85 0,-2-1-90 0,0 1-337 0,0-2-536 16</inkml:trace>
  <inkml:trace contextRef="#ctx0" brushRef="#br0" timeOffset="75063.7087">8379 9619 182 0,'3'-12'601'16,"-1"4"-94"-16,-2 8-33 0,4-19 0 0,-4 19 1 16,2-17 19-16,-2 17-2 0,3-13-58 0,-3 13-36 15,2-10-95-15,-2 10-33 0,0 0-79 0,3-12-15 16,-3 12-40-16,0 0 54 0,0 0-54 0,0 0 31 15,0 0-53-15,4 15 22 0,-4-15-58 0,4 16 25 16,-2-6-41-16,1 2 23 0,1 0-47 0,-1 2 26 16,1 1-43-16,1 0 32 0,0 1-46 0,0-1-7 15,-1-1 7-15,2 1-4 0,-2-1-1 0,2-1-6 16,-2-2-9-16,0 0-5 0,0-2-16 0,0-1 3 0,-4-8 9 16,7 13-3-16,-7-13 3 0,10 11 6 0,-10-11-19 15,11 2-12-15,-11-2-14 0,16-4 7 16,-8-2-48-16,2-2 22 0,2-2-29 0,0-4 8 0,1-1 1 15,0 0 16-15,1-2 14 0,-1 0 16 0,0 3 12 16,-2 0 11-16,0 2 34 0,-2 1 15 0,-1 1 39 16,0 3-17-16,-2-1 32 0,-6 8-46 0,11-11 25 15,-11 11-2-15,10-7 11 0,-10 7 2 0,13-2 9 16,-13 2-5-16,13 2-6 0,-13-2 1 0,20 7 1 16,-9-3-15-16,5 1-10 0,-1 2-39 0,6-1 37 15,1 0-41-15,4 1-11 0,5-1-117 0,3 1-55 16,2 0-43-16,6 2-87 0,1-1-75 0,-7-2-86 15,0-1-134-15,-2 3-721 0,-1-5-937 0</inkml:trace>
  <inkml:trace contextRef="#ctx0" brushRef="#br0" timeOffset="77380.575">6572 11067 643 0,'1'-19'730'0,"0"3"-137"0,-1 2-96 15,0 1-64-15,0 1-25 0,0 12-17 0,0-22-30 16,0 22-48-16,0-17-71 0,0 17-40 0,0-11-50 16,0 11-23-16,0 0-21 0,0 0 3 0,0 0-17 15,0 0 31-15,13 11-25 0,-9 3-12 0,2 0-8 16,0 7-11-16,2 0-43 0,-3 3 35 0,2 4-34 16,0 1 19-16,-1 0-34 0,1 1 26 0,-2-1-35 15,0-1 1-15,-1-3 3 0,0 0-2 0,-1-1-2 16,2-1 2-16,-2-1 26 0,-1-4-30 0,0 0 24 15,0-2-28-15,-1-4 31 0,0 0-32 0,1-2 42 0,-2-10-10 16,1 18 48-16,-1-18-51 0,0 0 30 16,-2 13-46-16,2-13-1 0,0 0 3 0,-11-9-7 15,4 1 2-15,0-4-3 0,-2-4 30 0,0-3-41 0,-2-6 29 16,0-4-12-16,-2-7-13 0,1-2-4 16,1-2-9-16,1-3-2 0,1 1 0 0,2-1 4 0,0 1-26 15,2-1 37-15,2 7-32 0,2 1 34 0,2 0-27 16,2 1 4-16,2 2 34 0,0 1-33 0,2 2 31 15,3 0-7-15,1 4 0 0,2 0-29 0,4 4 36 16,0 0-40-16,4 5 35 0,2 1-42 0,-2 5 51 16,4 3-36-16,2 3 31 0,1 4-25 0,0 2 28 15,4 6-35-15,0 1 41 0,2 8-29 0,-1 2 30 16,-3 3-30-16,-1 3 26 0,-3 3-28 0,-3 1 35 16,-3 4-3-16,-2-1-4 0,-4 1-7 0,-3-4-3 15,-5 2-4-15,-1-2-13 0,-4-2-5 0,-3 0-29 16,-2-2 18-16,-2 2-20 0,-5 0 10 0,-1-3-15 15,-3-2 4-15,1-1-13 0,-4-3-11 0,2-2-11 16,-2-4-19-16,0-1 10 0,-2-2-24 0,0-2 27 16,3-2-5-16,-1-4-25 0,0-1-16 0,0 0 7 15,0-4 10-15,3-1 14 0,-1 0 9 0,3-3 15 16,2-1 13-16,0 2 1 0,3 0 17 0,1 0 32 0,7 7 18 16,-13-11-2-16,13 11 0 0,-8-9 3 15,8 9 5-15,0 0 21 0,-7-7-4 0,7 7 14 16,0 0 23-16,0 0 13 0,7 9-2 0,-7-9 3 0,14 13 16 15,-5-1 5-15,5 0 0 0,2 3 10 0,2 2-36 16,4 1 14-16,1 1-20 0,6 2-5 0,1 0-20 16,1 0 9-16,2-1-23 0,1-1 11 15,1 0-18-15,1-4 14 0,2 0-18 0,-1-2 14 0,-3-4-19 16,0-1 8-16,-1-1-13 0,1-2 8 0,0-1-13 16,-4-2 12-16,0-1-18 0,-1-3 6 0,0 0-21 15,-2-1 14-15,0-1-22 0,-1-3 22 0,-3 0-17 16,0-3 25-16,-2-1-18 0,-2 1 25 0,-1-2-28 15,-2-2 8-15,-2 0 7 0,-3-1 14 0,0-1 5 16,-4 1 8-16,-2 1 17 0,-3-1 4 0,0 3 19 16,-3-1-6-16,-2 0-3 0,-1 0-4 0,-3 1-7 15,-2 1 2-15,-1 2 6 0,-1 1-13 0,-1 0 12 16,-2 4-13-16,2 2 10 0,-3 2-25 0,0 2 30 16,-2 1-26-16,3 4 20 0,-2 1-28 0,1 3 16 15,0 1-16-15,3 3 19 0,1 0-24 0,2 1 0 16,2-1 2-16,3 1 3 0,1-2-5 0,1 3-10 15,2-3 10-15,2 1 0 0,0-3-1 0,5 1 1 0,-2 0-3 16,3-2 2-16,2 0-10 0,0-3 9 0,1-1-8 16,3 0-15-16,-1-2-7 0,1-2-16 15,-2-1-2-15,2-1 0 0,1-4-6 0,0 0-2 0,1 0 13 16,-3-4-3-16,2-1-11 0,-2-1-9 0,-1-2 21 16,-1-1-12-16,-2 0 27 0,1-2-6 0,-2 1 21 15,-3 0-9-15,-1-1 11 0,-1 3 12 0,-1-1 18 16,-2 12 20-16,2-19 3 0,-2 19 11 0,-1-19-4 15,1 19 4-15,-2-14-21 0,2 14 7 0,-2-12-20 16,2 12 10-16,0 0-17 0,-7-9 9 0,7 9-23 16,0 0 28-16,0 0-25 0,-8 10 19 0,8-10-13 15,0 13 15-15,0-13-21 0,5 17 0 0,-1-7-2 16,3 1 2-16,2 2 2 0,-1-2-2 0,2 1-2 16,2 0-25-16,2 0-6 0,4-2-25 0,-1-1-29 15,1 0-4-15,0-2-36 0,0-1 7 0,1-1-35 16,-1-2 12-16,1-2-26 0,-1 0 22 0,2-2-5 15,-1-2 28-15,-1 0 7 0,3-6 25 0,-4 0-2 16,0-3 18-16,-2-1 14 0,0-3 11 0,-4 0 14 16,1-1 25-16,-2 0 28 0,-2-2 45 0,0 4-2 15,-3-1 36-15,0 2 22 0,-1 0-1 0,-1 3 22 16,-1-2 12-16,1 4-3 0,-1-1-5 0,-2 10-37 0,2-14-15 16,-2 14-22-16,3-12-19 0,-3 12-6 0,0 0 3 15,0 0-13-15,0 0 16 0,0 0-9 0,0 0 15 16,3 12-27-16,-3-12 43 0,3 14-45 0,-3-14 19 15,4 21-29-15,-2-10 19 0,1 0-29 0,1 3 27 16,0-2-34-16,1 2 1 0,0-1-3 0,0-1 5 16,1 1-2-16,-1 1-3 0,1-5-14 0,0 2-30 15,0-2-7-15,-1 0 0 0,0-2 6 0,-5-7 4 16,8 13-1-16,-8-13 9 0,10 7-17 0,-10-7 7 16,0 0 14-16,13 2-8 0,-13-2-2 0,11-6-15 15,-4-1 18-15,-1-2-18 0,0 0 16 0,0-2-5 16,0-3 23-16,1 2-11 0,-1-1 23 0,0 0-17 15,0 1 21-15,-1-1 12 0,1 3 28 0,-2 1 12 16,0 0 15-16,-4 9 2 0,7-15-20 0,-7 15-4 16,6-10-11-16,-6 10-6 0,5-8 1 0,-5 8 7 15,0 0-11-15,0 0 66 0,16 2-56 0,-16-2 33 16,9 8-22-16,-9-8 17 0,12 12-35 0,-5-4 25 16,-1 1-25-16,1-1-3 0,0 3-14 0,1-2 10 0,0 2-7 15,-1-1 0-15,1-1 5 0,-1 0-3 0,0 0-9 16,-1-2 5-16,0 2-1 0,-1-1-3 15,1-2-6-15,-6-6 6 0,9 11 1 0,-9-11-5 0,7 9 5 16,-7-9-3-16,6 7-12 0,-6-7-14 0,0 0-10 16,0 0-25-16,16 0-6 0,-16 0-3 0,11-9 0 15,-4 1-23-15,3-1 14 0,-1-2-3 0,2 0 17 16,3-2 8-16,-1-1 12 0,1 2 2 0,-1-1 14 16,1 1 18-16,-3 1 32 0,0 2 22 0,1 0 30 15,-1 2-6-15,-3 0 25 0,1 1-26 0,-1 1 49 16,-8 5-62-16,16-5 62 0,-16 5-32 0,16 1 36 15,-16-1-39-15,20 6 19 0,-9 0-37 0,1 2 31 16,2 1-52-16,1 2 26 0,2 0-45 0,0 1-4 16,2 1 0-16,3 2-6 0,1-1-7 0,0 1-19 15,1-1-38-15,0 0-68 0,-1-1-58 0,-2-2-26 16,-1-2-44-16,-1 1-97 0,-1-2-73 0,-2-1-81 16,-3-1-176-16,-2-2-620 0,-1-1-895 0</inkml:trace>
  <inkml:trace contextRef="#ctx0" brushRef="#br0" timeOffset="80113.7698">11403 6698 201 0,'8'-5'409'0,"-8"5"-110"0,13-8 30 0,-13 8-90 16,11-8 31-16,-11 8-20 0,10-9-25 0,-10 9-42 15,8-9-16-15,-8 9-2 0,4-11-12 0,-4 11-18 16,4-8-21-16,-4 8-17 0,0 0-17 0,0-12-8 16,0 12-9-16,0 0-13 0,-10-7-8 0,10 7-14 15,-16-2 1-15,16 2-5 0,-24 4-8 0,7 0 0 16,-2 1 0-16,-2-1-6 0,-1 4-7 0,0-1 7 15,1 1-4-15,1-1-4 0,-2-1 5 0,4 1 0 16,0-1 0-16,4 1-9 0,0-2 9 0,2 1 6 16,1 0-16-16,2-2 12 0,2 0-10 0,7-4 9 15,-13 11-13-15,13-11 17 0,-6 8 0 0,6-8 22 16,0 0-13-16,3 17 10 0,-3-17-13 0,14 13 12 16,-6-7-17-16,4 1 12 0,1 2-20 0,1 0 2 15,3 0 1-15,0 1-5 0,2-1-6 0,0 1 6 16,-1-1-1-16,1 1 0 0,-1 0-2 0,0-1 0 15,0 0 0-15,-4 0-4 0,1 0-3 0,-2-2-7 0,-3 1 4 16,2-1 0-16,-2 0 2 0,-3 0 4 16,-1-1-3-16,-6-6 7 0,12 12-2 0,-12-12 7 0,5 12 5 15,-5-12 9-15,2 12 1 0,-2-12 8 0,-4 10 11 16,4-10 3-16,-9 11 13 0,-1-7-2 0,1 2 6 16,-6-2-4-16,-1 1-4 0,-5 1-10 0,-2 0-5 15,-3-1 0-15,-2 0-9 0,-5 0 1 0,0-1-7 16,-5 1-3-16,2-2-1 0,-2 0-11 0,1 1 4 15,-1-1-1-15,-1 0-8 0,3-1 2 0,-1-2-3 16,6 2-4-16,1-2-13 0,1 0-21 0,2 0-25 16,4 0-20-16,3 0-37 0,1-2-52 0,3 2-43 15,2-3-41-15,4 0-77 0,10 3-40 0,-13-7-52 16,13 7-366-16,0 0-314 0</inkml:trace>
  <inkml:trace contextRef="#ctx0" brushRef="#br0" timeOffset="81464.4847">11891 6672 54 0,'0'0'472'0,"8"-9"-120"16,-8 9-6-16,8-9-109 0,-8 9 30 0,7-10-29 15,-7 10-30-15,6-9-24 0,-6 9-26 0,3-11-31 16,-3 11-18-16,0 0 5 0,4-13 1 0,-4 13-15 16,0 0-15-16,2-11-18 0,-2 11-15 0,0 0-17 15,0 0-3-15,-9-5-3 0,9 5 4 0,-13 3 2 16,3 3 11-16,-1 0 15 0,-2 3 2 0,-3 1-7 15,0 3 11-15,-1 1-2 0,-4 2 3 0,3 3 15 16,-2-1-17-16,2 2 10 0,1 0-28 0,1-1 2 16,4-1-5-16,1-1-4 0,-1 2-4 0,4-3 11 15,1-1-9-15,3 1-9 0,-2 0 3 0,4-3-6 0,1 0-4 16,2-1-9-16,1 0 12 0,4-2-5 16,-1 1-10-16,3-1 7 0,3-2-6 0,1 0-12 0,3-4-16 15,-1 2-15-15,1-2-5 0,1-1-12 0,-2-1 6 16,1 0 0-16,-1-2-4 0,0-2 1 0,-1 0 6 15,-2 0 5-15,1-3 1 0,0-1 3 0,0 1 11 16,-1-2 4-16,0-3 1 0,-1 2 13 0,-4 0 8 16,1 1 22-16,0-2-4 0,-1 2 37 0,0-1-15 15,0 1 38-15,-6 7-20 0,8-12 23 0,-8 12-35 16,9-9 12-16,-9 9-37 0,8-7 17 0,-8 7-38 16,0 0 18-16,7-9-30 0,-7 9 25 0,0 0-22 15,0 0 19-15,15 0-22 0,-15 0 23 0,11 6-28 16,-11-6 2-16,11 7 4 0,-11-7 3 0,15 11-1 15,-7-5 1-15,-2-2-7 0,1 2-42 0,-7-6-56 16,16 9-44-16,-16-9-57 0,13 10-44 0,-13-10-27 16,16 8-86-16,-16-8-97 0,13 4-451 0,-13-4-480 15</inkml:trace>
  <inkml:trace contextRef="#ctx0" brushRef="#br0" timeOffset="82102.1031">12605 6602 126 0,'0'0'605'0,"10"-6"-115"15,-10 6-83-15,8-5-42 0,-8 5-51 0,0 0-54 16,7-7-40-16,-7 7-39 0,0 0-36 0,0 0-32 0,-4-9-21 16,4 9-25-16,-11 0-6 0,11 0-12 15,-21 5-12-15,10-1-4 0,-3 0-6 0,1-1-6 16,-3 3-9-16,3 0 0 0,1 0 0 0,1 1-6 0,0-1 1 16,0 0 0-16,4 1-4 0,0 0-7 0,1-1 7 15,0 3-2-15,2-1-9 0,4-8 8 0,-2 16 7 16,2-16-2-16,2 16-3 0,-2-16 2 0,10 16 11 15,-4-7-11-15,1 0 9 0,2-1-14 0,1 1 13 16,0 0-26-16,-1-2 19 0,3 1-6 0,-3-1 11 16,1 0-6-16,0-1 2 0,-3 0-10 0,1 1 15 15,1-1-16-15,-1-1-1 0,0 1 3 0,-8-6 0 16,13 10 1-16,-13-10 10 0,12 10-8 0,-12-10 4 16,7 7 0-16,-7-7 7 0,8 8 6 0,-8-8 3 15,0 0 5-15,5 10 22 0,-5-10 2 0,0 0-10 16,-3 10 0-16,3-10-4 0,-8 7-10 0,8-7-7 15,-19 8 0-15,6-3-5 0,-3 1-8 0,1-3 2 16,-5 1-4-16,0 2-10 0,-5 0-31 0,2-3-35 16,-2 2-36-16,3 0-43 0,2-2-23 0,2 1-47 15,2-1-80-15,0-1-71 0,3 1-466 0,13-3-380 16</inkml:trace>
  <inkml:trace contextRef="#ctx0" brushRef="#br0" timeOffset="82383.6127">12976 6713 666 0,'11'-13'631'16,"-2"1"-98"-16,0 2-29 0,-3-1-66 0,2 1-18 16,-4 1-23-16,0 0-47 0,1 2-58 0,-5 7-58 15,7-15-55-15,-7 15-39 0,7-8-37 0,-7 8-24 16,0 0-16-16,0 0-13 0,0 0-10 0,0 0-11 15,4 8-1-15,-4-8-4 0,-2 19-8 0,2-19 12 16,0 23-20-16,0-11 10 0,0 1-20 0,0 0 12 16,2 3-14-16,0-1-7 0,1-1-43 0,1 1-11 15,2 0-33-15,-1-1-39 0,3 1-18 0,0-3-34 16,-1 0-55-16,1-2-49 0,0 0-57 0,-2-2-113 16,3-1-541-16,0-1-606 0</inkml:trace>
  <inkml:trace contextRef="#ctx0" brushRef="#br0" timeOffset="82798.6358">13317 6647 539 0,'0'0'478'0,"-7"-9"-25"16,7 9-71-16,-6-7 28 0,6 7-31 0,-4-8-32 15,4 8-38-15,0 0-52 0,-3-10-55 0,3 10-43 16,0 0-32-16,9-9-26 0,-9 9-25 0,18-5-11 15,-5 3-13-15,6 0-10 0,0-1-18 0,6 2-23 16,2-1-14-16,0-1-24 0,3 1-6 0,-1 0-17 16,-2 0-11-16,0-2-25 0,-1 0-12 0,-1 2-47 15,-2-1 38-15,-6 1-39 0,2-2 44 0,-3 2-31 16,-1-4 47-16,-4 3-33 0,-1-1 62 0,-10 4-35 16,11-8 50-16,-11 8-28 0,4-9 52 0,-4 9-32 15,0 0 50-15,0-12-45 0,0 12 54 0,0 0-31 16,-5-8 55-16,5 8-29 0,0 0 55 0,-6-9-42 15,6 9 49-15,0 0-24 0,0 0 67 0,0 0-8 16,0 0 39-16,-11 3-7 0,11-3 40 0,-7 10 40 16,7-10-5-16,-7 16-22 0,5-6-23 0,-2-1 18 15,1 3-16-15,1 0-18 0,-2 2-18 0,2 2-8 0,1-4-29 16,-2 2 0-16,3-1-31 0,-2 2 5 16,2-2-21-16,2 3 0 0,-1-1-31 0,2 0-33 15,-1-1-75-15,0-1-52 0,2-1-95 0,-2 0-53 16,1-2-76-16,-1 0-138 0,2-2-534 0,-4-8-668 0</inkml:trace>
  <inkml:trace contextRef="#ctx0" brushRef="#br0" timeOffset="83232.8621">14337 6570 661 0,'9'-11'586'0,"0"0"-64"0,0 1-45 0,0 0-42 16,-2-1-42-16,-1 3-37 0,-1-3-24 0,1 3-48 16,-6 8-57-16,7-16-49 0,-7 16-42 0,3-13-31 15,-3 13-28-15,0 0-19 0,-3-13-25 16,3 13-14-16,-16-2-18 0,16 2-15 0,-23 2-7 0,10 3-8 0,0-1-3 16,-1 3 1-16,2 1-1 0,-1 1 2 15,3 1 2-15,1 0 3 0,-1 0-1 0,4 2 1 16,1 0 9-16,1-1 7 0,2 0-1 0,0-1 4 15,4 2 1-15,2-1 4 0,1 2-2 0,3-2 7 0,0 1-2 16,3 0 2-16,0-2 13 0,1 2-18 0,1-2 20 16,1-1-29-16,-1 3 27 0,3-2-23 0,-3 0 23 15,2-1-24-15,2 2 24 0,-3-3-23 0,1 1 20 16,-2 0-19-16,1-2 24 0,-2 1-20 0,1 0 32 16,-2 0-24-16,0 0 13 0,-2 0 3 0,0-2 9 15,0 1 5-15,-3-1 1 0,-6-6-2 0,12 11-3 16,-12-11 0-16,8 10 17 0,-8-10-2 0,0 0 17 15,-1 15-20-15,1-15 2 0,-16 9-20 0,2-2 1 16,-3-1-10-16,-6-1 1 0,-7 2-52 0,-5 0-77 16,-2-1-95-16,-7 1-130 0,-1-1-94 0,-3 0-246 15,4 0-413-15,3-3-704 0</inkml:trace>
  <inkml:trace contextRef="#ctx0" brushRef="#br0" timeOffset="87200.5827">11240 7872 315 0,'0'0'463'0,"0"0"-34"16,-7-9-77-16,7 9-32 0,0 0-33 0,0 0-25 15,-6-9-31-15,6 9-33 0,0 0-34 0,0 0-26 16,0 0-31-16,0 0-22 0,0 0-10 0,0 0 20 16,0 0 6-16,0 0 39 0,-7 14-4 0,7-14-8 15,3 21 0-15,-2-8 10 0,2 4 20 0,1 2-21 16,-3 3-18-16,3 0-19 0,-3-1-9 16,3 2 1-16,0 2 1 0,0 0-17 0,1 2 2 0,0-2-19 15,-1 1-4-15,2-2-5 0,0-1-4 0,-1 1-4 16,0-2-4-16,1-1-2 0,-1-4 9 0,-1-1-17 15,-1-1 18-15,1-1-17 0,-1-1 16 0,-1-5-11 16,1 3 32-16,-3-11-9 0,6 16 54 0,-6-16-19 0,3 11 50 16,-3-11-46-16,0 0 15 0,2 11-55 15,-2-11 25-15,0 0-47 0,0 0-8 0,0 0-6 16,-7-7-2-16,7 7-6 0,-9-17-2 0,3 8-5 0,0-3 31 16,-1-2-44-16,-2-3 18 0,0-1-38 0,-1-3 33 15,-2-2-49-15,1-4 23 0,-1 2 0 16,-1-3 4-16,0-5 1 0,1 4-3 0,1 0 2 0,-1-1 4 15,1 1 0-15,2 1-36 0,0 0 46 0,2 4-31 16,1 1 38-16,1 1-36 0,1 3 37 0,2 0-38 16,-2 3 27-16,3-1-48 0,0 3 25 0,2-1-48 15,1 4 39-15,1-1-23 0,0 2 21 0,5-1-10 16,-1 4 16-16,3 0-10 0,2 3 21 0,1 2-13 16,5 3 25-16,3 2-16 0,2 4 21 0,7 5-13 15,3 3 17-15,2 3 2 0,-1 2 8 0,0 4-8 16,0 1 3-16,-2 1-18 0,0 1 15 0,-2 1-9 15,-2-2 16-15,0 3-15 0,-3-2 18 0,0 0-14 16,-3 0 8-16,-4-4-4 0,-3 1-12 0,1-3 17 16,-3-2-4-16,-3 0 0 0,-1-1 2 0,-2 1-3 0,-3-3 9 15,0-3-8-15,-4 1 7 0,0 0 2 16,-4 0-1-16,-1-1 2 0,-3 0 17 0,-5 0-32 16,-2 0 28-16,-3-1-30 0,-4-1 23 0,-4-2-31 0,-4 1 10 15,0-3-46-15,-2-1-28 0,4-2-14 0,-1-1-31 16,2 0-6-16,1-3-34 0,5 0-9 0,1 0-50 15,1-3-41-15,3 0-66 0,5 0-35 0,0-1-14 16,11 4-64-16,-12-9-50 0,12 9-344 0,-1-12-374 16</inkml:trace>
  <inkml:trace contextRef="#ctx0" brushRef="#br0" timeOffset="87850.6314">12050 8081 152 0,'1'-12'657'0,"-1"12"-133"0,0-20-24 15,0 20-31-15,0-20-45 0,0 20-15 16,0-18-1-16,0 18-16 0,-1-16-21 0,1 16-57 16,-2-15 5-16,2 15-48 0,0-12-48 0,0 12-46 0,0 0-38 15,-2-14-36-15,2 14-27 0,0 0-13 0,0 0-9 16,0 0 4-16,0 0-2 0,-5 12-1 0,5-12-4 16,0 22 1-16,0-7-37 0,0 2 45 0,0 1-41 15,1 1 31-15,0 0-41 0,0 4 35 0,1 0-44 16,0-1 2-16,-2 2-1 0,2-1 7 0,-1-3-3 15,-1 0-4-15,1-1 36 0,-1 0-39 0,0-1 33 16,0-4-41-16,0 1 38 0,-1-1-39 0,0-1 34 16,1-3-39-16,0-10 41 0,-4 19-39 0,4-19 40 15,-3 15-38-15,3-15 36 0,-6 7-42 0,6-7 37 16,0 0-40-16,0 0-10 0,-18-3 3 0,18 3-15 16,-9-16-18-16,5 5-38 0,0-3 43 0,1-3-25 15,1-1 8-15,-1-3-14 0,3-3 14 0,-2-2 11 16,2-1 2-16,2-2 7 0,-2-5 11 0,3 0-3 0,-1 0 10 15,1-1 5-15,0 3 8 0,2-1 0 16,-2 3 3-16,1 3 11 0,0 4 18 0,0-1 5 16,1 7-5-16,0 1-5 0,-2 2-6 0,1 1-2 0,2 2-9 15,-1 6 6-15,-5 5 1 0,15-7-2 16,-15 7 3-16,16 7 5 0,-4 3 6 0,1 2 12 0,1 6 12 16,1 4-3-16,1 1 2 0,-2 3 3 15,-1-1-22-15,1 1 28 0,-1 0-29 0,1 2 26 0,-1-3-30 16,0 0 22-16,-2 0-32 0,2 0 32 0,-1-1-30 15,-3-4 11-15,3-1-14 0,-3 0-40 0,1-4-30 16,-1 1-30-16,1-2-66 0,-3-1-47 0,1-1-78 16,1-3-46-16,-2-1-49 0,0 0-152 0,-7-8-103 15,13 7-319-15,-13-7-554 0</inkml:trace>
  <inkml:trace contextRef="#ctx0" brushRef="#br0" timeOffset="88031.0609">12133 8209 612 0,'-17'-3'586'0,"5"1"-48"0,12 2-16 16,-20-4-45-16,20 4-35 0,-17-4-35 0,17 4-62 15,-13-5-34-15,13 5-62 0,-11-5-44 0,11 5-53 16,0 0-21-16,-5-7-30 0,5 7-32 0,10-4-47 16,2 3-47-16,1-2-59 0,7 1-84 0,2 1-82 15,5-1-72-15,1 0-86 0,1 1-154 0,2-1-482 16,-4 1-661-16</inkml:trace>
  <inkml:trace contextRef="#ctx0" brushRef="#br0" timeOffset="88434.9118">12588 7972 272 0,'-2'-14'727'0,"-1"5"-105"0,-2 0-32 0,5 9-55 15,-6-16-49-15,6 16-57 0,-5-17-30 0,5 17-49 16,-4-12-70-16,4 12-23 0,-5-10-90 0,5 10-11 15,0 0-54-15,-4-9-4 0,4 9-35 0,0 0-1 16,0 0-23-16,4 12 10 0,-2-3-30 0,5 3 22 16,-1 1-26-16,1 4 16 0,3 1-20 0,1 1 12 15,0 0-15-15,-2 2 22 0,4 1-27 16,1 1 15-16,-1 1-17 0,2-2 13 0,-2 0-22 0,3 0 10 16,-1-1-2-16,-4-3 2 0,3-2 3 0,-1 0-3 15,-4 0 1-15,2-5-9 0,0-1 10 0,-3 0 1 16,0-3 8-16,-1 1 11 0,-7-8 26 0,13 9 14 15,-13-9-3-15,14 0 14 0,-14 0 47 0,15-7-31 0,-7-1 29 16,0-1-57-16,-3-4 25 0,3-2-54 0,-3-4 31 16,0-2-11-16,0-1-13 0,-1-1-6 15,-2-4-8-15,0 2 5 0,0-3-19 0,-2 3-1 0,1-1-2 16,-1 1-2-16,0 5-2 0,0 1 0 0,0 1-2 16,0 3-1-16,1 1-9 0,-1 3-78 0,0 11-16 15,0-22-87-15,0 22-36 0,1-16-61 0,-1 16-38 16,2-11 15-16,-2 11-9 0,0 0-48 0,0 0-22 15,0 0-81-15,10 6-141 0,-10-6-444 0,12 12-668 16</inkml:trace>
  <inkml:trace contextRef="#ctx0" brushRef="#br0" timeOffset="88867.4109">13230 7952 250 0,'-9'-9'798'0,"2"-1"-113"0,1 2-63 0,1 0-80 16,1-2-43-16,-2 3-21 0,6 7-24 0,-8-14-62 0,8 14-61 16,-7-10-63-16,7 10-60 0,-4-8-49 0,4 8-37 15,0 0-27-15,0 0-6 0,0 0-32 16,0 0-9-16,0 11-13 0,4-2-4 0,3 5-3 0,-1 0-7 16,4 4-6-16,-1 1 1 0,1 2-1 15,0-1-35-15,1 4 35 0,0-1-31 16,1-3 34-16,-4 0-37 0,3 0 36 0,-3-2-32 0,1-2 34 0,-1-1-33 15,-1-2 34-15,2 0-32 0,-4-1 8 0,1-3 26 16,-1-2 45-16,-1 2 45 0,-4-9 29 0,10 9 4 16,-10-9-19-16,11 4-7 0,-11-4 22 0,15-4-63 15,-6-1 32-15,2-2-64 0,0-3 56 0,3-2-74 16,-1-2 43-16,6-6-61 0,1 1 49 0,0-2-65 16,3-5 50-16,1-1-60 0,-1 2 52 0,-1-1-57 15,0 6 53-15,-1-1-52 0,-3 1 45 0,0-1-75 16,1 2 31-16,-2 2-59 0,1 1 21 0,-5 1-29 15,2 3-29-15,1-1-39 0,-2 2-51 0,0 2-38 16,-1 0-12-16,-1 1-13 0,1 0-9 0,1 1-2 16,-1 2-11-16,0 0-14 0,-1 0-14 0,-2 2-5 0,2 0-16 15,-12 3-40-15,17-4-58 0,-17 4-42 16,15-1-385-16,-15 1-414 0</inkml:trace>
  <inkml:trace contextRef="#ctx0" brushRef="#br0" timeOffset="91038.8152">11765 9269 180 0,'0'0'422'0,"-10"-4"-64"0,10 4 7 0,-8-5-53 16,8 5-24-16,-9-7 20 0,9 7 15 0,-11-8-1 16,11 8-38-16,-12-11 9 0,12 11-28 0,-11-10 21 15,11 10-7-15,-8-11-14 0,8 11-21 0,-10-9-17 16,10 9-18-16,-7-8-18 0,7 8-29 0,0 0-32 16,-8-9-23-16,8 9-27 0,0 0-21 0,0 0-23 15,0 0 3-15,0 0 1 0,-11 6 62 16,11-6-39-16,-5 21 43 0,5-6-52 0,3 5 29 0,-3 0-41 0,0 5 28 15,2 1-45-15,-1 1 37 0,1 1-44 16,1 3 38-16,-1-5-53 0,3 2 36 0,-4-1-39 16,3-3 33-16,0 2-40 0,0-2 35 0,-4-1-35 15,5-1 0-15,-2-3-15 0,-1-1-43 0,2-3-44 0,-2 1-46 16,-1-4-23-16,1-1-51 0,0-1-61 16,-2-10-13-16,4 19-37 0,-4-19-32 0,2 12-65 15,-2-12-194-15,0 0-532 0,0 0-779 0</inkml:trace>
  <inkml:trace contextRef="#ctx0" brushRef="#br0" timeOffset="91303.5651">11076 9380 577 0,'-22'-10'470'0,"1"-1"-75"16,3 1-38-16,0-1-7 0,5 1-32 0,1 0-23 15,3-2-36-15,3 0-13 0,3-1-64 0,5 0-10 16,4 0-42-16,5-4 6 0,8 0-43 0,5 0 10 16,10 0-37-16,5-1 11 0,2 3-28 0,6 0-4 15,0 2-7-15,1 1-9 0,1 1-5 0,-3 2 20 16,0 2-28-16,-2 0 20 0,-8 2-40 0,0 2 27 16,0 0-19-16,-7 2 16 0,0 1-31 0,0 1-26 15,-2 1-83-15,-2 1-49 0,-1 1-53 0,-2 2-7 16,-3 2-37-16,-2-1-69 0,-4 1-99 0,-2 3-425 0,-1 1-408 15</inkml:trace>
  <inkml:trace contextRef="#ctx0" brushRef="#br0" timeOffset="91522.5558">11323 9707 616 0,'-20'11'525'0,"3"-1"-110"0,2-3-10 0,3 1-11 16,0-1 1-16,3-2-32 0,0 0-2 0,9-5-65 15,-10 7-38-15,10-7-68 0,0 0-15 0,10 2-56 16,5-2-3-16,5-1-43 0,9-2 4 0,9 0-35 16,8-1 10-16,3 1-31 0,3-1 1 0,-3 2-45 15,2-3 5-15,-1 1-65 0,-1 1-58 0,0 0-37 16,-1 0-51-16,-9 0-35 0,-1 0 4 0,-2-1-26 16,-3 1-46-16,-5-2-35 0,-2 2-61 0,-3-2-305 15,-3-1-239-15</inkml:trace>
  <inkml:trace contextRef="#ctx0" brushRef="#br0" timeOffset="92035.9756">12241 9465 340 0,'5'-16'493'0,"-2"2"-43"0,1-1-28 15,-2 2 5-15,0 0-37 0,0 1-12 0,0 2 13 16,0 0 13-16,-2 10-42 0,3-18-53 0,-3 18-57 0,2-12-55 16,-2 12-37-16,2-11-33 0,-2 11-26 0,0 0-9 15,0 0-12-15,0 0 5 0,8 10 4 0,-8-10-26 16,6 20 21-16,-4-6-38 0,3 3 23 15,1 2-39-15,2 4 25 0,-2-1-36 0,1 0 21 0,2 4-29 16,1 1 24-16,0-1-29 0,-1-1 27 16,-1-3-39-16,2-2 28 0,-3 0-26 0,1-3-1 0,-3 0-2 15,2-4 5-15,-2-1 6 0,-1-1-22 0,0-1 26 16,-4-10-2-16,7 17 5 0,-7-17-4 0,4 12 8 16,-4-12-5-16,0 0 0 0,0 0-5 0,0 0 23 15,0 0-33-15,0 0 23 0,0 0-50 0,-4-18 0 16,0 7-36-16,-1-4 4 0,1-2-17 0,-3-3 2 15,0-2 7-15,0-5 3 0,1-1 2 0,-1-1 9 16,1-1 6-16,0 1 12 0,0 0 17 0,1 4-6 0,3 0 20 16,-2 1-13-16,2 0 17 0,-1 1-9 0,3 2 11 15,-1 2-8-15,2 2 20 0,-1 1-17 16,3-1-1-16,-1 1 9 0,2 0 7 0,0 3-16 16,3 1 15-16,-1 0-21 0,2 2 23 0,1 0-17 0,2 3 14 15,0 0-16-15,0 3 14 0,2 0-18 0,0 2 8 16,-13 2-24-16,26 2 15 0,-12 1-26 15,2 2 20-15,-3 0-21 0,1 3 25 0,-1 0-24 0,-2 2 21 16,1 0-11-16,-2 2 23 0,-1-1-16 0,-1 0 4 16,0 1 3-16,-1-2-1 0,-3 1 0 0,-1-2 6 15,-3-9 4-15,5 19 2 0,-5-19 2 16,-2 17 0-16,2-17-1 0,-10 15-6 0,4-7-22 0,-3-1-35 16,-3-1-44-16,-1 1-45 0,-3-1-54 0,0-1-14 15,0-1-17-15,-1 1-37 0,-1-1-78 0,2-2-64 16,0 1-433-16,5-1-401 0</inkml:trace>
  <inkml:trace contextRef="#ctx0" brushRef="#br0" timeOffset="92503.1076">13023 9221 93 0,'25'-14'690'0,"-1"3"-126"0,-1-3-77 0,-3 3-11 15,-2-1-31-15,-2 2-10 0,-3-2-57 16,1 3-11-16,-3-1-28 0,-2 2-47 0,0 1-38 16,-2 0-59-16,1 2-26 0,-8 5-43 0,12-11-13 0,-12 11-40 15,0 0-3-15,0 0-38 0,0 0 33 16,-12-8-47-16,-1 11 0 0,-3 2 0 0,-3 2-5 16,-2 0-11-16,0 2-3 0,0 1-16 0,2 2 47 0,1 1-35 15,1 0 0-15,0 2-1 0,4 0-1 0,2 0-12 16,0 2 13-16,2-2-7 0,5 0 1 0,1 0 1 15,3 1-5-15,0-2 4 0,5 2 0 0,1-1 1 16,3 2 4-16,3-2-1 0,-1 2 3 0,3-4 0 16,-1 1 2-16,2-1 0 0,-1 0 6 0,1-1-2 15,1 0-5-15,-3-1 7 0,0 0-4 0,-1-2 4 16,2 1-6-16,-1-1-1 0,0 1 5 0,2-1 3 16,-2 2-5-16,1-2 10 0,-3 0 0 0,3 1 2 15,-4-1 10-15,3 1-7 0,-1-1 30 0,-3 0-15 16,0 0 7-16,0-1-11 0,-2-1 22 0,-1 1-29 0,-1-1 31 15,-5-7-24-15,6 14 49 0,-6-14-37 16,0 14 37-16,0-14-43 0,-6 14 26 0,-3-7-41 16,-2 2 28-16,-9-2-40 0,-3 2 28 0,-6 0-41 0,-11 0-35 15,-3 1-75-15,-4-3-66 0,-1 1-106 0,1 0-91 16,-4 0-101-16,4-2-228 0,1 0-575 16,10-4-889-16</inkml:trace>
  <inkml:trace contextRef="#ctx0" brushRef="#br0" timeOffset="94220.3198">11570 11100 35 0,'0'0'344'0,"0"0"-86"0,0 0-27 16,0 0-36-16,4-7-1 0,-4 7-37 0,0 0 15 0,0 0-46 16,0 0 27-16,0 0-48 0,0 0 28 0,0 0-14 15,0 0-9-15,0 0-17 0,3-9-18 16,-3 9 2-16,0 0-6 0,0 0-11 0,0 0-4 15,0 0-8-15,0 0-2 0,0 0-7 0,0 0-6 0,0 0-1 16,0 0-2-16,0 0-3 0,0 0 5 16,0 0 14-16,0 0 3 0,0 0 9 0,0 0 8 0,0 0 14 15,0 0 9-15,0 0 17 0,0 0 13 0,0 0 10 16,0 0 0-16,0 0 0 0,0 0-7 0,0 0-4 16,0 0-10-16,0 0-8 0,0 0-7 0,0 0-5 15,0 0-10-15,0 0-8 0,0 0-6 0,0 0-13 16,0 0-8-16,0 0-7 0,0 0-6 0,0 0-5 15,0 0-8-15,0 0-5 0,0 0-2 0,0 0-2 16,4-8-2-16,-4 8 0 0,0 0-2 0,0 0-2 16,0 0-1-16,0 0-2 0,0 0 6 0,0 0-4 15,0 0 2-15,0 0-1 0,0 0 0 0,0 0 1 16,0 0-2-16,0 0 3 0,0 0-1 0,0 0 1 16,0 0-1-16,0 0 0 0,0 0 3 0,0 0-10 0,0 0 10 15,0 0-2-15,0 0-2 0,0 0 0 16,0 0-1-16,0 0 1 0,0 0-2 0,0 0 2 15,0 0-3-15,0 0 2 0,0 0 0 0,0 0-3 16,0 0 0-16,0 0-1 0,0 0-3 0,0 0-6 0,0 0-11 16,0 0-11-16,0 0-14 0,0 0-7 0,0 0 6 15,0 0-3-15,0 0 11 0,0 0 4 0,0 0 3 16,17 0 7-16,-17 0-1 0,0 0 9 0,13 2 6 16,-13-2 1-16,0 0 1 0,18 0 7 0,-18 0-1 15,0 0 4-15,17 0 11 0,-17 0 19 0,14-2 19 16,-14 2 8-16,13-3 12 0,-13 3 21 0,13-4 27 15,-13 4 17-15,12-3 45 0,-12 3-27 0,11-4 41 16,-11 4-36-16,12-5 37 0,-12 5-43 0,9-6 35 16,-9 6-56-16,8-6 24 0,-8 6-53 0,0 0 37 15,9-8-52-15,-9 8 27 0,0 0-60 0,6-9 35 16,-6 9-64-16,0 0 35 0,0 0-51 0,-10-7 34 16,10 7-48-16,-18-2 40 0,2 4-48 0,-2 1 43 15,-5 1-47-15,-4 0 42 0,-4 4-48 0,-1 0 43 0,-5 4-45 16,-2 0 39-16,3 0-41 0,4 0 38 0,2-1-46 15,3 1 34-15,3 0-61 0,3-2 32 0,2 2-26 16,3-1 36-16,1 0-48 0,4-2 35 0,2 1-29 16,2-1 41-16,2 0-30 0,5-9 45 0,-3 18-27 15,3-18 43-15,5 19-38 0,2-9 38 16,0 0-36-16,3 1 5 0,2-2 7 0,3 5 0 16,1-2 4-16,-1-1 9 0,1 2-10 0,-1-1 8 0,3 1 2 15,-2-1 0-15,1 1 1 0,0-2 1 0,1 3 31 16,-3-3-39-16,3 1 37 0,-2 1-38 0,0-1 32 15,-1-2-37-15,-1 1 39 0,-2-2-43 0,1-1 41 16,-5 1-39-16,1-2 42 0,-2-1-32 0,1 1 44 16,-8-7-29-16,9 14 44 0,-9-14-33 0,4 12 39 15,-4-12-40-15,-6 14 36 0,-1-8-41 0,-5 2 36 16,-3 0-42-16,-4 0 40 0,-6 1-43 0,-4-1 34 16,-4 0-41-16,-1 0 35 0,-7 0-43 0,0-1 39 15,3 1-41-15,1-3 36 0,0 1-40 0,2-1 36 16,-1-1-46-16,7-3 28 0,-1 1-82 0,3 0 28 15,5-2-82-15,0-1-26 0,3 0-67 0,2-3-25 16,3-1-48-16,0-2-77 0,5 1-49 0,2-3-27 16,7 9-39-16,-5-16-97 0,7 6-583 0,2-1-785 0</inkml:trace>
  <inkml:trace contextRef="#ctx0" brushRef="#br0" timeOffset="94674.6339">11954 11264 521 0,'8'-11'763'0,"0"1"-150"16,-2-1-61-16,-1 1-34 0,-1-1-22 0,-1-1-16 16,0 2-9-16,0-3-84 0,0 1 10 0,-1 1-69 15,-1 0 21-15,0 0-64 0,-1 11 8 0,3-17-82 16,-3 17-6-16,2-15-86 0,-2 15 11 0,2-10-71 15,-2 10 28-15,0 0-56 0,0 0 37 0,0 0-49 16,7 7 46-16,-3 3-50 0,0 3 46 0,1 5-52 16,2 2 53-16,-2 3-58 0,3 4-3 0,2 3 7 15,1 0 4-15,2 3-7 0,3 0-1 0,-1-1 5 0,2-1-2 16,-3-7-3-16,7 3 55 0,-3-4-62 0,0-3 54 16,1-1-66-16,-4-4 63 0,3-2-62 15,-3-2 60-15,-1-2-60 0,1-2 64 0,-1-3-48 0,-1-1 21 16,0-3 9-16,-1-1 9 0,-1-2 12 0,3-3-11 15,-3-2 5-15,1-2-26 0,-3-4 14 0,0-3-28 16,-1-1 13-16,0-3-8 0,-2-1-12 0,-2-4 0 16,1 1 0-16,-3-3 0 0,2-1 0 0,-2 1 0 15,0 3 0-15,2 1 0 0,-2 1 0 0,0 4 0 16,0 1 0-16,0 3 0 0,-1 2 0 0,0 1-45 16,2 0-59-16,-3 12-96 0,0-19-12 0,0 19-86 15,2-13 9-15,-2 13-13 0,0 0 5 0,0 0-23 16,2-10-44-16,-2 10-38 0,0 0-41 0,0 0-33 15,5 12-144-15,-5-12-583 0,9 12-812 0</inkml:trace>
  <inkml:trace contextRef="#ctx0" brushRef="#br0" timeOffset="95057.582">13264 11089 666 0,'13'-11'626'0,"-2"1"-116"16,1-1-5-16,-2 2-57 0,-3 0-37 0,1 0-29 16,-2 0-18-16,0 2-17 0,-1-2-75 0,-5 9-52 15,6-15-32-15,-6 15-50 0,4-12-19 0,-4 12-23 16,0 0-21-16,-10-10-14 0,10 10-6 16,-20 3-15-16,4 2 7 0,-2 4-19 0,-6 5 16 0,-1 1-13 15,-6 5 6-15,1 3-8 0,1 2 18 0,0 3-7 16,-1-1 38-16,3 3-29 0,0-1 13 0,5 0 14 15,-2 2 15-15,1 0 2 0,4-3-7 0,6-2-9 16,0 0-1-16,2-1 0 0,4-5 30 0,1 1-39 16,4-3 38-16,1 1-46 0,2-2 35 0,3 0-32 15,4 1 40-15,6-3-57 0,-1-1 33 0,12 0-53 16,-2-1 37-16,-1-4-56 0,5 1 40 0,-2-4-69 16,2 0 12-16,0-1-68 0,2-1 6 0,-5-3-66 15,3 1-13-15,0-1-78 0,0-2-26 0,-2 0-37 16,2-1-86-16,-5-1-43 0,-1 0-55 0,-1-1-101 15,0-3-117-15,0 2-447 0,-3-2-755 0</inkml:trace>
  <inkml:trace contextRef="#ctx0" brushRef="#br0" timeOffset="95503.5907">14479 11065 497 0,'10'-15'693'0,"-2"2"-155"0,0 1-44 0,-1 1-46 16,-2-2-23-16,0 5-38 0,-1-3-37 0,-1 3-49 16,-3 8-56-16,3-17-48 0,-3 17-52 0,-4-11-16 15,4 11-39-15,-14-6-5 0,14 6-15 0,-25 0-14 16,8 3-22-16,-4 1 4 0,-5 3-13 0,-2 3-8 15,-3 0 0-15,-5 5 3 0,0 0 10 0,-4 3 13 16,0 0 11-16,-1 3 4 0,3 0-13 0,2 2-4 0,0 2 16 16,3-1 40-16,1 1-24 0,0 1-1 0,8 0 6 15,-1-1 18-15,5-3-9 0,4 1-2 16,2-2-4-16,3 0-4 0,1-2-6 0,2 0 9 0,2 0 29 16,1-1-48-16,3-1 32 0,2-1-45 0,0 1 34 15,2-2-41-15,3-1 34 0,1 1-38 0,2-2 37 16,3-1-48-16,2 1 34 0,3-1-49 0,1-2 34 15,4-1-47-15,-1-1 30 0,2-1-80 0,1-2-10 16,2 0-69-16,1-2 4 0,-1 0-77 0,1 0-22 16,-1 0-12-16,1-2-35 0,-4 0-2 0,-1-2-61 15,1 0-21-15,0 0-49 0,-2-2-10 0,-2 0-70 16,1-2-81-16,1-1-420 0,-5-1-583 0</inkml:trace>
  <inkml:trace contextRef="#ctx0" brushRef="#br0" timeOffset="95736.6664">14092 11415 1022 0,'-14'-3'762'0,"4"0"-114"16,10 3-66-16,-17-5-36 0,17 5-34 0,-12-4-35 0,12 4-55 15,0 0-68-15,-12-6-52 0,12 6-38 16,0 0-34-16,16-7-33 0,-3 4-36 0,7 1-38 15,5 0-22-15,3 0-19 0,5-1-17 0,5 0-14 16,0 0-19-16,3 2-43 0,-1-2-44 0,-2 0-43 0,0 1-61 16,-1 1-41-16,-2-1-77 0,-1-2-49 0,-6 1-123 15,-2-1-60-15,-4 1-163 0,-3-3-652 0,-4 1-928 16</inkml:trace>
  <inkml:trace contextRef="#ctx0" brushRef="#br0" timeOffset="98088.4657">17696 6343 357 0,'0'0'467'0,"-9"-9"-45"0,9 9-77 0,-9-11-32 16,9 11-7-16,-5-9-3 0,5 9 4 0,-7-7-13 16,7 7-18-16,0 0-25 0,-9-9-30 0,9 9-26 15,0 0-27-15,0 0-26 0,-6-8-34 0,6 8-22 16,0 0-18-16,0 0-11 0,0 0-10 0,0 0-7 15,0 0-4-15,7-11-12 0,-7 11-1 0,22-3-3 16,-8 1-2-16,4 0-5 0,2 2-3 16,4-1-1-16,3-1-7 0,3 2 5 0,3 0-5 0,6-1-2 0,2 1-3 15,-1 0-6-15,2 0-7 0,-2 0-12 16,0-1-4-16,-2 1 4 0,-8 0 3 0,-4 0 2 16,-3 0 2-16,-3 0 9 0,-2-1 2 0,-2 1 10 0,-3 0 6 15,0-1 8-15,-13 1 1 0,20-1-5 0,-20 1 0 16,14-1 1-16,-14 1-2 0,11-3 1 0,-11 3 2 15,0 0-2-15,12-3-3 0,-12 3 0 16,0 0-3-16,0 0-7 0,0 0 0 0,12 2 8 0,-12-2 20 16,1 11 13-16,-1-11 1 0,0 21-7 15,-2-8 3-15,1 4 13 0,0 1-5 0,-1 0 3 0,0 2-1 16,0 0-2-16,-1 0-4 0,0 3-8 0,1-3-6 16,0-1-2-16,0 1-1 0,0-2-9 0,0 3 5 15,1-3-9-15,-1 1 3 0,1-2-13 0,0 0 3 16,1-2-40-16,0-1-11 0,0 1-58 0,0-5-26 15,0-10-74-15,0 22-35 0,0-22-47 0,1 19-23 16,-1-19-21-16,1 13-36 0,-1-13-96 0,0 0-445 16,-1 13-476-16</inkml:trace>
  <inkml:trace contextRef="#ctx0" brushRef="#br0" timeOffset="98304.1803">17997 6625 161 0,'0'0'662'0,"-11"-2"-140"16,11 2-51-16,-9-4-30 0,9 4-53 15,0 0-43-15,-10-5-38 0,10 5-49 0,0 0-44 0,0 0-51 16,-9-5-34-16,9 5-32 0,0 0-33 16,7-7-28-16,-7 7-41 0,14-5-40 0,-14 5-38 15,21-5-37-15,-7 4-35 0,2-1-8 0,3-1-25 0,1 1-18 16,5-2-58-16,0 2-37 0,2-3-62 0,6-1-388 15,-2 2-262-15</inkml:trace>
  <inkml:trace contextRef="#ctx0" brushRef="#br0" timeOffset="98905.3799">19016 6314 238 0,'18'-7'579'0,"-2"1"-98"16,-2 1-59-16,-2-1-3 0,-1 2-19 0,-1 0-29 15,-1 0-27-15,-9 4-39 0,17-8-33 0,-17 8-36 16,13-5-36-16,-13 5-32 0,10-4-31 0,-10 4-23 16,0 0-12-16,12-6-13 0,-12 6-11 0,0 0-12 15,9-3-8-15,-9 3-11 0,0 0-14 0,0 0-1 16,0 0-7-16,11-5-3 0,-11 5-1 0,0 0-10 16,0 0-1-16,0 0-3 0,0 0-2 0,-14 0 2 0,14 0-6 15,-15 2-1-15,15-2 0 0,-24 3-3 16,11-2 2-16,-1 0-8 0,0 1 3 0,0 1-5 15,0-2 4-15,0 0-3 0,2 2-2 0,0 0-2 16,0-1 0-16,2 2-2 0,-1 1 5 0,1 1-1 0,0 0 3 16,-1 2 4-16,1 1 0 0,2 2 4 15,0 0-4-15,0 2-3 0,0 1 4 0,1-1 3 16,1 2 1-16,-1-1 3 0,1 1-2 0,1 0-3 16,1-1-1-16,-1 3 5 0,1-4 0 0,0 1-1 0,0-1-1 15,1-1 1-15,1-1 0 0,2-11-8 0,-4 19 8 16,4-19 0-16,-3 15-1 0,3-15 3 0,-1 12 4 15,1-12-2-15,0 0-3 0,1 17 5 0,-1-17 5 16,4 7-3-16,-4-7 1 0,7 6-1 0,-7-6 3 16,12 4-9-16,-12-4 1 0,13 0 0 0,-13 0-3 15,20-2 1-15,-20 2-2 0,25-2-5 0,-12 1-1 16,3 1 3-16,-1-2 10 0,4 2-10 0,-1 0-1 16,2 0 3-16,0 1 0 0,-1 0-3 0,1 0 0 15,-2 3 2-15,2 0 1 0,-1-1 1 0,-2 2 5 16,0 0 2-16,-1 1 13 0,-1 1-10 0,-1 0 8 15,0 1-7-15,-2-1 17 0,-1 2-6 0,0 0 12 16,-4-3-4-16,1 2-9 0,-3 0 14 0,0 0 0 16,-5-8 3-16,3 15 4 0,-3-15-4 0,-3 15-9 15,-4-8 2-15,-3 2-7 0,-3-1-4 0,-5 0-2 16,-4 0-8-16,-2-2-1 0,-8 2-12 0,-3-1-26 16,-2-2-52-16,0 0-84 0,-1-1-59 0,1 0-100 15,1-2-76-15,5 1-123 0,2-3-736 0,6 0-867 0</inkml:trace>
  <inkml:trace contextRef="#ctx0" brushRef="#br0" timeOffset="100426.137">17619 7857 56 0,'0'0'284'0,"0"0"-77"16,0 0-49-16,0 0-25 0,0 0-23 0,0 0-20 15,0 0-20-15,0 0-10 0,0 0-22 0,0 0 0 16,0 0-17-16,0 0-3 0,0 0-20 0,0 0 12 16,0 0-4-16,0 0 0 0,0 0-5 0,0 0 9 15,0 0 3-15,0 0 13 0,0 0 2 0,0 0 15 16,0 0 5-16,0 0 21 0,0 0-7 0,0 0 30 15,0 0-28-15,0 0 41 0,0 0-27 0,0 0 31 16,0 0-38-16,0 0 40 0,0 0-6 0,0 0-24 16,0 0 9-16,0 0-8 0,0 0 3 0,0 0-10 15,0 0-7-15,4 8-11 0,-4-8-2 0,0 0-4 16,0 0-9-16,0 0 0 0,0 0-11 0,0 0-3 16,0 0-9-16,0 0 4 0,0 0-2 0,0 0-6 0,0 0 4 15,0 0-15-15,0 0 4 0,0 0-5 16,0 0 4-16,0 0 1 0,0 0-4 0,0 0 2 15,0 0-9-15,0 0 7 0,0 0 0 0,0 0 2 0,0 0-4 16,0 0 7-16,0 0 0 0,0 0-2 16,0 0 8-16,0 0 2 0,0 0-3 0,0 0 3 15,0 0 0-15,0 0-2 0,0 0-3 0,0 0 4 0,0 0 2 16,0 0-6-16,0 0 5 0,0 0-4 0,0 0-2 16,0 0-11-16,0 0 5 0,0 0 1 0,0 0-6 15,0 0 7-15,0 0 1 0,0 0 3 0,0 0-5 16,0 0 3-16,0 0 5 0,0 0 0 0,0 0 2 15,0 0 1-15,0 0 6 0,0 0-10 0,0 0 7 16,0 0 0-16,0 0-1 0,0 0-2 0,0 0-3 16,0 0-1-16,0 0-1 0,0 0-3 0,0 0-7 15,0 0 5-15,0 0-3 0,0 0 0 0,0 0 2 16,0 0-3-16,0 0-1 0,0 0-5 0,0 0 7 16,0 0-1-16,0 0 0 0,0 0 0 0,0 0 3 15,0 0 0-15,0 0-4 0,0 0 5 0,0 0 0 16,0 0-2-16,0 0-5 0,0 0 4 0,0 0 1 15,0 0-7-15,0 0 6 0,0 0 0 0,0 0-2 16,0 0-3-16,0 0 9 0,0 0 2 0,0 0 0 16,0 0 10-16,0 0 2 0,0 0 4 0,0 0 0 0,0 0 2 15,0 0 2-15,0 0-11 0,0 0 4 16,0 0-3-16,0 0-2 0,0 0-8 0,0 0 3 0,0 0 0 16,0 0-9-16,0 0 7 0,0 0-2 0,0 0 0 15,0 0-5-15,0 0 5 0,0 0 5 0,0 0-5 16,0 0 10-16,0 0 0 0,0 0 1 0,0 0-2 15,0 0 2-15,0 0-2 0,0 0-7 0,0 0 6 16,0 0-5-16,0 0-2 0,0 0-2 0,0 0 0 16,0 0-3-16,0 0-4 0,0 0 2 0,0 0 1 15,0 0 1-15,0 0-4 0,0 0 1 0,0 0 4 16,0 0-5-16,0 0 5 0,0 0 1 0,0 0-1 16,0 0-1-16,0 0-2 0,0 0-1 0,0 0-6 15,0 0 0-15,0 0-25 0,0 0-44 0,0 0-77 16,0 0-67-16,0 0-47 0,0 0-101 0,0 0-112 15,0 0-426-15,0 0-466 0</inkml:trace>
  <inkml:trace contextRef="#ctx0" brushRef="#br0" timeOffset="101057.3593">18069 7740 50 0,'6'-7'698'0,"-6"7"-176"0,10-11-75 0,-10 11-55 16,5-11-62-16,-5 11-43 0,4-11-24 0,-4 11-37 16,1-12-46-16,-1 12-25 0,-5-11-42 0,5 11-11 15,-8-8-41-15,8 8 8 0,-18-6-32 0,4 4 16 16,0 2-29-16,-5 2 7 0,-2 1-19 0,-3 1 12 16,-2 1-27-16,-4 4 2 0,0 0 5 0,1 1-2 15,1-2 1-15,1 3-8 0,6-1 2 0,2 2-2 16,1-2-7-16,4 2 10 0,1-1 1 0,3-2-3 15,3 4-1-15,3-5 6 0,3 4 5 0,2 0-8 16,2-2 13-16,3 3 3 0,3-1-4 0,3 2 4 16,2 0 2-16,4 1-2 0,2 1-6 0,1 0 6 15,2 0-3-15,-1 1-2 0,1 0-2 0,0-1 0 0,-1 2 0 16,-2 0-5-16,0-3 5 0,-4 1 1 0,0-2 0 16,-3-1-3-16,-1 2 4 0,-3-5-1 15,-1 3-5-15,-1-1 24 0,-3-2-23 0,-4-10 21 16,2 17-22-16,-2-17 23 0,-5 18-19 0,-2-11 19 0,-2 0-19 15,-2 0 21-15,-4-2-21 0,-1 1 17 0,-3-2-22 16,-4-2 19-16,-1 2-22 0,-1-4 23 0,2 1-17 16,0-1 34-16,2-1-22 0,0-2-2 0,2 2 12 15,2-3 5-15,1 0-10 0,4-2-4 0,1 1-4 16,4-3-6-16,1 1-6 0,6 7-12 0,-2-17-6 16,4 8-22-16,2-2-5 0,3-1-7 0,6-1-5 15,0-3-6-15,4 1-12 0,3-1 8 0,2 0 0 16,2-2 5-16,0 0 3 0,2 3 12 0,-2-2 7 15,1-2 6-15,2-1 12 0,-5 3 4 0,-1-2 12 16,0 1 16-16,-2 1 25 0,-5-1 29 0,-1 2-1 16,-2 0-3-16,-2-2-12 0,-3 3 2 0,1 1-6 15,-3 0-8-15,-2 2-8 0,-1-1 4 0,-1 13-19 16,-3-21 15-16,-1 11-23 0,-3 2 13 0,0 0-26 0,-2 2-16 16,-1 1 5-16,-2 2-11 0,0 0-41 0,12 3-39 15,-24 0-50-15,13 3-19 0,-1 0-11 0,3 2-16 16,1 1-22-16,0 2-52 0,4 0-68 15,4-8-126-15,-3 17-221 0,3-17-198 0</inkml:trace>
  <inkml:trace contextRef="#ctx0" brushRef="#br0" timeOffset="101522.5671">18668 8013 270 0,'0'0'681'0,"6"-9"-161"0,-6 9-86 16,6-13-48-16,-6 13-35 0,4-16 33 0,-3 6-59 16,1-2-50-16,0 1-40 0,0 0 25 0,0-2-38 15,-1 2-30-15,3-4-49 0,-1 1-21 0,1-1-31 16,3 2-2-16,-1-1-29 0,1 2 9 0,0-2-24 16,0 3 0-16,2 0-17 0,-1 1 5 0,1 1-16 15,0 1 6-15,-1 2-17 0,0 1 10 0,2 2-9 16,1-1 3-16,-11 4-9 0,21 0 10 0,-8 2-8 15,-2 3 8-15,3 1-5 0,0 4 8 0,1 4 1 16,-3 0-3-16,3 3 2 0,-2 0-1 0,0 6 0 0,0-2-8 16,-2 0 9-16,-3 0-6 0,1 0-1 0,-2 0 3 15,-1-1-5-15,-2 1 2 0,-1-2 1 16,-2-3-1-16,-2 2 2 0,0-2 7 0,-3 0-3 16,-1-1 2-16,-2-2-18 0,-1 1 20 0,-4-3 9 0,1 0-4 15,-5 0 7-15,-1-2-2 0,-3-1 0 0,-1-1 6 16,0-3-17-16,-2 1-3 0,2-4 7 0,-1 1 16 15,0-4-9-15,0 0 30 0,-1-4-37 0,2 1 38 16,0-1-36-16,2-3 24 0,2-1-36 0,1-1 29 16,3-2-39-16,1 0 28 0,3-2-45 0,2 0 32 15,3-2-53-15,1 1 10 0,3-1-49 16,1 1-11-16,2-1-26 0,4-2-22 0,1 1-8 0,4 1-59 16,1 0-46-16,2 3-45 0,-1 2-59 0,3 1-69 15,0 0-131-15,-2 4-523 0,-1-1-692 0</inkml:trace>
  <inkml:trace contextRef="#ctx0" brushRef="#br0" timeOffset="102873.1609">18259 9158 241 0,'0'0'230'0,"0"0"-57"0,0 0 9 0,0 0-18 16,5 8-16-16,-5-8-17 0,0 0-19 0,0 0-7 16,0 0-5-16,0 0 1 0,0 0 5 0,0 0 6 15,0 0-9-15,0 0-2 0,0 0 3 0,0 0 1 16,0 0-3-16,0 0 1 0,0 0-13 0,0 0 19 16,0 0-21-16,0 0 10 0,0 0-16 15,0 0 17-15,0 0-15 0,0 0-14 0,0 0 2 0,0 0 3 16,0 0-18-16,0 0 4 0,0 0-14 0,0 0 9 15,0 0-16-15,2-12 6 0,-2 12-18 0,0 0 15 16,0 0-13-16,0 0 6 0,0 0-12 0,0 0 9 16,3-11-33-16,-3 11 21 0,0 0-16 0,0 0 13 15,6-6-20-15,-6 6 13 0,0 0-12 0,9-6 12 16,-9 6-15-16,0 0 15 0,9-6-11 0,-9 6 20 16,0 0 14-16,8-5 34 0,-8 5-5 0,0 0 34 15,0 0-23-15,10-7 21 0,-10 7-21 0,0 0 31 16,0 0-14-16,7-5 25 0,-7 5-21 0,0 0 12 15,0 0-9-15,5-7-4 0,-5 7-23 0,0 0-6 0,0 0 37 16,0 0-6-16,0 0-17 0,-1-12-14 16,1 12 0-16,0 0-12 0,-8-5-7 0,8 5-10 15,-11-2-1-15,11 2-2 0,-18 3 5 0,5 0 13 0,-3 3 11 16,-5 3 13-16,-4 4 11 0,-5 5 7 0,-2 4 29 16,0 4-38-16,0 3 29 0,-5 7-44 0,2 3 35 15,2 0-50-15,7-4 27 0,3 0-33 16,3 1 17-16,3-2-42 0,5 4-2 0,4-6 2 0,3-2-6 15,2-5-1-15,4 2 0 0,4-3-3 0,4 3 1 16,4-2 11-16,4-1-17 0,5 1 13 0,1-7-17 16,7 2 1-16,-2-6-2 0,0-1 1 0,3-2-5 15,0-4-5-15,1-1-7 0,-4-2-7 0,1-1-10 16,-1-3 4-16,0 0 1 0,-3-1 7 0,0-1 0 16,0-2 6-16,-3-1 2 0,-2 0 0 0,0-3-4 0,-6 2 6 15,2-1 3-15,-4-2-4 0,0 0 3 16,-3-1-1-16,-2 2 31 0,-3-1-44 0,-4 9 39 15,5-17-43-15,-5 17 33 0,-8-16-44 0,0 9 35 0,-4 0-43 16,-4 0 33-16,0 3-55 0,-5 0 29 0,-2 1-48 16,-2 0 6-16,4 3-63 0,-1 0-2 0,1-1-41 15,3 2-77-15,1-1-37 0,4 1-67 16,0 1-38-16,13-2-18 0,-14 4-77 0,14-4-173 0,0 0-367 16,0 0-653-16</inkml:trace>
  <inkml:trace contextRef="#ctx0" brushRef="#br0" timeOffset="103456.0992">19068 9393 594 0,'-2'-17'693'0,"1"3"-147"0,-1-2-75 15,-2 1-71-15,2 1 12 0,0-2-54 0,0 3 3 16,1 1-62-16,0-1-21 0,0 1-33 0,2 1-22 15,0-1-63-15,1 2-26 0,2-1-21 0,2 3-23 16,2-2-16-16,4 2-19 0,0 1-16 0,4-1-3 0,-1 3-15 16,2-1 2-16,-1 2-2 0,2 2-2 0,-2 0-1 15,0 1-17-15,-2 1-2 0,1 1 7 16,0 1-11-16,-1-1 5 0,-1 4 0 0,-1-2 3 16,1 4-2-16,-1-1-4 0,-2 1 2 0,-1 0 1 0,-2 1 0 15,0-1 0-15,0 1 1 0,-2 2 4 16,-1-3-11-16,-1 2 15 0,-3-9-10 0,4 17-3 15,-4-17 8-15,2 15-3 0,-2-15-2 0,-1 16 4 0,1-16-14 16,-4 19 16-16,1-8-3 0,-1-4 3 0,0 2-4 16,-2 1 1-16,1-2-19 0,-2 3 36 0,-1 0-24 15,2-3-3-15,-1 1-9 0,1 0-11 16,1-2-4-16,-1 2-1 0,1-1-1 0,-1 0 0 0,1 0 7 16,5-8-7-16,-6 15 4 0,6-15 3 0,-4 14 6 15,4-14 12-15,2 12 8 0,-2-12-6 0,6 13 10 16,-1-6-8-16,4-1 9 0,1 0-8 0,1-1 10 15,5 2-3-15,-2-1 7 0,0-1-7 0,1 0 17 16,-2 0-3-16,2 1 11 0,-1-1-6 0,0 1 11 16,0 0 21-16,-1 0-9 0,-1 1 26 0,1 0-14 15,-1 2 22-15,0-2-38 0,-1 1 35 0,-2 0-38 16,1 1 36-16,-3-1-25 0,1 0 37 0,-3 1-35 16,-1-1 9-16,-4-8 4 0,5 17-4 0,-5-17 12 15,0 16 11-15,0-16 2 0,-9 16 1 0,2-9-14 0,-6 1-12 16,-3-1-12-16,-6 0-11 0,-2 1-3 15,-10-2-10-15,-2-1-2 0,-9 1-51 0,-2-1-78 16,-1-1-91-16,-2-1-60 0,8-1-113 0,0-1-169 0,2-1-171 16,2-1-814-16,7-1-1157 0</inkml:trace>
  <inkml:trace contextRef="#ctx0" brushRef="#br0" timeOffset="104323.1233">18099 10688 21 0,'-10'-10'776'0,"10"10"-184"0,-9-9-101 0,9 9-24 16,-9-7-64-16,9 7 13 0,-6-8-47 15,6 8-17-15,0 0-43 0,-9-7-46 0,9 7-42 0,0 0-36 16,-7-7-35-16,7 7-31 0,0 0-14 0,0 0-9 15,0 0-11-15,0 0-5 0,0 0-4 0,15 3-3 16,-3-1-7-16,4 0-22 0,5 1-1 0,5 0-10 16,3 1-6-16,5 1-4 0,2-3-10 15,1 2-8-15,0-3-21 0,-2 1 0 0,1 1 2 0,-6-3-18 16,0 0 61-16,-3 1-40 0,-7 0 2 0,2-2 47 16,-3 1-42-16,-3 0 53 0,-1 0-15 0,-3-1 41 15,-12 1-10-15,24 0 24 0,-24 0-19 0,17 0 19 16,-17 0-41-16,14 0 12 0,-14 0-27 0,0 0 14 15,11 4-22-15,-11-4 17 0,0 0 15 0,-2 21 13 16,-1-11-7-16,-1 6 13 0,-1 3 15 0,-1 5 5 16,-1 1-5-16,2 4-9 0,-2 2-8 0,2 1-2 15,-1 1-7-15,1 0-6 0,0 2-8 0,1-1-8 0,1 0-5 16,0-1-12-16,0 1 3 0,0-6-8 16,1-2-1-16,0 0-11 0,0-1 1 0,1-3-4 0,0-2 6 15,-2-1-10-15,2-3 2 0,0-2-38 0,1-3-29 16,0 1-44-16,0-12-20 0,-1 19-66 0,1-19-101 15,-2 12-60-15,2-12-109 0,0 0-85 0,0 0-56 16,0 0-177-16,0 0-549 0,-5-13-932 16</inkml:trace>
  <inkml:trace contextRef="#ctx0" brushRef="#br0" timeOffset="104557.023">18256 11132 726 0,'-14'-1'770'16,"3"0"-148"-16,11 1-89 0,-19-2-37 0,19 2-16 16,-14-3-33-16,14 3-51 0,-13-3-26 0,13 3-76 15,0 0-1-15,-13-2-74 0,13 2-4 0,0 0-79 16,0 0 11-16,8-6-66 0,4 4 20 0,2-1-58 16,5 0 24-16,1 1-53 0,7-1-3 0,1 1-61 15,3 0-7-15,3-1-64 0,3 1-19 0,-1-1-50 16,1 0-28-16,0-1-76 0,0 1-72 0,1 0-48 0,-2 0-80 15,1-2-164-15,-1 1-422 0,-2-3-698 0</inkml:trace>
  <inkml:trace contextRef="#ctx0" brushRef="#br0" timeOffset="104990.0119">19152 10688 744 0,'-6'-9'661'0,"-1"2"-105"0,7 7-9 0,-9-12-53 16,9 12-21-16,-5-11-48 0,5 11-21 0,-5-11-61 15,5 11-59-15,0 0-51 0,0-14-48 0,0 14-35 16,6-11-27-16,-6 11-26 0,16-9-15 0,-7 5-18 16,4 1-14-16,3 0-16 0,2 1 2 0,3-1-9 15,1 2-1-15,5 0-8 0,0 1-8 0,0 0-7 16,0 0-20-16,0 1-15 0,-1 1 3 0,-4-1-8 15,-2 1 9-15,-1-1 3 0,0 0-7 0,-5 1-8 0,-1 0 23 16,1-2 8-16,-14 0-4 0,21 2 8 0,-21-2-2 16,15 5 6-16,-15-5 33 0,12 7 28 15,-12-7 22-15,7 12 43 0,-7-12 22 0,1 18 15 16,-3-8 28-16,0 6 0 0,-4 0-10 0,-1 5-9 0,-3 3 0 16,0 3-2-16,-3 2-11 0,0 5-12 0,-2 1-28 15,1 0 4-15,0 1-59 0,2-1 18 0,-2-2-40 16,5-2-35-16,1-2-6 0,2-1 0 0,-1-3 0 15,2 0 0-15,0-1 0 0,1-2 0 0,1-3 0 16,1-1 0-16,1-2 0 0,-1 0-11 0,1-3-165 16,0-1-51-16,1-1-94 0,-1 0-1 0,1-11-67 15,1 13-111-15,-1-13-135 0,0 0-116 0,0 0-789 16,0 0-1178-16</inkml:trace>
  <inkml:trace contextRef="#ctx0" brushRef="#br0" timeOffset="105173.4991">19288 11162 1092 0,'-8'-7'813'16,"8"7"-88"-16,-11-11-57 0,11 11-46 0,-9-10-11 15,9 10-127-15,-5-10-50 0,5 10-114 16,2-10-26-16,-2 10-95 0,16-11-14 0,-1 6-71 0,8 1-4 16,5 0-124-16,7 1-92 0,6 0-59 0,7 1-83 15,2 1-114-15,-7 1-101 0,-2-1-87 0,1 2-228 16,-3-2-481-16,-3-1-866 0</inkml:trace>
  <inkml:trace contextRef="#ctx0" brushRef="#br0" timeOffset="107857.9467">25897 6366 379 0,'0'0'528'0,"-8"-5"-78"0,8 5-57 0,-10-4-27 16,10 4-27-16,-7-9-39 0,7 9-25 0,-4-10-23 15,4 10-19-15,-4-13-16 0,4 13-22 0,0-14-35 16,0 14-13-16,4-14-37 0,0 6-28 0,3 0-16 16,3 1-17-16,0 0-8 0,2 0-13 15,4 0-1-15,-1 2-7 0,3 1-5 0,-3 1-4 16,4 1-2-16,-6 2-4 0,5 1-1 0,-3 1-4 0,2 2-1 15,-3 2 2-15,-1 1-4 0,-2 1 6 0,0 3 0 16,-4 3 5-16,-1 1-1 0,-3 1 2 0,-3 3 3 16,-3 3 3-16,-3 2 2 0,-3 2 13 0,-3 1 5 15,-3-1 23-15,-5 4 15 0,1 1-16 0,-2-5 13 16,2 2-10-16,2-6 9 0,-2-1 0 0,3 0-13 16,3-4-18-16,0-2 10 0,1 0-10 0,3-2 0 15,1 0 2-15,0-2 3 0,4 0-2 0,0-3 2 16,4-8-8-16,-3 17 41 0,3-17-27 0,11 13-13 15,1-7-7-15,3-3-12 0,6 0-7 16,8-1-36-16,0-2-31 0,9-1-37 0,1-1-41 0,2-2-65 16,7 2-85-16,-2-3-69 0,0 0-68 0,-7 0-139 15,4-3-634-15,-10 3-805 0</inkml:trace>
  <inkml:trace contextRef="#ctx0" brushRef="#br0" timeOffset="108409.3135">26758 6424 1031 0,'0'0'783'0,"-2"-21"-116"0,2 21-79 16,0-22-27-16,-3 11-77 0,3 11-29 0,0-22-95 16,0 22 14-16,0-19-73 0,0 19 14 0,0-16-97 15,0 16-9-15,3-15-84 0,-3 15 12 0,8-13-66 16,1 7 19-16,1 2-59 0,3-1 31 0,1 4-49 15,3 1 31-15,1 0-12 0,0 3-15 0,0 1-17 16,3 1-16-16,-2 0-9 0,2 1-11 0,-4 0-11 16,0 1 2-16,-4 1-1 0,1-2-1 0,-1 1 2 15,-1 1 5-15,-4-2 8 0,-1 1 5 0,-1 0 7 0,-6-7 4 16,5 13 4-16,-5-13 6 0,-2 17-2 0,-3-9-1 16,-1 0 5-16,-5 1-1 0,-1-1 4 0,-1 3-1 15,-1-4 6-15,1-1-8 0,-3 3 0 0,3-2-5 16,1 1-12-16,-2-1-18 0,2 0-21 0,0 0-38 15,3-1 12-15,0-1-6 0,1 2 12 0,2-1-2 16,0 1 18-16,6-7 5 0,-7 14 14 0,7-14 5 16,0 14 8-16,0-14 0 0,2 14 10 15,-2-14 1-15,3 13 3 0,3-5 5 0,-2-2 7 0,4 2-10 16,-2-2 16-16,1 3 0 0,0-4 7 0,6 3-3 16,-2-1 7-16,1 0 15 0,-1-1-3 0,2 2 14 15,-1-1-14-15,1 0 16 0,1 1-12 0,-3-2 4 16,2 2 16-16,-1-1 7 0,1 0-2 0,-4 2-5 15,3-2 19-15,-2 0-2 0,-3 2-10 0,3-3 5 16,-4 2 10-16,0-1-2 0,-1 1 6 0,-5-8 12 0,8 15-3 16,-8-15-4-16,2 14-8 0,-2-14 1 15,-6 15-10-15,0-7-12 0,-3 1-8 0,-2-1 29 16,-5 0-51-16,-2 1 29 0,-4-2-47 0,-3 0 27 16,-6 1-88-16,-1-1-15 0,-2-1-108 0,-1-2-44 0,1 1-63 15,3-5-119-15,2 3-89 0,-1-3-103 16,3-2-915-16,0 0-1147 0</inkml:trace>
  <inkml:trace contextRef="#ctx0" brushRef="#br0" timeOffset="110242.9749">25776 7649 12 0,'0'0'479'0,"0"0"-106"0,0 0-60 16,0 0-45-16,0 0-28 0,0 0-25 15,0 0-29-15,0 0-26 0,0 0-29 0,0 0-21 16,0 0-28-16,0 0-12 0,0 0-14 0,0 0-12 15,0 0-7-15,0 0-32 0,0 0 24 0,0 0-8 0,5 6 5 16,-5-6-1-16,0 0 0 0,0 0 9 16,0 0-3-16,0 0 7 0,0 0 4 0,0 0 16 15,0 0 14-15,0 0 7 0,0 0 5 0,0 0-1 16,0 0 5-16,0 0-2 0,0 0-6 0,0 0 4 0,0 0 18 16,0 0-20-16,0 0 18 0,0 0-25 0,0 0 14 15,0 0-24-15,0 0 18 0,0 0-37 16,0 0 16-16,0 0-30 0,0 0 22 0,0 0-26 0,0 0 17 15,0 0-28-15,0 0 18 0,0 0-27 16,0 0 19-16,0 0-24 0,0 0 19 0,0 0-24 0,0 0 21 16,0 0-22-16,0 0 18 0,0 0-23 0,0 0 23 15,0 0-25-15,0 0 27 0,0 0-30 0,0 0 23 16,0 0-21-16,0 0 21 0,0 0-19 16,0 0 15-16,0 0-18 0,0 0 20 0,0 0-23 0,0 0 23 15,0 0-29-15,0 0 27 0,0 0-27 0,0 0 21 16,0 0-27-16,0 0 21 0,0 0-24 0,0 0 25 15,0 0-25-15,0 0 11 0,0 0 16 16,0 0-14-16,0 0 21 0,0 0-19 0,0 0 21 16,0 0-19-16,0 0 22 0,0 0-18 0,0 0 22 0,0 0-28 15,0 0 24-15,0 0-19 0,0 0 22 0,0 0-26 16,0 0 8-16,0 0 20 0,0 0-24 0,0 0 24 16,0 0-23-16,0 0 18 0,0 0-19 15,0 0 22-15,0 0-25 0,0 0 5 0,0 0 1 16,0 0 1-16,0 0 4 0,0 0-1 0,0 0-7 0,0 0 6 15,0 0 4-15,0 0 0 0,0 0-2 0,0 0 2 16,0 0 0-16,0 0-2 0,0 0 2 0,0 0 0 16,0 0-4-16,0 0 4 0,0 0 0 0,0 0 3 15,0 0-1-15,0 0 19 0,0 0-25 0,0 0 6 16,0 0 20-16,0 0-22 0,0 0 24 0,0 0-19 16,0 0 23-16,0 0-18 0,0 0 22 0,0 0-22 15,0 0 18-15,0 0-23 0,0 0 24 0,0 0-29 16,0 0 28-16,0 0-27 0,0 0 18 0,0 0-24 15,0 0 25-15,0 0-27 0,0 0 24 0,0 0-24 16,0 0 20-16,0 0-26 0,0 0 24 0,0 0-19 16,0 0 20-16,0 0-21 0,0 0 21 0,0 0-23 15,0 0 24-15,0 0-25 0,0 0 20 0,0 0-21 16,0 0 27-16,0 0-22 0,0 0 22 0,0 0-24 16,0 0 25-16,0 0-23 0,0 0 24 0,0 0-25 15,0 0 26-15,0 0-15 0,0 0 23 0,0 0-13 16,0 0 25-16,0 0-9 0,0 0 23 0,0 0-6 15,0 0 14-15,0 0-5 0,0 0 9 0,0 0 15 16,0 0-18-16,0 0-11 0,0 0-5 0,0 0 4 16,0 0-7-16,6-8-5 0,-6 8-7 0,0 0-2 15,9-9-3-15,-9 9-11 0,9-6 0 0,-9 6-2 16,9-4-14-16,-9 4 11 0,14-6-9 0,-14 6 0 16,17-6 2-16,-17 6-4 0,21-3 6 0,-21 3-1 15,20-2-8-15,-20 2 5 0,20 0-4 0,-20 0-2 16,23 4-17-16,-14-1 32 0,2 1-31 0,-4 2 7 15,0 0 2-15,-1 2 5 0,-2 3-1 0,-4 0 1 16,0 4 5-16,-6 2-5 0,-3 5 3 0,-5 3-1 16,-7 2 4-16,-2 2 7 0,-2 0-4 0,-4-1 2 15,1-2-1-15,-1 2 0 0,0-2 0 0,1-2 0 16,1-2 1-16,-1-1-4 0,8-3 6 0,0-3-2 16,4-1 3-16,2-1-5 0,3-2 7 0,0-3-1 15,2-2 3-15,2 3 15 0,7-9 2 0,-11 10 45 16,11-10 2-16,0 0 45 0,-2 12-42 0,2-12 34 15,13 3-46-15,-1-1 25 0,3-2-56 0,3 0 28 16,2-2-47-16,3 0 29 0,4 1-46 0,-2-1 4 16,2-2-82-16,0 1-32 0,-1-1-52 0,3-1-56 15,-2 1-50-15,-1-2-58 0,0 1-82 0,4-2-35 16,1 0-159-16,-2-2-578 0,0-1-794 0</inkml:trace>
  <inkml:trace contextRef="#ctx0" brushRef="#br0" timeOffset="110676.8111">26405 7707 182 0,'0'0'719'16,"2"-10"-152"-16,-2 10-53 0,0 0-49 0,0-15-30 0,0 15-43 16,0 0-6-16,5-12-54 0,-5 12-25 0,0 0-49 15,2-13-40-15,-2 13-35 0,0 0-32 16,2-8-33-16,-2 8-22 0,7-5-19 0,-7 5-23 0,13-6-13 15,-13 6-33-15,20-3-31 0,-8 2-21 0,2-1-7 16,1 2-29-16,-1 0 9 0,1-1-27 0,-1 1 9 16,1 1-1-16,1-1 25 0,-1-1-5 0,0 1 25 15,0-1-8-15,-1 0 33 0,-1 0-14 0,1-1 28 16,-1 1-13-16,-2-2 28 0,1 0-7 0,-2 0 36 16,-10 3-12-16,17-5 42 0,-17 5 10 0,15-5 30 15,-15 5 1-15,11-5-5 0,-11 5-18 0,10-4-15 16,-10 4-11-16,0 0-10 0,10-4-12 0,-10 4-16 15,0 0-2-15,0 0 12 0,7 10-4 0,-7-10 2 16,-2 15 21-16,0-5-7 0,-3 3 58 0,1 2-23 0,-3 1 48 16,0 5-48-16,0-3 53 0,1 4-44 0,-1 1 40 15,1 0-9-15,-2 1-23 0,2-1-52 16,1 1 29-16,1-2-48 0,0 3 31 0,-1-3-47 16,2 2 34-16,-1-2-41 0,4-2 36 0,-2-1-50 0,2 1 4 15,0-3-93-15,0 0-42 0,2 0-73 0,-2-1-57 16,2-1-53-16,0-2-94 0,1-1-62 15,-1 0-59-15,-1-1-120 0,-1-11-527 0,2 14-799 0</inkml:trace>
  <inkml:trace contextRef="#ctx0" brushRef="#br0" timeOffset="110892.9727">26456 8105 619 0,'-13'-4'811'16,"2"2"-126"-16,11 2-61 0,-16-6-50 0,16 6 23 15,-14-5-57-15,14 5-11 0,-11-3-81 0,11 3 3 16,0 0-105-16,-10-6-30 0,10 6-111 0,0 0 4 16,13-5-88-16,5 3 19 0,6-1-73 0,11 3 35 15,7 0-76-15,14 3-7 0,3 1-104 0,3-1-25 16,1 0-112-16,-2 1-54 0,0-2-45 0,-1 3-90 16,-6-3-89-16,-2 0-47 0,-12-2-138 0,-1 0-672 15,-8 0-957-15</inkml:trace>
  <inkml:trace contextRef="#ctx0" brushRef="#br0" timeOffset="111860.6731">25547 9251 85 0,'9'-5'570'15,"-9"5"-101"-15,6-6-54 0,-6 6-42 0,9-8-7 16,-9 8-63-16,8-8-6 0,-8 8-17 16,7-11 17-16,-7 11-36 0,8-10 5 0,-8 10-44 15,9-15-12-15,-2 8-26 0,-7 7-10 0,9-14-25 0,-9 14-18 16,11-14-15-16,-11 14-25 0,12-13-11 0,-12 13-19 16,13-11-10-16,-4 6-10 0,2 0-11 0,0 2-7 15,2 0-7-15,3 0-1 0,-1 1-8 0,4 1 1 16,0 2 3-16,2 1-6 0,2 1 0 0,0 3 2 15,0 1-6-15,0 0-6 0,-2 3-2 0,-1 0 3 16,-2 3 6-16,-2-1-7 0,-1 3 7 0,-3-1-3 16,-6 4 7-16,-1-2 0 0,-3 1 4 0,-4 3 3 15,-5 1 24-15,-5 4-10 0,-3 0 19 0,-9 2-15 16,-2 0 24-16,-1-2-31 0,1 0 33 0,-3-2-31 16,2-2 23-16,4-3-37 0,0-1 29 0,4-2-36 15,1 0 29-15,4-3-34 0,0-1 37 0,4-1-45 16,1-1 34-16,0 1-30 0,4 0 31 0,5-10-26 15,-6 15 35-15,6-15-39 0,6 15 42 0,1-7-41 16,4-1 31-16,4-1-46 0,4 0-11 0,2 0-61 16,5-2-39-16,5-1-33 0,2 0-66 0,4 0-38 15,-1-2-88-15,2-1-48 0,0-1-64 0,-2 0-145 16,3-4-489-16,-4-1-716 0</inkml:trace>
  <inkml:trace contextRef="#ctx0" brushRef="#br0" timeOffset="112310.812">26944 9210 507 0,'15'-19'756'0,"-1"2"-143"0,-1 0-82 16,-1 1-58-16,-5 3 1 0,3-1-29 0,-3 1-57 16,-1 3-10-16,0-1-91 0,-2 2-10 0,-1 0-81 15,-3 9-12-15,6-15-66 0,-6 15-3 0,0 0-53 16,-6-9 19-16,6 9-43 0,-21 6 21 0,3 3-40 15,-8 4 6-15,-4 6-6 0,-3 3 26 0,-1 3-37 16,0 2 27-16,-7 7-34 0,5 3 36 0,1 1-39 16,6-5 37-16,2 2-32 0,0 0 37 0,5 0-45 15,3 1 34-15,4-2-32 0,1 2 36 0,5-6-37 16,5-1 42-16,-1-3-41 0,5-1 0 0,5 0 8 16,-1 0 3-16,3-2-4 0,2-1 0 0,0-2 5 15,4-2-3-15,-2-1 0 0,3-1-2 0,-1-1 1 16,3-4 0-16,-2 0 2 0,0-2 3 0,-1-1-1 15,3-1 4-15,-3-3 1 0,0-1 2 0,-1-2-1 16,1-1 4-16,1-1-4 0,-1-2-3 0,1-1 7 16,1-2 0-16,-1-3 36 0,-3 0-43 0,0 0 35 15,1-2-39-15,-4 0 42 0,-1-1-35 0,-3 0 37 16,-1 1-43-16,-1 1 36 0,-2 10-45 0,-2-23 38 0,-5 12-49 16,-2 1 37-16,-3 0-4 0,-1 2-3 15,-5-1-7-15,0 2-7 0,-4 0-54 0,5 4-13 16,-2-1-96-16,1 3-37 0,3 0-46 0,-2 2-75 0,4 0-64 15,-3 2-73-15,5 0-36 0,0 2-142 0,-1-1-627 16,4 0-866-16</inkml:trace>
  <inkml:trace contextRef="#ctx0" brushRef="#br0" timeOffset="113778.3713">26163 10872 9 0,'0'0'390'0,"0"0"-56"0,0 0-53 16,0 0 5-16,0 0-27 0,0 0-15 0,0 0-24 0,0 0-6 16,0 0-20-16,0 0-12 0,0 0-3 0,0 0-17 15,0 0 6-15,0 0-11 0,0 0-9 0,0 0-10 16,0 0-8-16,0 0-7 0,0 0-6 0,0 0-9 16,0 0-10-16,0 0-3 0,0 0-6 0,0 0-12 15,0 0-8-15,0 0-6 0,-8 6-5 0,8-6-4 16,0 0-1-16,0 0-4 0,0 0-10 0,0 0-6 15,0 0-5-15,0 0-8 0,0 0-2 0,0 0-4 16,0 0-1-16,0 0-1 0,0 0-5 0,0 0 9 16,0 0-16-16,0 0 1 0,0 0-1 0,0 0 3 15,0 0-2-15,0 0-5 0,0 0 3 0,0 0-2 16,0 0 1-16,0 0-1 0,0 0 3 0,0 0 0 16,0 0-1-16,0 0 1 0,-6 8 0 0,6-8-1 15,0 0 1-15,0 0-3 0,0 0 3 0,0 0 0 16,0 0-1-16,0 0 1 0,0 0 0 0,0 0 0 15,-9 7-2-15,9-7 3 0,0 0 0 0,0 0 0 16,0 0 0-16,0 0-4 0,0 0 5 0,0 0-5 16,0 0 6-16,0 0-3 0,0 0 2 0,0 0 0 0,0 0-4 15,0 0 4-15,0 0-1 0,0 0 0 16,0 0 1-16,0 0-1 0,0 0 1 0,0 0-5 16,0 0 2-16,0 0 2 0,0 0-1 0,0 0 0 15,0 0-1-15,0 0 0 0,0 0-1 0,0 0 4 0,0 0-2 16,0 0 2-16,0 0 0 0,0 0 1 0,0 0 0 15,0 0-4-15,0 0 4 0,0 0 0 16,0 0 2-16,0 0 4 0,0 0-3 0,0 0 4 0,0 0 2 16,0 0-7-16,0 0 2 0,0 0 1 0,0 0-4 15,0 0 0-15,0 0 2 0,0 0-3 0,-8 3 1 16,8-3-3-16,0 0 0 0,0 0 4 0,0 0-4 16,0 0 2-16,0 0 0 0,-10 4-2 0,10-4-1 15,0 0 2-15,0 0-4 0,0 0 1 0,0 0 5 16,-11 4-7-16,11-4 7 0,0 0 6 0,0 0-6 15,0 0 2-15,-12 2 5 0,12-2 10 0,0 0 6 0,0 0 16 16,0 0 9-16,0 0 7 0,-13 1 7 16,13-1 12-16,0 0-12 0,0 0 44 0,0 0-25 15,0 0 35-15,0 0-25 0,0 0 46 0,0 0-28 16,0 0 50-16,0 0-40 0,0 0 21 0,-9-4-56 16,9 4 18-16,0 0-57 0,7-6 25 0,-7 6-51 15,8-5 30-15,-8 5-47 0,14-7 35 0,-14 7-42 16,16-7 33-16,-6 3-41 0,0 1 35 0,1 0-40 0,1 0 33 15,-1 2-36-15,0-2 35 0,-11 3-38 0,23-2 34 16,-23 2-39-16,24 0 36 0,-24 0-48 16,23 5 38-16,-14-1-37 0,-1 0 42 0,1 2-40 0,-1 3 41 15,-4 3-37-15,-2-1 49 0,-2 3-42 0,-4 3 38 16,-3 4-36-16,-7 3 39 0,-4 4-38 0,-6 1 40 16,-3 1-41-16,-5 0 39 0,1 0-39 0,-2-1 38 15,1 1-35-15,1-4-1 0,1 0 8 0,3-1 1 16,4-5-1-16,3-2 6 0,3 1-3 0,1-4 3 15,4 0 6-15,4-3 18 0,-4 0 14 0,5-1 10 16,3-2 15-16,4-9 9 0,-4 17-3 0,4-17-8 16,8 14-10-16,1-8-9 0,5 0-8 0,2-2-3 15,4 0-9-15,5-1-2 0,2 0-3 0,2-2-36 16,1-1-53-16,7-1-51 0,1-2-69 0,2 0-47 0,8-1-24 16,-1-1-66-16,0-2-85 0,0 0-46 0,1-2-38 15,-6 1-102-15,1-2-61 0,-1-1-413 16,-4-1-694-16</inkml:trace>
  <inkml:trace contextRef="#ctx0" brushRef="#br0" timeOffset="114211.4803">26955 11153 31 0,'14'-13'648'0,"-5"1"-162"0,1 1-78 16,0-1-19-16,1 0 9 0,-2 0-36 0,1 0-17 16,0 0-4-16,-1 1-19 0,1 0-9 15,-1 0-35-15,-1 3-49 0,1-2-38 0,3 1-23 0,-2-1-19 16,1 2-12-16,-1 0-40 0,1 1 30 0,1 2-38 15,-3-1 0-15,1 2-40 0,-1 1 17 0,-9 3-30 16,18-3 5-16,-18 3-21 0,17 0 14 0,-17 0-31 16,17 8 27-16,-10-2-29 0,2 2 28 0,-4 1-24 15,1 4 35-15,-4 1-32 0,-2 0 25 0,0 3-25 16,-4 1 33-16,-2 4-34 0,-6 3 34 0,-2 0-32 16,-6 4 8-16,-2 1 22 0,-3-2 18 0,-2 0-26 0,0 1 13 15,0-2 10-15,0-1 16 0,2-1 0 16,1-1-1-16,6-3 40 0,-1-2-47 0,6-4 56 15,0 1-47-15,1-2 42 0,2-1-43 0,3-3 45 0,0 1-30 16,4-2 104-16,3-9-76 0,1 18 5 0,-1-18-14 16,14 14-16-16,-1-8-5 0,3 0-16 15,6 0 1-15,2-2-32 0,3-1-3 0,1 0-33 16,1-1 0-16,4-1 0 0,3-1 0 0,2 0 0 0,3-1 0 16,-3 0 0-16,2 0 0 0,-1-2 0 0,-3 1 0 15,0-1 0-15,-5 1 0 0,-2 0 0 0,-2 0 0 16,-2-1 0-16,-5 1 0 0,-1-2 0 0,-2 2-43 15,1-3-72-15,-3 1-21 0,-1 1-41 0,-5 0-71 16,0-1-64-16,1 0-51 0,-10 4-100 0,11-10-82 16,-11 10-58-16,2-9-172 0,-2 9-628 0,-5-14-1004 15</inkml:trace>
  <inkml:trace contextRef="#ctx0" brushRef="#br0" timeOffset="115845.0292">29351 6451 265 0,'6'-16'575'0,"-6"16"-166"0,6-16-35 15,-6 16-72-15,6-13 35 0,-6 13-54 0,5-14-8 16,-5 14-34-16,6-11-5 0,-6 11-38 0,4-10-26 16,-4 10-43-16,0 0-24 0,5-12-36 0,-5 12-13 15,0 0-14-15,0 0 0 0,0 0-13 0,0 0 19 16,0 0-4-16,2 16 22 0,-6-6-7 0,-1 3-5 16,-1 0 12-16,-3 5 8 0,-1 0 2 15,-1 1-13-15,1 0-3 0,-4 5 9 0,2-3 14 0,0-1-13 16,1-2-10-16,0 6-9 0,0-7-2 0,3 1-3 15,-1-3-6-15,1 0 6 0,1-1-10 0,2-3 0 16,1-1-8-16,-2 1-1 0,2-3 1 0,4-8 2 0,-8 14 20 16,8-14 0-16,-7 11 32 0,7-11 4 15,-4 9 45-15,4-9-54 0,0 0 23 0,0 0-51 16,0 0 17-16,0 0-44 0,-10-6 29 0,10 6-13 16,-2-14-13-16,2 14-23 0,0-22-32 0,0 7-10 0,2-2-16 15,-1-1-25-15,4-6 0 0,0 4 13 16,0-5 4-16,2-2 10 0,2-2 6 0,0 1 6 0,0 0 3 15,2 0 8-15,0 0 7 0,0 3 5 0,1 0 0 16,1 2 7-16,-3 5 8 0,2 2-6 0,0-1-1 16,0 4 0-16,-1 2 0 0,0 3-4 0,2 1 2 15,-1 6 4-15,1-1-2 0,0 5 1 0,0 3 1 16,2 2 5-16,-1 4 34 0,0 6-37 0,-2-1-2 16,-1 4 43-16,-1 3-43 0,-3-1 2 0,-1 1 3 15,0-1 0-15,-1 1 2 0,-2-2-1 0,0 2 9 16,-1 0-4-16,1-3-4 0,-2-1 4 0,1-2-3 15,-1 0-7-15,0-1-33 0,1 0-21 0,0-3-77 16,-1-1-59-16,1 1-65 0,-1-3-58 0,3 0-33 16,-4-11-83-16,4 19-71 0,-4-19-476 0,7 13-577 15</inkml:trace>
  <inkml:trace contextRef="#ctx0" brushRef="#br0" timeOffset="116044.9737">29279 6603 467 0,'0'0'510'0,"0"0"-135"0,-12-6-36 0,12 6-96 15,0 0 7-15,0 0-91 0,0 0 12 0,5-12-59 0,-5 12 8 16,11-4-61-16,-11 4 23 0,16-2-48 16,-16 2 24-16,24 0-49 0,-10 0 14 0,1 1-69 15,4 0-11-15,-1 0-83 0,1 2-51 0,2-2-89 16,-1 2-117-16,1-1-198 0,2-1-109 0</inkml:trace>
  <inkml:trace contextRef="#ctx0" brushRef="#br0" timeOffset="116777.9328">30120 6514 526 0,'7'-5'538'0,"-7"5"-119"0,10-12-2 15,-10 12-40-15,5-8-45 0,-5 8-52 0,0 0-42 16,2-13-34-16,-2 13-21 0,0 0-42 0,-7-8-15 15,7 8-25-15,-14 2 2 0,5 1-14 0,-4 3-9 16,0 1-11-16,-5 3-5 0,2 3-18 0,-2-3-5 16,1 3-11-16,-1 2 2 0,2-1-7 0,1 0-11 15,2 1 6-15,-1-1-6 0,4 1-4 16,2-2 0-16,-1 1 1 0,4-1-3 0,0-3-2 0,3 0-8 16,2-10 0-16,0 21-12 0,0-21-9 0,6 17-10 15,0-11-12-15,3 1-8 0,0-2-9 0,1-1-9 16,1-1 3-16,0 0 9 0,-11-3 0 0,21 3 10 15,-21-3-3-15,19-2 5 0,-8-2-4 0,-2 0 19 16,-1 0-12-16,0-1 21 0,1-2-18 0,-1 1 27 16,-1-3-12-16,2-1 18 0,-3 3-11 0,1-3 22 0,-2 1-10 15,1-1 22-15,1 2-1 0,-2-3 11 16,0 3-12-16,0-2 31 0,-1 3-6 0,-4 7 12 16,9-15-8-16,-9 15 15 0,7-12-6 0,-7 12 0 0,5-9-7 15,-5 9-17-15,6-9 3 0,-6 9-26 0,0 0 8 16,6-7-11-16,-6 7 9 0,0 0-9 0,0 0 12 15,15-1-16-15,-15 1 11 0,10 3-12 16,-10-3-10-16,13 5-13 0,-13-5 14 0,18 7-19 0,-9-5 6 16,3 1-21-16,0-1 10 0,2 1-23 0,-1-2 22 15,1 0-13-15,2 0 26 0,-1-2-13 0,1 1 25 16,2-2-10-16,-2-1 17 0,1-1-8 0,-1-1 19 16,1-2-1-16,-3 0 28 0,1-2-12 0,0-1 27 15,-1-2-12-15,0-3 26 0,-3 2-14 0,2-2 0 16,-3-2 10-16,-1 1-9 0,0-2-3 0,-2 2-2 15,-2 1-8-15,-1-3 5 0,-2 2-8 0,-1 0 5 16,-1 1-9-16,-1 0-3 0,-3-1-10 0,-1 3-3 16,-5-1-4-16,-3 1 4 0,-5 1-9 0,-3 1 5 15,-8 3-2-15,-5 2 8 0,-3 2-5 0,-5 2 5 16,-8 5-2-16,-2 6 9 0,-1 1 2 0,-8 7 0 16,1 5 13-16,3 5 0 0,-1 1 6 0,4 6-4 15,2 1 16-15,6 2-9 0,3-2 1 0,6 3 3 16,8-6 2-16,7 2 10 0,1-1 1 0,5-1-3 15,5-4-7-15,3 1 4 0,5-4-4 0,1 0 0 16,5 0 1-16,1-2 0 0,6 2-11 0,4-2-1 16,1-2-3-16,6-3-8 0,1-3-8 0,3 0 7 15,4-3-15-15,2 0 0 0,2-3-6 0,3-2-8 16,1-1-15-16,2-4-35 0,-2 1-18 0,1-3-40 0,1-3-40 16,-3 0-58-16,-1-1-78 0,-2-3-45 0,-1 0-86 15,-4-1-88-15,-4 1-628 0,-3-2-746 16</inkml:trace>
  <inkml:trace contextRef="#ctx0" brushRef="#br0" timeOffset="118448.2153">30761 6761 95 0,'5'-7'653'0,"-5"7"-133"16,7-13-119-16,-7 13-12 0,3-12-55 0,-3 12-18 16,1-13-63-16,-1 13-28 0,-2-12-53 0,2 12-14 15,-6-10-38-15,6 10-19 0,-8-8-27 0,8 8-3 16,-14-2-25-16,14 2 4 0,-17 2-17 0,8 2 4 16,-3 0-15-16,2 0 4 0,-1 2 1 0,2 0-3 15,0 0-7-15,0 1-2 0,0 0-2 0,2 1-3 16,1 0 0-16,1-1-15 0,1 1 17 0,4-8-1 15,-6 15-7-15,6-15-9 0,2 14-2 0,-2-14 4 16,7 13 1-16,-7-13-16 0,11 10 14 0,-11-10-12 16,14 9 16-16,-14-9-11 0,14 5 17 0,-14-5-12 15,14 1 7-15,-14-1 15 0,17-1 27 0,-17 1 8 16,15-7-7-16,-5 2 5 0,-2 0 17 0,-1-1 22 16,2-1 23-16,-1 1-14 0,-1 0 23 0,0-1-24 15,0 0 4-15,1 1-41 0,-2 0 11 0,-6 6-44 0,11-9 21 16,-11 9-38-16,11-6 14 0,-11 6-20 15,0 0 18-15,16 3-20 0,-16-3 0 0,13 9 9 16,-7-1 5-16,-1 1 1 0,0 4 2 0,-1-1-2 16,-1 5-1-16,-1-1 25 0,-1 2-37 0,0 0 39 0,-2 3-45 15,1 0 30-15,-2-1-34 0,-1 3 28 0,1-1-39 16,-2-2 37-16,0 0-35 0,0-2 34 0,0-1-37 16,-3-2 30-16,2-1-30 0,-1 0 33 0,1-3-31 15,-2 0 34-15,0-3-29 0,0-1 29 0,7-7-29 16,-13 11 31-16,13-11-37 0,-13 3 24 0,13-3-41 15,0 0-10-15,-14-3-35 0,14 3 14 0,-7-12-30 16,7 12-9-16,-1-17-2 0,2 5-15 16,3-2 12-16,2-2-11 0,3-3 18 0,3-1-2 0,1-1 18 15,4-3-11-15,-1 0 30 0,3 1-2 0,-1 2 16 16,2 0 8-16,0-2 26 0,0 4 4 0,1 0 43 16,-1 1 17-16,-2 2 16 0,0 1 9 0,-3 1 16 15,3 2 18-15,-4 1 23 0,0 1 8 0,-3 2-3 16,0 0-33-16,-2 2-3 0,-1 0-36 0,-8 6 7 15,15-6-32-15,-15 6 46 0,12-1-30 0,-12 1 29 16,12 5-37-16,-12-5 30 0,14 8-42 0,-14-8-6 16,9 12 1-16,-9-12 5 0,9 14-7 0,-4-6-6 15,-5-8-3-15,7 16-1 0,-7-16-2 0,7 18-3 16,-7-18-3-16,4 13 0 0,-4-13-5 0,5 15-12 16,-5-15-10-16,3 10-1 0,-3-10 28 0,4 11-31 0,-4-11 37 15,0 0-31-15,4 10 39 0,-4-10-36 16,0 0 3-16,0 0-7 0,0 0-15 0,7 5-4 15,-7-5-4-15,0 0 5 0,9-8 10 0,-9 8 1 16,10-11 3-16,-10 11 20 0,12-13-16 0,-5 9 19 0,0-3-15 16,-7 7 17-16,12-9-15 0,-12 9 20 15,11-9-17-15,-11 9 16 0,8-6-14 0,-8 6 17 16,10-4-23-16,-10 4 25 0,0 0-12 0,11-2 39 16,-11 2-35-16,0 0-3 0,11 5 3 0,-11-5 5 15,7 7 1-15,-7-7 1 0,5 9-4 0,-5-9 23 0,5 9-28 16,-5-9 23-16,4 10-26 0,-4-10 20 15,4 11-22-15,-4-11 18 0,3 11-29 0,-3-11 18 16,0 0-29-16,4 12 2 0,-4-12-23 0,0 0 7 16,5 10-2-16,-5-10 20 0,0 0-2 0,0 0 17 0,7 7-28 15,-7-7-6-15,0 0-2 0,11-6 7 0,-11 6 5 16,11-7-1-16,-11 7 5 0,13-10 6 16,-6 4 1-16,0-1 4 0,1 1 3 0,-8 6 9 0,12-10 7 15,-12 10 19-15,10-9 14 0,-10 9-6 0,9-6 3 16,-9 6-13-16,7-7-3 0,-7 7-11 0,0 0 0 15,8-7-11-15,-8 7 7 0,0 0-5 0,0 0 6 16,0 0-4-16,0 0 3 0,0 0-7 0,14 4 8 16,-14-4 0-16,0 0 4 0,5 8-4 0,-5-8 17 15,5 8-10-15,-5-8 4 0,9 7-3 0,-9-7 3 16,15 10-7-16,-6-4 8 0,1-3-3 0,1 3-1 0,-1-2-1 16,1-1 3-16,0 2-5 0,-1-2-4 0,-10-3 2 15,22 1 0-15,-22-1 5 0,19 3-5 0,-19-3 3 16,19-4-8-16,-19 4-7 0,18-5 8 0,-9 1-13 15,-9 4 9-15,16-12 1 0,-16 12-1 0,14-9-1 16,-14 9 2-16,11-10-1 0,-11 10 2 0,7-7-6 16,-7 7 2-16,0 0 1 0,4-11-2 0,-4 11 3 15,0 0 2-15,-11-7-3 0,11 7 19 0,-13-2-22 16,13 2 7-16,-16 0-8 0,16 0 12 0,-15 0-9 0,15 0 10 16,-15 4-7-16,15-4 11 0,-14 5-11 15,14-5 9-15,-11 8-8 0,11-8 9 0,-10 10-5 0,10-10 6 16,-5 9-8-16,5-9 12 0,0 12-4 0,0-12 3 15,3 12-6-15,-3-12 0 0,8 13-8 0,-8-13-19 16,13 8-7-16,-13-8 1 0,12 11 2 0,-12-11 5 16,13 6 16-16,-13-6-4 0,11 4 3 0,-11-4 2 15,0 0 2-15,18 0 2 0,-18 0-1 0,12-2 3 16,-12 2-3-16,11-7-2 0,-11 7 3 0,12-10 6 16,-12 10 2-16,11-10-5 0,-11 10-2 0,8-11 20 15,-8 11-2-15,8-10 12 0,-8 10-16 0,6-7 14 0,-6 7-25 16,6-8 12-16,-6 8-6 0,0 0-12 0,5-7 7 15,-5 7-13-15,0 0-2 0,0 0 1 0,0 0-4 16,0 0 15-16,0 0-12 0,0 0-11 0,0 0-32 16,0 0-13-16,12 3-7 0,-12-3-5 0,0 0-4 15,0 0 0-15,7 11 10 0,-7-11-3 0,8 6-7 16,-8-6 1-16,11 6 2 0,-11-6 4 0,13 10 10 16,-13-10 12-16,14 5 16 0,-14-5 2 0,16 2 12 15,-16-2 9-15,14 1 10 0,-14-1 15 0,15-1 15 16,-15 1 21-16,14-7 29 0,-5 3 10 0,-1-2 13 15,0 0 13-15,-1 0 33 0,0-1-9 0,2 1 17 16,-4-1 3-16,2 2 16 0,-7 5-25 0,10-12 51 16,-10 12-42-16,9-9 40 0,-9 9-28 0,6-9-32 0,-6 9-43 15,0 0-52-15,8-9 19 0,-8 9-13 0,0 0-43 16,0 0 31-16,0 0-42 0,0 0 40 0,0 0-39 16,-1 16 40-16,1-16-48 0,-2 15 33 0,2-15-57 15,-1 19 5-15,1-19-88 0,-1 20-4 0,1-20-25 16,1 23-29-16,0-14-37 0,1 2-49 0,1-2-75 15,-3-9-58-15,6 18-24 0,-6-18-54 0,6 14-156 16,-6-14-292-16,0 0-496 0</inkml:trace>
  <inkml:trace contextRef="#ctx0" brushRef="#br0" timeOffset="118608.8111">31855 6578 163 0,'-6'-15'611'0,"1"3"-120"15,0 2-74-15,2 0-34 0,-1 1-56 0,4 9-64 16,-7-16-56-16,7 16-40 0,-4-13-35 0,4 13-35 0,-4-9-54 16,4 9-67-16,0 0-28 0,0 0-23 15,0 0-37-15,8-5-69 0,-8 5-122 0,16 7-119 16,-6-2-253-16,3 1-181 0</inkml:trace>
  <inkml:trace contextRef="#ctx0" brushRef="#br0" timeOffset="118861.9649">32169 6561 725 0,'6'-7'671'16,"-6"7"16"-16,9-12-86 0,-9 12-43 0,7-12-42 15,-7 12-46-15,7-11-57 0,-7 11-55 0,7-9-67 16,-7 9-55-16,0 0-57 0,5-8-40 0,-5 8-34 16,0 0-19-16,0 0-7 0,0 0-9 0,3 14 7 15,-4-2-8-15,-1 2-11 0,-1 3 0 0,0 1-7 0,-1 3 4 16,-1 1-34-16,1 1 36 0,0 1-40 15,-1 1 26-15,1-2-32 0,1 1 24 0,-1 1-6 0,-1-1-4 16,2-2-11-16,-1 2-21 0,1-4-71 0,1-1-36 16,-2 0-44-16,0-2-65 0,1-3-108 0,-4 1-105 15,2 0-106-15,-3-5-96 0,0 1-720 0,-2-1-960 16</inkml:trace>
  <inkml:trace contextRef="#ctx0" brushRef="#br0" timeOffset="120947.0371">29272 7634 357 0,'0'0'422'0,"-3"-10"-41"15,3 10-31-15,0 0-33 0,-2-11-12 0,2 11-18 16,0 0-32-16,-1-10-41 0,1 10-13 0,0 0 7 0,0 0 3 15,-1-15 3-15,1 15-21 0,0 0-32 0,0 0-32 16,0 0-28-16,-1-12-27 0,1 12-22 16,0 0-7-16,0 0-7 0,0 0 13 0,0 0 17 15,-7 10 20-15,7-10-9 0,-10 17 2 0,3-7-6 0,0 5 2 16,-2 1 4-16,0 1-4 0,-1 3 1 0,-1-2-8 16,2 1 9-16,-1 1-20 0,1 1 3 0,0 0-5 15,0-1-5-15,1-1-3 0,1 0-6 0,2-2-13 16,-2 0-4-16,2-3 0 0,0 0-8 0,1 0-4 15,1-2 7-15,0-2-10 0,0 0 2 0,3-10 10 16,-5 17-18-16,5-17 3 0,-4 13 11 0,4-13-1 16,-3 12-2-16,3-12 11 0,0 0 11 0,-4 12-4 15,4-12-4-15,0 0-3 0,0 0-8 0,0 0-5 16,0 0 0-16,0 0-3 0,-2-15-6 0,2 15 1 0,1-14-1 16,-1 14-2-16,3-22-2 0,-2 8-5 0,3-2-2 15,-1-1-11-15,1-3 5 0,0 1-11 16,3-3-20-16,-1 0 24 0,2 2-23 0,1-1 31 15,2-4-23-15,0 5 23 0,0 2-29 0,0 0 29 0,1 3-20 16,0 1 5-16,3-1-22 0,0 2-9 16,1 3 0-16,1-1 0 0,1 3 8 0,-2 3 5 15,3 0-6-15,-2 1 0 0,2 1 5 0,-1 2-2 0,-2 0 7 16,2 2 2-16,-2 2 3 0,0 0 7 0,-1 1 1 16,0-1 4-16,-2 2 1 0,-3 0 4 0,1 1 4 15,-4 0 7-15,0 0-1 0,-2 1 0 0,-5-7 0 16,5 12 27-16,-5-12-24 0,-4 13 2 0,4-13 2 15,-11 15-1-15,0-10 3 0,-2 2 0 0,0 0 2 16,-4-1-3-16,2-1 4 0,-1-1-4 0,0 2 1 16,1-2-1-16,2 1-2 0,1-3-4 0,1 4-8 15,2-1-6-15,0-1-11 0,1 1-5 0,1 0-4 16,7-5 7-16,-8 13 6 0,8-13 4 0,0 15-1 16,0-15 7-16,7 18-3 0,0-7 9 0,2 0 0 15,2 0 2-15,0 0 4 0,4 2-2 0,-2-1-5 16,3-2 13-16,-2 3-6 0,1-1 0 0,-3-2-1 15,0 1 5-15,1-3 0 0,-2 5 1 0,1-4-6 16,-2 2 8-16,1-1-1 0,-1 1 10 0,-2-1-4 16,0-1 5-16,-1 0 1 0,0-1 22 0,-2 0-7 15,-5-8 21-15,9 15-7 0,-9-15-2 0,4 11 1 16,-4-11-4-16,0 0 4 0,-1 16-6 0,1-16-6 16,-12 7-5-16,1-2-4 0,-2-3-2 0,-4 1-9 15,-2-2 4-15,-2 0-6 0,-5-2-1 0,0 0-8 0,0-1-8 16,-1 1-38-16,-1-1-64 0,2-1-44 0,1-1-62 15,2-1-31-15,5 1-89 0,1 0-21 16,4 0-130-16,4 1-539 0,9 3-642 0</inkml:trace>
  <inkml:trace contextRef="#ctx0" brushRef="#br0" timeOffset="121664.7009">30083 7897 190 0,'12'-12'632'0,"-2"4"-125"16,-3-3-132-16,0 3-20 0,-2 0-46 0,-1-1-23 15,-4 9-64-15,6-17-24 0,-6 17-50 0,3-13-20 16,-3 13-35-16,-3-11-16 0,3 11-25 0,0 0 1 16,-13-3-24-16,13 3 7 0,-15 7-23 0,4 0 15 15,1 3-20-15,0 1 0 0,-2 0-3 0,2 1 11 16,-1 1-14-16,3-1 10 0,0 1-12 0,1 1 12 15,-1-2-16-15,2 2 18 0,2 0-18 0,1-4 15 16,1 2-15-16,2-12 18 0,-1 19-13 0,1-19 7 16,1 18-13-16,-1-18 18 0,3 13-21 0,-3-13 12 0,7 12-23 15,-7-12 3-15,9 7-34 0,-9-7 21 0,9 6-23 16,-9-6-2-16,0 0-38 0,15 0 35 16,-15 0-27-16,11-6 38 0,-11 6-26 0,12-10 53 15,-5 4-45-15,0-3 45 0,0-1-38 0,1 1 72 0,-2 0-25 16,0 0 39-16,1 2-6 0,-2-1 48 0,-5 8-9 15,9-12 21-15,-9 12-19 0,8-13 8 16,-8 13-15-16,7-8 10 0,-7 8-23 0,6-9-1 0,-6 9-19 16,0 0 9-16,7-9-27 0,-7 9 18 0,0 0-20 15,9-7 12-15,-9 7-14 0,10-4 3 0,-10 4-5 16,12-2 13-16,-12 2-15 0,18-3 13 0,-7 1-14 16,0 1 14-16,2-2-15 0,-1 0 16 0,4-1-13 15,-1 0 8-15,1-3-10 0,0 0 16 0,3-1-15 16,-1-2 9-16,3 0-6 0,-2-3 14 0,2-2-6 15,0-1 30-15,-1-3 14 0,-2 1 9 0,0-3-5 16,-3 1 2-16,0-1 2 0,-5 1 8 0,0 0-22 16,-3-1 16-16,-1 1 17 0,-3 3-3 0,-2 1-16 15,-1-3-3-15,-1 2-18 0,-3 3 3 0,-2-1-18 16,-4 2 0-16,0 1-7 0,-5 2-3 0,-4 1-6 0,-4 4 9 16,-1 2-8-16,-2 3 12 0,-4 3-17 15,-7 4 7-15,-5 4-7 0,-1 4 4 0,-1 5 0 16,-6 5 2-16,1 7-6 0,0 0 1 0,3 4 0 15,1 1 0-15,2 3 9 0,3 1-13 0,2 1 9 0,3-1-12 16,4 0 10-16,9-6-8 0,0 0-2 0,4-1 3 16,2 2 0-16,6-9-3 0,0 1 2 15,5-4 3-15,1-2-1 0,4-1 1 0,2-3 16 16,3 3-14-16,3-2 12 0,4-1-13 0,6-1 10 0,3 0-18 16,3-2-18-16,4-2-40 0,3-3-30 0,1 1-40 15,2-4-41-15,1 0-56 0,1-2-52 0,0-3-53 16,1 0-119-16,-5-2-592 0,3-3-661 0</inkml:trace>
  <inkml:trace contextRef="#ctx0" brushRef="#br0" timeOffset="123164.3116">30731 8074 358 0,'5'-10'757'0,"-2"2"-152"0,-3 8-36 0,6-17-82 0,-6 17-71 15,4-17-65-15,-4 17-35 0,4-16-2 0,-4 16-64 16,0-15-19-16,0 15-70 0,0-13-10 0,0 13-60 16,-3-10 7-16,3 10-47 0,-7-7 11 0,7 7-38 15,-13 0 30-15,13 0-41 0,-22 7 20 0,10-3-36 16,-1 3 37-16,0 0-49 0,0 2 8 0,3 1-32 16,-1-1 28-16,2 1-47 0,1 1-4 0,2-2-1 15,1 0 14-15,1 1 0 0,1-1 1 0,3-9-4 0,-5 16-14 16,5-16 0-16,3 13 9 0,-3-13 15 0,5 12 4 15,-5-12 13-15,9 7-1 0,-9-7 8 16,11 4 8-16,-11-4 14 0,0 0 7 0,18 1 20 16,-18-1 0-16,11-5-6 0,-11 5 9 0,14-9 5 0,-14 9-12 15,12-11 8-15,-6 4 0 0,0-1 10 16,-6 8 9-16,11-11-23 0,-11 11 13 0,7-9-32 16,-7 9 5-16,7-8-13 0,-7 8-1 0,0 0 0 0,11-6-4 15,-11 6-1-15,0 0-11 0,9 10 17 0,-9-10-11 16,7 20 13-16,-5-10-10 0,1 5 14 0,-1 3-16 15,0-1 8-15,-2 2 6 0,0 1-4 16,-2 4 0-16,-1 2 1 0,1-1-1 0,-2 2 2 0,-2 2-3 16,0 0 0-16,-1-1-6 0,-2 0 11 0,1-2-20 15,0-4 23-15,-2 0-16 0,0-1 14 0,-1-2-13 16,-2-3 15-16,1 0-12 0,-3-1 16 0,0-2-18 16,-2-5 21-16,-1 1-17 0,-1-2 17 0,1-3-22 15,-2-1 15-15,0-3-32 0,0-1-12 0,-1-2-31 16,0-2-13-16,2-2-3 0,3 0 0 0,5-2-13 15,3-2-31-15,2 1-8 0,6-2-11 0,3-2-17 16,7-3-14-16,1-2 12 0,8 0 13 0,1-3 24 16,6-4 19-16,1 0-26 0,2 1 73 0,0-1-34 15,0 1 64-15,1-1-31 0,0 1 71 0,-2-2-24 16,2 2 78-16,-2 0 21 0,-1 0 30 0,-1 1 29 0,0 1 1 16,-5 5 15-16,0-1 44 0,-5 4 23 0,0 3 7 15,-2-1-4-15,-3 3-45 0,0 1 20 16,-2 1-72-16,-2 0 3 0,1 2-69 0,-8 6 15 15,11-7-56-15,-11 7 38 0,0 0-56 0,12-3 43 16,-12 3-52-16,0 0 39 0,8 9-47 0,-8-9 42 16,1 13-47-16,-1-13 50 0,0 18-53 0,-1-7 44 15,-1 2-45-15,0-1 45 0,-1 1-48 0,1-1-6 0,0 2-26 16,-2 1-2-16,2-4 8 0,1 2-7 0,-1-1-3 16,0-2 7-16,1 3 6 0,1-13 11 0,-2 19 2 15,2-19 10-15,-1 13 7 0,1-13 10 0,2 12 0 16,-2-12 0-16,5 8 6 0,-5-8-8 0,10 4 32 15,-10-4-26-15,14 0 17 0,-14 0-22 0,18-4 21 16,-7 0-24-16,2-1 22 0,1-1-23 0,-2-1 27 16,0 0-31-16,1 1 28 0,-2-2-20 0,-2 3 42 15,1 1-18-15,-1-2 51 0,-9 6-42 0,15-8 45 16,-15 8-58-16,11-6 34 0,-11 6-52 0,10-5 33 16,-10 5-51-16,9-6 44 0,-9 6-45 0,0 0 53 15,0 0-55-15,14 0 45 0,-14 0-45 0,0 0 46 16,9 8-43-16,-9-8 45 0,8 8-46 0,-8-8 38 15,8 9-42-15,-8-9 29 0,8 8-43 0,-8-8 22 16,9 10-40-16,-9-10 21 0,12 11-35 0,-12-11 32 16,13 10-23-16,-13-10 21 0,13 8-3 0,-13-8 26 0,12 4-12 15,-12-4 25-15,14 3-15 0,-14-3 19 16,17-2-13-16,-17 2 15 0,19-7-16 0,-9 4 16 16,0-3-1-16,1-1-1 0,0 1 17 0,0-3-24 15,-1 2 4-15,1-2 1 0,-2 1 2 0,2 1 0 0,-3-1 4 16,-1 1 3-16,1 2 1 0,-1-2 6 0,-1 1 13 15,-6 6 6-15,11-11 5 0,-11 11-2 0,9-7-3 16,-9 7-7-16,9-7-2 0,-9 7-6 0,0 0-3 16,10-8-7-16,-10 8 5 0,0 0 2 0,8-6-21 15,-8 6 2-15,0 0-5 0,0 0 2 0,9-5 6 16,-9 5-3-16,0 0 5 0,0 0-2 0,14 1 1 16,-14-1 5-16,15 3-7 0,-15-3 25 0,21 3-28 15,-8-1 1-15,-2 0 6 0,1-1-3 0,-12-1 2 16,23 0 0-16,-23 0 3 0,24 0 6 0,-24 0-6 15,23-4-3-15,-13 1 0 0,1 0 3 0,-1 1-3 0,-1-4 10 16,-9 6-5-16,17-7 1 0,-17 7-5 16,13-8 0-16,-13 8-2 0,9-6 0 0,-9 6-4 0,7-6 3 15,-7 6-7-15,0 0 1 0,0 0-3 0,7-9 3 16,-7 9-1-16,0 0 14 0,0 0 3 0,-13 3-20 16,13-3 3-16,-10 7 3 0,10-7 1 0,-12 9 5 15,5-3-9-15,0 0 4 0,1 2 1 0,0-1 1 16,0 1 3-16,-1 0-8 0,2-1-10 0,1 2-18 0,-1-1-10 15,5-8 8-15,-7 14-9 0,7-14-9 16,-7 12-6-16,7-12-17 0,-3 12 1 0,3-12 3 16,0 0 17-16,1 13 9 0,-1-13 9 0,0 0 5 0,10 7 6 15,-10-7 6-15,0 0 6 0,15 3 3 0,-15-3 3 16,13-3 5-16,-13 3 4 0,15-7-1 0,-8 2 0 16,1-1 11-16,0 1 9 0,-1-1 5 0,0 0 10 15,0-1 11-15,-7 7 10 0,12-10 17 0,-12 10-26 16,9-8-6-16,-9 8-9 0,7-7-10 0,-7 7-6 15,7-6-15-15,-7 6 1 0,0 0-3 0,0 0-3 16,10-3 8-16,-10 3-2 0,0 0-1 0,6 6 2 16,-6-6 0-16,4 10 2 0,-4-10-2 0,4 10-7 15,-4-10 5-15,8 13-3 0,-8-13-13 0,9 15-40 16,-2-8-1-16,0 1-21 0,3-1-14 0,1 2-33 0,1-1-20 16,3-4-47-16,-2 2-48 0,2-1 8 0,0 0 7 15,-1-2 10-15,-2-1-3 0,2 0-25 0,-14-2-43 16,21-1-110-16,-10-1-261 0,-11 2-168 0</inkml:trace>
  <inkml:trace contextRef="#ctx0" brushRef="#br0" timeOffset="123418.7677">32100 7672 662 0,'-14'-23'736'0,"-1"2"-126"0,0 0-63 0,1 3-42 16,2 1 5-16,0 1-40 0,0-2-50 0,3 7-45 16,1-1-40-16,-2 0-53 0,3 2-56 0,1 2-49 15,0 1-36-15,6 7-41 0,-9-14-35 0,9 14-37 16,-7-5-12-16,7 5-24 0,0 0-34 0,0 0-25 16,0 0-61-16,-1 17-7 0,6-8-36 0,2 3-26 15,2 4-53-15,1 2-60 0,3 1-74 0,0 3 2 0,3-1-26 16,-2 1-66-16,0-2-24 0,0-2-369 15,-2-2-416-15</inkml:trace>
  <inkml:trace contextRef="#ctx0" brushRef="#br0" timeOffset="123664.5929">32234 7747 425 0,'6'-6'717'0,"-6"6"-114"0,9-15-31 16,-3 8-48-16,-6 7 19 0,10-15 7 0,-10 15-34 0,7-13 14 15,-7 13-72-15,7-12-31 0,-7 12-102 16,5-8-51-16,-5 8-91 0,0 0-15 0,6-11-65 15,-6 11 10-15,0 0-42 0,0 0 20 0,4 17-33 0,-5-6 17 16,0 4-29-16,-2 4 21 0,0 3-2 16,-1 3-14-16,-1 5-6 0,-2 0-8 0,0 4-4 15,-3 3-36-15,3-5 30 0,-3 5-36 0,0 0 36 0,3-5-59 16,0-2 1-16,0-1-80 0,-1-1 8 0,2 1-67 16,0-5-19-16,2-1-111 0,-1-2-63 0,2-2-111 15,-1-1-122-15,-1-2-18 0,2-1-223 0,-2-4-391 16,1 0-835-16</inkml:trace>
  <inkml:trace contextRef="#ctx0" brushRef="#br0" timeOffset="126065.1065">28955 9284 529 0,'0'-15'464'15,"0"15"-48"-15,1-11-43 0,-1 11-6 0,0 0-18 16,1-15-19-16,-1 15-19 0,0 0-24 0,0-17 5 16,0 17-48-16,0 0-14 0,0-13-55 0,0 13-25 15,0 0-41-15,0 0-8 0,1-12-24 0,-1 12 5 16,0 0-21-16,0 0 10 0,0 0-5 0,3-9 17 15,-3 9 19-15,0 0-6 0,20-1 10 0,-7 2-25 16,7 0 9-16,8 0-50 0,2 2 28 0,8 0-29 16,8 1 14-16,1-1-31 0,2 2 19 0,-2-2-38 0,0 0 35 15,-8 0-16-15,-1-2-24 0,-1 1 22 0,-8-1-29 16,-2-1 19-16,-4 1-38 0,-2-2-19 0,-3 0-25 16,-2-1-15-16,-3-1-39 0,-3-1-68 15,-10 4-23-15,7-8-24 0,-7 8 6 0,-8-12 6 16,-3 5 2-16,-3 1 15 0,-2-1 17 0,-2 3 24 0,-1-1 22 15,-1 1 10-15,1 0 21 0,-1 2 32 0,2-1 11 16,-1 1 17-16,3 2 10 0,2-1 13 0,1 0 3 16,13 1-2-16,-24 0 18 0,24 0 7 0,-19 2 13 15,19-2 20-15,-14 6 14 0,14-6 6 0,-12 8 29 16,12-8 33-16,-7 11 10 0,7-11-3 0,-6 18 13 16,3-7 19-16,1 2 15 0,1 1-21 0,-2 3 2 15,1 0-7-15,-1 5-18 0,1-2-17 0,0 4-23 16,0-2-11-16,-1 2-14 0,0 1-9 0,0-2-9 15,-2 1-4-15,1 0-4 0,-3-2-3 0,2 0-7 16,-1-2-4-16,-2 0 5 0,0-2-1 0,-1-1-1 16,-1-2 12-16,-1-2 21 0,-1-2 4 0,1-1 4 15,-5-2-6-15,1-1-6 0,-3-2-7 0,0 1-1 0,-1-5-11 16,-1 0 7-16,0-2-10 0,1 0-8 0,-1-3-3 16,-3 1-2-16,2-2-10 0,-1 0 0 15,5-1 4-15,0 0-16 0,1 2-39 0,1-2-36 16,3 1-41-16,1 0-48 0,0 2-45 0,11 3-52 0,-16-8-71 15,16 8 3-15,-9-5-60 0,9 5-53 0,0 0-435 16,0 0-453-16</inkml:trace>
  <inkml:trace contextRef="#ctx0" brushRef="#br0" timeOffset="126854.5761">29821 9493 501 0,'10'-8'590'0,"-2"-2"-110"0,-2 3-27 15,0-2-74-15,-1 1-51 0,1 1-40 0,-6 7-7 16,5-15-40-16,-5 15-36 0,3-13-37 0,-3 13-32 16,0 0-30-16,-3-15-21 0,3 15-13 0,0 0-12 15,-14-2-2-15,14 2 2 0,-18 5 8 0,5 1-5 16,0 1 6-16,-2 1-8 0,0 2 8 0,-2 1 2 15,3 0 1-15,-2 1-19 0,4 1 3 0,-1 0-9 16,2-1-9-16,3 1-1 0,0-1-5 0,2 0-8 0,0 1-3 16,3-2-3-16,2 0 0 0,1-11-3 15,1 20-4-15,3-11-24 0,1 1-15 0,1-2-20 16,2 0-20-16,1 0-6 0,1-1-5 0,0-2-7 0,0-2 5 16,1 2 10-16,-11-5 7 0,19 3 4 0,-19-3 13 15,18-1 3-15,-8-1-2 0,-10 2 0 0,18-9 20 16,-10 3-4-16,0-1 12 0,-1-1-4 0,2-2 11 15,-1 0-9-15,0-1 17 0,0 0-6 0,-1 0 13 16,-1 0-1-16,0 2 19 0,-1 0 14 0,0 2-2 16,-5 7 4-16,10-15-7 0,-10 15-9 0,6-10-6 15,-6 10-12-15,5-10 4 0,-5 10-12 0,0 0 4 16,7-8-5-16,-7 8 6 0,0 0-1 0,0 0 1 16,0 0-4-16,0 0 5 0,12-1-7 0,-12 1 5 15,0 0-2-15,0 0 8 0,9 5-6 0,-9-5 5 16,0 0-4-16,10 6 1 0,-10-6-2 0,0 0 6 15,15 3-5-15,-15-3 4 0,12 2-7 0,-12-2-5 16,15-1-3-16,-15 1-1 0,18-4-2 0,-8 1 5 16,0 0-7-16,1-4 8 0,1 0-1 0,-1-1 4 15,0 0-5-15,1-3 9 0,0-2-2 0,1-2 4 16,-2-1 1-16,1 0 11 0,-1-1 4 0,-1-1 3 16,-1-1 12-16,2-1-2 0,-5 1-4 0,0-1 0 0,-3 4 0 15,-1-2 5-15,-1 1-3 0,-1 2-5 0,-3-2-3 16,0 3-7-16,-2 1-3 0,-2 1-5 0,-4 1 1 15,-3 4 1-15,-2 1 2 0,-3 3 0 0,-3 0-1 16,-3 6 24-16,-2 1-27 0,-4 4 7 0,-6 5 2 16,-1 3-4-16,-2 5 3 0,0 1-1 0,-7 7-1 15,0 2-3-15,2 2 12 0,0-1-11 0,4 1 10 16,7-3-10-16,4-1 0 0,1 1 4 0,3-2 4 16,3-2 5-16,7-3 0 0,0-1 3 0,4 0 10 15,3-3-2-15,0 0 8 0,6-1 8 0,1-4 2 16,4 2-5-16,3-1-9 0,4 3-2 0,3-4-14 15,4 0-5-15,5 1-9 0,4-2-33 0,1 0-49 16,2-4-26-16,1 1-82 0,3-2-45 0,-2-1-68 16,-2-1-47-16,-1-2-80 0,1-1-120 0,-1-2-496 0,0-1-654 15</inkml:trace>
  <inkml:trace contextRef="#ctx0" brushRef="#br0" timeOffset="128516.8406">30486 9659 265 0,'0'0'590'0,"-2"-10"-170"0,2 10-8 0,-3-12-42 16,3 12 5-16,-4-11-57 0,4 11-25 16,-7-8-54-16,7 8-35 0,-7-6-49 0,7 6-20 0,0 0-25 15,-15-5 0-15,15 5 0 0,-17 5-5 0,7-2-21 16,-1 2-10-16,0 1-19 0,-1 1-5 0,0 0-10 15,0 2-4-15,-1-1-11 0,3 0 0 0,0 2-5 16,2-2-7-16,-1 2-4 0,2-3-1 0,1 1 2 16,1 0-2-16,5-8 4 0,-9 13-1 0,9-13-2 15,-3 11-9-15,3-11-9 0,0 0 7 0,5 14-7 16,-5-14-5-16,10 6-2 0,-10-6-2 0,12 2 7 16,-12-2-7-16,17 0 8 0,-17 0 5 0,17-6 2 15,-7 1-1-15,0-1 2 0,-1-2-5 0,2 0 5 16,-1-2 5-16,-1 0 20 0,1 0 16 0,-1-2 3 15,-2 1 15-15,0 0 1 0,-1 2 14 0,1 0-11 16,-3 0 18-16,1 2-30 0,-5 7 5 0,7-12-35 16,-7 12 11-16,5-7-23 0,-5 7 16 0,0 0-18 15,0 0 16-15,3 10-20 0,-3-10 1 0,-4 20 3 16,-1-6-1-16,1 1 2 0,-2 4-2 0,0 3 2 16,-2 0 14-16,0 6-17 0,0 0 4 0,-1 1-3 15,-1 2-4-15,1-1 3 0,0-1-1 0,-2 1-3 16,1-1-3-16,-1-1-1 0,-1-2 2 0,0-1 1 15,-1-1-2-15,1-5 3 0,-1-2 0 0,-1-2-5 16,-1 0 9-16,-2-3 4 0,0-4-4 0,-1 2-1 16,0-5 0-16,3-1-1 0,-2-2 2 0,3-1-2 0,0-1-3 15,1-1-3-15,2-2-10 0,0-1-17 16,3-3-36-16,3 0-33 0,5 7-9 0,-3-15-11 16,6 4 0-16,5-2-7 0,5-4 6 0,4-2-6 15,5-1-7-15,5-4 12 0,3-1 16 0,1 1 13 16,2-2 19-16,0 0 17 0,-1 1 21 0,-1-3 5 15,0 3 81-15,-3-2 15 0,-1 4 52 0,-1 0 23 16,-7 3 33-16,1 1 41 0,-5 4-24 0,0-1-5 16,-2 1 12-16,0 2 13 0,-3 3 15 0,-1 0-5 0,0 1-27 15,-2 1-33-15,0 1-37 0,-7 7-31 0,10-10-22 16,-10 10-12-16,10-5-18 0,-10 5-3 0,0 0 1 16,11 5-6-16,-11-5-3 0,5 9-7 15,-5-9 3-15,5 14-9 0,-5-14-17 0,4 19 14 0,-3-8-5 16,2-1 2-16,-1 2-3 0,-1-1 11 0,0 1-48 15,0-1 22-15,-1-11-57 0,2 21 28 0,-2-21-52 16,1 19-2-16,-1-19-33 0,1 16-8 0,-1-16 6 16,1 13 16-16,-1-13 30 0,2 12 10 0,-2-12 27 15,0 0-3-15,3 8 23 0,-3-8-4 0,0 0 2 16,0 0 6-16,15-4 4 0,-15 4 1 0,10-10 2 16,-3 2-1-16,1-1 2 0,1-2 2 0,0 2 1 15,0-3 24-15,1 1-23 0,-2 2 28 0,0-2-12 16,0 2 59-16,0 1-24 0,-1 1 22 0,-1 0 3 15,-6 7-5-15,9-10-13 0,-9 10-13 0,9-8-10 16,-9 8-7-16,0 0 10 0,12-3 11 0,-12 3-10 16,0 0 2-16,10 5 0 0,-10-5 8 0,7 9-10 15,-7-9 1-15,5 12-9 0,-5-12 1 0,6 17-2 0,-6-17-6 16,5 17 1-16,-5-17-6 0,4 17-5 16,-4-17-2-16,4 15-11 0,-4-15-9 0,2 12-41 15,-2-12 24-15,4 11-34 0,-4-11 25 0,0 0-8 16,4 15 26-16,-4-15-7 0,0 0 27 0,0 0-22 15,3 9 22-15,-3-9-23 0,0 0 32 0,10-4-5 0,-10 4-11 16,9-8-6-16,-9 8-16 0,13-12 4 0,-6 5-8 16,1-2 6-16,0 0 4 0,-2 2 44 0,0 0-39 15,0-1 39-15,0 3-34 0,-6 5 39 16,10-12-41-16,-10 12 41 0,7-9-40 0,-7 9 39 16,7-9-46-16,-7 9 36 0,0 0-40 0,8-7 38 0,-8 7-35 15,0 0 43-15,0 0-41 0,0 0 44 0,13 0-42 16,-13 0 38-16,0 0-33 0,8 7-1 15,-8-7 7-15,6 6-1 0,-6-6 1 0,9 7-3 16,-9-7-19-16,13 10-10 0,-13-10-3 0,18 8-10 16,-7-4 6-16,0-1-23 0,0 2-1 0,0-2 3 15,-11-3 14-15,23 3 7 0,-13-1 14 0,-10-2-5 0,21 1 18 16,-21-1-9-16,20-3 10 0,-20 3 4 0,18-8 5 16,-9 4 3-16,-2-2 1 0,1 0 5 15,-2-1 0-15,-1 1 0 0,-5 6 5 0,9-13 12 16,-9 13 1-16,7-11-7 0,-7 11 0 0,4-11-3 15,-4 11-2-15,0 0-4 0,1-12 4 0,-1 12-2 0,0 0-1 16,-9-5 0-16,9 5 4 0,0 0 1 0,-15 3-6 16,15-3 0-16,-11 5 1 0,11-5-6 15,-16 10 6-15,9-4 4 0,0 0-9 0,0 0 8 16,0 1-2-16,2 0 8 0,-1 1-12 0,6-8 6 16,-9 14-3-16,9-14 2 0,-8 13 1 0,8-13-9 0,-3 11-12 15,3-11-4-15,0 0-11 0,1 16 3 16,-1-16-7-16,6 9 10 0,-6-9-2 0,10 8 7 0,-10-8-2 15,11 5 11-15,-11-5-3 0,14 2 8 16,-14-2 1-16,14-2 8 0,-14 2-3 0,16-6 6 16,-8 3 0-16,0-2 7 0,1-1-5 0,-1 0 14 15,-1 0-3-15,0-1-1 0,0 1-7 0,-1-2-3 0,-6 8 1 16,12-11 2-16,-12 11-6 0,8-11-1 0,-8 11-1 16,8-7-1-16,-8 7-9 0,7-7-9 15,-7 7-9-15,0 0-9 0,8-7 1 0,-8 7 5 16,0 0 7-16,0 0 1 0,0 0 3 0,0 0 0 15,0 0-1-15,13 2-44 0,-13-2 11 0,0 0-18 0,7 9 9 16,-7-9-19-16,6 7 9 0,-6-7-21 0,7 5 15 16,-7-5-22-16,0 0 41 0,11 9-13 15,-11-9 43-15,0 0-19 0,11 4 34 0,-11-4-28 16,0 0 47-16,0 0 0 0,15-2 44 0,-15 2-10 16,9-5 29-16,-9 5 1 0,12-9 39 0,-12 9-12 15,11-13-7-15,-11 13 7 0,12-14 12 0,-12 14 25 0,9-13-8 16,-9 13 2-16,8-10-16 0,-8 10 2 15,5-9-37-15,-5 9-7 0,0 0-25 0,8-9 7 0,-8 9-19 16,0 0 10-16,0 0-19 0,0 0 18 0,-9 7-25 16,9-7 13-16,-8 14-18 0,8-14 15 0,-8 14-17 15,5-6 13-15,-2 1-20 0,3 2-5 0,0 0-35 16,2-11-34-16,-1 21-40 0,3-10-42 16,0 0-65-16,2-1-84 0,1 0-94 0,0-3-96 0,0 2-564 15,-5-9-674-15</inkml:trace>
  <inkml:trace contextRef="#ctx0" brushRef="#br0" timeOffset="128699.6675">31432 9493 490 0,'-4'-19'613'0,"1"2"-22"16,0 2-71-16,0-1-37 0,1 2-32 0,0 1-47 15,-1 1-36-15,1 0-71 0,2 12-36 0,-4-19-81 16,4 19-23-16,-1-16-73 0,1 16-72 0,-1-10-48 15,1 10-35-15,0 0-35 0,0 0-60 0,0 0-88 16,0 0-34-16,14 8-73 0,-7 0-81 0,1 2-554 16,1 1-594-16</inkml:trace>
  <inkml:trace contextRef="#ctx0" brushRef="#br0" timeOffset="128966.818">31753 9443 698 0,'5'-12'621'0,"-1"0"-54"0,0 2-17 0,1 0-34 16,-2 0 25-16,1 1-44 0,-4 9 8 0,6-16-121 16,-6 16-39-16,5-11-112 0,-5 11-17 0,3-10-82 15,-3 10 14-15,0 0-71 0,0 0 28 0,0 0-6 16,3 12-3-16,-4 0-14 0,0 0-3 0,-1 6 20 16,-2 4-4-16,0 2-10 0,-1 5-39 15,-1 0 22-15,-2 2-40 0,1 1 22 0,1 0-37 0,-1-2 1 0,-1 2-5 16,2-1 5-16,0-2-10 0,0 0-22 15,1-4-51-15,1-2-56 0,-1 0-70 0,2-4-62 0,0-3-74 16,1 0-84-16,0-1-132 0,1-3-39 0,1-1-233 16,0-11-328-16,2 15-761 0</inkml:trace>
  <inkml:trace contextRef="#ctx0" brushRef="#br0" timeOffset="131634.3033">29079 11158 393 0,'0'0'407'0,"0"0"-9"16,2-11-105-16,-2 11 28 0,0 0-70 0,0 0 34 15,0 0-41-15,0-13 3 0,0 13-23 0,0 0 0 16,0 0-6-16,0 0-16 0,1-12-7 0,-1 12-13 15,0 0-17-15,0 0-15 0,0 0-26 0,0 0-23 16,0 0-17-16,0 0-16 0,0 0-17 0,0 0-1 16,0 0 45-16,0 0 21 0,0 0 8 0,-8 10-11 15,2 1 34-15,0 1-30 0,-4 4 38 0,0 2-29 16,-1 0 27-16,-4 4-44 0,1 0-6 0,-2 2-10 16,1 0-16-16,-1-1-14 0,0 2 21 0,2-1-43 15,-1-1 23-15,1 2-47 0,2-4 31 0,1-2-42 0,-1 0 33 16,3-2-44-16,0 0 36 0,0-4-40 0,3-1 39 15,-1-1-40-15,2 0 35 0,-1-2-34 16,1-2 43-16,5-7-37 0,-8 14 51 0,8-14-28 16,-5 8 38-16,5-8-39 0,0 0 28 0,0 0-44 15,0 0 32-15,-9-4-40 0,9 4 33 0,-2-15-40 0,2 15 41 16,0-24-47-16,0 10 1 0,2-4-4 0,2-6 31 16,1 2-45-16,0-3 34 0,3-4-57 15,2 1 41-15,0-1-8 0,0 0 1 0,4-6 0 16,2 1-13-16,1-1 3 0,0 1 4 0,2 2 6 0,1-1-4 15,-1 3 10-15,2 0-3 0,0 3 5 0,-3 5-1 16,1 1 4-16,-2 1 2 0,2 3-1 16,0 0 5-16,-3 4-8 0,2 2 4 0,0 1-5 15,1 2 2-15,-3 4 16 0,2 0-19 0,-1 4 1 16,-2 0 2-16,2 4 3 0,-2 1-1 0,0 5 5 0,-1 0 1 16,-3 5 2-16,0-1-1 0,-4 1-1 0,-1 2 3 15,-1 0 2-15,-2 1 4 0,-2 1-1 16,-1-1 2-16,-3-1 2 0,0 2-5 0,-2 2 6 0,-2-3-4 15,-1-1-35-15,-4 1 39 0,0-3-31 16,-2-1 29-16,-1-2-38 0,-2-1 25 0,-1-2-54 0,-2 1 17 16,0-5-50-16,1-1-15 0,-1-2-19 0,1-1 10 15,-2-2 11-15,0 1-2 0,2-3 16 0,1 0-2 16,0-1 14-16,4 1-6 0,3-2-27 16,-1 2-9-16,3-1 13 0,9 4 18 0,-14-7 15 15,14 7 16-15,-7-5 25 0,7 5 32 0,0 0 25 0,0 0 49 16,0 0-7-16,0 0 16 0,0 0 27 0,0 0-2 15,5 12 9-15,-5-12 7 0,8 9-21 0,-8-9 21 16,8 11-37-16,-8-11 16 0,9 14-43 0,-2-7 15 16,1 2-36-16,0 0 23 0,2 1-43 0,2 0 13 15,1 1-78-15,3-3-49 0,-1 5-93 0,3-5-70 16,-1 4-117-16,2-3-43 0,-2 1-108 0,2-1-116 16,1 0-407-16,-3-2-670 0</inkml:trace>
  <inkml:trace contextRef="#ctx0" brushRef="#br0" timeOffset="132350.8185">29762 11286 592 0,'12'-14'431'0,"-3"2"2"16,-1-1-89-16,0 1 30 0,-2-1-40 0,-1 1-38 16,0-1-30-16,-1 3-17 0,-2-1-42 0,-2 11-24 15,3-20-28-15,-3 20-25 0,0-16-32 0,0 16-13 16,-3-12-21-16,3 12 0 0,-8-7 2 0,8 7 3 15,-12-3 4-15,12 3 3 0,-20 3 3 0,10 1-7 16,-4 1 2-16,1 1-9 0,0 1-8 0,0 1-11 16,0 0-10-16,0 1 4 0,1 1-4 0,1 1-7 15,1-4-4-15,1 4-4 0,2-1-3 0,-1-1-2 16,3 1-1-16,1-1-3 0,4-9-7 0,-3 17 2 16,3-17-8-16,1 13-2 0,-1-13-22 0,9 14 6 15,-9-14-39-15,14 12-11 0,-14-12-1 0,15 8-2 16,-15-8 8-16,17 5-1 0,-17-5-10 0,17 0 13 15,-17 0 1-15,20-5 2 0,-10 2 5 0,1-3-6 16,0-1 1-16,1 1 1 0,0-3-5 0,-1 0 19 16,0 1 17-16,-1-2-8 0,-1 3 23 0,-1 0-5 15,0-1 10-15,-8 8-10 0,13-11 17 0,-13 11-15 16,9-10 16-16,-9 10-13 0,11-8 10 0,-11 8-7 16,6-6 11-16,-6 6-15 0,0 0 18 0,9-7-19 15,-9 7 15-15,0 0-12 0,10-5 20 0,-10 5-15 16,0 0 9-16,15-1-9 0,-15 1 17 0,13 0-15 15,-13 0 16-15,16 0-16 0,-16 0 7 0,17-1-16 16,-17 1 8-16,22-2-18 0,-10 0 11 0,0 0-12 16,-1-1 22-16,2 0-16 0,0-3 5 0,1-1 0 15,1-1 29-15,2-2 5 0,-2-4 9 0,2 2-3 16,-1-3 35-16,1-3-9 0,0-2 15 0,0-1-2 16,-3 0-6-16,-1-2 17 0,-1 1-15 0,-4 0 5 15,1 1-12-15,-3-2-1 0,-2 2 1 0,-2 4 2 16,-1-1-10-16,-1 4-9 0,-1-2-8 0,-3 2-8 15,-2 2-4-15,-4 1-4 0,0 3-2 0,-5 2-2 16,-2 2 1-16,-3 2-6 0,-1 2 4 0,-7 6-2 16,-5 4 10-16,-8 1 1 0,0 9-2 0,-9 6-1 15,0 3-4-15,1 4 3 0,0 1-1 0,2 1 2 16,2 2 7-16,1 0 19 0,5 1-2 0,2-1 16 16,9-5 0-16,4-1-1 0,2 1 8 0,4-1-5 0,4-4 12 15,4-1-15-15,3-3 18 0,3-1-13 16,2-3 35-16,4-1-32 0,2 0 44 0,5 0-53 15,2-2 31-15,4 0-51 0,1-2 32 0,4-3-51 16,1-1 15-16,1 0-90 0,4-3-44 0,-1-2-50 16,3 1-70-16,-1-3-81 0,0-1-99 0,1-2-57 0,-1-3-173 15,-2 0-598-15,1-2-844 0</inkml:trace>
  <inkml:trace contextRef="#ctx0" brushRef="#br0" timeOffset="134102.6833">30399 11325 701 0,'6'-10'495'0,"0"2"-59"0,1 2-40 16,-7 6 1-16,10-12-76 0,-5 4-23 16,1 0-36-16,-6 8-16 0,10-12-21 0,-10 12-32 15,7-11-34-15,-7 11-31 0,6-9-26 0,-6 9-30 0,0 0-15 16,5-10-14-16,-5 10-3 0,0 0-9 0,0 0-8 15,-12-5-4-15,12 5-2 0,-14 2-6 0,14-2 0 16,-17 5-5-16,8-1-1 0,-1 0 2 16,2 1-8-16,-1-1-4 0,1 1 9 0,8-5-2 0,-14 10 0 15,14-10-13-15,-9 11-6 0,9-11-13 0,-4 11-26 16,4-11-28-16,-1 12-7 0,1-12-20 0,6 10-9 16,-6-10-10-16,10 12-3 0,-10-12 11 0,10 7 17 15,-10-7 12-15,13 4 19 0,-13-4 15 0,12 2 19 16,-12-2 16-16,14-3 13 0,-14 3 17 0,12-6-11 15,-12 6 70-15,12-9 0 0,-12 9 24 0,12-13-4 16,-6 5-2-16,-1 0-7 0,0 1 37 0,-5 7 29 16,10-16 16-16,-10 16 11 0,7-14-17 0,-7 14-10 15,7-11-12-15,-7 11-18 0,5-10-28 0,-5 10-14 16,0 0-25-16,6-10-2 0,-6 10-10 0,0 0-7 16,0 0 12-16,0 0 7 0,2 16-3 15,-5-5 15-15,1 1-11 0,-1 4 11 0,0 3-15 0,-1 2 16 16,1 4-19-16,-2 0 11 0,1 4-4 15,-3 0-11-15,2 0-4 0,-1 2-1 0,-1-1-13 0,0-2 1 16,-2 0-3-16,0 0 3 0,0-3-10 0,0-4-5 16,0-1 4-16,-1-3-5 0,-2 1 4 0,1-3-2 15,-2-2 4-15,-2-1-1 0,0-2-3 0,-1-4 22 16,1 0-29-16,-3-3-1 0,2 0-8 0,-1-3-32 16,-1-1-19-16,0-4-11 0,1 1-6 0,1-2 15 15,1 0-3-15,3-1-28 0,1-1-27 0,3-1-41 16,3 1 0-16,3-3-9 0,2 11 8 15,5-22 15-15,2 9 14 0,5-2 15 0,2 0 17 0,6-2 17 16,3-1 16-16,-1 1 14 0,7-4 9 0,0 1 14 16,1 0 10-16,0-1 16 0,-1 1 27 0,0-2 22 15,0 2 17-15,-1-1 16 0,0 0 5 0,-5 3 7 16,-1 1 13-16,-1 0 12 0,0 0 21 0,-5 4 18 16,-1-1-21-16,0 0-14 0,-1 2 0 0,-4 2 5 15,0 1 20-15,-1 0-33 0,-2 2 10 0,-1-1-23 16,-6 8-21-16,11-10-23 0,-11 10-16 0,10-8-5 15,-10 8-11-15,0 0 6 0,0 0-11 0,0 0-3 16,0 0 1-16,6 11-4 0,-6-11 23 0,-3 14-27 16,3-14 2-16,-5 17 6 0,2-6-33 0,-1 0 44 15,1 0-40-15,0 1 23 0,0 1-17 0,1-1 22 16,-1 1-29-16,0-3 26 0,1 0-37 0,0 0-10 16,2-10-28-16,-2 20 0 0,2-20 3 0,-3 14 10 15,3-14 6-15,-1 15 17 0,1-15 6 0,0 0 8 16,3 12 0-16,-3-12 2 0,0 0 0 0,13 3 1 15,-13-3 5-15,15-7-3 0,-7 3-6 0,2 0-3 16,0-4-1-16,3-1 4 0,-2 1 7 0,1-1-2 16,-1 0 4-16,0-1 1 0,0 1 0 0,-1 0 28 15,-1 2-14-15,0 0 28 0,-1 0-16 0,-1 2 5 16,-7 5 9-16,11-9-5 0,-11 9-5 0,11-9-13 16,-11 9-3-16,8-4 1 0,-8 4-3 0,0 0 6 15,0 0-6-15,16 2 1 0,-16-2 4 0,0 0-4 16,8 8-2-16,-8-8 0 0,5 9 0 0,-5-9-1 15,3 10 1-15,-3-10 3 0,4 9-4 0,-4-9-1 16,4 9 1-16,-4-9-1 0,0 0-7 0,5 12-9 16,-5-12-3-16,0 0-3 0,4 10 6 0,-4-10 10 15,0 0 8-15,0 0-4 0,8 7 0 0,-8-7 1 16,0 0-1-16,0 0-1 0,15-3-2 0,-15 3-3 16,12-7-2-16,-12 7 3 0,14-8 0 0,-14 8 1 15,15-11-1-15,-15 11 25 0,12-9-28 0,-12 9 28 16,10-9-23-16,-10 9 27 0,10-6-31 0,-10 6 29 15,7-5-34-15,-7 5 32 0,0 0-34 0,8-8 20 16,-8 8-24-16,0 0 26 0,0 0-24 0,0 0 28 16,12-2-24-16,-12 2 0 0,0 0 4 0,0 0 3 15,9 10 3-15,-9-10 0 0,0 0 2 0,8 9 2 16,-8-9 3-16,8 8-1 0,-8-8-7 0,10 6 5 16,-10-6-5-16,11 7-3 0,-11-7 1 0,14 6 8 15,-14-6-12-15,13 4 5 0,-13-4 1 0,17 2 1 16,-17-2 4-16,14 0-1 0,-14 0-2 0,19-5 0 15,-19 5 1-15,17-7 24 0,-7 3-29 0,-3 0 23 16,1-3-24-16,-1 1 20 0,-7 6-19 0,12-11 21 16,-12 11-23-16,9-12 21 0,-9 12-25 0,4-10 22 15,-4 10-18-15,0 0 21 0,0-15-25 0,0 15 20 16,0 0-19-16,-5-10 21 0,5 10-22 0,0 0 25 16,-13-4-25-16,13 4 27 0,-14 0-18 0,14 0 32 15,-14 7-31-15,5-2 30 0,1 1-20 0,-1 1 2 16,1-2-2-16,1 2-2 0,0 1 1 0,-1 1-2 15,0-1 1-15,3 1 3 0,-1-1 1 0,6-8-3 16,-6 16-4-16,6-16 0 0,-3 17-2 0,3-17-10 16,0 13-14-16,0-13-13 0,4 11-5 0,-4-11 4 15,6 8 13-15,-6-8 1 0,8 7 3 0,-8-7 0 16,11 5-2-16,-11-5 11 0,0 0-6 0,17 1-8 16,-17-1 2-16,12-4-2 0,-12 4 6 0,13-8-4 15,-13 8 7-15,15-9 10 0,-8 3-5 0,-7 6 8 16,12-11-5-16,-12 11 8 0,11-8-5 0,-11 8 6 15,8-8-12-15,-8 8 9 0,7-6-10 0,-7 6 12 16,0 0-15-16,8-7 6 0,-8 7 1 0,0 0 7 16,0 0-12-16,0 0 14 0,0 0-5 0,0 0 4 15,0 0-5-15,0 0 9 0,0 0-8 0,0 0-1 16,-1 14 5-16,1-14 0 0,0 0-2 0,0 0 3 16,-1 14 5-16,1-14-3 0,0 0-13 0,5 14-4 15,-5-14-10-15,9 7-1 0,-9-7-7 0,12 11-3 16,-12-11 1-16,15 6 7 0,-15-6 4 0,15 3 9 15,-15-3 3-15,16-1 2 0,-16 1 8 0,16-4 7 16,-8 0 18-16,2-2 12 0,-1-1 12 0,0-1-6 16,1-3 9-16,-2 0-8 0,0-1 12 0,-2 0-12 15,2 1 44-15,-4 0-7 0,0 1 32 16,0-1-59-16,0 1 23 0,-4 10-34 0,4-15 32 0,-4 15-53 16,4-12 29-16,-4 12-40 0,0 0 33 0,0 0-45 15,-2-13 43-15,2 13-45 0,0 0 4 0,-6 8 1 16,6-8 2-16,-5 9 1 0,5-9 3 0,-5 13-2 15,5-13-6-15,-2 19 6 0,2-19-2 0,0 19-38 16,0-19-25-16,1 19-46 0,-1-19-50 0,4 18-54 16,-4-18-56-16,4 17-103 0,-4-17 11 0,6 15-95 15,-6-15-95-15,7 9-413 0,-7-9-550 0</inkml:trace>
  <inkml:trace contextRef="#ctx0" brushRef="#br0" timeOffset="134267.9766">31425 11184 572 0,'0'-25'461'15,"0"0"24"-15,0 0-71 0,0 0 43 0,0 0-14 16,1 3-38-16,-1 1-14 0,1 2-38 0,0 2 11 16,-1 1-108-16,0 2-51 0,2 1-37 0,-2 13-36 15,0-22-31-15,0 22-57 0,1-16-60 16,-1 16-68-16,0 0-61 0,2-15-27 0,-2 15-101 0,0 0-30 16,6 7-103-16,-6-7-107 0,14 16-528 0,-4-5-656 15</inkml:trace>
  <inkml:trace contextRef="#ctx0" brushRef="#br0" timeOffset="134534.6683">31806 11035 542 0,'4'-13'623'0,"-1"0"-57"0,0 4-35 16,0-2-54-16,-1 1-45 0,-2 10-11 0,5-17-18 15,-5 17-35-15,5-13-107 0,-5 13-14 16,4-12-94-16,-4 12-2 0,0 0-58 0,0 0 20 0,0 0-58 15,0 0 32-15,0 0 14 0,2 10-5 0,-4 0 15 16,0 4-8-16,-3 1 8 0,2 2 2 0,-2 2 7 16,0 2-4-16,0 1-39 0,0 2 20 0,-1-1-41 15,0 2 16-15,-2 3-40 0,3-4-7 0,1 1-1 16,-1 0-1-16,-1 0-8 0,2-2-8 0,0 0-37 16,0 0-39-16,1-2-91 0,0-2-56 0,1-1-51 15,0 0-67-15,1-2-79 0,0-1-44 0,1-2-64 0,-1-1-139 16,1-12-500-16,2 19-774 0</inkml:trace>
  <inkml:trace contextRef="#ctx0" brushRef="#br0" timeOffset="138463.9567">3891 13660 786 0,'0'0'677'0,"-1"-19"-130"0,1 19-81 16,0-13-83-16,0 13-39 0,0 0-36 0,-1-14-33 0,1 14-15 16,0 0-31-16,0 0 17 0,0 0-34 0,0 0-18 15,0 0-23-15,0 0-32 0,-7 12-14 16,7-12-35-16,-1 20-29 0,1-8 6 0,0 1 23 15,0 2-54-15,0 1 5 0,2 0-15 0,0 0-41 0,0 1-56 16,0-2-48-16,1 3-85 0,0-3-87 16,1 1-62-16,0-1-77 0,-1-1-60 0,2 0-139 0,-1-4-362 15,0-1-588-15</inkml:trace>
  <inkml:trace contextRef="#ctx0" brushRef="#br0" timeOffset="138953.0713">4103 13255 639 0,'-13'-34'551'0,"-3"2"-106"16,-3 1-63-16,-4 1-37 0,-3 4-43 0,-3 1-7 16,-5 2-25-16,-2 3-18 0,-3 2-21 0,-4 4-8 0,-3 1-18 15,-2 5-16-15,0 2-35 0,-3 5-27 16,-1 5-18-16,1 4-9 0,-10 7-11 0,1 5-8 0,0 6 40 15,1 5-50-15,2 7 66 0,2 4-47 16,5 5 39-16,2 6-46 0,6 1 40 0,5 4-44 0,7 1-17 16,8 5 1-16,6 1 35 0,8 4-54 0,8-10 34 15,7 10-7-15,8-2-15 0,8 0-9 0,9-4-38 16,9 0 35-16,6-5-39 0,18 5 18 0,7-6-19 16,-5-15 6-16,6-5 1 0,4-6-2 0,3-6-2 15,1-6-38-15,0-4 36 0,-1-8-43 0,-3-5 41 16,0-7-14-16,-1-3-3 0,-4-9 8 0,-1-2-4 15,-2-6 6-15,-5-3 3 0,-4-2-2 0,-6-7 5 16,-3-1 4-16,-4-4-2 0,-7-3 4 0,-4-4 5 16,-6-1 2-16,-3-1-19 0,-7-4 41 0,-7-1-6 15,-7 4-6-15,-5-1-3 0,-5 0 1 0,-6-10 7 16,-7 2 0-16,-6 2-2 0,-4 2-2 0,-9 3-8 16,-4 4-1-16,-3 2-38 0,-5 7 40 0,-4 3-42 15,-3 6 40-15,-4 5-42 0,-2 5 39 0,-2 6-8 0,-2 6-16 16,7 7-43-16,1 4-42 0,1 4-56 0,2 3-54 15,6 4-56-15,1 3-49 0,7 2-74 16,4 2-95-16,5 2-10 0,9-2-139 0,7 1-502 16,4-2-745-16</inkml:trace>
  <inkml:trace contextRef="#ctx0" brushRef="#br0" timeOffset="141220.6019">6058 13544 138 0,'6'-11'666'0,"-6"11"-192"0,3-12-30 16,-3 12-22-16,2-10 5 0,-2 10-33 16,0 0-25-16,3-14-28 0,-3 14-65 0,0 0-14 15,3-10-98-15,-3 10-34 0,0 0-33 0,0 0-7 0,0 0-18 16,0 0 13-16,0 0-8 0,14 7 6 0,-14-7 6 16,8 17-14-16,-4-8-16 0,0 2-8 15,1 2-10-15,0 1-6 0,0-1-8 0,-1 2-4 0,0-1 2 16,-1 1-10-16,1 0 2 0,-1-1-9 0,-1 0-8 15,1 0-13-15,0 0-25 0,-2-2-56 0,0 1-64 16,0-1-80-16,-2 1-60 0,0-2-73 0,0 1-3 16,1-12-85-16,-3 19-104 0,3-19-339 0,-3 13-465 15</inkml:trace>
  <inkml:trace contextRef="#ctx0" brushRef="#br0" timeOffset="141438.4752">5870 13647 714 0,'-13'-10'501'0,"1"0"-55"0,0-1-29 0,-1-2-21 15,2 0-50-15,-1 0-29 0,2 0-42 16,2 1-15-16,0-1-46 0,3 0-36 0,1 1-35 0,2 1-33 16,3 1-29-16,3-1-30 0,3 0-38 0,5 1-30 15,2 1-37-15,6 1-45 0,3 1-72 0,4 3-26 16,1 0-61-16,9 3-2 0,0 1-64 15,1 5-64-15,-1-1-462 0,-1 0-393 0</inkml:trace>
  <inkml:trace contextRef="#ctx0" brushRef="#br0" timeOffset="141621.6396">6047 13902 458 0,'-20'16'497'0,"2"-2"-122"0,2 0-10 16,0-2-93-16,4-2 14 0,0-1-53 0,2-1-5 15,2-2-50-15,0 1-22 0,2 0-43 0,6-7-2 16,-7 13-29-16,7-13 2 0,3 9-30 0,-3-9-10 16,20 9-40-16,-3-6-31 0,6-2-85 0,7 0 13 0,6-2-67 15,6-2-20-15,6-1-78 0,1-1-19 16,1 1-55-16,0 0-313 0,-1-4-162 0</inkml:trace>
  <inkml:trace contextRef="#ctx0" brushRef="#br0" timeOffset="142121.5563">6744 13878 557 0,'9'-6'538'0,"-3"-1"-102"0,1 0 10 0,-7 7-1 16,8-12-23-16,-8 12-3 0,6-10-19 0,-6 10-31 0,5-9-39 16,-5 9-45-16,0 0-54 0,5-12-26 0,-5 12-58 15,0 0-18-15,5-8-52 0,-5 8 3 0,0 0-26 16,0 0 3-16,0 0-27 0,0 0 9 16,10 8-21-16,-10-8-6 0,4 13 23 0,-4-13-15 0,6 18-3 15,-3-9-3-15,0 1-3 0,2-1-25 0,-1 1-41 16,0 0-15-16,1-1-8 0,0 2-22 0,0-3-24 15,2 0-15-15,-1 1-19 0,1-4-2 0,1 2-14 16,-8-7 2-16,17 7-3 0,-17-7 24 0,18 1 6 16,-18-1 39-16,20-3-3 0,-10-2 33 0,0 0-4 15,-2-1 38-15,-1-1 15 0,0-1 55 0,0 2 27 16,-2-2 45-16,-5 8 30 0,9-14 25 0,-9 14 15 16,6-10-14-16,-6 10-11 0,6-10-18 0,-6 10-23 15,5-8-29-15,-5 8-13 0,0 0-18 0,6-10-9 16,-6 10-7-16,0 0-5 0,0 0-5 0,0 0-2 15,16 3-2-15,-16-3-6 0,16 8 1 0,-6-4-5 16,3 0-13-16,1 1-11 0,3-1 5 0,0 0-16 16,1 0 1-16,1-1-6 0,0 1-12 0,1-3-9 0,-1 2-4 15,1-1 14-15,-1-1 5 0,-2-1 8 0,-1 0 6 16,-2 0 13-16,-1-1 9 0,-1-1 1 0,-2-2 5 16,0-1-7-16,-3 1 34 0,-1-3 2 15,-6 7-3-15,6-18 0 0,-6 18 0 0,-1-21 5 0,-1 10 1 16,0-2-2-16,-3 1-4 0,1 0-3 0,-2-1-4 15,0 4-12-15,1-2 5 0,1 4-5 0,-1 0-35 16,5 7-65-16,-6-13-38 0,6 13-59 0,0 0-7 16,0 0-16-16,0 0-19 0,0 0-20 0,0 0-41 15,9 4-57-15,0 0-42 0,2 1-77 0,1 1-216 16,1 0-193-16</inkml:trace>
  <inkml:trace contextRef="#ctx0" brushRef="#br0" timeOffset="143238.6035">7709 13811 553 0,'0'0'527'0,"12"-9"-69"0,-12 9 1 0,3-11-29 16,-3 11-21-16,-2-10-16 0,2 10-3 16,-9-12-65-16,9 12-18 0,-12-14-63 0,4 8-42 15,0 1-38-15,-4 0-26 0,1 0-28 0,-1 2-17 0,1-1-18 16,0 3-17-16,11 1-8 0,-22 0-16 16,12 2 4-16,0 3-5 0,1 1-5 0,0 1-4 15,1 2-8-15,1 0 2 0,2 1-6 0,2 1 3 16,1 1-9-16,0 0 1 0,1 0 3 0,3 0-9 0,0 1 3 15,2-1-12-15,2 2-17 0,2-3-19 0,1 0-27 16,1-2-27-16,3 0-21 0,0 0-10 0,0-3 19 16,3 0 9-16,-2 0-5 0,1-4 8 0,-3 1 2 15,1-1 30-15,-13-2-2 0,20 0 24 0,-20 0-2 16,17-3 18-16,-17 3 1 0,13-8 11 0,-13 8-4 16,9-12 8-16,-9 12 10 0,4-14 7 0,-4 14 25 15,1-15 28-15,-1 15 4 0,0-16-10 0,0 16 10 16,-1-12 13-16,1 12 6 0,0 0-5 0,-1-15-11 15,1 15-10-15,0 0-20 0,0-12-3 0,0 12-3 16,0 0-4-16,0 0-1 0,0 0-4 0,0 0-7 16,0 0 0-16,0 0-2 0,0 0-2 0,11 4-2 15,-11-4-1-15,7 9 0 0,-7-9-3 0,12 10-5 16,-12-10-28-16,12 11-10 0,-5-6-24 0,-7-5-30 0,16 11-5 16,-8-6-6-16,1-2 7 0,-9-3-17 0,19 7 16 15,-19-7-6-15,18 3 31 0,-18-3 3 16,16-3 30-16,-16 3 3 0,19-7 26 0,-11 1 24 15,-1-1 28-15,0-2 13 0,1-1 15 0,-1-2-4 0,-1 0 26 16,-1 1 14-16,0-1 10 0,1 2 25 0,-3 1 32 16,1-1 32-16,-4 10-18 0,7-16 20 0,-7 16-54 15,4-12-3-15,-4 12-64 0,5-9 11 0,-5 9-56 16,0 0 42-16,8-11-64 0,-8 11 32 0,0 0-36 16,11 4 30-16,-11-4-42 0,10 8 40 15,-2-1-8-15,-2-1-2 0,1 2-9 0,2 2-6 0,1 0-1 16,-1 0 0-16,0 1-2 0,1 0-5 0,0-1-1 15,0 0-36-15,-1-1-37 0,1 1-12 0,-1-2-20 16,-1 0-14-16,2 0-10 0,-3-3 0 0,0 1 7 16,1-2 11-16,-8-4 6 0,15 5 15 0,-15-5 4 15,13 0 11-15,-13 0 11 0,15-6 14 0,-15 6 12 16,14-12 2-16,-7 5 9 0,0-1 5 0,0 0 21 16,-1-2 30-16,0 1 16 0,-1 0 26 0,1 2-3 0,-2-3 10 15,-4 10 16-15,7-14 0 0,-7 14 17 16,6-12-44-16,-6 12 8 0,5-8-47 0,-5 8 20 15,0 0-43-15,7-9 25 0,-7 9-31 0,0 0 20 16,0 0-30-16,12 9 24 0,-12-9-26 0,9 10 26 0,-3-1-3 16,2-2-1-16,1 4-4 0,3-1 2 15,3 1-3-15,2 1 1 0,3 0-4 0,3 0-5 16,3-1-10-16,1-1-15 0,0 0-21 0,-2-3-23 0,1-2-1 16,-1-1-1-16,-1 0 0 0,-4 1 7 0,0-5 14 15,-1 0 3-15,-3-2 9 0,0-2 10 0,-2 0 7 16,-1-1 1-16,-3-4 1 0,-2 0 8 0,-2-3 6 15,-2 0 15-15,-1-4 1 0,-3-2 5 0,-2-2-9 16,-2-5 3-16,-2-4-8 0,-2-4 0 0,-2-5 0 16,-2-1 2-16,0-2 9 0,-2 1 37 0,2 1 22 15,0 3 10-15,1 5 41 0,1 5 33 0,3 3 15 16,-1 5-27-16,3 3-31 0,0 1-29 0,1 4-20 16,4 10-11-16,-5-12 26 0,5 12 42 0,0 0 18 15,0 12 20-15,4 2 20 0,1 6-90 0,3 8 84 16,2 1-108-16,2 9-4 0,1 1-8 0,2-1-5 15,-1 1 69-15,2 2-100 0,-1-2 27 0,0-1-47 16,0 0 0-16,1-2 0 0,-2-3 0 0,0-4 0 0,-3-2-12 16,1 0-81-16,-3-5-12 0,0-2-10 15,-2-3-4-15,0-3 5 0,-1 0 15 0,-1-3 16 0,-1 3 18 16,0-6 20-16,-4-8 5 0,4 11 10 16,-4-11 2-16,0 0 10 0,0 0 3 0,0 0 4 0,0 0 3 15,-6-11 2-15,2 3-2 0,0-1 5 0,0 0 13 16,-1-1 8-16,0-1 23 0,0 1 6 15,1 0-2-15,0-1 5 0,0 2 2 0,1-1-45 0,0 2 37 16,3 8-52-16,1-20 5 0,2 11-83 0,3 1-16 16,4 0-72-16,6 0-113 0,3-1-76 0,5 0-107 15,5 0-90-15,1 2-51 0,1 1-198 0,0-1-460 16,-1 0-876-16</inkml:trace>
  <inkml:trace contextRef="#ctx0" brushRef="#br0" timeOffset="143688.3387">9996 13643 695 0,'-3'-20'683'15,"1"3"-64"-15,-2-2-4 0,0 0-40 0,0 1 31 16,0 1 31-16,-1 0-55 0,1 3-65 0,-2 1-43 16,3 1-116-16,0 1-23 0,3 11-126 0,-5-14 14 15,5 14-94-15,0 0 84 0,0 0-54 0,0 0 70 16,-6 9-89-16,7 4-5 0,1 4-77 0,1 6-58 16,2 0 0-16,3 8 0 0,0-1 0 0,3 8 0 15,3-2 0-15,-1 1 0 0,0-1 0 0,3-2 0 16,-1 1 0-16,1-3-22 0,-4-5-329 0,3-2-129 0,-3 0-107 15,0-1-156-15,-3-5-19 0,-3 1-163 0,-1-5-448 16,-4-2-974-16</inkml:trace>
  <inkml:trace contextRef="#ctx0" brushRef="#br0" timeOffset="144038.5666">9962 14015 797 0,'-4'-13'838'0,"1"0"-132"0,0 2-111 0,0-1-71 15,2 1-72-15,0-1-79 0,1-1-37 0,4-1-77 16,0 1-18-16,5-1-59 0,3 0 6 0,2 3-61 16,4-2 4-16,5 3-53 0,5 2 11 0,0 3-45 15,6 1 19-15,-2 3-46 0,4 2 30 0,0 3-43 16,-1 4 23-16,0 0-21 0,-3 1-17 0,-1 3-11 16,-2 0 1-16,-3 1-1 0,-1 0-6 0,-5-1 0 15,-3 0-2-15,-1 0-3 0,-6-2 12 0,0 1 0 16,-2-1-16-16,-4 0 28 0,-4-10-3 0,2 17 5 15,-2-17 4-15,-9 17-5 0,2-10 0 0,-2-1 5 16,-2 0 0-16,-4 0-1 0,0-4 6 0,-3 1-6 16,-1-1 4-16,1-1 6 0,-1-2-5 0,1-2 1 15,0-1-2-15,3-1 26 0,0-2-26 0,4-1-8 0,1-2-20 16,4-2-4-16,4 0-12 0,3-2-13 16,4-1-30-16,7-2-14 0,3-6-30 0,7 4-42 0,5-2-45 15,4 3-43-15,2-1-43 0,1 3-36 0,1 3-82 16,-3 3-105-16,1 1-441 0,0 4-556 0</inkml:trace>
  <inkml:trace contextRef="#ctx0" brushRef="#br0" timeOffset="144389.2634">11453 13416 539 0,'11'-29'745'16,"-2"0"-157"-16,-4 0-73 0,-1 5-28 0,-1-1-40 15,-2 2-56-15,-3-1-24 0,-1 2-33 0,-2 2-49 16,-3 0-36-16,0 2-59 0,-1 2-20 0,-5 1-55 16,-1 5 3-16,-1 3-45 0,0 4 6 0,-2 3-35 15,-2 3 9-15,-2 6-20 0,-1 5 33 0,0 5 3 16,1 9 10-16,4 5-4 0,5 2-3 0,1 5-2 0,6 4-8 16,4 1-35-16,5 4 37 0,4 2-34 0,6 9 32 15,2 1-7-15,5 0 0 0,1 1-6 16,1 0-7-16,2 0 2 0,2-2-16 0,-2 0-5 15,-1-2-4-15,0-2 0 0,-2 0-4 0,-3-3-35 0,-4-9 65 16,-4 1-59-16,-3-2 41 0,-1-1 2 0,-6-8-1 16,-1-1-5-16,-7-1 0 0,0-3-5 15,-5 0-4-15,-9-2-7 0,-1-2-17 0,-4-4-33 0,2-4-42 16,-3-3-48-16,-1-3-88 0,-1-4-87 0,5-3-89 16,-3-3-112-16,4-1-52 0,0-2-192 0,3-5-513 15,3-3-874-15</inkml:trace>
  <inkml:trace contextRef="#ctx0" brushRef="#br0" timeOffset="144745.1319">11168 14165 911 0,'-1'-15'877'16,"0"1"-181"-16,-2 3-98 0,2 0-21 0,1 11-69 16,-1-23-87-16,1 23-85 0,1-20-67 0,3 10-54 15,0-1-41-15,3 0-35 0,2 0-32 0,4 2-18 16,3-2-29-16,3 2-64 0,5 0-59 0,2 0-40 15,2 0-23-15,1 1-28 0,0 1 2 0,-4 1 7 16,0-1 9-16,-2 2 18 0,0-3 23 0,-4 2 20 0,-4 0 13 16,1 1 23-16,-3-2 23 0,-1 0 39 15,-3 0 29-15,-2 0 45 0,-7 7 50 0,13-14 12 16,-13 14 20-16,4-14-25 0,-4 14 56 0,1-13-37 0,-1 13 35 16,-1-12-51-16,1 12 13 0,-2-12-58 0,2 12 17 15,0 0-59-15,-2-12 16 0,2 12-51 16,0 0 34-16,0 0-42 0,0 0 30 0,0 0-44 0,3 12 31 15,-3-12-10-15,8 18-1 0,-3-6-5 0,1 1-12 16,3 0-24-16,0 3-36 0,2 0-58 0,1-1-89 16,-1 1-95-16,3-3-75 0,-1 2-70 0,-2 0-115 15,1-5 12-15,-2-1-143 0,0 0-584 0,1-2-868 16</inkml:trace>
  <inkml:trace contextRef="#ctx0" brushRef="#br0" timeOffset="144905.9527">11753 13828 281 0,'-1'-14'802'0,"-1"-1"-146"0,-3 2-53 16,3 1-60-16,0 0-40 0,0 1-85 0,-1-1-76 0,1 1-43 15,2 11-68-15,-3-17-45 0,3 17-46 16,-2-14-75-16,2 14-33 0,0 0-56 0,3-11-85 16,-3 11-86-16,0 0-93 0,0 0-53 0,15 4-129 15,-15-4-87-15,10 12-418 0,-10-12-566 0</inkml:trace>
  <inkml:trace contextRef="#ctx0" brushRef="#br0" timeOffset="145255.9503">11895 13830 769 0,'5'-11'854'0,"-5"11"-74"0,5-10-13 16,-5 10-60-16,3-12-46 0,-3 12-82 0,0 0-84 16,5-13-91-16,-5 13-81 0,0 0-81 0,3-10-45 15,-3 10-43-15,0 0-27 0,0 0 29 0,8 10-79 16,-3-3 37-16,1 5-76 0,-1 3 44 0,2 0-65 15,0 4 50-15,0 0-17 0,2 1-11 0,-1 0-5 16,-1 1-22-16,2-2-23 0,-2-1-47 0,0 0-18 16,0-2-28-16,-1-1-11 0,1-1-33 0,0-3-16 15,-3-1-7-15,3-1 5 0,-3-2-3 0,4-2 17 16,-8-5-9-16,15 4 10 0,-15-4 27 0,16-4 20 16,-9-1 24-16,1-2 16 0,1-3 12 0,-1-3 15 15,0 0 3-15,1-4 10 0,-3-1 6 0,2 3 31 0,-3-1 28 16,1 0 29-16,-2 1-16 0,0 1 63 15,1 2-23-15,0 2 21 0,-3 0-53 0,1 1 24 0,-3 9-57 16,6-14 21-16,-6 14-40 0,6-8 27 0,-6 8-37 16,12-1 31-16,-12 1-35 0,18 7 29 15,-5-1-6-15,3 2-2 0,3 3-46 0,-2 0-63 0,4 2-87 16,1 1-74-16,2 0-96 0,-1 2-138 0,2-1-6 16,-1 0-174-16,0-1-556 0,0-1-832 0</inkml:trace>
  <inkml:trace contextRef="#ctx0" brushRef="#br0" timeOffset="145757.0438">12898 13400 548 0,'4'-34'799'0,"0"4"-181"15,-2 6-49-15,1 2-44 0,-1 4-47 0,0 1-53 16,3 3-53-16,-5 2-89 0,3 1-51 0,-3 11-38 15,8-15 33-15,-8 15-16 0,11 0 25 0,-1 5-26 16,1 2-22-16,2 6-24 0,1 2-17 0,-1 7-18 16,3 4-15-16,1 5-9 0,-1 5-9 0,0 3-7 15,-2 1-51-15,1 2 27 0,-1 1-40 0,-1 3 30 0,-1 0-47 16,-6-1 39-16,1-1-18 0,0-1-29 0,-1-2-13 16,1-7-17-16,-4-1-7 0,1-2-1 15,0-6 6-15,-1-2 4 0,1-4 6 0,-2-2 8 0,2-2 9 16,-2-2 13-16,-1-2 22 0,2-1 6 0,-3-10-5 15,6 10 2-15,-6-10 9 0,0 0 1 0,0 0-6 16,7-6-11-16,-7 6-6 0,2-16-3 0,-4 5-1 16,-2-4-41-16,1-1 39 0,-6-5-37 0,-2 0 37 15,0-1-37-15,-5-1 36 0,0 1-32 0,-2 3 32 16,-3-1-41-16,-2 6 38 0,0 1-48 0,0 4 50 16,-2 3-35-16,1 4 2 0,-1 2 7 0,0 2 47 15,-6 4-40-15,0 5 49 0,1 0-32 0,3 3 60 16,0 3-43-16,2 1 61 0,4 1-42 0,4 0 32 15,0 1-58-15,5-1 65 0,5 0-63 0,3-2 71 16,4 0-83-16,3-1 68 0,7 1-73 0,5-3 68 16,9 1-88-16,0-2 33 0,11-3-83 0,5 0-93 15,2-3-86-15,2 0-96 0,-5-4-43 0,-1-1-51 0,0 0-93 16,-6-2-39-16,-1 0-103 0,-2-1-791 16,-1-2-1077-16</inkml:trace>
  <inkml:trace contextRef="#ctx0" brushRef="#br0" timeOffset="147475.2022">13454 13828 290 0,'0'0'249'0,"0"0"-36"16,0 0 4-16,9-7-18 0,-9 7 2 0,0 0 16 15,0 0 10-15,7-7-11 0,-7 7-31 0,0 0-20 16,0 0-24-16,2-11 9 0,-2 11 0 0,0 0 47 15,0 0 16-15,0-12-23 0,0 12-40 0,0 0 15 16,-2-13-24-16,2 13 27 0,-3-9-7 0,3 9 19 16,-4-11-35-16,4 11-3 0,-4-11-39 0,4 11-11 15,-5-11-22-15,5 11 4 0,-4-12-12 0,4 12 1 16,-6-9-19-16,6 9 3 0,-6-11-14 0,6 11-2 16,-6-7-15-16,6 7 5 0,0 0-14 0,-7-10 4 0,7 10-11 15,0 0-3-15,0 0-17 0,-6-10-4 16,6 10-33-16,0 0-11 0,0 0-16 0,0 0 1 15,0 0-21-15,0 0-33 0,0 0-26 0,0 0-33 0,0 0-37 16,-14 1-17-16,14-1-2 0,0 0-32 0,0 0-39 16,-3 9-58-16,3-9-91 0,0 0-229 0,0 0-209 15</inkml:trace>
  <inkml:trace contextRef="#ctx0" brushRef="#br0" timeOffset="148523.9963">14219 13789 186 0,'0'0'607'0,"4"-10"-113"0,-4 10-99 0,4-9-55 15,-4 9-11-15,0 0-23 0,-4-17-25 16,4 17-33-16,-5-12-42 0,5 12-16 0,-11-14-26 16,4 8-23-16,0 0-25 0,-3 2-21 0,-2-2-4 0,-2 3-13 15,-4 0 1-15,1 1-5 0,-1 2 1 0,-3 0 8 16,-1 5 11-16,-3 0-22 0,2 2 5 16,-4 3-10-16,1 2 14 0,0 3-10 0,2-1-9 0,0 3-6 15,1 0-6-15,4 0 2 0,-2 3 3 0,4-2-8 16,3 0-5-16,1-1-1 0,3 0-6 0,3-1-3 15,3-1 0-15,2 0-3 0,2-1-8 0,2 0-3 16,4 0 1-16,3-2-4 0,1 0-6 0,5-1 20 16,3 0-44-16,2-3-27 0,1 0-22 0,1-2-3 15,-2-3 1-15,2 0 11 0,-1-2 7 0,-1-2 12 16,0-2 4-16,-1 0 4 0,-4-2 8 0,1-1 1 16,-3-4 6-16,-2 2 6 0,1-3 2 0,-4-1 3 15,-1-2-5-15,-3 1 10 0,1-4 2 0,-4 0 6 16,1 2 6-16,-2 1 14 0,0 0-5 0,-2-2 8 15,1 3-10-15,-2 2 10 0,1 0 7 0,2 11-4 16,-2-16-9-16,2 16-2 0,-2-16-7 0,2 16-3 16,-2-11-14-16,2 11-2 0,0 0 3 0,0 0-1 15,0 0 3-15,0 0 4 0,0 0-2 0,0 0 5 0,8 10 8 16,-4 2-6-16,2 1-3 0,0 1 7 0,3 3-1 16,-1 1-4-16,3 1-4 0,-1 0 7 15,4 3-7-15,0-1-2 0,4-2 0 0,0-1-6 0,2 0-16 16,-1-6-17-16,0-1-6 0,1-1-29 0,1-3-9 15,-2-2 5-15,0-4 6 0,2-2 5 0,0-2 14 16,2-2 7-16,0-5 8 0,0-2 5 0,-2-3 6 16,0-3 5-16,-4-5 1 0,0 0 6 0,-2-4 2 15,-3 0 17-15,-2-3-16 0,-3-2-1 0,2-2 4 16,-6-2-5-16,1-6 4 0,-2 4-1 0,-2 0 4 16,-2-7-1-16,-2 1 3 0,1 2 2 0,-4 2 5 15,0 6 9-15,-1 3 16 0,-1 3 4 0,0 1-1 16,0 6-6-16,0 2-2 0,-3 2-10 0,2 6 2 15,-2 2-1-15,-2 4 3 0,1 4 3 0,-3 4 15 16,1 4 4-16,-2 5-6 0,0 6 4 0,-1 5-11 0,2 8-1 16,5-1-7-16,2 2 8 0,5 3-6 15,2 3 6-15,4 7 5 0,6 0-14 0,3 1 13 16,5 1-31-16,7 3 21 0,4-1 0 0,4-4-12 0,6-5-4 16,1-3 1-16,2-3-4 0,-2-8-7 0,1-5-2 15,-1-1 17-15,-1-5-42 0,0-2-1 16,-6-4 1-16,-4-4 2 0,-1-1 3 0,-3-3 5 0,-3-1 6 15,3-5 4-15,-1 0 0 0,-3-3 0 0,1-2 5 16,-3-3-3-16,-3-2 4 0,0-3-21 0,-3-7 36 16,0-1-18-16,-2-4 6 0,-4 1-5 0,-1-5 29 15,-1-3-40-15,-2-1 16 0,-3-7-12 0,0-4 9 16,0 2 2-16,-1-1-4 0,-2 0 1 0,-3 1 5 16,-1 1 12-16,2 5 2 0,-2 0 35 0,0 11-18 15,-1 2 43-15,0 3-40 0,-1 4 42 0,0 4-47 16,0 3 31-16,-3 5-25 0,-1 6 46 0,-1 3 21 15,-5 7 17-15,-3 6-9 0,1 3-11 0,-3 8-13 16,2 6-3-16,3 2-2 0,4 4-5 0,5 3-42 0,2 3 33 16,8 2-32-16,4 1 34 0,10 2-45 15,5 6 32-15,10-3-7 0,5 0-10 0,7-3-18 16,7-4-19-16,1-2-49 0,9-4-90 0,3-3-120 0,2-5-106 16,3-3-106-16,-1-3-179 0,-2-3-54 15,1-5-837-15,-13-5-1172 0</inkml:trace>
  <inkml:trace contextRef="#ctx0" brushRef="#br0" timeOffset="150941.0121">16277 13603 270 0,'1'-26'649'16,"-2"-1"-91"-16,-1 0-23 0,0 2-16 0,-1 2 48 15,1 3-50-15,0 1 9 0,0 2-47 16,0 1-15-16,1 3-72 0,-1 1-73 0,1 2-69 0,1 10-55 16,-2-16-35-16,2 16 3 0,0 0 31 0,0 0 0 15,-5 12-44-15,4 2 71 0,0 6-76 0,1 7 70 16,-1 7-100-16,2 6 4 0,1 9-6 15,2 6-26-15,0 11-12 0,3 1-75 0,1 0 0 0,3 2 0 16,2-1 0-16,2-3 0 0,2-1 0 0,2-2 0 16,2-3 0-16,1-2 0 0,-1-3 0 0,-2-12 0 15,-3-2 0-15,2-5 0 0,-4-2 0 0,-3-7 0 16,-1-6 0-16,-1-2 0 0,-3-4 0 0,2 0 0 16,-4-5 0-16,1 0 0 0,-5-9 0 0,0 0 0 15,0 0 0-15,0 0 0 0,0 0 0 0,2-14-92 0,-7 0-7 16,-1-7-57-16,-1-2 29 0,-2-8-26 15,-1-8-15-15,-1-2 3 0,1-3 0 0,0-1 1 16,0-4 22-16,1-1 19 0,2 1-12 0,2 1 62 16,1 2-3-16,3 1 35 0,2 9-18 0,1 0 35 0,1 3-23 15,3 4 33-15,0 1-26 0,1 6 31 16,3 1-22-16,1 1 28 0,1 4-33 0,4 2 18 16,-1 3-17-16,4 2 19 0,0 4-19 0,1 3 26 0,1 3-16 15,2 4 8-15,2 2 3 0,1 3-25 0,1 5-19 16,-2 0-14-16,-1 3-19 0,-1 0-16 15,-4 2-3-15,-1 0 2 0,-5-3 15 0,-2 1 9 0,-3-4 19 16,-4 2 9-16,-2-5 12 0,-4 3 5 0,-3-4 10 16,-3 2 3-16,-4-2 8 0,-4 2 4 0,-4-4 1 15,-2-1 3-15,-3-1 2 0,1-1-1 0,-2 0 6 16,0-5-1-16,3 0 1 0,-3-3-1 0,4 0 2 16,1 0 3-16,3 0-2 0,2-2-6 0,0 1-3 15,5 0-11-15,2 0-19 0,9 4-6 0,-13-8 11 16,13 8 7-16,0 0 8 0,1-11 2 0,-1 11 0 15,14-6 3-15,-3 4 1 0,3-3 8 0,2 3 2 16,5-2 0-16,4 1 0 0,0 0 0 0,4 1 4 16,4-4-10-16,2 0 2 0,-1 1 1 0,-1-1-2 0,0 1 4 15,-1-2 2-15,-1 0-6 0,-5 1 0 16,-1-1 8-16,-3 0-2 0,1-2 5 0,-3 0 1 16,-2-1-1-16,-1 0 13 0,-3-1 42 0,-1 1-19 15,-3 0 21-15,-2-3-21 0,-1 2 32 0,-1-1-22 0,-2 1 18 16,-2 1-28-16,-2 10 13 0,-1-20-25 15,1 20 21-15,-5-17-16 0,-2 10 17 0,7 7-14 16,-13-10 15-16,13 10-22 0,-17-3 12 0,17 3-4 0,-20 5 15 16,7 3-5-16,2 1 3 0,-2 3-8 0,1 3 0 15,2 2 3-15,2 1-3 0,2 3-7 0,3-2 3 16,3 0-39-16,2 3 31 0,4 2-13 0,2-2 11 16,4 2-8-16,4-1-2 0,2-3 7 0,3-1 1 15,3 0-23-15,2-4-8 0,-1-1-17 0,4-4-8 16,1-1 0-16,1-2-1 0,-4-2 12 0,1-3-1 15,-2 0-1-15,1-4 9 0,-1 1 4 0,-2-4 2 16,-1 0 1-16,-2-3 9 0,0-4-6 0,2-1 3 16,-5 1 1-16,-1-3-2 0,0-3 0 0,0-3 4 15,-3 2-10-15,0 0 23 0,-1 4 8 0,-1-3-4 16,2 3-6-16,-2 0-6 0,1 1 1 0,0 1 0 16,-2 4-3-16,2 0-2 0,-1 2-1 0,2 1-27 15,-3 2 25-15,2 2 3 0,-13 2 1 0,27 2-4 16,-14-1 0-16,2 4-1 0,-1 1 1 0,-2 1 1 0,0 2-6 15,0 0 6-15,-2 1 2 0,-1 2 1 0,-1-2-2 16,-2 0 2-16,-1 3-4 0,-1-2 6 16,-2 1-3-16,-2-12-2 0,-2 20 4 0,-2-10 0 0,-2 1-8 15,-2-1 6-15,-4-2 6 0,0 0-6 0,-3-2-4 16,-1 1 1-16,-3-3-6 0,0 0 1 0,-1-2-6 16,0-1-14-16,1-1-10 0,1-2-42 15,2 1-49-15,2-4-38 0,3 1-42 0,4-3-29 0,7 7-30 16,-7-15-2-16,10 5 4 0,5-4-8 0,4-1-31 15,6-3-14-15,2-2-21 0,6-4 17 0,1 0-17 16,1-1 36-16,0-2-18 0,1-1 80 0,-1-2 69 16,0 0 167-16,-3 0 109 0,-2-3 52 0,-2-1 62 15,-3-1-19-15,-3-2 58 0,-4-2-7 0,-2 0 43 16,-4-2 12-16,-3 4 15 0,-3-1-2 0,-4-4 2 16,-3-1 7-16,-2 1-20 0,-2 4-14 0,-3 1-16 15,-1 2 16-15,-1 2 0 0,5 7 25 0,1 6-66 16,2 2-8-16,1 0-95 0,2 5-4 0,0 6-66 15,6 7 16-15,0 0-48 0,0 0 0 0,-5 8 0 16,8 10 43-16,5 10-50 0,3 11 37 0,2 6-48 16,7 12 37-16,-1 6-55 0,2 2 40 0,1 5-50 15,0 1 6-15,0 3 41 0,2 2-53 0,0 0 46 0,0-1-9 16,1 0-20-16,-2-3-44 0,0-3-23 0,0-2-8 16,0-3-27-16,-2-3 47 0,-1-4-19 15,-4-12 41-15,-2-2-37 0,-1-5 44 0,-3-7-34 0,-2-4 43 16,-2-4-40-16,0-4 46 0,-2-5-32 0,1 1 42 15,-5-15-35-15,2 16 40 0,-2-16-39 0,0 0 61 16,0 0-65-16,0 0 40 0,-16-2-36 16,10-9 34-16,-2-1-45 0,-3-5 39 0,2-2-20 0,-2-7-8 15,-1-1-15-15,2-4-16 0,0-6-4 0,0-1-18 16,4-2-6-16,2 4 18 0,2-1-19 0,3 0-14 16,3 1 45-16,4-3-11 0,4 1 32 0,1 4-22 15,4 3 9-15,-2 7 5 0,2 2 7 0,0 4-2 16,-1 4 5-16,0 1 1 0,1 2 9 0,-2 5 4 15,2 2 3-15,-4 2 22 0,2 2-27 0,-1 2 22 16,1 2-29-16,-1 3 25 0,2 4-28 0,-2 2 18 16,1 0-22-16,-3 2 6 0,-2 1-34 0,1 1 3 15,-4-3-7-15,-1 3 12 0,-3-4 5 0,-1 1 10 16,-2-3 0-16,-2 1 8 0,-2-2 5 0,-3-1 5 0,-3-1 5 16,-3-2-1-16,-1-1 3 0,-4-2 2 0,0-1 0 15,-4-2 1-15,0-4 3 0,-3 2 4 16,0-2-4-16,3-2 4 0,0 0 0 0,4 1 3 0,3 0 3 15,1 0 2-15,1-1 0 0,3 1-5 0,2-1 0 16,8 6-4-16,-10-9-4 0,10 9-1 0,0 0 0 16,2-11-7-16,-2 11-6 0,17-7-7 0,-5 3-7 15,6 1-10-15,1 0-22 0,6 1-3 0,2-4 0 16,1 4-8-16,2-1-8 0,4 0-6 0,0 0-10 16,0-3 7-16,1 2 9 0,0-1 19 0,-3-2 13 15,0-2 11-15,-2 1 13 0,-2-4 4 0,-1-1 10 16,-1-2 10-16,-1-3 38 0,1-5-2 0,-2-2 1 15,-5-6 4-15,1 0 5 0,-1-2 9 0,-5-4 5 16,-1 0 0-16,-1-5 4 0,-4 3 4 0,-3-5-8 16,-2 2 9-16,-3 4-5 0,-2 1-2 0,-3-5 12 15,-4 4-13-15,0 0-4 0,-1 6-6 0,-1 5-7 16,-2 0-2-16,1 4-14 0,1 6 0 0,-1 2-3 16,0 5-7-16,-1 3 0 0,1 6-6 0,-1 3 5 15,-3 7 14-15,1 5 1 0,-3 6 15 0,3 6-7 0,-1 8 40 16,5 4 15-16,2 2-4 0,4 3-32 15,5 3 48-15,3 1-34 0,6 0-2 0,2 1 26 0,8 7-52 16,1-3 28-16,5-1-10 0,3-3-14 0,3-2-7 16,2-5-4-16,1-1-9 0,-3-10-6 15,2-2 0-15,0-3-5 0,0-3-4 0,2-2-1 0,-1-4-1 16,-5-3-6-16,0-4-2 0,-1-2 5 0,-2-3-6 16,1-2 0-16,-1-3 1 0,1-2 11 0,0-2-11 15,2-2-2-15,1-4-1 0,-2-2-2 16,4-5-38-16,-1 0 44 0,-2-2-36 0,-3-2 38 0,-4 3-41 15,-1 0 39-15,-3 0-30 0,-4 1 36 0,-2 1-39 16,-1 1 43-16,-3 2-39 0,-3 1 42 0,-2 1-42 16,-1 2 36-16,-2 10-37 0,-5-19 42 0,-1 12-53 15,-1 1 53-15,-5 3-39 0,-2 0 37 0,-2 3-31 16,-3 3 31-16,-4 2-30 0,-1 3 5 0,1-1 33 16,0 7-37-16,0-2 40 0,2 4-32 0,5-1 42 0,0 2-2 15,5 1 5-15,-1-1 8 0,5 1 7 16,3-1-7-16,3 0 9 0,2 0 10 0,3-1 0 15,5 2 4-15,5 0 9 0,2-1 5 0,7 0-2 0,2-3 1 16,2 0-6-16,3-3 0 0,3-1 9 0,1-2-4 16,1 0 14-16,2-2 1 0,2-1-60 0,-1-2 83 15,-1-2-84-15,-1 2 59 0,-4-3-50 0,-1 0-10 16,-2-1-32-16,0-1 0 0,-2 1 0 0,-5 0 0 16,-2-2 0-16,-1 0 0 0,-1 1 0 0,-2 0 0 15,-2 0 0-15,-3-1 0 0,0 1 0 16,1-1 0-16,-12 3-85 0,14-7-290 0,-14 7-91 0,7-5-88 15,-7 5-108-15,0 0-59 0,0 0-189 0,-7-11-495 16,7 11-1007-16</inkml:trace>
  <inkml:trace contextRef="#ctx0" brushRef="#br0" timeOffset="153580.647">21352 13772 598 0,'0'-17'553'0,"0"17"-88"16,-2-19 29-16,2 19-1 0,-3-20-46 0,3 20-52 15,-3-19-50-15,3 19 4 0,-3-15-35 0,3 15-66 16,-2-14-32-16,2 14-65 0,-4-10-16 0,4 10-36 15,0 0 10-15,0 0-16 0,-13 4 19 0,7 3-22 16,-1 6-7-16,0-1 36 0,0 3-46 0,-1 3 28 16,2 2-39-16,0 2 23 0,2-1-9 0,1 1-5 15,1-1-20-15,2-2-10 0,0 1-6 0,3 2-3 16,1-1-6-16,0 1-3 0,3-3-2 0,0-2-2 16,3 0 0-16,0-2-4 0,1-1-6 0,0-4-5 15,1 0-1-15,0-2-5 0,1-2 1 0,-1-4-10 16,0 1-5-16,-12-3 0 0,23-3-4 0,-12 0 3 15,-1-2-1-15,1-3-10 0,-1-2 14 0,0-1-15 16,-2-2-5-16,2-1 7 0,-3 1 11 0,-1-1 2 0,0 2 2 16,1 1 5-16,-2 2 5 0,-2 0-1 0,1 1-5 15,-4 8-8-15,6-13 0 0,-6 13-5 16,6-8 9-16,-6 8-4 0,0 0 8 0,0 0 1 0,13 0-3 16,-13 0 6-16,9 8-1 0,-9-8 3 0,13 10-1 15,-4-6 7-15,-1 2 0 0,2 1-2 0,3-1-2 16,1 0-1-16,2 0 1 0,2-1-3 0,3 1-3 15,1 0-4-15,0-4-10 0,2 2-5 0,-3-2 3 16,0 0 4-16,-2-1 6 0,-1-2 10 0,-4 0 2 16,2-2 14-16,-2-1 0 0,-1-3 4 0,-2-1 8 15,-2-3-1-15,-1-2-3 0,-2-2-41 0,-4-1 37 16,-2-3-36-16,-2 0 40 0,-1-5-40 0,-6-2 35 16,-1-1 0-16,-2 1-2 0,-2 0-11 0,-1 3-3 15,-1 1-1-15,2 2-3 0,-1 4-5 0,2 2-32 16,0 2-43-16,2 1-64 0,1 3-45 0,-1 2-45 15,2 0-44-15,9 6-39 0,-15-1-81 0,15 1 23 16,0 0-67-16,-12 6-37 0,12-6-545 0,4 10-636 0</inkml:trace>
  <inkml:trace contextRef="#ctx0" brushRef="#br0" timeOffset="154276.0832">22109 13436 714 0,'-2'-34'676'0,"0"0"-96"0,0 0-21 16,0 2-27-16,-1 1-34 0,0 4-13 0,0 2-68 15,1 1-21-15,0 4-57 0,0 3-7 0,0 0-100 16,0 4-21-16,1 3-84 0,1 10 15 0,-2-13-70 16,2 13 20-16,0 0-51 0,0 0 31 0,-3 20-8 15,2-4-14-15,0 5-6 0,0 7-5 0,0 4-3 16,-1 5-10-16,1 8 5 0,0 1-17 0,-2 1-38 15,3 2 45-15,0 1-35 0,2-2 37 0,0 1-42 16,0-3 38-16,1-1-2 0,2-2-9 0,-1-1-15 16,1-9-34-16,-1-1-15 0,2-2-17 0,-2-7-6 15,0-1-3-15,-1-4-3 0,0-2 9 0,-1-1 10 16,0-4 12-16,1 1 16 0,-3-12-2 0,5 14-41 16,-5-14-20-16,10 3-6 0,-10-3 26 0,13-7 10 15,-6 0 13-15,3-4 6 0,-1-1-7 0,1-5-6 0,1 0 11 16,-2-2 9-16,0 0 18 0,2 1-4 15,-3 0-4-15,-1 4 29 0,1 0 23 0,-2 3-9 16,-1 0-2-16,0 2-7 0,0 1 7 0,-5 8-12 0,8-8 11 16,-8 8-10-16,0 0 18 0,15 3 3 15,-15-3-14-15,12 12 8 0,-8-3-2 0,4 3 4 0,0 0-3 16,0 1 2-16,1 1 2 0,3 3-4 16,-1-1-3-16,0 0 6 0,3 1-3 0,-1-2-3 0,2-1 0 15,0 0-2-15,1-1 1 0,0-2-3 0,1 0 2 16,-3-3-2-16,2-2-1 0,0 1 7 0,0-3-5 15,0-2 1-15,-2-2-1 0,0-2 1 0,3-1-1 16,-1-2-4-16,1-2 10 0,0-3-5 0,0-2 1 16,1-1-3-16,-2 0 2 0,1-2 2 0,-1 1-4 15,1 0 15-15,-2 1 13 0,1 1 8 0,-3 4-17 16,1-2 7-16,0 3-16 0,1 2 6 0,-3 2-15 16,0 0 12-16,1 3-13 0,0 0 10 0,1 3-15 15,-2 0 14-15,2 1-14 0,-2 2 20 0,-1 1-7 16,0 1-2-16,-2 0-1 0,-2 0-4 0,0-1 9 15,-1 0-8-15,-2 3-3 0,-4-10 4 0,5 15-1 16,-5-15 7-16,-3 13-4 0,3-13 4 0,-12 14-8 16,3-8 2-16,-3-1 2 0,-4-1-3 0,0-1-1 0,-4 0 18 15,0-2-6-15,-1-1-22 0,-1-1-1 0,1-1-2 16,1 0-6-16,1 0-54 0,2-4-43 0,3 1-74 16,2-1-109-16,3-1-114 0,9 7 16 0,-6-15-137 15,9 6-92-15,7-1-384 0,1 0-607 0</inkml:trace>
  <inkml:trace contextRef="#ctx0" brushRef="#br0" timeOffset="155910.2877">23928 13289 754 0,'-7'-39'756'0,"2"5"-106"0,-3 1-117 0,0 2-23 16,0 0-19-16,0 1-21 0,0 8 15 0,2 0-67 15,0 3-5-15,1 3-108 0,0 2-27 0,0 3-94 16,2 2-14-16,3 9-69 0,-6-9 17 0,6 9-52 15,0 0 7-15,-9 17 24 0,7 0-49 0,-1 6 29 16,0 9-51-16,0 3 34 0,2 9-11 0,0 2-10 16,1 3-6-16,1-1-44 0,1 1 38 0,2 0-39 15,-1-1 37-15,1-2-34 0,1 1 40 0,0-2-46 16,-1-2 36-16,1-3-11 0,0-7-16 0,0-2-23 0,-2-3-25 16,0-5-1-16,0-1-2 0,1-4-2 0,-2-2 7 15,0-1 14-15,0-4 14 0,-2-11 12 16,5 15-24-16,-5-15-6 0,0 0-3 0,10 6-8 0,-10-6-20 15,9-11-29-15,-3 2 44 0,2-3-26 0,-1-3 34 16,1-4-28-16,1 0 29 0,1-2-24 0,0 1 36 16,-1 0-11-16,2 2 29 0,-1 1 4 0,-2 1 8 15,1 2 6-15,-3 3 2 0,0 1-1 0,-1 0-4 16,-5 10-11-16,9-13 5 0,-9 13 14 0,11-5 9 16,-11 5 10-16,0 0-24 0,18 4 41 0,-9 1-17 15,-1 2 43-15,2 2-38 0,1 1 31 0,3 2-38 16,-2 2 31-16,5 2-48 0,2 1 37 0,0 0-9 15,3 0-6-15,1 0-5 0,-2-1-23 0,2 1-33 16,0-3-30-16,1 0-21 0,-4-3-16 0,1 0-5 16,-1-3 6-16,-2-1 3 0,-1-1 13 0,-2-2 11 15,2-2 7-15,-4-1 5 0,1-2 10 0,-1-1 11 16,2-4 2-16,-2 0 9 0,0-3 10 0,2-3-7 16,-2-1 20-16,-2-3-12 0,0 1 10 0,-2-2-9 15,1 0 12-15,-4 2 4 0,-1-1 2 0,-1 3 7 16,-2 1 1-16,-1 0 1 0,-1 12-5 0,-1-20 8 15,1 20-6-15,-6-16-2 0,-1 9 4 0,7 7 6 0,-18-5-1 16,18 5-2-16,-24 1 5 0,12 0-6 16,-2 5 12-16,-1-2-11 0,2 3 3 0,0 2-2 15,2 0 1-15,1 1 2 0,0 1-5 0,2-1-3 16,2 2 1-16,2-1-2 0,1 1-3 0,0-2 2 16,2 2 2-16,1-12-9 0,4 21-11 0,-1-12-15 0,1 1-15 15,2-3-9-15,-1 1 1 0,0-1 3 16,-5-7 12-16,14 10 4 0,-14-10 9 0,12 3 3 0,-12-3 1 15,13-2 1-15,-13 2 5 0,11-10 5 0,-6 2 16 16,0-1-16-16,-1-2 16 0,1-2-16 0,-1-1 26 16,-1-2-18-16,1 1 13 0,-2-2 20 0,1 2 13 15,0-1 4-15,-1 2 6 0,1 1 31 0,-2 1-4 16,1 0 26-16,1 2 6 0,-3 10-19 0,3-16-19 16,-3 16-15-16,2-15-27 0,-2 15-4 0,0 0-12 15,4-10-2-15,-4 10 1 0,0 0-33 0,0 0 42 16,9 7-42-16,-9-7 25 0,9 15-23 0,-1-5 30 15,-2 2-34-15,1 0 9 0,1 1 35 0,2 3-43 16,0-1 35-16,0 1-32 0,2 0 29 0,-2-2-48 0,0 1 12 16,1-3-34-16,-2-2-3 0,2 2-10 0,-1-1-1 15,-2-5 11-15,2 1 7 0,-1 1 10 16,-2-3 13-16,-7-5 2 0,15 6 3 0,-15-6 5 0,14 1 4 16,-14-1 1-16,13-6 3 0,-13 6-2 0,15-13 7 15,-9 6 4-15,2-5-1 0,-1 0 2 16,2-2-1-16,0-1 3 0,0-1 12 0,3 0-1 0,-2 1 27 15,-2 2 16-15,1-1 28 0,-1 3 7 0,0 0-5 16,-1 1-14-16,0 2-17 0,-1 1-13 0,-6 7-10 16,10-12-5-16,-10 12-1 0,11-5-4 0,-11 5-4 15,0 0-2-15,19 3 2 0,-19-3-34 0,12 7 35 16,-2-1-29-16,-4 0 29 0,1 1-36 0,0 2 38 16,2 0-35-16,0 1 38 0,-2 0-42 0,1 1 4 15,1-3-47-15,1 3 20 0,-2-1-45 0,2-1 0 16,-3 0-6-16,1 0-3 0,-2-2 2 0,3 0 1 15,-1-1 7-15,0-1 11 0,-8-5 5 0,17 7-7 16,-17-7 4-16,17 1 10 0,-17-1-6 0,17-6 4 16,-7 4 11-16,-1-4 20 0,1-2-8 0,0-1 3 0,-1 0 10 15,1-1 5-15,-1-1 7 0,0 1 2 16,-1-1 9-16,1 1 9 0,0 2 14 0,-2 0 6 16,-1-1-7-16,4 1 1 0,-4 1 0 0,3 0-1 0,1 1 0 15,-1 0-4-15,0 1 0 0,3 0-3 16,1 1 1-16,0-1-2 0,0 1-6 0,0 2 2 15,3-1-5-15,-3 1 2 0,2 1-1 0,0 0 2 0,-1-2-1 16,-1 2-1-16,1 0 2 0,-1 0-4 0,0-2 3 16,1 1 4-16,-1-1-2 0,-1 0 2 0,1-1-4 15,0 0 4-15,1-2-3 0,-3 0 1 0,1 0 4 16,-1-1 15-16,-1 0 6 0,0-3 10 0,-1 4 6 16,-4-2-1-16,1 0 5 0,1-1-10 0,-7 9 2 15,7-14-3-15,-7 14-2 0,2-15-7 0,-2 15-9 16,-6-14 3-16,6 14-7 0,-15-8 2 0,4 7 0 15,-4 1-1-15,-1 1-3 0,-7 3 15 0,0 4-10 16,0-1 4-16,-2 5 9 0,0 1 8 0,2 2-22 16,3 1 33-16,2 2-25 0,5-2 31 0,-1 1-29 15,5 2 34-15,3-1-35 0,4 0 30 0,2 0-32 16,4-3 35-16,3 3-46 0,3 0 33 0,7-3-40 16,2 2 25-16,6-5-61 0,2 1-72 0,2-3-66 15,5-3-80-15,0 0-99 0,0-4-118 0,-3 0-108 0,8-6-834 16,-5 1-1007-16</inkml:trace>
  <inkml:trace contextRef="#ctx0" brushRef="#br0" timeOffset="156811.3856">27660 13636 157 0,'12'-15'641'0,"-1"-3"-195"0,0 1 5 16,-2-3-9-16,-4 2-23 0,1 2-48 0,-4-2-41 15,-1 1-38-15,-1 0-31 0,-2 1-23 0,-3-1-54 16,-1 3-18-16,-2 0-33 0,-3 3-6 0,-2 2-33 16,-3 3 7-16,-3 3-15 0,-2 3 18 0,-4 5-32 15,-6 4-4-15,-5 6-7 0,0 2-10 0,-1 4-15 16,4 0-6-16,4 3-2 0,1 1-2 0,6 1-8 16,4-2 8-16,5 0-9 0,3-3-4 0,4 1 2 15,6-2-5-15,4 1 5 0,4-1-10 0,7 2 3 16,5-2-10-16,10-1-9 0,1-2-17 0,0-4-3 15,1-4 4-15,2 0 0 0,1-5 4 0,-5-1 5 16,1-5 0-16,-2 1 7 0,-1-3 3 0,1-3 3 16,-2-4 2-16,-3-1 2 0,-2-2 4 0,-3-3-4 15,-2-2 1-15,-2-1 4 0,-5-1 6 0,-3 0-3 16,0-1 3-16,-2 1 12 0,-3 3 4 0,0 0-3 0,-2 0 3 16,0 3 10-16,0 2-8 0,0 2-7 0,0 11-9 15,0-20-8-15,0 20-1 0,-2-13-1 16,2 13 4-16,0 0-5 0,0 0-3 0,0 0 4 0,-10 11 0 15,10-11 0-15,0 22 2 0,0-6 14 0,5 2-21 16,0 3 7-16,3 6 4 0,1 0-8 0,5 0 2 16,2 6 0-16,2 1 1 0,5-2-3 0,-4-1-2 15,4-1-2-15,-1-2-8 0,0-1-13 0,3-2 34 16,-5-3-36-16,-2-3 33 0,0 1-32 0,-3-4 29 16,-2-2-26-16,-1-1 28 0,-2-2-30 0,-1 1 32 15,-1-4-28-15,-3 1 32 0,3-1-29 0,-4-1 26 16,-4-7-27-16,10 13 40 0,-10-13-34 0,5 10 27 15,-5-10-28-15,8 9 28 0,-8-9-26 0,4 8 31 16,-4-8-29-16,0 0 27 0,8 9-28 0,-8-9 30 16,0 0-29-16,0 0 34 0,7 7-36 0,-7-7 37 15,0 0-43-15,0 0 23 0,0 0-36 0,0 0 20 16,12-3-33-16,-12 3 18 0,0 0-29 0,7-8 9 16,-7 8-20-16,6-9-4 0,-6 9-10 0,3-11-3 15,-3 11-11-15,4-13-6 0,-4 13 8 0,2-11-13 16,-2 11 0-16,2-11-54 0,-2 11-55 0,0-12-81 15,0 12-17-15,0 0-94 0,0-15-117 0,0 15-298 0,0 0-359 16</inkml:trace>
  <inkml:trace contextRef="#ctx0" brushRef="#br0" timeOffset="157310.5799">28047 13752 2 0,'-8'-20'678'0,"0"-1"-245"16,3 0-16-16,-1 0-47 0,1 2 53 0,1-1-49 15,-1 2-14-15,1 1-30 0,1 0 12 0,-1 3 2 16,2-2-18-16,0 4-8 0,1 2-36 0,1 10-46 16,-4-19-42-16,4 19-40 0,-2-16-40 0,2 16-26 15,-4-8-16-15,4 8 0 0,0 0 10 0,0 0 17 16,0 0 15-16,-3 14 5 0,3-14 6 0,3 24-6 15,-1-8-9-15,2 5-27 0,1 3 45 0,4 4-32 16,4 7 43-16,0 3 0 0,1 0-24 0,4 2-6 16,-1 1-4-16,1 0-26 0,1 1-14 0,-1 0-3 15,2 0-13-15,-2 0-13 0,-1 0-9 0,0-1-7 16,-2-1-2-16,1-2-9 0,-4 0-61 0,1-1 63 16,-4-1-68-16,0-3 53 0,-3-2-48 0,-2 0 55 0,-1-3 0 15,-2-1 3-15,-2-2-13 0,-4 0 12 0,1-1-6 16,-3-4 3-16,-3-1 0 0,-2 0-1 0,1-4 6 15,-5-2-2-15,2-1 5 0,-4-2 2 0,-2-3-4 16,0-4 4-16,-2-2 0 0,-3-2 2 0,-2-3 6 16,-6-5-68-16,-4-4 66 0,2-3-58 0,0-3 67 15,3-4-63-15,2 0 72 0,5-4-11 0,3 1-7 16,6 0-17-16,3-1-25 0,4-1-17 0,4 4-14 16,3 1-8-16,4 0-18 0,2-1-28 0,4 2-26 15,2 1-15-15,4 0-18 0,4 1-35 0,5 1-35 16,6-2-34-16,5 2-35 0,2 3-56 0,1 1-62 15,4 1-83-15,0 3-14 0,1-1-149 0,2 2-458 16,-4 0-743-16</inkml:trace>
  <inkml:trace contextRef="#ctx0" brushRef="#br0" timeOffset="158094.6849">28590 13743 303 0,'-3'-20'754'0,"-1"2"-177"0,1 2-42 16,0-3-44-16,1 2-46 0,0 0-7 0,1 2-32 16,1 0-2-16,0 2-101 0,0 1-10 0,0 12-36 0,1-22-34 15,-1 22-80-15,2-15-37 0,-2 15-21 0,9-7-16 16,-9 7-15-16,18 3-12 0,-6 4-8 0,3 4-9 16,1 3-4-16,3 4 0 0,0 3-34 0,0 1 38 15,3 6-10-15,-1 0 5 0,-1 1-16 0,-1-1-14 16,0 0-4-16,-4-3-4 0,-2-2-4 0,-1-4 1 15,-3-1-4-15,-2 0 6 0,-1-4 1 0,0-1 0 16,-1-2 8-16,-1-1-4 0,-4-10 16 0,6 16 13 16,-6-16 25-16,0 0-16 0,0 12 4 0,0-12 11 15,0 0 2-15,-10-2-2 0,10 2 8 0,-11-12-10 16,5 2-1-16,0-3-5 0,1 2 1 0,0-4-6 16,0-1-8-16,2 0-33 0,1-1 33 0,2 0-7 15,0 1-15-15,2-1-14 0,1 1-24 0,2 2-15 16,0 4-45-16,2-2-20 0,0 0-14 0,5 1-17 15,0 4-16-15,1 0-17 0,2 2-20 0,0 1-19 16,4 2 2-16,-1 0-59 0,1 2 28 0,2 1-39 16,0 0 53-16,3 2-19 0,0 0 64 0,-1 2-5 15,2-2 55-15,-3 0-2 0,-3 0 58 0,0 1 12 16,-3-3 78-16,-1 1-4 0,-3-1 29 0,-12-1 17 0,23-1 55 16,-23 1-30-16,18-4 83 0,-18 4-1 15,15-9 43-15,-15 9-15 0,8-11 5 0,-8 11 11 16,3-11 1-16,-3 11-2 0,-2-14-30 0,2 14-7 15,-9-15-25-15,2 8 4 0,-2 1-30 0,-1 1 15 0,1 2-32 16,-3-2-11-16,1 4-11 0,0-1-3 16,11 2 2-16,-24 2-5 0,12 2-12 0,1 0-1 15,0 2-3-15,-1 2-14 0,3 1 24 0,0 1-27 16,1 1 19-16,2 0-12 0,2 2-6 0,1 0 1 0,1 0-5 16,3 1-15-16,1 1 5 0,2 0-18 15,2 1-28-15,0-3-13 0,3 0 20 0,0 0-55 16,0-2 20-16,1-1-23 0,1-1 25 0,-2-1-2 0,1-2 28 15,-2-1-5-15,-8-5 27 0,17 4-20 0,-17-4 29 16,15-4-23-16,-15 4 24 0,15-9-16 0,-9 0 24 16,0 0-14-16,0-2-5 0,-1-4 6 0,0 1 1 15,1-2 0-15,-3 0 5 0,1 2 10 0,0-2 14 16,-2 2 0-16,1 2 5 0,-1 4-5 0,-2 8-3 16,4-19-7-16,-4 19-8 0,6-13-6 0,-6 13-1 15,4-11-2-15,-4 11 0 0,0 0 1 0,0 0 0 16,0 0 6-16,15 1-5 0,-15-1 2 0,15 12 3 15,-6-5-4-15,2 3-9 0,1 0-46 0,1-1-54 16,3 4-50-16,0-3-70 0,2 2-63 0,-1-1-69 16,1 0-16-16,2-1-99 0,-2-1-102 0,0-1-299 15,-4-1-431-15</inkml:trace>
  <inkml:trace contextRef="#ctx0" brushRef="#br0" timeOffset="159794.7262">29850 13537 406 0,'14'-41'486'0,"-3"-2"-49"0,0 0-66 16,-1-1 47-16,-1 3-30 0,-2 0-14 0,-2 7-19 16,1 0-2-16,-2 4-45 0,-1 5-25 0,0 3-1 15,-1 4-17-15,0 0-56 0,0 4-25 0,0 2-65 0,-1 0-14 16,-1 12-33-16,2-11 21 0,-2 11 19 16,0 0 0-16,0 0 13 0,4 20 0 0,-1-4-1 0,-1 3 34 15,1 6-38-15,1 6 22 0,0 2-38 16,3 8 6-16,0 0-43 0,2 4 17 0,-1 0-44 0,2 1-6 15,0 0-5-15,1 0-7 0,-1-2-11 0,2 0-17 16,-2-1 9-16,0-4-49 0,1-1 22 16,-4-6-42-16,0-2 46 0,0-1-36 0,-2-7 37 0,1-1-35 15,-3-3 38-15,1-3-31 0,-1-1 49 16,-1-2-37-16,0-2 46 0,-2-10-29 0,3 15 35 0,-3-15-33 16,0 0 34-16,0 0-42 0,0 0 43 15,0 0-39-15,0 0 39 0,-16-8-38 0,10-3 5 0,-3-2 4 16,0 0 2-16,-2-3 4 0,-2 1-6 0,-1-3 3 15,-1 2 0-15,0 1 2 0,-3 1 0 0,1 1-4 16,-4 1 0-16,0 2 3 0,1 2-2 0,-4 1-2 16,0 3 3-16,0 2 17 0,2 2-20 0,0 0 2 15,-2 4 0-15,2 0 7 0,1 4-5 0,1 1-2 16,2-1 3-16,2 4 5 0,2 0-2 0,5 0 32 16,3 1-39-16,2 0 39 0,4 0-38 0,4 1 38 15,3 0-45-15,4 1 29 0,4 0-65 0,2-1 14 16,1-1-57-16,5 1 18 0,1-2-51 0,3-2 23 15,-4-2-30-15,2-1 9 0,0-1-9 0,-1-4-2 16,2 3 14-16,-5-4 16 0,2-1 19 0,-1-1-1 16,0-4 11-16,1 3 14 0,0-4 11 0,-2-3 13 15,-1 0 5-15,0-2 8 0,-1 1 8 0,-2-4 2 16,2 2 5-16,-3-2 14 0,0 1 16 0,-3-1 25 16,-1 3 19-16,-2 1 3 0,-2 2 13 0,0-1 4 15,0 1-1-15,-2 0-13 0,-1 1-12 0,-5 7-12 16,10-11-10-16,-10 11-8 0,8-8-11 0,-8 8-3 15,0 0 1-15,0 0-3 0,0 0-4 0,0 0-2 16,0 0 5-16,0 0-6 0,4 8 37 0,-4-8-42 16,2 11 37-16,-2-11-44 0,4 17 32 0,1-9-40 15,0 1 20-15,4 0-48 0,0 1 3 0,0-1-27 16,2 2-18-16,2-4-13 0,-1 0 0 0,1 1 8 16,-1-3 27-16,-2 1 3 0,2-4 17 0,-12-2 6 15,20 3 10-15,-20-3 9 0,19-4 8 0,-10 0 0 16,2-3 12-16,-2-1 9 0,-1-2 11 0,1-1 1 15,-2-3 7-15,0 0-9 0,-1-1 11 0,-1 1 9 16,1-1 3-16,-2 1 5 0,0 0-2 0,1 2 13 16,-2 2-6-16,0 1-9 0,-3 9-10 0,4-18-8 15,-4 18-13-15,3-12-5 0,-3 12 3 0,0 0 4 16,5-8-12-16,-5 8-1 0,0 0-1 0,0 0 0 16,0 0 2-16,7 10 3 0,-7-10-5 0,7 13 1 15,-2-6 2-15,1 1 22 0,2 1-27 0,1 1 25 0,1-1-28 16,2 0 25-16,0-1-30 0,1 3 22 0,1-4-34 15,0 0 27-15,2 0-17 0,0 0-3 16,0-2-6-16,0 0 11 0,0-1-5 0,-1-1 6 16,0-1 0-16,-2-2 5 0,0 0 12 0,0-2-12 15,1 0-4-15,0-3 6 0,0-1-18 0,-2-1 16 0,0-4-11 16,0 3 17-16,-1-5-18 0,-1 1 33 0,0 0-26 16,-2-3 16-16,-2 2-18 0,-1 0 32 15,0 0-23-15,-3 4 15 0,-1-3-4 0,-1 12-1 16,-3-19 3-16,3 19-24 0,-11-14 21 0,2 9-26 15,0 1 25-15,9 4-20 0,-23-2 24 0,11 4-22 0,1 0 25 16,0 1-30-16,-1 1 33 0,2 2-26 16,1 1-2-16,0 0 8 0,1 1 0 0,1-1 26 15,2 1-27-15,0 1 23 0,2 0-23 0,3-9 22 16,-4 17-24-16,4-17 31 0,4 17-47 0,-4-17 14 16,7 13-23-16,-2-6 13 0,-5-7 2 0,9 12 2 0,-9-12 5 15,12 7-11-15,-12-7 10 0,11 5-3 0,-11-5 2 16,0 0-14-16,19-5 19 0,-19 5-13 0,12-9 18 15,-6 2-17-15,-1-1 19 0,1 0-12 0,-1-1 13 16,0 0-6-16,0 0 24 0,-1 1 2 0,0-1 22 16,-4 9-19-16,8-13 25 0,-8 13-32 0,5-12 29 15,-5 12-33-15,4-11 17 0,-4 11-37 0,5-7 23 16,-5 7-33-16,0 0 28 0,0 0-28 0,6-7 28 16,-6 7-30-16,0 0 32 0,0 0-23 0,5 12 23 15,-5-12-24-15,4 10 26 0,-4-10-31 0,6 12 31 16,-6-12-29-16,7 16 31 0,-7-16-32 0,8 14 38 15,-1-5-33-15,4-1 27 0,-1 0-31 0,4 0 29 16,-1-2-7-16,1 1-4 0,3-1-14 16,1-2-6-16,-2 0 5 0,3-2 6 0,0-2-9 0,0 0-21 15,-2-1 27-15,2-4-17 0,0-1 42 0,-1-2-27 16,0-5 19-16,0-4 32 0,0-3-43 0,-1-4 39 16,-3-2-29-16,1-10 44 0,-2-2-4 0,-2-5-4 15,1-2-4-15,-4-1 0 0,-1-5-29 16,-1-1 47-16,1 2-29 0,-2 0 10 0,-1 0 14 0,-1 4 21 15,0 3 30-15,-1 7-33 0,-1 8 27 0,1 3-53 16,-1 4 23-16,0 3-55 0,0 2 27 0,-1 4-48 16,0 12 35-16,-3-12-40 0,3 12 6 0,0 0 4 15,-10 10 9-15,5 4 35 0,0 6-35 0,-2 10 33 16,2 3-8-16,0 9-7 0,0 2 1 0,1 3-8 16,0 1-3-16,-1 1-1 0,2-1-37 0,0-1 22 15,0 1-66-15,1-2-30 0,-1-1 27 0,1-7-57 16,0-1 34-16,1-3-46 0,0-1 5 0,-1-6-8 15,1-1 5-15,1-5 4 0,-2-2 15 0,2-1 15 16,-1-5 21-16,0 0 28 0,1-13 5 16,-1 19 10-16,1-19 10 0,-1 12 7 0,1-12 3 0,0 0 1 15,0 0 6-15,0 0 7 0,-4-13 5 0,4 13-9 16,0-19 21-16,1 4-14 0,2 0 10 0,1 1 5 16,0-3 14-16,1 3 25 0,2-3-7 0,0 3-9 15,1 0 9-15,2 0-15 0,-1 2-2 0,3 0-8 16,-1 2-3-16,0 0 2 0,1 2-9 0,0 1 1 15,0 2-8-15,0 3 0 0,-1-1 1 0,1 1-5 16,-12 2-2-16,21 2 4 0,-10 1 2 0,-1 3 0 16,0 1-18-16,-1 2 30 0,0 1-26 0,-2 2 43 15,-1-1-39-15,2 3 40 0,-3-1-35 0,-1-1 27 0,1 2-6 16,-2 0 2-16,1-1-1 0,0 2-8 0,0-2 0 16,-1-1-33-16,-1-2-71 0,1 1-60 15,-3-11-101-15,4 19-110 0,-4-19-48 0,3 16-49 0,-3-16-139 16,1 10-439-16,-1-10-652 0</inkml:trace>
  <inkml:trace contextRef="#ctx0" brushRef="#br0" timeOffset="159978.045">31692 13494 595 0,'-1'-19'577'0,"0"3"-47"15,1 2-10-15,0 2-51 0,0-2-62 0,1 2-50 16,0 1-66-16,2 0-54 0,-3 11-46 0,5-19-34 15,-5 19-46-15,9-13-22 0,-9 13-17 0,12-6-59 16,-12 6-3-16,13 0-124 0,-13 0-6 0,16 11-111 16,-9-5-32-16,0 5-13 0,0 1 0 0,-1 3-48 15,-2 1-14-15,0 0-68 0,0 2-318 0,0-1-229 16</inkml:trace>
  <inkml:trace contextRef="#ctx0" brushRef="#br0" timeOffset="160545.6529">31849 13656 80 0,'12'10'557'16,"-12"-10"-113"-16,9 4-23 0,-9-4 37 0,0 0-16 15,13-5-60-15,-13 5 1 0,10-7 3 0,-10 7-34 0,11-14-39 16,-5 7-15-16,0 0-16 0,1 0-42 0,-1-1-16 16,-6 8-33-16,12-12-28 0,-12 12-28 0,9-9-36 15,-9 9-23-15,12-4-17 0,-12 4-15 0,13 3-6 16,-3 1-3-16,-1 3-5 0,0 1-6 0,0 2-6 16,1 1-32-16,-1 0 40 0,-1 1-38 0,-1 0 38 15,-1 0-6-15,-1-1 0 0,-1 2 0 0,-1-2-15 16,-1 1 4-16,-1-2-6 0,-1-10-1 0,0 20 5 15,0-20-4-15,-5 16-2 0,5-16 0 0,-10 13 0 16,10-13 4-16,-12 8-5 0,12-8 2 0,-14 3-2 0,14-3-6 16,-17 0 3-16,17 0-12 0,-19-6-19 0,10 1-35 15,2-1 25-15,1-2-39 0,0 1 46 0,2 0-50 16,1-4 34-16,3 11-8 0,0-21-5 0,2 9 3 16,3-2 12-16,2 0 7 0,4-3 6 0,1 0 7 15,1 2 8-15,2 1 17 0,-2 0 8 0,4 1 1 16,-2 2 9-16,2 1 11 0,-3 1 14 0,2 2-11 15,-1 1-5-15,1 1-3 0,-1 2 1 0,2 1-6 16,-3 2-6-16,3 1-2 0,0 2-2 0,0 2 1 16,-1 2-1-16,2 2-3 0,0 0 0 0,-2 3-5 0,1-3-7 15,-3 2-8-15,-2 0-8 0,0-1-4 0,-2 0-4 16,-1 0-4-16,1-1 11 0,-2-2 15 0,-1 0-15 16,-2 0 11-16,-5-7 10 0,11 11 27 15,-11-11 29-15,10 8 1 0,-10-8 9 0,16 4-3 0,-16-4 6 16,20 0 0-16,-5-1 24 0,0-2-2 0,2 0 11 15,0-3-5-15,2 2-8 0,4-2 2 0,-1-2 21 16,2 2 17-16,1 0 9 0,0-1-6 0,1 1-21 16,0 2-10-16,-1 0-19 0,0-1-9 0,2 3-11 15,-3-1-13-15,0 2-15 0,-2 1-2 0,3 2-7 0,0 0-6 16,0 1-35-16,0 2-42 0,-2 0-35 0,1 1-50 16,0 2-47-16,0-1-69 0,-2 3-71 0,0-1-21 15,0 2-149-15,-3-2-42 0,-1 2-72 0,-1-1-113 16,-6-2-308-16,-4-1-657 0</inkml:trace>
  <inkml:trace contextRef="#ctx0" brushRef="#br0" timeOffset="162899.6767">6407 14751 567 0,'7'-11'498'0,"-1"3"-133"0,0 0-13 0,-6 8-82 16,10-13 6-16,-10 13-70 0,6-6 46 0,-6 6-6 15,0 0 38-15,0 0 10 0,-5 20 5 0,-2-6-19 16,-3 5-27-16,-3 7-37 0,-5 6-25 0,-1 4-55 15,-2 2 8-15,0 2-61 0,-4 7-15 0,-1-2-10 16,0 3-11-16,5-9-7 0,1 3 25 0,-1-4-48 0,1 2 33 16,1-1-41-16,-1 1 31 0,2-5-51 15,3-1 9-15,4-6-47 0,-1-3-42 0,2-4-31 16,3-3-64-16,-1 0-70 0,2-3-81 0,1-2-26 0,1-3 9 16,-1 0-25-16,5-10-100 0,-7 10-454 15,7-10-510-15</inkml:trace>
  <inkml:trace contextRef="#ctx0" brushRef="#br0" timeOffset="163279.1632">5696 15161 290 0,'-15'-12'449'0,"1"1"-82"0,2 2-36 0,-1-5-30 16,2 1-2-16,0-2-28 0,3 0-20 0,1 1 12 15,2-3-34-15,2 0-26 0,1-1-41 0,3-1-36 16,0 4-17-16,2-2-13 0,2 0-24 0,2 3-12 15,1 2-11-15,4 1-17 0,0 3-7 0,2 3-6 16,-1 4-3-16,3 2-3 0,0 4-4 0,2 1 2 16,0 6-2-16,1 1-3 0,0 6-1 0,-1 0-2 15,-1 3 3-15,-3 3 9 0,-1-1-14 0,-4 1 10 16,-2-1-14-16,-3-2 17 0,-1 3-11 0,-3-6 9 16,-3 4-12-16,-2-1 12 0,-2 0-5 0,-2 0-2 15,-4-1 6-15,0-2 7 0,0-1 3 0,-2-3 7 0,0-1 16 16,0-2 8-16,-1-4-2 0,3 0-2 0,-2-3-4 15,3-4-6-15,0 0-5 0,-1-2-8 0,2-5-5 16,-1 0-5-16,3-4-1 0,0-2-12 0,2-1-24 16,0-2-7-16,3-1-12 0,2-2-13 0,2 2-12 15,2-1-1-15,2 0-7 0,2 1 2 0,1 2 0 16,2-2-28-16,4 2-24 0,-2 3-46 0,1 1 24 16,4 2-60-16,-1 1-4 0,4 3-47 0,0 3-89 15,1 1-465-15,3 1-343 0</inkml:trace>
  <inkml:trace contextRef="#ctx0" brushRef="#br0" timeOffset="163646.0348">6623 15502 401 0,'0'0'497'0,"0"0"-68"0,0 0-33 15,0 0 9-15,0 0-55 0,6-6-10 0,-6 6-38 16,10-17-23-16,-5 4-19 0,3 4-29 0,1-4-21 15,0 3-36-15,1 0-31 0,-1-1-25 0,1 3-24 16,0-1-17-16,-1 3-6 0,0 2-7 0,1 1-2 16,-10 3-19-16,17-4 4 0,-17 4-18 15,18 4 12-15,-10 0-21 0,0 2 10 0,0 3-21 0,-1-2 13 0,0 4-4 16,-1-1 13-16,-2 3-15 0,1-1-13 16,-3-1 1-16,-1 2-3 0,-1-1-2 0,0 1 1 15,-1-2 3-15,-1-1 4 0,-2 1-8 0,-1-1 3 0,0-1 1 16,-1-2 24-16,-2 0 25 0,-3 0 5 0,1-3 12 15,-1-1 9-15,-3 1-21 0,1-4 36 0,-1 0-8 16,-1-1 6-16,-1-3-2 0,2-1-33 16,-1-1 24-16,2-3-9 0,1 1-10 0,0 0-44 0,3-3 29 15,2 1-51-15,1 1 37 0,2-1-63 0,2 0 1 16,2 10-104-16,3-20-51 0,3 10-73 0,2-1-73 16,3 2-78-16,4-3-75 0,4 2-137 0,5-2-576 15,3 2-808-15</inkml:trace>
  <inkml:trace contextRef="#ctx0" brushRef="#br0" timeOffset="163883.0301">8222 15015 45 0,'0'0'330'0,"9"-6"-95"15,-9 6-54-15,11-5-41 0,-11 5-28 0,9-8-22 16,-9 8-32-16,9-9-54 0,-9 9-63 0,8-8-99 16,-8 8-148-16,8-11 235 0</inkml:trace>
  <inkml:trace contextRef="#ctx0" brushRef="#br0" timeOffset="165746.6132">8030 14906 494 0,'-5'-9'395'0,"-2"0"-38"16,2 3-40-16,0-4-3 0,-1 3 4 0,1 0-16 15,-2-4-23-15,1 4-22 0,0-1 4 0,0-2-12 16,1 4-4-16,0-2-5 0,5 8-17 0,-9-12-30 15,9 12-37-15,-8-10-26 0,8 10-33 0,-5-7-21 16,5 7-17-16,0 0-12 0,0 0-11 0,0 0-3 16,0 0-2-16,0 0-8 0,12 5-3 0,1 2-2 15,4 3-1-15,8 1 3 0,7 1-4 0,8 1 3 16,7 0-12-16,3-1 6 0,16 2-5 0,2-2 0 16,3-2-15-16,4 0-15 0,0-2-15 0,1-3-19 0,1-1-21 15,-3 0 5-15,-11 0-4 0,-2-3-3 16,-1 0-3-16,-4 0 6 0,-3 0 7 0,-11 2 8 0,-3-2 10 15,-8 1 13-15,-4-2 0 0,-4 2 8 16,-2-1 5-16,-4 0 9 0,0 2 5 0,-5 1 14 0,-2 0 24 16,-2 0 6-16,-8-4 8 0,7 15 10 15,-7-15-4-15,-2 17 0 0,-4-5 5 0,-2 0 12 0,-5 3-9 16,-3-3 1-16,-5 4-15 0,-3 2 18 0,-6 0-10 16,-4 1 7-16,-2-2-18 0,-4 2-3 0,-3-1 0 15,-1-1 26-15,-11 4-36 0,0-2 21 0,-1 2-29 16,8-6 25-16,0 2-25 0,0-1 19 0,1 0-24 15,2-1 17-15,1-1-27 0,3 1 21 0,3-3-5 16,7-1-2-16,2 0 12 0,2 0-20 0,5-3-12 16,3-1-30-16,2 0-66 0,3-1-66 0,1-2-74 15,2 0-90-15,2 0-19 0,9-4-4 0,-14 7-18 16,14-7-86-16,0 0-519 0,0 0-567 0</inkml:trace>
  <inkml:trace contextRef="#ctx0" brushRef="#br0" timeOffset="166230.3991">8576 15729 122 0,'-21'4'491'0,"-1"3"-120"0,-1-2-46 15,2 0-36-15,-2 1-27 0,0 0-17 0,2 0-6 16,3-1-32-16,0-1-14 0,2 0-12 0,0 2-15 16,1-2-9-16,0 1-25 0,4-2-26 0,1 2-16 15,-1-4-13-15,11-1-11 0,-17 7-6 0,17-7-5 16,-14 4-2-16,14-4 9 0,-11 2 5 0,11-2 12 15,0 0 1-15,-14 5 11 0,14-5 21 0,0 0 31 16,0 0 4-16,0 0-7 0,16-7-20 0,4-3-19 16,6 0-15-16,13-6-13 0,5-2-12 0,14-3-16 0,5-2-8 15,4-2-6-15,2 2-4 0,1-2-10 16,0 0-3-16,-1 1 2 0,-2 0-31 0,-2 1 25 16,-4 1-24-16,-5 0 18 0,-10 4-22 0,-3 2 18 15,-3-1-20-15,-4 3 27 0,-8 3-22 0,-3 0 27 0,-4 2-22 16,-3 2 30-16,-4-2-28 0,1 4 22 15,-5 0-24-15,1 1 17 0,-2-1-31 0,-9 5 2 16,16-6-44-16,-16 6-37 0,14-6-47 0,-14 6-72 0,10-3-49 16,-10 3-56-16,0 0 34 0,11-1-71 0,-11 1-53 15,0 0-65-15,0 0-357 0,12 4-380 0</inkml:trace>
  <inkml:trace contextRef="#ctx0" brushRef="#br0" timeOffset="166720.6996">9803 14971 259 0,'-12'-9'609'16,"0"4"-112"-16,0 0 6 0,0-2-1 0,-1 0-43 0,3 3 7 15,0-3-22-15,-1 2-63 0,3 1 14 16,8 4-88-16,-16-9-3 0,16 9-84 0,-14-5-13 16,14 5-81-16,-9-6 9 0,9 6-62 0,0 0 17 15,0 0-49-15,0 0 26 0,0 0-46 0,0 0 30 0,20 1-42 16,-1 2 28-16,7-1-75 0,3 0 20 0,6 1-59 16,2 0 21-16,1 1-58 0,2-2 2 0,-1 0-16 15,0 0 16-15,-2 0 18 0,0 1 11 0,-7-3 18 16,-4 2 8-16,0 0 10 0,-6 0 8 0,-1-1 6 15,-4 0 4-15,-1 0 16 0,-2 1 14 0,-2 1 36 16,-10-3 30-16,16 9-13 0,-16-9 33 16,9 12-21-16,-9-12 63 0,3 18-38 0,-4-7 22 0,1 2-1 15,-2 1 21-15,0 3 5 0,1 0-6 0,-2 3-12 16,2 2 3-16,-1 2-18 0,0-1-8 0,2 2-14 16,-1-1-9-16,1 2-12 0,0-1 18 0,1 0-40 15,-1 0 20-15,1-1-32 0,0 1 18 0,1-1-39 16,-1-4 28-16,0 1-31 0,1-2 18 0,-1 0-54 15,0-1-19-15,0-2-90 0,-1-2-68 0,0 0-78 16,0-1-56-16,0 0-77 0,-1-1-94 0,-1-1-24 16,0-3-122-16,2-8-617 0,-7 14-884 0</inkml:trace>
  <inkml:trace contextRef="#ctx0" brushRef="#br0" timeOffset="166934.6571">10034 15409 554 0,'-14'-4'739'0,"2"1"-167"0,1 0-42 0,0 0-54 15,11 3-32-15,-18-5-19 0,18 5-68 0,-15-4-13 0,15 4-95 16,-11-2-49-16,11 2-43 0,0 0-34 0,-13-2-26 16,13 2-17-16,0 0-16 0,0 0-18 0,15-4-18 15,-2 1-37-15,6 0-46 0,6 1-38 0,4-3-44 16,6 2-46-16,2-2-61 0,1 1-42 0,7-2-75 15,-1 1-5-15,-7-1-62 0,1 1-78 0,-1 0-380 16,-1-3-444-16</inkml:trace>
  <inkml:trace contextRef="#ctx0" brushRef="#br0" timeOffset="167647.1406">11284 15015 175 0,'14'-6'675'0,"-3"2"-189"0,-1 0-6 16,-1 0 1-16,-9 4-19 0,16-8-25 0,-16 8-33 0,15-6-55 16,-15 6-14-16,11-4-72 0,-11 4 3 0,9-5-70 15,-9 5 20-15,0 0-59 0,13-6 25 16,-13 6-50-16,0 0 29 0,9-4-54 0,-9 4 28 15,0 0-51-15,0 0 33 0,0 0-46 0,10-5 28 0,-10 5-43 16,0 0 26-16,0 0-41 0,0 0 24 16,0 0-38-16,0 0 25 0,0 0-34 0,0 0 16 0,0 0-33 15,-10-4 27-15,10 4-33 0,-15 2 20 0,15-2-36 16,-25 1 19-16,11 1-40 0,1-1 23 0,-5 2-53 16,3-2 35-16,-2 2-41 0,0 1 48 0,-1 1-37 15,1-3 41-15,-1 3-30 0,2-2 10 0,-1 1 11 16,3 2 3-16,-2-1 5 0,3 1 2 0,-2 1-1 15,3-1 8-15,-1 2 3 0,2 0 5 0,1 1-1 16,-1 3 4-16,2-2 7 0,0 1-3 0,1 1 11 16,2 1 12-16,0 1 6 0,2 1 8 0,-2-2 1 15,2 1 4-15,1 1-6 0,-1-1-7 0,1 1 8 16,2-1 0-16,0-2 1 0,0 1-7 0,2-1 0 16,-1-1 1-16,1 2-1 0,-1-13-1 0,3 20 1 0,-3-20 11 15,5 15-15-15,-5-15 1 0,4 15 8 16,-4-15 0-16,9 8-6 0,-9-8-2 0,15 7-2 0,-15-7-4 15,23 2-1-15,-9-5-6 0,-3 1-2 0,5-2-4 16,0 0 1-16,2-2-2 0,2-1 0 0,-1-1 1 16,-1 4-4-16,1-4-1 0,-1 3 0 0,-2-2 0 15,-1 2-2-15,-2 1-3 0,1 0 2 0,-3 2-3 16,0-1 3-16,-11 3 1 0,23-2 9 0,-23 2 4 16,23 3 2-16,-13 0 15 0,1 2 3 0,1 2-4 15,-1 2 3-15,-3 0 1 0,1 2-5 0,-1 1 27 16,-3-2-34-16,1 4 28 0,-3-1-35 0,0-1 37 15,-2-1-33-15,0 3 35 0,-1-3-7 0,-2 2 31 16,-2-1-32-16,-1 0 59 0,-3 1-45 0,-3 2 38 16,-3-2-48-16,-1 1-10 0,-9 0 1 0,-2-1 18 15,-1-1-54-15,-3-1 6 0,0-1-9 0,0 0-17 16,-1-2-45-16,4-2-25 0,2-1-102 0,0 0-43 16,3 1-126-16,2-4-42 0,4 0-91 0,0 1-150 15,3-3-32-15,13 0-203 0,-21-2-400 0,21 2-882 0</inkml:trace>
  <inkml:trace contextRef="#ctx0" brushRef="#br0" timeOffset="168581.6205">12830 15006 239 0,'0'0'485'0,"7"-12"-89"15,-7 12 8-15,6-11-7 0,-6 11-2 0,5-11-20 16,-5 11-21-16,4-11 13 0,-4 11-23 0,2-9 29 15,-2 9-106-15,0 0-31 0,5-12-69 0,-5 12 5 16,0 0-23-16,0 0 51 0,-7 7 6 0,0 3 13 16,-1 5-12-16,-6 3 1 0,-1 8-3 0,-4 5-18 15,-3 5-42-15,0 2 47 0,-5 9-35 0,-2-1-15 16,1 2-13-16,1 1-14 0,-2-1-17 0,2-1 17 16,5-10-53-16,0 0 24 0,1-1-52 0,2-3 32 0,2-3-52 15,2-4 39-15,1-4-45 0,3-3-7 16,2-3-9-16,0-2-47 0,2-3-49 0,0 1-116 15,3-3-54-15,4-9-142 0,-9 13-153 0,9-13-142 0,0 0-66 16,0 0-756-16,0 0-1168 0</inkml:trace>
  <inkml:trace contextRef="#ctx0" brushRef="#br0" timeOffset="168964.5363">12163 15268 370 0,'-17'-20'708'0,"1"-3"-177"0,1 2-15 16,3-1-63-16,2 1-40 0,1 1-60 15,2 1-48-15,1 1-37 0,1 1-22 0,3 2-29 0,2 1-62 16,0 2-22-16,2 1-40 0,3 2-3 0,1-1-33 16,3 6-5-16,1 1-20 0,-10 3 5 0,27 2-23 15,-12 2 11-15,1 3-16 0,2 4 8 0,0-1-14 16,-3 5 11-16,0-1-14 0,-2 1-4 0,0 3 2 15,-4-1 5-15,-3-2-3 0,-1 0 2 0,-3-1 1 16,-2 1 2-16,-2-3 3 0,-3 3 21 0,-1-2-11 16,-2-2 11-16,-3-2 1 0,-1 2-2 0,-4-2 5 0,2-2-2 15,-4-1 0-15,1-1 9 0,0-3 0 16,-2 0-5-16,3-2-4 0,0-2 1 0,-2-2-6 16,1 0-9-16,2-4 1 0,1-1-4 0,2 0-7 0,1-2-8 15,1-1-14-15,1 0-22 0,3 0-10 0,1 1-24 16,3 1-34-16,2 10-25 0,1-21-25 0,4 11-14 15,3 0-20-15,3 2-25 0,2 0-60 0,2 2 23 16,8 2-45-16,2 1-19 0,2 3-83 0,3 3-116 16,5 0-258-16,3 4-289 0</inkml:trace>
  <inkml:trace contextRef="#ctx0" brushRef="#br0" timeOffset="169333.0495">12931 15554 604 0,'7'6'705'0,"-7"-6"-116"0,0 0-42 16,0 0-47-16,0 0-38 0,8 4-55 0,-8-4-69 15,0 0 4-15,10-6-74 0,-10 6-12 0,9-6 18 0,-9 6-47 16,11-9-22-16,-11 9-70 0,16-7 14 16,-16 7-58-16,17-5 17 0,-17 5-52 0,18-4 28 15,-18 4-54-15,21 2 27 0,-10 2-45 0,0-1 37 16,-1 1-41-16,1 4 38 0,1 1-35 0,-2 0 30 0,-3 4-35 15,1-1 32-15,0 1-40 0,-4 1 38 0,-2-1-35 16,1 4 41-16,-3-5-35 0,0 1 37 16,-5 1-37-16,3 1 33 0,-6-2-36 0,2 1 40 0,-3-2-17 15,1-1 44-15,-4-2-20 0,1 1 24 0,-3-2-40 16,1-1 32-16,0-3-41 0,-4 1 22 0,1-2-35 16,1-2 30-16,-1-2-41 0,3 0 32 0,-2-3-39 15,1-2 31-15,1 2-76 0,3-2-26 0,3 0-84 16,1-3-18-16,6 9-86 0,-2-17 0 0,4 7-55 15,4-2-49-15,3 1-51 0,3 0-71 0,1-1 7 16,3 0-122-16,-1 1-558 0,2 0-778 0</inkml:trace>
  <inkml:trace contextRef="#ctx0" brushRef="#br0" timeOffset="171133.4992">14969 15347 311 0,'10'-10'432'0,"-10"10"-13"0,9-8-106 16,-9 8 8-16,5-13-55 0,-5 13 6 0,2-11-28 15,-2 11-15-15,0-12-23 0,0 12-12 16,-4-16-20-16,4 16-9 0,-6-15-12 0,0 7-36 0,1 0-9 15,-3-1-17-15,1 1 14 0,-3 0-17 0,0-1-1 16,-1 2-2-16,0 1-8 0,-2 0-9 0,-2 1-5 16,0 2 7-16,-4 3 10 0,0 1 19 0,-3 3-23 15,-2 4 4-15,-4 3 0 0,-2 3-2 0,0 4-17 16,0 3 1-16,3 0-12 0,5-2-5 0,1 3-7 16,5 0 35-16,0-2-48 0,6 1 36 0,0 0-42 0,5-2 36 15,2-2-59-15,2 1 55 0,4-1-53 16,1-2 46-16,8 0-46 0,1-1 43 0,7-3-51 15,1-2 17-15,3 0-37 0,3-4 9 0,2-3-35 16,0 0 22-16,0-1-31 0,-1-2 21 0,-1-2 7 0,0-1-11 16,-4-3 33-16,0 0-20 0,-4-1 16 15,0-4-13-15,-1 1 25 0,-4 0-12 0,-1-4 15 16,-4 3-11-16,0-1-1 0,-2-1 18 0,-2 0-10 0,1-1 1 16,-4 4 3-16,1 0 3 0,-1 1 11 0,-2-2-6 15,0 12 0-15,3-17-2 0,-3 17 1 0,0-17-2 16,0 17-1-16,1-12 4 0,-1 12-5 0,0 0 0 15,1-15-1-15,-1 15-4 0,0 0 1 0,0 0-9 16,0 0 14-16,0 0 5 0,0 0 3 0,0 0-3 16,7 8 5-16,-7-8 13 0,7 19-21 0,-3-8 26 15,3 0-30-15,-1 3 20 0,5-1-21 0,-1 2 17 16,3-2-32-16,0 2-6 0,1-4-34 0,2 1-11 16,-1-2-18-16,4 0-19 0,0-3-4 0,-2-2 2 15,1 1 8-15,-2-3 13 0,1-1 19 0,-3-2 11 16,1-2 17-16,-2 0 17 0,1-3 8 0,-4 0 27 15,0-3 9-15,-2-3 16 0,-2 1 26 0,-1-3 7 16,-2-1 5-16,-1-1-3 0,-1-2-5 0,-1 0 21 16,0 0-1-16,0 1 22 0,-1 2 30 0,0 0-23 0,-1 1 35 15,2 13-24-15,-1-19-26 0,1 19-23 16,-1-17-24-16,1 17-18 0,-1-12 9 0,1 12-13 16,0 0-15-16,0 0-25 0,0 0 22 0,0 0-22 0,0 0 27 15,4 12-8-15,-4-12 4 0,6 19-8 0,-3-9 2 16,3 3-8-16,-1-1-3 0,2 1 3 0,-2 0-11 15,3-1-5-15,0 2-33 0,-1-3-26 0,3 1 22 16,-1-2-42-16,2 0 10 0,-3 2-16 0,3-5 14 16,0 0 12-16,-2-1 0 0,0-1-3 0,2-2 7 15,-11-3 15-15,18 3 4 0,-18-3 18 0,17-4 2 16,-17 4 7-16,15-10 7 0,-7 3 9 0,-3 2 28 16,0-4 20-16,-1 1-14 0,-4 8 40 0,6-16 0 15,-3 7 20-15,-3 9 26 0,3-13 12 0,-3 13-5 16,5-11-23-16,-5 11-22 0,0 0-23 0,3-12-15 15,-3 12-12-15,0 0-1 0,0 0-1 0,9-5 11 16,-9 5-28-16,7 6 1 0,-7-6 0 0,15 11-8 16,-5-3-12-16,0 2-25 0,4-1-36 0,1 3-16 15,4-2-57-15,0 2-56 0,3 0-58 0,3 1-72 0,1-1-27 16,0 0-78-16,0-1-89 0,-1 0-567 16,-2-1-713-16</inkml:trace>
  <inkml:trace contextRef="#ctx0" brushRef="#br0" timeOffset="171616.8926">16346 15190 394 0,'4'-29'744'0,"-1"2"-113"0,-2 2-42 0,-1 1-22 16,2 0 14-16,-3 4-101 0,0 0-32 0,1 3-44 15,-1 0-8-15,1 2-56 0,-1 3-61 0,0 1-48 16,1 11-61-16,-1-16-37 0,1 16-21 0,0 0 2 15,0 0 10-15,0 0-18 0,3 10-9 0,0 6-6 16,1 4-10-16,1 2-8 0,4 7-14 0,-1 1-8 16,2 7-42-16,2 0 39 0,-1 1-11 0,0 0-4 15,2-1-7-15,0-1-3 0,1 0 31 0,-2-1-38 16,-1-6 22-16,1-2-42 0,-3 0 35 0,1-2-37 16,0-4 21-16,-2-2-48 0,-2-5 23 0,1 2-36 15,-1-5 39-15,-2 0-27 0,0-1 39 0,0-1-27 16,-4-9 28-16,5 14-19 0,-5-14 29 0,3 11-33 0,-3-11 28 15,0 0-26-15,0 0 26 0,0 0-28 16,-7-11 28-16,2 3-35 0,-3-2 33 0,-2 0-34 16,-2-4 0-16,-2 0 4 0,0-1 5 0,-4 1 1 15,0 0-1-15,-2 3 1 0,-4-1 7 0,3 1-5 0,-3 4 2 16,-1 0 6-16,-1 3-4 0,-2 1 1 16,-1 4 1-16,-1 2 8 0,-3 3-3 0,1 1 0 0,2 4 11 15,2 2-13-15,3 0 32 0,2 4-31 0,3-1 33 16,6 0-34-16,1 2 33 0,6-4-34 0,3 2 33 15,3-2-32-15,4 1 34 0,4 1-33 0,6-2 30 16,4-2-29-16,9 1-30 0,3-4-110 0,3 0-41 16,4-4-119-16,3 0-45 0,-2-2-104 0,0-1-134 15,-4-2 6-15,-2-1-169 0,0-1-528 0,-3-2-883 16</inkml:trace>
  <inkml:trace contextRef="#ctx0" brushRef="#br0" timeOffset="172132.713">18169 15149 227 0,'0'-27'696'0,"-2"-2"-61"0,0 1-38 15,-2-1-54-15,0 4 18 0,-2 1-33 0,3 5-3 16,-1 3-73-16,0 0-68 0,2 2-74 0,-1 3-57 16,3 11-20-16,-6-12 52 0,6 12-4 0,0 0-9 15,-11 7-17-15,5 2-31 0,0 3-29 0,1 4-23 16,-1 3-8-16,0 3-96 0,3 2 74 0,-1 2-103 15,4 2 79-15,0 1-89 0,3 6-26 0,1 0-3 0,4 6 0 16,0-2 0-16,3 1 0 0,1-1 0 16,0-1 0-16,1-3 0 0,1-1-16 0,-3-7-227 0,1 0-110 15,-5-6-36-15,2 0-83 0,-2-3-60 0,0 0-28 16,-3-4 3-16,-3 0 24 0,-3-3-80 0,-1-3-107 16,-5 1-280-16,-2-4-602 0</inkml:trace>
  <inkml:trace contextRef="#ctx0" brushRef="#br0" timeOffset="173050.0119">17867 15490 94 0,'-12'-11'733'0,"2"0"-105"16,0 1-53-16,1 0-49 0,1-1-58 0,-1 3-54 15,2 1-37-15,1-1-42 0,1 1-45 0,5 7-49 16,-10-14-49-16,10 14-46 0,-3-10-34 0,3 10-24 16,6-10-26-16,4 5-41 0,4 2-45 0,5-1-43 15,6 0-43-15,3 1-48 0,2 1-39 0,7 1-32 16,1-2-50-16,1 2 32 0,2-2-30 0,-3 0 56 15,-1 1-9-15,-2 0 68 0,-6-2-23 0,-2 0 46 16,-2-2 3-16,-4-1 55 0,-1 0 24 0,-3-3 52 0,-3-2 5 16,-4 2 68-16,-1-4-11 0,-3 2 101 0,-2-3 49 15,-1 1 41-15,-1 0 27 0,-2 1 16 16,0 0 22-16,0-1-30 0,-1 2 13 0,0 1 3 16,1 11-7-16,-2-18-37 0,2 18-38 0,-1-16-44 0,1 16-36 15,0 0-28-15,-1-14-16 0,1 14-13 0,0 0 1 16,0 0-8-16,0 0-5 0,-2 17-9 0,2-17-14 15,1 23-9-15,0-11-1 0,1 4-7 0,2 2-3 16,-1 1-7-16,2 1-2 0,2 1-2 0,-1 1-15 16,1-1-27-16,0 1-39 0,2-3-17 0,0 1-52 15,0-3-27-15,1 0 1 0,1-2 14 0,-2-2-21 16,3-2 9-16,-1-1-13 0,0-1 0 0,2-2 3 16,-2-3 7-16,-1 0 22 0,-10-4 2 0,22 0 25 15,-13-3 12-15,3-1 24 0,-4-3 7 0,0 0 21 16,2-1 16-16,-2-2 15 0,-1 1 29 0,0 1 23 15,-1 0 10-15,-1 1 18 0,-5 7 19 0,10-15-3 16,-10 15-15-16,7-10-11 0,-7 10-12 0,0 0-5 16,11-6 3-16,-11 6 8 0,0 0-1 0,11 9-3 0,-11-9-8 15,10 12-3-15,-3-2 15 0,0-2-20 16,2 3 12-16,2-1-20 0,2 2 10 0,1 1-16 16,3-2 14-16,0 0-25 0,3-1 20 0,1 1-19 15,0-1 11-15,2-2-25 0,1 0-6 0,-1-2-12 0,-1 0-11 16,0-1 3-16,-2-3 0 0,-1 0 2 15,-1-2 0-15,-3 0 1 0,2 0-1 0,-1-4 9 16,-2-1 4-16,-2-1 5 0,0-2 2 0,-3-1 3 0,-1-3 2 16,-1 0 5-16,-2-1-3 0,-2-2 6 0,-2 2 3 15,0 1 5-15,-3 2 7 0,1-2 13 0,-1 2 1 16,-1 1-3-16,-2 0 3 0,1 2-3 16,4 7 2-16,-11-12-1 0,11 12 4 0,-11-8 4 0,11 8-2 15,-14-2 7-15,14 2 2 0,-13 4 5 0,13-4 5 16,-14 11 7-16,8-6-8 0,1 2-11 0,1 1 6 15,1 3-4-15,3-11 31 0,-3 20-49 0,5-10 34 16,-1 2-45-16,3 1 52 0,2-1-64 0,3 1 41 16,1-1-47-16,4 1 40 0,2-1-49 0,1-1 15 15,3-1-50-15,0 0 7 0,1-3-24 0,2 0 10 16,0 0-7-16,-4-4 20 0,1-1-1 0,-2 0 19 16,-2-2-6-16,1-2 24 0,-4 0-9 0,1-1 28 15,-1-4-4-15,-2 0 23 0,-1-1-7 0,-3-4 38 16,-1 0-39-16,-2 0 7 0,0-3 12 0,-2 0 13 0,0 3 19 15,-2-1-9-15,0 1 66 0,0 12-39 16,0-21 39-16,0 21-49 0,0-17 25 0,0 17-52 16,0-15 16-16,0 15-17 0,0 0-6 0,-2-12-8 0,2 12-11 15,0 0-7-15,0 0 8 0,0 0-13 0,-5 9-2 16,5-9 2-16,1 14-6 0,-1-14-3 0,5 20-28 16,-2-11-51-16,2 4-56 0,1-2-56 15,2 1-61-15,0 0-74 0,1 0-128 0,1-1 5 0,0 0-107 16,0-1-127-16,1-2-364 0,-1 0-659 0</inkml:trace>
  <inkml:trace contextRef="#ctx0" brushRef="#br0" timeOffset="173232.8256">19401 15273 24 0,'-12'-25'777'0,"-1"0"-211"15,1 1-33-15,-1 2-36 0,3 3-41 0,0-2-39 16,0 3-68-16,1 3 4 0,2 1-55 0,0 3-16 15,0 0-91-15,3 1-12 0,-1 2-82 0,5 8-37 16,-5-12-40-16,5 12-2 0,0 0-63 0,0 0-65 16,14 3-43-16,-3 5-71 0,1 2-35 0,5 3-75 15,-2 2 27-15,1 2-78 0,3 2-75 0,3 1-433 0,-3-1-453 16</inkml:trace>
  <inkml:trace contextRef="#ctx0" brushRef="#br0" timeOffset="173566.2988">19617 15333 54 0,'0'0'655'0,"0"0"-79"15,10-4-68-15,-10 4 34 0,0 0-24 0,7-8 3 16,-7 8-25-16,0 0-37 0,7-9-10 0,-7 9-93 16,0 0-29-16,0 0-62 0,6-7-56 0,-6 7-41 15,0 0-24-15,0 0-10 0,15 4-15 0,-6-1-15 16,0 3-12-16,2 3-19 0,2-2-9 0,-1 2-13 16,0 0-4-16,0 1-15 0,-1 1-9 0,3 2 26 15,-3-1-39-15,-1-1 25 0,0 1-39 0,-2 0 26 16,1-1-34-16,-1 3 30 0,-2-6-42 0,0 3 26 15,-3-2-32-15,1 0 36 0,-4-9-34 0,7 13 39 16,-7-13-25-16,7 10 28 0,-7-10-19 0,0 0 48 16,4 13-13-16,-4-13 40 0,0 0-6 0,0 0 35 15,0 0-40-15,0 0 15 0,-1-13-8 0,1 13-15 16,3-16-9-16,1 1-10 0,1 2 1 0,3-2-17 0,2-3-3 16,1 1-50-16,2 1 51 0,1-1-61 15,4-1 17-15,-3 3-59 0,3 0 8 0,0-1-53 16,1 3-54-16,-1 1-61 0,1 1-43 0,1 0-56 15,-2 1-62-15,1 1-56 0,-1 0-19 0,-2 3-37 0,-2 0-111 16,3 0-540-16,-4 2-784 0</inkml:trace>
  <inkml:trace contextRef="#ctx0" brushRef="#br0" timeOffset="176384.0771">21780 15040 389 0,'0'-21'466'0,"0"4"-35"0,1-1 7 0,0 0-35 16,1 1-20-16,-2-1-41 0,2 2 2 0,-1 0-15 16,2 4-13-16,-2-1-26 0,0 3-61 0,-1 10-39 15,2-17-56-15,-2 17-20 0,1-12-27 0,-1 12 32 16,0 0-18-16,0 0 43 0,-2 12-50 0,-3 0 42 15,-1 3-24-15,-2 5 10 0,-2 4-42 0,-2 3-7 16,1 0-3-16,-2 7-13 0,-1 0-6 0,2 0-11 16,-2 0-9-16,5-2-8 0,-2 3-5 0,1-5 33 0,1 2-46 15,1-3 33-15,0 1-45 0,1 1 37 16,1-9-34-16,0 2 28 0,1-2-5 0,-1-2-2 16,2-3-11-16,0-2-3 0,0-1-15 0,2-2 4 15,-1-2 2-15,0 0 4 0,3-10 1 0,-4 13-1 0,4-13-17 16,0 0-51-16,0 0 20 0,0 0-55 15,0 0 33-15,-3-16-32 0,4 3 29 0,2-5-33 16,2-4 2-16,2-6 13 0,2-2 3 0,3-6 21 0,1-3-10 16,1-2 15-16,0 0 13 0,2-1 7 0,0-1 5 15,0 2 11-15,0-1 7 0,2 1 5 0,-2 5-3 16,1-1 16-16,-1 6 3 0,-2 5 7 0,-1 4 2 16,-1 4 13-16,-2 0-15 0,-2 5 2 0,2 3-10 15,-2 3 12-15,1 3 1 0,-9 4 23 0,18 5 0 16,-8 4 34-16,0 2-29 0,1 6 32 0,-1 4-32 15,0 4 29-15,1 1-40 0,-1 3-2 0,-1 1-5 16,1 2 2-16,1 3 2 0,0 2-11 0,1-1 0 16,0 1-8-16,0-1-23 0,-1-8-18 0,2 8-27 15,1-2-64-15,-2-7-51 0,0 1-56 0,-1-1-101 16,0-3-36-16,-1-3-39 0,-2-2-48 0,0-3-71 16,-3-1-368-16,-1-3-455 0</inkml:trace>
  <inkml:trace contextRef="#ctx0" brushRef="#br0" timeOffset="177318.8909">21734 15334 421 0,'-11'-5'625'0,"2"-2"-134"0,1 1-27 0,8 6-52 16,-13-8-38-16,13 8-51 0,-9-10-70 15,9 10-44-15,-5-10-53 0,5 10-25 0,0 0-35 0,7-12-12 16,2 7-33-16,3 0-26 0,4 1-49 0,5 3-29 15,5-2-68-15,2-1-26 0,7 1-54 0,2 0 43 16,2-1-50-16,9 1 2 0,2-1-40 0,-1 3-8 16,2-2-41-16,-1-1 23 0,1-1 17 0,-1 0 50 15,-3 0 45-15,-1-2 73 0,-5-1 36 0,-7 0 78 16,-2 0 70-16,-4-1 27 0,-5 1 22 0,-3-2 20 16,-3 1 53-16,-3 0-25 0,-4 0 21 0,-1-1-38 15,-3 2 46-15,-2-1-10 0,-4 9-5 0,4-17 2 16,-4 17-6-16,-4-14-17 0,4 14-19 0,-10-13-17 15,10 13-9-15,-15-6-6 0,15 6-14 0,-22-4-19 16,10 6-10-16,0 0-18 0,-1 4-3 0,-1-1-24 16,2 2-1-16,-1 2-19 0,2-1 6 0,1 4-16 15,2-3-2-15,0 4 0 0,2-3-8 0,2 0-6 0,2 1 1 16,1 2-12-16,1-13-8 0,3 20-14 16,1-10-4-16,1-1-5 0,2-1-6 0,1-2-2 15,1 1 7-15,-1-2 2 0,3-1 11 0,-1-1 3 16,-10-3 5-16,19 4 12 0,-19-4 2 0,16-1 3 0,-16 1 1 15,19-7 0-15,-12 1 10 0,0 0 1 0,0-3 7 16,0 1 12-16,-1 0 5 0,-1-2 10 16,-1 1 2-16,1 0 26 0,-5 9-6 0,9-14 9 0,-9 14-35 15,6-11-3-15,-6 11-19 0,0 0 9 0,12-5-16 16,-12 5 14-16,13 10-14 0,-5 0 6 0,1 3 12 16,0 5 13-16,3 7-1 0,-1 4 7 0,1 7 20 15,-1 3-43-15,-2 2 32 0,-2 5-40 0,-1 1 30 16,-2-1-38-16,-2 3 34 0,-2-2-48 0,-1 0 33 15,-1-2-42-15,-2-1 2 0,-3-3 8 0,0-1-2 16,-3-3 43-16,-2-2-46 0,-2-3 32 0,0-5-34 16,-3-3 33-16,-3-2-37 0,-1-1 50 0,-2-3-53 15,-2-3 61-15,-1-2-71 0,-2-4 24 0,1-3-33 16,2-3 16-16,-2-2-41 0,2-2 25 0,0-3-56 0,1-3-18 16,5-1-24-16,1-3-30 0,4-3 1 15,3-4-27-15,4-1-1 0,4-4-15 0,5 0-10 16,5-5 29-16,4-1 10 0,5-4 25 0,4 0 17 15,5-3 16-15,0 3 18 0,5 0 4 0,7-4 16 0,0 1 12 16,2 1 2-16,2 4 43 0,-4 4-46 0,0 2 53 16,0 0-31-16,1 0 36 0,-1 2-30 0,1-1 40 15,-2 1-31-15,-1 1 47 0,-2 0-24 16,-2 3 18-16,-1-1 14 0,-5 2 56 0,-3 0-44 0,-1 0 45 16,-3 1-38-16,-4 1 50 0,-1 2-25 0,-3-1 33 15,-2 2-9-15,-1 0 5 0,-3 2-5 0,-2 0 0 16,-2 11-23-16,-1-19 13 0,1 19-24 0,-8-15 7 15,1 8-17-15,-1 1 16 0,-2 4-5 0,-2 0 13 16,-1 2-11-16,-1 4 9 0,0 1-13 0,-2 1 12 16,2 3-18-16,-2 2 5 0,3 2 3 0,0-1-7 15,1 3-10-15,2 2 5 0,3-5-2 0,0 5-3 16,2-2-2-16,3-1-1 0,0 3-3 0,4-1-4 16,1-1-2-16,3 0-7 0,4 1 0 0,1 1 1 15,5-2-9-15,4 0-7 0,4-1-33 0,3-1-41 16,1-1-47-16,1-2-44 0,2 0-75 0,0-2-27 15,-1-1 19-15,-3-1-76 0,-1-1-68 0,-2-1-88 16,-3-2-302-16,0-1-294 0</inkml:trace>
  <inkml:trace contextRef="#ctx0" brushRef="#br0" timeOffset="178184.7418">24642 14931 495 0,'9'-8'506'0,"0"1"-124"0,-9 7 1 16,13-8-40-16,-13 8 16 0,10-7-51 0,-10 7-18 16,8-7-30-16,-8 7-23 0,9-6-19 0,-9 6-18 15,0 0-12-15,7-6-20 0,-7 6-18 0,0 0-23 16,0 0-2-16,9-8-30 0,-9 8 11 0,0 0-25 16,0 0 13-16,0 0-29 0,7-5 15 0,-7 5-30 15,0 0 30-15,0 0-41 0,0 0 32 0,0 0-43 16,0 0 36-16,0 0-50 0,0 0 48 0,8-6-57 0,-8 6-2 15,0 0 37-15,0 0-43 0,0 0-2 16,0 0 41-16,0 0-40 0,0 0-2 0,0 0 4 16,0 0-2-16,0 0 4 0,0 0-1 0,0 0 4 0,0 0 6 15,0 0-9-15,0 0 2 0,0 0 3 0,0 0-1 16,0 0 1-16,7-5 4 0,-7 5 2 16,0 0 3-16,0 0 2 0,0 0 0 0,0 0 6 0,0 0-2 15,0 0 4-15,0 0 25 0,0 0-42 0,0 0 5 16,0 0-4-16,0 0-4 0,0 0 3 0,0 0 6 15,0 0 31-15,0 0-46 0,0 0 7 0,0 0 0 16,0 0-6-16,0 0 1 0,0 0 4 0,0 0 32 16,0 0-47-16,0 0 7 0,0 0 39 0,0 0-42 15,0 0 42-15,0 0-43 0,0 0 43 0,0 0-36 16,0 0 42-16,0 0-36 0,0 0 45 0,0 0-44 16,0 0 37-16,0 0-44 0,0 0 41 0,0 0-45 15,0 0 29-15,0 0-39 0,0 0 34 0,0 0-37 16,0 0 37-16,-11 5-37 0,0 3 6 0,-5 1 35 15,-6 2-30-15,-5 4 29 0,-8 4-44 0,-6 2 49 16,-11 5-47-16,-4-1 7 0,-2 1 4 0,-1 1 1 16,-3 0 4-16,2 0-1 0,1 0-31 0,4 1 45 0,3-2-3 15,12-3 0-15,3 1-12 0,5-2 1 0,2 1-2 16,7-5 3-16,3-1-1 0,5 0 6 16,3 0 4-16,1-4 4 0,4 0 34 0,1-2-28 0,4-3 42 15,2-8-22-15,4 17 18 0,2-11 30 0,7 0-31 16,5-2 33-16,6 1-38 0,5-4 34 0,9-1-41 15,2 0 22-15,10-1-36 0,1-1 24 0,2-2-35 16,1-1 20-16,-1 2-35 0,-2-3 0 0,1 2 5 16,-2 0-4-16,-2-1 0 0,-2 0 2 0,-7 1-3 15,-1 1-2-15,-3-1 4 0,0 0-2 0,-9 1 3 16,1 1-10-16,-2-1-6 0,-4 0-2 0,-3 0-4 16,1 0-13-16,-6 2-18 0,1-1-27 0,-3 0-31 15,-11 2-38-15,21-3-39 0,-21 3-30 0,17-2-31 16,-17 2-31-16,0 0-41 0,12-1-78 0,-12 1-9 15,0 0-71-15,0 0-98 0,-14 6-527 0,5-2-717 16</inkml:trace>
  <inkml:trace contextRef="#ctx0" brushRef="#br0" timeOffset="178484.9755">24001 15640 654 0,'-22'3'502'0,"2"2"-94"0,3-3-31 0,2 0 19 16,3 1-6-16,-1-2 15 0,13-1 2 0,-17 5-4 16,17-5-50-16,0 0-2 0,0 0-72 0,0 0 7 15,13 4-67-15,7-4 11 0,8 0-33 0,4-1-23 16,9 1-16-16,9-1-23 0,1 0-14 0,2 1-40 16,-1-1 19-16,-1 0-41 0,-7 1 32 0,-1 0-52 15,-3 0 23-15,-1 0-40 0,-1 1 26 0,-6-1-39 16,-1 1 28-16,-2-1-35 0,-2 0 27 0,-5 0-35 15,-1 0 32-15,0 0-33 0,-6 1 28 0,1-1-35 16,-3 0 11-16,0-1-40 0,-13 1-47 0,21 1-52 16,-21-1-52-16,18 0-70 0,-18 0-50 0,13-1-33 15,-13 1-70-15,0 0-63 0,15-1-41 0,-15 1-146 16,0 0-448-16,0 0-731 0</inkml:trace>
  <inkml:trace contextRef="#ctx0" brushRef="#br0" timeOffset="179218.4463">25529 15049 189 0,'-6'-14'676'0,"3"1"-204"16,-4 0-42-16,4 0 17 0,-1-1-21 0,2-2-52 15,2 4-32-15,2-5-30 0,0 1-30 0,3-1-16 16,5-1-51-16,0-2-5 0,5 4-57 0,4-2-27 16,1 1-19-16,4 0-11 0,1 3-17 0,1 3-19 15,1 0-5-15,-1 4-12 0,-1 4-10 0,0 0 25 16,-3 3-47-16,3 5 26 0,-3 0-35 0,1 5 36 16,-1 4-44-16,-3 1 34 0,-2 5-31 0,-3 2 27 15,-5 4-33-15,-5-1 39 0,-2 2-40 0,-6 4 5 16,-3 2 4-16,-6 6 0 0,-7-1 4 0,-3 0 2 15,-9 8 1-15,-1-3 7 0,-3 0 4 0,-4-4 8 16,-1 2 13-16,3-3 8 0,-4-2 45 0,2-1-30 16,7-5 45-16,2-1-33 0,1-2 46 0,5-2-33 15,1 0 45-15,6-7-53 0,3 1 33 0,1-4-17 16,5 2 31-16,1-4-31 0,5-1 33 0,2-2-48 16,3 0 28-16,4-1-40 0,4 0 26 0,5-2-56 0,4 1 30 15,6-3-46-15,2 0 25 0,1-4-39 0,9 2 35 16,1-3-47-16,3-1 20 0,6-2-79 15,1-2-20-15,1 1-90 0,-2-2-40 0,2-3-104 16,-4 1-48-16,-2-2-82 0,0 0-91 0,-5-1-21 0,-6-1-50 16,-3 1-176-16,-2-2-291 0,-2-1-693 0</inkml:trace>
  <inkml:trace contextRef="#ctx0" brushRef="#br0" timeOffset="179818.5678">26998 15118 305 0,'17'-9'619'16,"-4"4"-86"-16,0-5-76 0,-2 3 9 0,0 2-39 15,0 0-22-15,-2-2-5 0,0 2-40 0,-9 5-3 16,13-9-99-16,-13 9-6 0,13-8-76 0,-13 8-39 0,8-7-27 15,-8 7-22-15,9-4-10 0,-9 4-23 16,0 0-9-16,8-6-9 0,-8 6-8 0,0 0-6 16,0 0 34-16,-10-5-46 0,10 5-7 0,-17-4 39 0,17 4-51 15,-23-1 40-15,9 1-41 0,1 0 33 0,-4-2-43 16,2 2 41-16,-1 0-47 0,-1 0 42 16,-2 2-39-16,2-1 42 0,-2 1-43 0,1 1 37 15,1-1-39-15,0 2 34 0,0-1-35 0,-4 4 40 0,1 0-33 16,2 3 38-16,-2 0-45 0,-1 2 5 0,4-1 4 15,-2 1 5-15,0 2 2 0,0 3 2 0,1-4 9 16,3 4-6-16,-1-2 5 0,1 1 0 0,2-1 1 16,1 0 7-16,1 1 4 0,2-1 1 0,1 0 1 15,0-3 2-15,4 1 10 0,-1 0 2 0,1-2 39 16,1 0-50-16,3-11 50 0,-3 21-42 0,3-21 52 16,3 17-33-16,-3-17 45 0,7 15-47 0,0-10 29 15,-1 2-45-15,3-1 34 0,1-2-46 0,0-2 34 16,4 1-22-16,-3 0 9 0,3-1-41 0,0 1 39 15,3-1-44-15,-1 0 38 0,1 0-43 0,-2 1 30 0,0 0-31 16,3 1 40-16,-5 0-40 0,3 2 40 16,-1-1-35-16,0 2 41 0,-2 0-29 0,1 1 36 15,-3 1 8-15,-1-1-6 0,2 3 6 0,-1-1 8 0,-1 1 5 16,-2 1-5-16,-1-1 1 0,0 1 10 16,-3-1-24-16,1 0 47 0,-3 0-17 0,-2-11 33 0,-2 21-11 15,-5-12 34-15,-2 1-40 0,-6 2 23 0,-6-3-58 16,-8-1 26-16,-7 0-54 0,-11-2 32 0,-4-1-92 15,-6-3-69-15,-5 0-206 0,1-2-158 0,-4 0-226 16,2-3-220-16,2 0-768 0,5-2-1358 0</inkml:trace>
  <inkml:trace contextRef="#ctx0" brushRef="#br0" timeOffset="277556.0116">18563 1719 167 0,'0'0'448'0,"-7"-17"-73"0,7 17-36 16,-8-13-21-16,8 13-54 0,-6-11 64 15,6 11-32-15,-6-9-16 0,6 9-10 0,-6-11-18 16,6 11-24-16,-6-7-32 0,6 7-83 0,0 0 40 0,-5-10-93 16,5 10 41-16,0 0-74 0,0 0 53 15,-5-8-88-15,5 8 55 0,0 0-63 0,0 0 61 16,0 0 0-16,2 13-4 0,-2-13-5 0,5 19 0 15,-3-5 0-15,3 1-57 0,-3 3 71 0,0 0-68 0,0 2 60 16,-1 1-59-16,-1 2 59 0,-2 2-63 0,0 0 69 16,-2 0-70-16,-2 0 60 0,-1 2-62 0,-1 1 12 15,-2-3 2-15,-2-1 4 0,0-2 6 0,-4 0-3 16,-2-1 1-16,-2-2 1 0,-4-1 7 0,-6 1-7 16,-3-4-4-16,-3 0 3 0,-2-3-6 0,-4-3-1 15,5-3-2-15,-1-5 4 0,-1-1 0 0,-1-1 6 16,-3-6 8-16,2-1-11 0,1-3-5 0,3-2 51 15,3-4-66-15,2-1 53 0,3-2-59 0,4-4 60 16,6 3-65-16,2-2 58 0,4-1-4 0,1 0-2 16,5 2-12-16,4-2-1 0,1 2 7 0,4-2-44 0,2 2 58 15,4-1-55-15,6-1 71 0,4 1-50 0,7-2 79 16,7 1-45-16,8 1 89 0,14-1-58 0,8 1 84 16,10 4-70-16,6-1 66 0,8 4-84 0,8 3 1 15,7 1-4-15,23 0 55 0,4 4-58 0,0 2-21 16,0-1 1-16,-22 3 0 0,1 0 0 0,-3 0 9 15,-4 1-7-15,-5 0-13 0,-6 1 1 0,-6-1 2 16,-9 3 2-16,-13-2 47 0,-5 2-72 0,-3-1 2 16,-11 1 1-16,-1-1 6 0,-10 1-4 0,0 0 0 15,-3-2-4-15,-6 2 12 0,0 0-3 0,-2 0-7 0,-2 0 7 16,-3 0-4-16,-2 0 8 0,-13 0 2 0,23 0-5 16,-23 0 4-16,17 0-5 0,-17 0-27 0,15-1-47 15,-15 1-9-15,0 0-141 0,12-5-8 0,-12 5-151 16,0 0-31-16,0 0-55 0,0 0-97 0,0 0-76 15,0 0-260-15,-8-7-460 0</inkml:trace>
  <inkml:trace contextRef="#ctx0" brushRef="#br0" timeOffset="279259.9244">21875 1276 372 0,'4'-19'292'0,"-1"2"-74"0,-6 0-38 0,0-1-28 16,-6-1 7-16,-2 0-34 0,-6-2 17 0,-3 2-30 15,-2 2 13-15,-4 1-20 0,-2 2 14 0,-3 3-37 16,0 0 26-16,-3 4-48 0,1 2 17 0,3 5-30 16,0 3 21-16,-3 4-14 0,-4 6 49 0,-1 4-25 0,2 5 34 15,-1 3-22-15,-4 12 6 0,-1 1 1 0,3 4-8 16,3 3-42-16,1 4 40 0,4 1-12 0,4 2-12 15,4 3-14-15,6-4-17 0,4-4 3 0,5-1-7 16,4-2-3-16,3-4-5 0,4 2-2 0,3 1-45 16,2-5 52-16,4 1-45 0,2-4-8 0,2-3-10 15,1-2 4-15,4-3-1 0,-3-6-24 0,4-2 12 16,0-3 17-16,-3-4 0 0,3-3 13 0,0-2 1 16,-1-4-1-16,-1-3 11 0,1 0 43 0,3-6-53 15,-3 1 51-15,0-3-4 0,1-4-5 0,-1-2-9 16,1-3-4-16,0-2-4 0,-2-1-5 0,-1-1-8 0,1-1 6 15,-1 0 13-15,0 0-11 0,2 2 6 0,-2-1-1 16,2 1 0-16,0 4 0 0,-1 0-7 0,-1 3 8 16,1 4-9-16,-3 1 4 0,1 3 7 0,-2 2-14 15,0 2 5-15,-2 2 3 0,3 1-5 0,-2 3 2 16,0 1 3-16,-2 3-5 0,0 0 7 0,-3 3-1 16,0 0-7-16,-1 1 2 0,-4 1-2 0,0 1 15 15,-2-1-16-15,-2-1-9 0,-2 1-47 0,0-1 57 16,-2 1-47-16,-2-2 59 0,0 1-56 0,-3-3 61 15,0 1-52-15,-2-4 48 0,-1 0-50 0,2-2 54 16,-2-2-63-16,-2-2 51 0,1-1-7 0,-1-3-8 0,0-1-6 16,0-4-16-16,-1 0-9 0,0-4 8 0,1-1-10 15,2-3 9-15,1 1-14 0,0-3 1 0,4-1-6 16,2 1 8-16,3-1 9 0,3 1 11 0,1-3-7 16,5 2 4-16,2 1 2 0,1 0 8 0,1 3 2 15,3 2 2-15,0 2 7 0,3 1 3 0,-3 5 0 0,3 2 19 16,0 0-2-16,0 3-14 0,1 1 20 15,-1 2 2-15,1 2 7 0,4 0-9 0,-3 3-3 16,1-1 5-16,1 2-7 0,-3 0 13 0,2 1-20 0,-1-2 1 16,-1 2-4-16,0 0 7 0,-1 0-2 15,0-2-2-15,-3 0-3 0,-2-1 0 0,2-1 5 0,-3 0-5 16,-1-1 6-16,-1-2 8 0,-10-3 0 16,18 3-6-16,-18-3 1 0,18-5-7 0,-9 1 10 0,1-5-6 15,1-1-1-15,-1-3 4 0,0-2 7 0,1-3-12 16,-2 0 18-16,1-2-7 0,1 1 9 0,-1 0 6 15,0 1 28-15,-1 1 29 0,-1 3 2 0,-2 2-11 16,0 0-30-16,1 4-11 0,-2 1-8 0,1-1-6 16,-6 8-7-16,13-7-3 0,-13 7-3 0,17-2 1 15,-17 2-6-15,23 6-4 0,-8 0-31 0,2 0-29 16,3 3-45-16,2 0-66 0,1 0-42 0,4 1-47 0,-5-1-59 16,1 1-84-16,-1-1-359 0,1 0-268 0</inkml:trace>
  <inkml:trace contextRef="#ctx0" brushRef="#br0" timeOffset="279890.1807">23097 1036 440 0,'-13'-38'570'0,"-1"3"-62"15,4 5-86-15,-1 5-3 0,4 5-44 0,0 1-54 16,1 3-72-16,1 4-55 0,0 3-43 0,5 9-31 15,-5-11 4-15,5 11 7 0,0 0 4 0,2 18 3 16,4-2-9-16,0 6-11 0,4 9-10 0,6 7-14 16,-1 5-15-16,6 10-14 0,0 0-12 0,1 1-65 15,1 0 71-15,-1 1-70 0,-1 0 63 0,0-4-68 16,0 1 68-16,-4-8-78 0,0-2 68 0,-1-2-73 16,1-2 73-16,-1-4-72 0,1-2 67 0,-4-5-78 15,0-4 52-15,-2-5-60 0,-2 0 74 0,1-5-62 16,-4-2 76-16,1-2-66 0,-1-3 70 0,-6-6-69 0,13 5 66 15,-13-5-66-15,9-5 73 0,-9 5-76 0,5-12 68 16,-5 12-73-16,-2-20 73 0,-2 8-78 0,-3-1 69 16,-6-2-68-16,1 1 66 0,-6 0-70 0,-2 0 78 15,-6 2-79-15,-2 1 72 0,-2 1-69 0,-3 5 70 16,-2 3-64-16,3 1 67 0,-4 4-70 0,0-1 67 16,4 4-69-16,0 1 73 0,7 0-80 0,1 1 73 15,3 1-70-15,4 2 74 0,3 2-67 0,5-1 68 16,4-1-68-16,3 0 68 0,4 0-67 0,5 1 60 15,5 1-83-15,6-1 55 0,7 1-94 0,5-2 28 16,7 2-29-16,3-3-18 0,2 0-28 0,1-3-21 0,0 0 12 16,-4-3 3-16,0-1 2 0,-1-1 4 0,-1-1 5 15,-6-2 23-15,0-2 9 0,1-1 17 0,-2-4 8 16,-2-1 21-16,-2-3 10 0,-1-1 26 0,-3-1 9 16,-3-3 38-16,-3 3 31 0,-2-1 31 0,-3 0 33 15,-2 2 27-15,-2-2-12 0,-2 3-7 0,-1-1 10 16,-1 2-12-16,-1 0-56 0,-2 11 53 0,3-18-70 15,-3 18 47-15,3-13-73 0,-3 13 38 0,0 0-65 16,2-12 51-16,-2 12-59 0,0 0 52 0,0 0-7 0,6 6 0 16,-6-6-10-16,9 13-5 0,-2-3-2 0,2 0-8 15,1 1-8-15,0 0-25 0,4 2-39 16,-1 0-40-16,1-1-45 0,-1 1-60 0,2-1-66 0,-3-3-81 16,-2 2-57-16,1-2-94 0,-1-1-270 0,-3-2-294 15</inkml:trace>
  <inkml:trace contextRef="#ctx0" brushRef="#br0" timeOffset="280073.9445">23679 1283 327 0,'-19'-30'537'0,"3"7"-56"0,0 0-120 0,2 2-20 15,1 4-90-15,3-1-31 0,1 5-53 0,1 1-23 16,2 1-75-16,1 3-23 0,5 8-54 0,0 0-9 15,5-13-101-15,-5 13-72 0,21 0-92 16,-2 4-135-16,2 3-182 0,7 1-113 0</inkml:trace>
  <inkml:trace contextRef="#ctx0" brushRef="#br0" timeOffset="280508.9481">24231 1109 357 0,'-14'-15'695'0,"1"-1"-122"0,-1 2 3 0,2 2-88 0,2 1-12 16,-1 2-108-16,4 0-62 0,0 3-87 0,7 6-17 16,0 0-17-16,0 0-12 0,0 0-14 0,-5 10-11 15,12 4-2-15,1 4-26 0,5 6-38 0,2 3-10 16,4 4-80-16,0 3 74 0,2 1-87 16,1 1 79-16,1 1-102 0,-2 0 36 0,1 1-95 0,0 0 29 0,-2 2-36 15,0-3-38-15,-1 0-28 0,-2-2-48 16,-1-3-18-16,-4-4-11 0,0-4 9 0,-4-4 18 15,-1-2 46-15,-2-3 31 0,0-3 36 0,-5-12 20 0,0 15 23 16,0-15 14-16,-8 7 7 0,8-7 49 16,-14-1 42-16,3-4 33 0,-1-2 30 0,-1-1 31 0,1-3 30 15,0-2 5-15,-1 0 22 0,2-1-6 0,3 1-90 16,-1-1 41-16,4-1-61 0,-1 1 49 0,4 0-82 16,1 1 60-16,3 0-75 0,3-2 50 0,3 2-73 15,5 0 53-15,4 0-61 0,3 3 54 0,1 3-70 16,1 1 62-16,2 2-65 0,-3 3 62 0,1 2-58 0,2 3 60 15,-2 3-64-15,1 3 64 0,-2-2-65 0,2 7 64 16,-2 0-64-16,-1 1 67 0,-1 1-59 0,0 1 53 16,-2 1-68-16,0 0 65 0,-1 0-66 0,-2-2 69 15,2-1-50-15,-4 0-72 0,0 0-21 0,-1 0-70 16,1 0-50-16,-2-3-92 0,-2-1-78 0,1-1-33 16,-2-1-31-16,-3 1-408 0,-4-11-416 0</inkml:trace>
  <inkml:trace contextRef="#ctx0" brushRef="#br0" timeOffset="280691.1658">24730 1342 39 0,'-9'-21'752'0,"-1"2"-104"16,-1 1-52-16,2 0-70 0,-1 1-116 0,2 4-29 16,2 0-77-16,-1 2-69 0,3 1-56 0,-2 2-49 15,6 8-35-15,-2-11-14 0,2 11-73 0,0 0-39 16,15 0-106-16,-2 7-52 0,5 5-128 0,5 5-81 15,2 5-24-15,3 3-31 0,-2 3-320 0,0-2-290 16</inkml:trace>
  <inkml:trace contextRef="#ctx0" brushRef="#br0" timeOffset="281558.5585">25122 1530 249 0,'0'0'553'0,"9"-16"-35"0,-2 7-54 0,-1-2-12 16,4 0-59-16,-2-1 18 0,1 4-23 0,1-3-41 0,-1 3-115 15,-2 0 17-15,1 3-117 0,2 0 41 0,-1 2-89 16,-9 3 55-16,23-2-84 0,-10 5 57 0,1 1-87 16,0 1 69-16,2 1-87 0,-4 3 71 0,1 0-83 15,-1 1 70-15,-2 2-74 0,-1 0 66 0,0-1-82 16,-2 0 72-16,-2 0-80 0,1-2 74 0,-6-9-85 16,3 18 76-16,-3-18-76 0,-1 16 66 0,1-16-70 15,-8 16 66-15,8-16-78 0,-12 8 59 0,3-4-77 0,9-4 56 16,-24 1-5-16,12-3-3 0,-1-1 8 15,-1-2-55-15,3-2 70 0,0-2-60 0,1 0 66 0,4-2-63 16,0-1 61-16,2-2-66 0,2-2 70 0,3 0-9 16,2-1-1-16,5-3 1 0,1 0 0 0,2 1 4 15,5-2-3-15,0 2-2 0,0 1 2 0,0 4-1 16,1 0 7-16,0 3-4 0,0 0-2 0,-1 4 0 16,-2 0 4-16,1 3 7 0,-2 2 7 0,1 1 6 15,-1 2-4-15,1 2 3 0,0 1-4 0,0 2 2 16,0 1-3-16,0 1 1 0,-2 1-1 0,0 0 1 15,0 1-53-15,-1 1 58 0,0-2-57 0,1 3 66 0,-1-1-67 16,-1-2 58-16,0 2-92 0,-1-1 54 16,-2-1-14-16,2-2-17 0,0 0 6 0,-2-1-10 15,1 0-3-15,2-1 3 0,-1-1-4 0,-9-4 8 0,22 2-5 16,-22-2 1-16,23-3 9 0,-12-1 1 0,2-3 4 16,1 0 3-16,-1-2 6 0,5-4 3 0,-5 1 7 15,2 0 5-15,0 1 31 0,-3 2-12 0,-2 0 38 16,1 0-7-16,-1 3 19 0,-3 0-35 0,-7 6 15 15,11-8-31-15,-11 8 26 0,10-4-26 0,-10 4 8 16,0 0 0-16,17 4 6 0,-17-4-2 0,12 8 7 16,-4-2 17-16,1 0 15 0,2 0 18 0,3 0 4 0,1 0 1 15,1 0-60-15,1-1 66 0,6-1-66 0,2 1 60 16,0-2-59-16,2-1 44 0,-1-1-62 0,3-1 61 16,-2-1-53-16,0-2 80 0,1-1 2 0,-3-1-9 15,6-2-16-15,-4-4-8 0,0 1-8 0,-3-3 5 16,1-2-16-16,0-2-12 0,-3-3-1 0,-2 1-6 15,-2-2-1-15,1-2 3 0,-6 0-3 0,0-1-9 16,-3 2 0-16,-4-1-7 0,-2 1-3 0,-1-1-36 16,-3 4-4-16,-3-3-33 0,-3 1 33 0,-3 2-39 15,-3 2 19-15,-3 0-33 0,-1 3 20 0,1-1-15 16,-2 5 36-16,0-2-21 0,5 6 23 0,-1 1-40 0,13 5 46 16,-14-6-15-16,14 6 36 0,0 0-17 0,0 0 39 15,8 8-1-15,7-1 48 0,10 4-8 0,11 2 31 16,4 4-19-16,5-3 20 0,2 3-31 0,9 3 22 15,1 0-16-15,-3 1 63 0,2 0-1 0,-1-1-5 16,4 3 0-16,-3-2-17 0,2 2-6 0,-5-1 1 0,-7-4-15 16,-4 1 6-16,-2-1-85 0,-3-1 76 15,-3 0-79-15,-7-3 75 0,-2 0-77 0,-4-1 71 16,-4 1-75-16,-3-3 76 0,-5 2-62 0,-1-1 81 0,-4-1-76 16,-4-11 89-16,-8 22-54 0,-5-10 69 15,-10 1-61-15,-8-2 38 0,-14 1-59 0,-6 2 47 16,-18-1-63-16,-4 0 34 0,-4 0-112 0,-4 1-52 0,0-1-200 15,1 1-88-15,3 3-168 0,5-4-802 0,3 6-990 16</inkml:trace>
  <inkml:trace contextRef="#ctx0" brushRef="#br0" timeOffset="283141.6486">19626 2819 244 0,'-5'-12'462'0,"1"1"-104"0,-2 0-34 0,1 0-44 16,-2 0 55-16,2-1 43 0,1 3-58 0,-1-1 67 15,1 2-95-15,4 8 5 0,-7-13-121 0,7 13 12 16,-7-10-94-16,7 10 43 0,0 0-88 0,0 0 57 15,0 0-66-15,0 0 65 0,6 20-70 0,0-4-5 16,3 3-9-16,3 4 4 0,2 2-3 0,0 2 4 16,1-1-9-16,-1 0-3 0,0 2 4 0,-1-2-7 15,1 0-22-15,-3-1-32 0,-1 1-68 0,0 1-56 16,-2 1-78-16,-3-5-59 0,1-1-46 0,-3 2-57 16,-2-5-133-16,-1 0-285 0,-2-1-362 0</inkml:trace>
  <inkml:trace contextRef="#ctx0" brushRef="#br0" timeOffset="283375.8596">19909 2756 131 0,'10'-27'654'0,"-2"5"-57"0,-1 0-96 0,1 4-8 15,-3 3-146-15,0 1-19 0,-1 3-119 16,0 1 6-16,0 2-68 0,-4 8 63 0,14-8-70 15,-14 8 42-15,16 3-76 0,-2 3 48 0,-2 3-93 16,5 4 51-16,1 5-80 0,2 3 51 0,3 6-69 16,-2 0-1-16,1 0-2 0,0 2-1 0,0 0-33 0,1-1-28 15,-1 1-13-15,0-1-49 0,-2-2-81 16,-3-1-91-16,-1-1-30 0,-1 0-22 0,-4-1-71 16,-2-5-520-16,-3-1-503 0</inkml:trace>
  <inkml:trace contextRef="#ctx0" brushRef="#br0" timeOffset="283675.9782">18852 2741 369 0,'-39'-3'441'0,"2"-2"-104"0,2 2-53 0,6 0-48 0,1 1-20 15,2-2-21-15,4 3 34 0,4 0-89 0,1-1 11 16,4 0-75-16,13 2 27 0,-22-1-51 0,22 1 53 16,0 0-44-16,0 0 54 0,0 0-40 0,0 0 50 15,31-3-43-15,3-1 34 0,16-4-55 16,17-2 35-16,9-2-62 0,9 0 46 0,5-3-65 0,7 0 40 16,21-4-51-16,3-1 41 0,0 1-31 0,-1-1-48 15,-5 2-31-15,-21 3-84 0,-2 0 9 0,-6 2-33 16,-6-1-32-16,-7 3-52 0,-17 3-58 15,-7 2-85-15,-12 0-288 0,-9 3-197 0</inkml:trace>
  <inkml:trace contextRef="#ctx0" brushRef="#br0" timeOffset="284593.0462">21171 2971 286 0,'0'0'369'0,"-18"0"-57"0,18 0-27 16,-22-2-34-16,22 2-22 0,-23-2-9 0,12 1 24 16,11 1-51-16,-22-1 30 0,22 1-14 0,-16-2-13 15,16 2-10-15,-15 0-44 0,15 0-17 0,0 0-26 16,-16-3-23-16,16 3-17 0,0 0-12 0,0 0-6 16,0 0-7-16,0 0 0 0,0 0-8 0,12-8 0 15,6 5-8-15,8-1-4 0,8-2-3 16,3 0-18-16,7 0-35 0,2 0-53 0,-1 1-48 0,0-1-28 15,-7 3-15-15,-4-2-29 0,-1 1-9 0,-6 0-42 16,-1 1 7-16,-3 0-77 0,-5-3-14 0,-1 1-170 16,-4 1-20-16</inkml:trace>
  <inkml:trace contextRef="#ctx0" brushRef="#br0" timeOffset="284892.1926">21274 2710 303 0,'-20'-8'490'16,"2"1"-89"-16,1 1-48 0,3 0-77 0,1 0-14 15,2 3-97-15,1 0-9 0,10 3-61 0,-14-5 14 16,14 5-51-16,0 0 50 0,0 0-56 0,0 0 55 16,0 0-62-16,0 0 40 0,17-1-59 0,-3 2 51 15,5 2-62-15,4-1 44 0,4 1-60 0,2 0 54 16,5 2-65-16,1 1 47 0,2-2-41 0,-2 2 39 16,2 0-51-16,-1 0 53 0,0 3-50 0,-1-3 46 15,0 1-45-15,-2 2 41 0,-2-1-49 0,-2 1-1 16,-6-1 4-16,-1 2 10 0,-2-1 0 0,-2 2-2 15,-3 0 10-15,-4 1 8 0,-3-2 3 0,0 3 3 16,-6-1 4-16,-1 1 23 0,-4 2-16 0,-4 1 0 16,-1 2-2-16,-3-1-9 0,-5 4-2 0,0-1-1 15,-3 1 0-15,1-2-7 0,-2 2-48 0,2-4-53 16,0 2-35-16,1 0-42 0,3-2-47 0,2-1-67 16,4-2-43-16,2-3-367 0,2-1-207 0</inkml:trace>
  <inkml:trace contextRef="#ctx0" brushRef="#br0" timeOffset="285643.2263">22688 2395 434 0,'10'-26'444'0,"-2"5"-76"0,-3 0-76 0,0 4-50 16,-5 1-38-16,-1 0 18 0,-5 2-58 0,1 2 12 15,-2 1-73-15,-2 3 39 0,-4 3-73 0,0 4-13 16,-3 6 10-16,-4 4-8 0,-6 6-12 0,-3 8 45 16,0 5-58-16,1 5 38 0,2 4-55 0,-1 7 45 15,6-4-57-15,3 0 48 0,4 3-59 0,3-2 9 16,4 1-2-16,5-6 0 0,4 0 8 0,6 6 19 16,4-6-26-16,4 0-1 0,3-5 0 0,5-2 7 15,2-4-6-15,3-2-1 0,2-5 2 0,-3-5 0 16,0-1-2-16,-3-5 5 0,0-1-2 0,0-1 1 15,-5-5 20-15,1 0-23 0,0-2 21 0,-3-2-17 16,0-1 17-16,-2-1-16 0,2-3-1 0,-3-2 12 16,0-2 0-16,-2 0-3 0,1-4 11 0,-1 3 1 15,-1-3 2-15,0 0 20 0,-1 2-9 0,2 0 30 16,-1 1-56-16,2 2 39 0,-1 2-58 0,-1 1 45 16,2 3-50-16,1 0 45 0,0 2-49 0,-1 3 45 15,1 2-42-15,-1 0 47 0,1 4-49 0,-1 0 5 16,0 1 2-16,-2 2-1 0,-2 0 5 0,0 1 6 15,-2 2 1-15,-3-1 0 0,0 0 1 0,-5-10-2 16,4 18 4-16,-4-18 2 0,-1 17 4 0,1-17-5 16,-8 17 3-16,1-9-6 0,0-2 13 0,-2-1-13 15,-1 1 11-15,0-4-18 0,-2 0-3 0,0 0 3 16,-2-2 8-16,0-2-41 0,-2 0-15 0,1-1-16 16,-1-2-12-16,2-1-39 0,0-1-1 0,2 1-19 15,2-5-9-15,2 3-11 0,1-4 11 0,6 1 13 16,1-2-1-16,2-3 23 0,6-2-3 0,1-2 36 15,5-3-16-15,3-3 22 0,4-3 13 0,0-3 19 16,3 0 24-16,-2-3 21 0,0 0 21 0,-3-2 27 16,-1-1 7-16,-1 0 13 0,-4 1 26 0,-1 2 28 15,-4 3 1-15,0 2 71 0,-3 1-2 0,-2 5 29 16,-2-1-22-16,-2 6 26 0,0-1-62 0,-1 2 41 0,0 3-77 16,-1 1 29-16,1 2-99 0,-1 1 43 0,3 11-78 15,-5-9 58-15,5 9-73 0,0 0 62 0,-11 6-60 16,11-6 7-16,-7 18 5 0,5-2 3 0,1 3-4 15,1 5 58-15,1 4-73 0,2 6 62 0,3-1-74 16,2 9 67-16,4-1-78 0,1 0 65 0,1-1-72 16,4 1 36-16,1-2-130 0,-1 0-27 0,3-1-51 15,-1-3-61-15,0 1-51 0,1-4 34 16,1-1 35-16,-1-3-35 0,1-1-11 0,-1-1-45 0,-2-7-23 16,-1-2-9-16,-2-3-25 0,0-3-156 0,-4-3-47 15</inkml:trace>
  <inkml:trace contextRef="#ctx0" brushRef="#br0" timeOffset="286526.1031">23640 2799 297 0,'-2'-17'445'0,"-2"1"-32"0,1 0 18 16,-2 0-47-16,1 1 59 0,0 0-77 0,0 1 79 15,2 1-92-15,-2 3 30 0,1 0-135 0,3 10 9 16,-5-15-126-16,5 15 31 0,-4-10-94 0,4 10 45 16,0 0-86-16,0 0 63 0,0 0-72 0,0 0 65 15,4 10-76-15,-1-1 73 0,1 2-89 0,1 1 8 16,0 2-3-16,1-1-2 0,0 1 6 0,0 0 0 15,2 1-1-15,0-1 2 0,0-1 3 0,0 0-8 16,2-1-8-16,-2 0-18 0,0-1-18 0,1-1-10 16,-2-1 3-16,0-2 9 0,0-1 10 0,0 0 7 15,-7-6 13-15,14 7 2 0,-14-7 5 0,12 1 4 16,-12-1 0-16,13-4 0 0,-13 4 1 0,11-12 7 16,-11 12 0-16,7-17-9 0,-5 6 13 15,1 2 5-15,-1-2 110 0,-2 11-82 0,2-22-2 0,-2 22 13 16,0-19 36-16,0 19 17 0,0-16 1 0,0 16-13 15,-1-13-33-15,1 13-7 0,0 0-25 0,0-15-8 16,0 15-9-16,0 0-4 0,0 0-6 0,0 0 3 16,0 0-5-16,2-9-19 0,-2 9-9 0,0 0-33 15,9 6-16-15,-9-6-19 0,9 7-28 0,-9-7-5 16,15 8 17-16,-7-4-70 0,2 2-19 0,1-2-21 16,1-1-30-16,1 1 2 0,-1-1 22 0,0-1 26 15,1 1 26-15,0-3 35 0,-13 0 28 0,24 0 19 16,-13-3 11-16,0 0 35 0,-1-2 24 0,-1 0 9 15,0-3 41-15,-2 1-13 0,0 0 72 0,-1-3-12 16,-1 3 145-16,2-1-34 0,-3-2 30 0,-4 10-51 16,8-15 78-16,-8 15-64 0,6-13 45 0,-6 13-112 15,5-10 33-15,-5 10-93 0,4-9 46 0,-4 9-83 16,0 0 61-16,7-8-76 0,-7 8 60 0,0 0-71 16,0 0 62-16,16 4-67 0,-16-4 64 0,14 9-65 15,-7-5 57-15,0 2-63 0,1 1 67 0,2 1-84 16,-1-1 51-16,0 2-79 0,3 0 47 0,-3 0-70 15,2-1 42-15,-1 2-61 0,0-2 40 0,-1 1-58 16,1-1 6-16,-2-1 14 0,-1-1 9 0,1 0-4 16,-8-6 21-16,13 11 17 0,-13-11 10 0,11 6 17 15,-11-6 9-15,13 2 4 0,-13-2 1 0,0 0 13 16,15-3 0-16,-15 3 60 0,10-6-37 0,-10 6 49 16,10-10-34-16,-10 10 64 0,9-12-38 0,-9 12 81 0,7-12-46 15,-7 12 48-15,7-13-85 0,-7 13 62 16,7-13-57-16,-7 13 49 0,6-11-75 0,-6 11 55 15,7-12-70-15,-7 12 49 0,4-10-67 0,-4 10 51 16,4-9-66-16,-4 9 54 0,0 0-58 0,10-8 60 0,-10 8-64 16,0 0 68-16,13-2-68 0,-13 2 57 0,11 2-59 15,-11-2 64-15,15 4-62 0,-15-4 60 16,16 7-66-16,-16-7 60 0,17 8-59 0,-17-8 46 16,17 6-54-16,-17-6 59 0,15 6-53 0,-15-6 58 15,15 5-51-15,-15-5 61 0,12 3-57 0,-12-3 61 0,0 0-60 16,20 0 59-16,-20 0-54 0,11-3 82 15,-11 3-62-15,11-5 54 0,-11 5-66 0,12-6 64 16,-12 6-59-16,12-9 60 0,-12 9-69 0,13-9 62 0,-13 9-65 16,17-9 63-16,-10 4-69 0,3 1 64 0,0-2-63 15,-1 4 58-15,1-3-61 0,1 1 55 0,0 1-59 16,1 0 64-16,0 1-65 0,1 1 20 0,1-1-117 16,0 1-15-16,1 1-121 0,0 0-39 0,1 0-61 15,0 1-115-15,-2 0-513 0,0 0-587 0</inkml:trace>
  <inkml:trace contextRef="#ctx0" brushRef="#br0" timeOffset="286910.4372">25176 2552 659 0,'0'0'732'15,"0"-15"-45"-15,0 15-157 0,0-16-12 0,0 16-137 16,0-11 14-16,0 11-134 0,0 0 25 0,0-14-122 15,0 14 32-15,0 0-115 0,0 0 51 0,3-12-84 16,-3 12 56-16,0 0-86 0,13 5 69 0,-13-5-79 16,13 12 61-16,-4-6-82 0,0 2 77 0,0 0-85 15,3 1 67-15,-3 0-75 0,0 1 41 0,2-1-68 16,0 1 51-16,-2-2-92 0,0 2 51 0,0-3-75 16,-2-1 56-16,0 1-50 0,-7-7 76 0,13 11-38 15,-13-11 78-15,9 7-58 0,-9-7 81 0,0 0-71 16,16 1 61-16,-16-1-54 0,11-6 58 0,-11 6-57 15,13-10 69-15,-6 4-48 0,0-1 62 0,-1 0-50 16,1-1 87-16,0 1-70 0,1 0 61 0,0 1-67 0,-3-1 66 16,3 1-69-16,4-2 58 0,-5 4-71 15,3-2 65-15,0 1-66 0,1 2 62 0,-1 0-68 16,3 1 69-16,0 0-69 0,3 2 68 0,-1-1-77 16,3 2 65-16,2-1-76 0,-2 2-3 0,3-1-136 0,-4 0-30 15,1 2-93-15,-2-1-106 0,-2-1-116 0,-1 2-567 16,1-1-707-16</inkml:trace>
  <inkml:trace contextRef="#ctx0" brushRef="#br0" timeOffset="288310.8042">28927 2130 415 0,'0'0'359'0,"-14"-9"-67"0,14 9-45 16,-13-4-44-16,13 4-32 0,-9-4-22 0,9 4-19 16,0 0-14-16,-10-6-21 0,10 6-3 0,0 0-8 15,0 0-5-15,0 0-11 0,0 0 45 16,0 0-34-16,0 0 37 0,0 0-64 0,6 6 49 0,-6-6-60 15,25 1 42-15,-8-1-12 0,4-1-12 0,4-2-16 16,3 0-2-16,3-2-11 0,2-1-8 16,0-1-5-16,-1 0-2 0,0-2-10 0,-2-1-6 0,-2-3 2 15,0 1-7-15,-3-5 11 0,-1 3-23 0,-3-3-3 16,-2-2 7-16,-4 4 3 0,-2-2 13 16,-2-1-18-16,-4 1 33 0,-1 2-30 0,-3 0 20 0,-3 2 5 15,-1 0 14-15,-3-2-25 0,-2 2 25 0,-1 0-27 16,-5 0 13-16,-2 2 30 0,-4 2-22 0,-2 2 19 15,-4 2-30-15,-1 1 24 0,-3 4 12 16,-3 1 7-16,-6 5 13 0,-5 4 15 0,-4 3 23 0,-1 4 1 16,-9 5 6-16,1 3 0 0,-1 6-1 0,-1 3-2 15,3 2-64-15,-2 5 75 0,0 1-57 0,1 4 62 16,3 3-66-16,2 2 75 0,4 4-73 0,4-2 60 16,2 5-72-16,6 1 73 0,3 0-80 0,4 1-8 15,7-1 12-15,4 0-38 0,4-9 37 0,6 0-29 16,4 1 26-16,3-2 6 0,4-1-31 0,7-1 29 15,1-2-5-15,8-2 4 0,6 1 1 0,6-2 3 16,-1-13-4-16,10 2-5 0,-2-9-4 0,5-3-5 16,3-4-2-16,1-5-4 0,3-3-6 0,-2-2 3 15,2-4-6-15,0-1-8 0,-4-2 2 0,0-2-2 16,-4-1-4-16,-6-1 7 0,-4-2-11 0,2 1-2 16,-6 0-6-16,-1-2-24 0,-6 1-18 0,0 0-47 15,-1-1-38-15,-2 0-59 0,-2 1-28 0,-2 0-26 16,-2-1-64-16,-2 2-67 0,0 1-36 0,-3 0-81 15,-9 6-582-15,11-11-697 0</inkml:trace>
  <inkml:trace contextRef="#ctx0" brushRef="#br0" timeOffset="291812.0145">29989 2361 46 0,'3'-16'624'16,"1"0"-57"-16,-2 1-100 0,-1 0 19 0,1 2 28 15,0 0-102-15,-2-1 14 0,2 1-70 0,0 4 53 16,-2 9-137-16,1-18-1 0,-1 18-111 0,1-14 21 0,-1 14-91 16,0 0 54-16,0 0-62 0,0 0 12 0,9 10 7 15,-6 4-6-15,2 8 34 0,2 5-64 0,5 9 43 16,-1 2-60-16,2 1 37 0,2 2-61 0,-2-3 44 16,1-1-54-16,0 0 46 0,-1-1-56 0,-1-1 45 15,-2-5-54-15,1-2 9 0,-2-2-7 0,-2-4 1 16,0-1 2-16,0 0 0 0,-2-5 0 0,0 0-14 15,-1-3 2-15,0 0-8 0,0-2-3 0,-1-1-1 16,1 0 4-16,-4-10 6 0,4 15 4 0,-4-15 9 16,4 10 1-16,-4-10-14 0,0 0-29 0,0 0 7 15,0 0-4-15,0 0-4 0,-5-16-6 0,1 1-1 16,-2-1 55-16,0-7-63 0,-2-5 64 0,1-3-60 16,-3-10 55-16,3-1-77 0,0-4 63 0,1 0-75 15,1-3 78-15,1 0-68 0,2 0 75 0,2-1-63 16,1-1 76-16,2 0-88 0,3 0 60 0,0-1 0 15,2 5 1-15,1 0-5 0,2 4-11 0,1 3 8 16,1 3-11-16,1 4 3 0,-2 7-17 0,3 4 2 16,-1 4 3-16,1 5 6 0,2 5 1 0,0 3 11 0,-2 6 0 15,4 4 8-15,1 3 4 0,2 9 5 16,3 6 5-16,0 4 3 0,-4 2 1 0,-1 3-56 0,-3 2 65 16,-1 2-48-16,-3 0 66 0,-3 1-65 0,-3-5 69 15,0 1-68-15,-4 1 57 0,-1-1-26 0,-3-5-21 16,-2 5-22-16,-2-3-27 0,-5 0-31 0,0-1-9 15,-3-3-2-15,-1-2-21 0,-2-2 12 16,-1-3 10-16,0-4 24 0,-1-1 12 0,-1-6 4 16,3-2 6-16,-2-2 4 0,2-3-3 0,-3-4 19 0,2-2 1 15,0-4 11-15,0 1 5 0,2-3 15 0,2 1 38 16,2 0 12-16,2 1 1 0,0 0-2 0,3 2-1 16,6 7-10-16,-10-12-4 0,10 12-4 0,-6-7 4 15,6 7 2-15,0 0 5 0,0 0 8 16,0 0 6-16,18 7 0 0,-5 0 0 0,2 0-1 0,5 3 2 15,1-2-1-15,5 3-11 0,1 0-8 0,2-1 4 16,1 1-1-16,1 0-12 0,0-2-4 16,3 0-5-16,-2-1-30 0,2 0-20 0,-2 0-6 0,-1-2 0 15,-4-2-2-15,-3 1 37 0,-3-2 0 16,-3-2 8-16,-1-1 8 0,-1-2 28 0,-3 0-4 16,-2-3 0-16,0-2-5 0,-4 0 8 0,-1-5-6 0,-3 0-9 15,-2 0 12-15,-1-2-3 0,-3-2 30 0,0 1-9 16,-2 0 14-16,-1 1 15 0,-1 0 14 0,-1 1-9 15,1 2-14-15,-2 3-10 0,1 2-13 16,-1 1-8-16,9 5-4 0,-20-2-4 0,10 4-2 16,0 4 1-16,-2 2 0 0,2 2-2 0,1 2-1 15,0 1-4-15,2 0 6 0,0 3-3 0,3 0-3 0,2 1 0 16,1 0 1-16,2 1 5 0,3-2-7 0,1 3 0 16,3 0-10-16,3-2 2 0,2-1-2 0,1 0-11 15,1-3-18-15,2-1-11 0,-1 0-3 16,2-4 4-16,-3-2 10 0,1 0 7 0,-2-1 10 15,0-4 4-15,-14-1 4 0,24 0 5 0,-24 0 3 0,21-6 3 16,-12 0-2-16,0-2 2 0,-2-4 13 16,-1 0 1-16,-1-3-9 0,-1-1 4 0,0 0 12 0,0 0 8 15,-2-1 32-15,0 1 35 0,1 1 33 16,-2 2-7-16,1 2-2 0,-2 11-25 0,2-20-22 16,-2 20-20-16,4-15-22 0,-4 15-9 0,2-11-12 15,-2 11-1-15,0 0-5 0,0 0 0 0,0 0 1 0,0 0 2 16,7 9-1-16,-7-9 3 0,7 15 0 0,-7-15-3 15,7 16 0-15,-4-6 0 0,3 0 0 0,-2 0 0 16,2 0 0-16,1 1-2 0,-1 1 0 16,0-2-1-16,-1 1-1 0,1-1-4 0,0-1-27 15,-2-2-21-15,1 0-11 0,-5-7 1 0,7 13 10 16,-7-13 14-16,7 10 13 0,-7-10 11 0,0 0-1 0,10 5-6 16,-10-5-1-16,8-4-7 0,-8 4-10 15,9-13 6-15,-2 2-10 0,-1-1 2 0,2-1 7 16,-2-1 2-16,1-1 9 0,1 0-3 0,-1 1 6 15,-2 2 12-15,1 0 25 0,-2 3 3 0,2 0-5 16,-6 9-8-16,7-15-8 0,-7 15-8 0,6-11 0 0,-6 11 1 16,5-7 0-16,-5 7-1 0,0 0 1 15,0 0 5-15,14-1-5 0,-14 1 1 0,8 7 3 16,-8-7-1-16,12 8 2 0,-5-2 4 0,1 1 4 16,1-1 0-16,2 2-3 0,2 0 1 0,0-1 3 15,1 0-2-15,0-1-4 0,2 0-1 0,-2 0 0 16,2-1-3-16,-1-1-3 0,1 0-3 0,-3-3 9 0,2 1-5 15,-2-2-1-15,-1-2 2 0,2 0 2 0,-3-2 5 16,1-2-6-16,-2-2 4 0,-1-1-5 0,0-1 6 16,-2-4 2-16,-1 0-1 0,-1 0 1 0,-2-3 0 15,0 2 13-15,-1 1 7 0,-1 2 25 0,0-1 2 16,-1 13-5-16,-1-23-6 0,1 23-76 0,-4-17 64 16,4 17-12-16,-10-12-6 0,10 12 0 0,-17-3-1 15,17 3 3-15,-21 7-4 0,9 0 3 0,0 2-6 16,1 1 2-16,0 2-3 0,0 3-4 0,3-2 1 15,0 2 8-15,2 0-4 0,3 1-5 0,-1-1 4 16,4 1-4-16,1 0 5 0,2-1-7 0,1 1 2 16,1-1 2-16,3-2-6 0,-1-1-7 0,2-1-9 15,-1-1-1-15,2 0 0 0,-2-3 13 0,-1-1 2 16,1 0 2-16,-8-6 1 0,15 6 3 0,-15-6 9 16,13 0-8-16,-13 0 3 0,12-7-3 0,-12 7-3 15,9-14 6-15,-9 14-8 0,5-20 3 0,-4 9 9 0,0-1 4 16,0-1-3-16,-2-1-7 0,0 1 3 0,1 0 10 15,-1 1 7-15,1 12 4 0,-1-21-3 16,1 21-12-16,-2-17-10 0,2 17-3 0,0-14-8 0,0 14 1 16,0 0-6-16,0-14-5 0,0 14 3 0,0 0 9 15,0 0 7-15,0 0-9 0,0 0 2 0,8 7 5 16,-8-7 2-16,6 11-15 0,-6-11 13 0,7 15-2 16,-3-8-20-16,-4-7 1 0,9 18-13 0,-5-11-43 15,2 2-19-15,0-2 2 0,-1 1 4 0,0-1-11 0,-5-7 1 16,9 12 0-16,-9-12 45 0,9 9-2 15,-9-9 30-15,7 5-10 0,-7-5 25 0,0 0-17 0,15 0 49 16,-15 0-7-16,10-7 26 0,-10 7-32 16,12-14 30-16,-6 5-28 0,2-3 22 0,-1 0-13 0,0 0 12 15,0-1 5-15,0 1 3 0,1 2 20 0,-3 0 25 16,0 2-1-16,0 0-10 0,-5 8-17 0,7-12-21 16,-7 12-6-16,8-11-5 0,-8 11-8 0,0 0 2 15,10-4 2-15,-10 4 6 0,0 0-1 0,12 6 4 16,-12-6 3-16,11 10-7 0,-11-10 1 0,11 13-4 15,-5-5-8-15,-1 0 0 0,2 0 1 0,0 0-5 16,-2 2-5-16,2-2 5 0,0 2-1 0,-1-1-4 16,0 0 1-16,-1-1-4 0,1 2-4 0,-1-2-15 15,1-1-20-15,-1 1-4 0,-5-8-8 0,9 14 2 0,-9-14-18 16,7 9 13-16,-7-9 20 0,7 8 9 16,-7-8 10-16,0 0-18 0,11 5 6 0,-11-5-19 0,9-5 26 15,-9 5-34-15,9-9 26 0,-2 1-16 0,-1 0 23 16,0 0-19-16,0-4 4 0,2 0-19 0,-1 0 31 15,0-1-19-15,-1 1 35 0,1 0-21 0,2-1 22 16,-2 1-20-16,1-1 24 0,0 2-16 0,0 0 36 16,-1 0-24-16,1 0 19 0,-1 2-30 0,0 1 24 0,0 0-27 15,-1 1 29-15,-6 7-32 0,10-13 27 16,-10 13-25-16,11-8 22 0,-11 8-21 0,9-6 24 16,-9 6-25-16,0 0 25 0,17 0-25 0,-17 0 32 0,12 7-27 15,-12-7 25-15,14 8-22 0,-6-2 22 0,-1 1-21 16,0-1 30-16,0 1-23 0,1 1 20 0,-1-2-17 15,0 3 32-15,1-2-16 0,1 0 21 0,-2 0-27 16,2 0 31-16,-1-2-22 0,2 1 24 0,-1-1-23 16,0 1 28-16,2-2-31 0,-1-1 26 0,1-2-19 15,-11-1 22-15,24 3-30 0,-10-4 18 0,-1-1-27 16,4 0 15-16,0-2-23 0,1 0 25 0,2-3-29 0,1 1 18 16,1-2-20-16,1 0 26 0,-2-1-28 15,1 0 27-15,-2-1-24 0,0 0 22 0,-1-1-19 16,-1-1 19-16,0 1-23 0,-2 0 4 0,-2-1 1 0,-1-2 25 15,-2 2-23-15,-3 0-5 0,-1-2 8 0,-3 0-4 16,-1 2 24-16,-1-1-28 0,-1 2 20 0,-4 0-26 16,-1 0 19-16,1 0-18 0,-2 3 20 0,0-2-26 15,-1 3 28-15,0 0-31 0,-1 1 32 0,7 6-25 16,-14-8 20-16,14 8-24 0,-15-4 28 0,15 4-19 16,-14-1 9-16,14 1-4 0,-15 3 11 0,15-3 8 15,-11 7 6-15,11-7 6 0,-9 10 3 0,9-10 9 0,-2 12 22 16,2-12 50-16,10 16 13 0,2-6-9 0,9 0-3 15,9 3-1-15,11-1-13 0,9 2-6 16,14 1-19-16,3-3-12 0,5-2 3 0,2 1-2 0,1-3-7 16,0-1-2-16,-1-1 6 0,-2 0-29 0,-12-1 10 15,-3-2-19-15,-2 0 6 0,-2-2-4 0,-10-1-4 16,-3-1-5-16,-3-1-3 0,-7 1 4 0,-2-2-9 16,-3 1-2-16,-5-2-16 0,-1 1-57 0,-4-2-48 15,-2 1-80-15,-4-2-39 0,-9 6-80 0,4-9-36 16,-4 9-72-16,-13-9-15 0,-2 7-78 0,-5-2-59 15,-6 2-449-15,-13-1-633 0</inkml:trace>
  <inkml:trace contextRef="#ctx0" brushRef="#br0" timeOffset="292394.9892">29675 3223 71 0,'-12'-4'214'0,"12"4"22"0,-16-2-59 0,16 2 40 15,-15-2-37-15,15 2 11 0,-12-2-25 0,12 2 24 16,-12-3-14-16,12 3-9 0,0 0-4 0,-12-1-17 16,12 1-11-16,0 0-4 0,-11-3-2 0,11 3-11 15,0 0 4-15,0 0-12 0,-14-2-3 0,14 2-18 16,0 0-6-16,0 0-16 0,0 0-15 0,0 0-1 16,0 0-19-16,-11-2 5 0,11 2-7 0,0 0-6 15,0 0-5-15,0 0 34 0,0 0-62 0,0 0 7 16,0 0 5-16,0 0 39 0,0 0-54 0,0 0 0 15,0 0 48-15,0 0-50 0,0 0 3 0,0 0-3 16,0 0 13-16,0 0 44 0,0 0-26 0,13 2 60 16,-13-2-39-16,23-4 75 0,-4 0-24 0,6 0 11 15,12-3 24-15,14-4 80 0,25-3-44 0,8-1 14 16,31-3-1-16,15-2 6 0,16-1-1 0,16 0-3 16,14 0-21-16,10-2-25 0,11 4 22 0,45-3-76 15,-45 4 34-15,-1 1-49 0,0 1 34 0,-6 0-14 16,-5-1-20-16,-11-1-6 0,-10 3-4 0,-11-4 2 15,-13 4-10-15,-14-1 3 0,-29 3 9 0,-8-1 8 0,-8 1-10 16,-8-2-1-16,-6 3-5 0,-16-1-6 0,-2 3-2 16,-5 0-9-16,-3-1-3 0,-9 4-8 15,-8 1 3-15,0 0-6 0,-5 0-21 0,-2 3-59 0,-2-1-59 16,-2 1-73-16,-1 0-78 0,-12 3-101 0,18-5-75 16,-18 5-19-16,0 0-64 0,0 0-85 0,0 0-80 15,0 0-337-15,-18 4-651 0</inkml:trace>
  <inkml:trace contextRef="#ctx0" brushRef="#br0" timeOffset="303199.9602">28878 303 179 0,'-5'-11'344'15,"0"2"-34"-15,2 0-35 0,-2 1-20 0,5 8 25 16,-7-17-15-16,7 17-15 0,-6-13-23 0,6 13-34 16,-7-13-6-16,7 13-29 0,-5-10-26 0,5 10-23 15,-4-8-18-15,4 8-20 0,0 0-21 0,-4-7-15 16,4 7-9-16,0 0 12 0,0 0 1 0,0 0 14 15,3 10 10-15,2 1 10 0,3 3 35 0,2 5 5 16,7 10 8-16,8 3 19 0,9 7-9 0,8 3 20 16,4 2-31-16,11 1-6 0,16 17-17 0,6-1-2 15,1 0-7-15,-1-4-24 0,2 2-11 0,-3-3-3 16,0-1-6-16,-16-11-18 0,-2-2-3 0,-3-2-7 16,-7-2-1-16,-2-2-9 0,-6-4-1 0,-10-6-3 15,-4-2-15-15,-7-5-15 0,-1-1-16 0,-4-4-55 16,-3 0-36-16,-1-3-23 0,-3 0-28 0,-1-3-16 15,-1 1-68-15,-7-9-46 0,7 12-37 0,-7-12-62 16,0 0-64-16,0 0-338 0,-9 7-352 0</inkml:trace>
  <inkml:trace contextRef="#ctx0" brushRef="#br0" timeOffset="303532.5749">29881 296 23 0,'0'-19'472'0,"0"3"-121"15,0 3-54-15,0 1-31 0,0-1-41 0,0 13-41 16,-1-18-36-16,1 18-22 0,-4-13 4 0,4 13 38 16,0 0-12-16,-21 6 13 0,7 4 2 0,-7 9 6 15,-6 6-3-15,-4 8-9 0,-6 7-30 0,-5 5 30 16,-3 4-34-16,-1 3 17 0,-2 3-38 0,-1 2 34 15,-1-2-23-15,0 2-4 0,2 0-39 0,0-2 15 16,3-4-18-16,3-1-20 0,1 0-9 0,4-3-7 16,3-1-6-16,2-3 3 0,6-10-17 0,3 0 2 15,2-2-5-15,1-3-6 0,3-5-61 0,2-1 69 16,2-4-93-16,1-1 9 0,1 0-98 0,1-2-16 16,1-2-50-16,2-3-82 0,0 0-38 0,0-1-38 15,2-2-83-15,5-7-388 0,-7 7-406 0</inkml:trace>
  <inkml:trace contextRef="#ctx0" brushRef="#br0" timeOffset="307350.8723">4467 474 148 0,'9'-9'216'16,"-9"9"-41"-16,9-7 1 0,-9 7 5 0,6-8 1 15,-6 8-10-15,6-8-32 0,-6 8-20 0,6-11 13 16,-6 11 15-16,5-7-3 0,-5 7 9 0,0 0-2 16,7-11-26-16,-7 11-25 0,0 0-13 0,5-8-28 15,-5 8-10-15,0 0-16 0,0 0-8 0,0 0-11 16,6-7-4-16,-6 7-7 0,0 0 6 0,6 8 6 0,-6-8 8 15,6 11 0-15,0-4-3 0,-1 2-5 16,2 3 8-16,0 1-21 0,2 0 26 0,2 5-15 16,1-1 17-16,2 4-16 0,1 2 33 0,1 2-31 0,3 4 29 15,1 0-21-15,1 3 20 0,0 1-18 0,2 0 23 16,1 0-32-16,0 2 28 0,0-1-28 0,2 2 22 16,-1-3-31-16,2-1 21 0,-2 1-29 15,1-4 27-15,-3 0-32 0,0-2 27 0,0 0-25 0,-5-5 20 16,1-2-14-16,-2 0 16 0,-4-3-30 0,0-1 33 15,0-1-33-15,-3-3 29 0,-1 0-35 0,0-2 20 16,-2-1-50-16,0-1 15 0,-2-2-59 0,-5-6-11 16,12 12-2-16,-12-12-2 0,7 8-90 0,-7-8-81 15,0 0-73-15,0 0-350 0,0 0-206 0</inkml:trace>
  <inkml:trace contextRef="#ctx0" brushRef="#br0" timeOffset="307768.6859">5301 477 58 0,'2'-10'366'0,"-2"10"-109"0,0 0-70 0,3-11-32 15,-3 11-36-15,0 0-23 0,0 0-19 0,0 0 0 0,0 0 17 16,0 0 11-16,-14 3-2 0,7 5-23 16,-2 2-7-16,-3 7 10 0,0 1-10 0,-5 6 42 15,-4 9-26-15,0 3 27 0,-6 10-37 0,0 2 29 16,-1 1-16-16,-1 2 27 0,-1 2-43 0,-1 0 25 0,0 0-32 16,0 1 27-16,-1-2-32 0,2 0 17 0,0-3-38 15,1-1 5-15,1-1-5 0,4-9-5 0,2 0-4 16,1-3-3-16,0 0 19 0,1-2-31 0,1-1 42 15,0-2-32-15,5-7 23 0,0-1-26 0,0 1 20 16,3-6-35-16,0-2 25 0,3-2-26 0,1-2 18 16,1-1-27-16,-1-1 32 0,2-2-34 0,5-7 33 15,-9 13-30-15,9-13 26 0,-7 11-31 0,7-11-11 16,0 0-98-16,0 0-18 0,-10 5-78 0,10-5-2 16,0 0-36-16,0 0-57 0,-3-14-38 0,3 14-403 15,0 0-252-15</inkml:trace>
  <inkml:trace contextRef="#ctx0" brushRef="#br0" timeOffset="310309.0184">7367 792 57 0,'0'0'409'0,"-9"-9"-104"0,9 9-40 15,0 0-56-15,-5-7-4 0,5 7-17 16,0 0 31-16,-5-12-23 0,5 12 26 0,0 0-70 15,-6-12 8-15,6 12-34 0,0 0 18 0,-4-10-36 0,4 10 13 16,0 0-46-16,0 0 16 0,-5-10-46 16,5 10 15-16,0 0-39 0,0 0 27 0,0 0-44 15,-4-9 21-15,4 9-32 0,0 0 22 0,0 0-28 16,0 0 26-16,0 0-23 0,0 0 21 0,0 0-20 0,8 7 30 16,-8-7-16-16,16 11 40 0,-4-6-12 0,7 7 32 15,1-1-7-15,8 0 29 0,9 4-28 0,2 1 27 16,3 0-31-16,3 2 25 0,8 4-34 0,2 0 21 15,0 2-28-15,-2 0 22 0,0 1-36 0,-2 1 27 16,0 0-39-16,-2-1 22 0,-8-3-22 0,-1-1 28 16,-1 1-36-16,-2 0 32 0,0 0-38 0,-3-3-2 15,-2 1 5-15,-2-2 3 0,-6-3-2 0,-1 0-3 16,-1-1 7-16,-5-1-5 0,0-1 0 0,-1-2-3 16,-3 0-21-16,-2-2-34 0,1 0-17 0,-4-1-11 15,1-3-7-15,-2 2 5 0,1 0-1 0,-8-6 9 16,11 8-9-16,-11-8-49 0,10 4-66 0,-10-4-4 15,0 0-38-15,0 0-82 0,0 0-63 0,15-3-352 16,-15 3-249-16</inkml:trace>
  <inkml:trace contextRef="#ctx0" brushRef="#br0" timeOffset="310669.2205">8391 667 329 0,'-6'-7'275'0,"0"0"-52"0,6 7-30 0,-10-7-18 15,10 7 12-15,-16-1-18 0,16 1 15 16,-23 6-32-16,8 1 30 0,-4 5-27 0,-3 6 37 16,-6 5-50-16,-2 4 19 0,-2 2-39 0,-8 6 20 0,1 1-39 15,-1 0 24-15,-1 2-44 0,-1-1 20 0,1 2-28 16,0-1 17-16,-1 0-30 0,4 0 15 0,-3 0-19 15,-1-1-8-15,3-1-2 0,0-3-7 0,7-2-1 16,0-3-5-16,2-1-7 0,1-1 2 0,2-2-12 16,1-2-3-16,5-3-4 0,3-3 3 0,2-3-5 15,2 0-5-15,2-3 4 0,3-1-5 0,0-2 4 16,2 1-1-16,-1-2 0 0,8-6 1 0,-13 10-22 16,13-10-27-16,-9 8-31 0,9-8-41 0,-9 5-61 15,9-5-90-15,0 0-66 0,0 0-26 0,0 0-44 16,0 0-40-16,-3-9-165 0,3 9-116 0</inkml:trace>
  <inkml:trace contextRef="#ctx0" brushRef="#br0" timeOffset="311135.5351">7400 773 94 0,'0'0'352'0,"-8"-15"-65"0,8 15-39 16,-4-9-42-16,4 9-23 0,-5-8-46 0,5 8-4 16,0 0-41-16,-6-9-5 0,6 9-34 15,0 0 16-15,0 0-41 0,-6-8 21 0,6 8-24 0,0 0 22 16,0 0-3-16,0 0 24 0,-7 10-15 0,7-10 29 15,-2 14-13-15,2-14 39 0,-4 21-12 0,3-8 26 16,-1 3-29-16,0 3 37 0,0 2-28 16,0 4 24-16,0 1-32 0,1 2 22 0,-1-1-41 0,2 7 19 15,0 1-37-15,3 1 20 0,-2 0-32 0,1-1-3 16,2-1 9-16,-1 0-4 0,1 1-2 0,2 0 5 16,-1-2-3-16,2-1-13 0,-1 0-4 0,0-3 2 15,-1-3-8-15,0-3-5 0,0 1 0 0,0-4-7 16,0 2 2-16,-1-5-3 0,-1-1 2 0,1-2-3 15,-1 0-3-15,-1-3 3 0,0 0-1 0,-2-11 1 0,5 17 5 16,-5-17 8-16,3 14 19 0,-3-14 8 0,3 11 4 16,-3-11-15-16,0 0-8 0,3 10-33 15,-3-10-35-15,0 0-26 0,0 0-71 0,0 0-61 0,0 0-48 16,0 0-30-16,2-15 0 0,-2 15-46 0,2-11-78 16,-2 11-46-16,7-14-238 0,-4 6-189 0</inkml:trace>
  <inkml:trace contextRef="#ctx0" brushRef="#br0" timeOffset="312386.0065">8285 682 104 0,'0'0'123'0,"0"0"-28"0,0 0 3 16,0 0-20-16,-2-12 18 0,2 12-15 0,0 0 13 16,0 0 11-16,0 0 0 0,0 0-10 0,0-13-12 0,0 13 4 15,0 0 9-15,0 0 48 0,0 0-5 0,-1-13 2 16,1 13-26-16,0 0 12 0,0 0-26 16,0 0 41-16,-2-13-22 0,2 13 16 0,0 0-35 15,0 0 18-15,0 0-39 0,0 0 24 0,-2-10-42 0,2 10 18 16,0 0-32-16,0 0 24 0,0 0-35 0,0 0 25 15,0 0-27-15,0 0 13 0,0 0-32 0,0 0 28 16,0 0-39-16,0 0 27 0,0 0-32 0,0 0 29 16,0-10-36-16,0 10 25 0,0 0-30 0,0 0 18 15,0 0-26-15,0 0 23 0,7-9-33 0,-7 9 25 16,0 0-31-16,9-4 35 0,-9 4-32 16,0 0 35-16,9-4-31 0,-9 4 39 0,0 0-29 0,9-5 24 15,-9 5-31-15,0 0 37 0,0 0-29 0,10-6 34 16,-10 6-33-16,0 0 29 0,0 0-24 0,11-6 28 15,-11 6-33-15,0 0 31 0,0 0-31 0,11-3 27 16,-11 3-25-16,0 0 26 0,0 0-31 0,10-3 30 16,-10 3-37-16,0 0 33 0,0 0-26 0,0 0 36 15,14 2-28-15,-14-2 21 0,0 0-27 0,9 4 38 16,-9-4-35-16,8 7 58 0,-8-7-21 0,10 10 28 0,-10-10-29 16,11 12 41-16,-5-5-18 0,0 1-6 15,1 2 15-15,0 3 31 0,-1-2-33 0,1 1 41 16,-2 4-11-16,4 1 18 0,-2 2-30 0,-1 0 28 0,1 2-21 15,0 1 27-15,-1 0-19 0,0 2 19 0,0 0-7 16,0 0 19-16,3 3-41 0,-2-1 7 16,0-2-28-16,2 2 0 0,-1-3-4 0,0-1-16 15,-1 0 9-15,1 2-10 0,1-4 0 0,-1 1-1 0,0-2 2 16,0 0-9-16,-1-4-4 0,-1-1-2 0,0 0 1 16,-1 0-1-16,0-3-5 0,0-1 2 0,-1-1-5 15,-1 0 12-15,-3-9-10 0,6 14-6 0,-6-14 9 16,5 12-8-16,-5-12 10 0,3 10-2 0,-3-10 2 15,0 0 2-15,5 12-79 0,-5-12 85 0,0 0-72 16,7 9 93-16,-7-9-91 0,0 0 80 0,0 0-72 16,4 9 74-16,-4-9-77 0,0 0 81 0,0 0-83 15,0 0 80-15,0 0-79 0,7 7 71 0,-7-7-5 16,0 0-22-16,0 0-10 0,0 0-6 0,0 0-10 16,0 0 0-16,0 0 7 0,0 0-20 0,0 0 3 15,0 0 4-15,0 0 4 0,0 0 0 0,0 0 10 16,0 0-7-16,0 0 8 0,10 2-3 0,-10-2 1 15,0 0-2-15,0 0 3 0,0 0-1 0,0 0-8 16,0 0 1-16,0 0 11 0,0 0-4 0,0 0-3 16,2 12 34-16,-2-12-14 0,0 0-11 0,0 0 3 15,0 13 2-15,0-13-1 0,0 0 10 0,-1 11-4 16,1-11 4-16,0 0-7 0,-1 12 2 0,1-12-1 0,0 0 1 16,0 0 1-16,-1 13-60 0,1-13 75 0,0 0-62 15,0 0 73-15,0 0-64 0,-2 12 71 0,2-12-66 16,0 0 73-16,0 0-69 0,0 0 71 15,0 0-70-15,0 0 73 0,0 0-71 0,-1 10 75 0,1-10-71 16,0 0 71-16,0 0-72 0,0 0 74 0,0 0-73 16,0 0 68-16,0 0-45 0,0 0 38 15,0 0-75-15,0 0 77 0,0 0-77 0,0 0 61 0,0 0 6 16,0 0-69-16,0 0 75 0,0 0-82 0,-4-8 81 16,4 8-10-16,0 0-4 0,0 0-3 0,0 0-3 15,-3-11 10-15,3 11-19 0,0 0 7 0,0 0-15 16,-7-7 1-16,7 7 0 0,0 0 1 0,-13-5-2 15,13 5 2-15,-13-2-14 0,13 2 11 0,-18-4 0 16,18 4 0-16,-19-1 3 0,19 1 2 0,-21-1 10 16,21 1-78-16,-21 0 75 0,21 0-69 0,-18-1 67 0,18 1-81 15,-18-2 43-15,18 2-36 0,-16-2-45 16,16 2-73-16,-15-1-75 0,15 1-101 0,-10-5-87 16,10 5-75-16,-4-10-449 0,4 10-561 0</inkml:trace>
  <inkml:trace contextRef="#ctx0" brushRef="#br0" timeOffset="314105.5031">7444 1863 53 0,'-17'0'222'0,"17"0"-39"0,-14 0-23 0,14 0-31 0,-15-3-14 15,15 3 24-15,-15-3-3 0,15 3 20 16,-16-4-14-16,16 4 12 0,-15-2-40 0,15 2 0 15,-15-5-25-15,15 5 7 0,-17-2-33 0,17 2 26 16,-17-2-28-16,17 2 25 0,-18-2-30 0,18 2 0 16,-17-1 1-16,17 1 5 0,-17-1-3 0,17 1 7 15,-14-1-3-15,14 1-4 0,0 0-1 0,-17-1 0 16,17 1-9-16,0 0-9 0,-12-2-8 0,12 2-2 16,0 0-12-16,0 0 1 0,0 0-6 0,-12-1-3 0,12 1 29 15,0 0 24-15,0 0 5 0,0 0 10 16,22-1 13-16,-3-2 8 0,6-2-2 0,11-2-5 15,13-3 5-15,16-6-15 0,11-1-10 0,9-2-5 0,23-3-8 16,5-2-15-16,4 1-4 0,2 0-4 0,2 2-7 16,-1 0-6-16,-2 3-6 0,-18 4 1 0,-4 1-5 15,-3 0-3-15,-4 1 6 0,-6 1-10 0,-5 1-3 16,-7 1-3-16,-14 3 1 0,-5 1 0 0,-5 0-2 16,-10 2-3-16,-2-1-12 0,-8 1-1 0,-2 0-5 15,-4 2-40-15,-1-1 62 0,-3 1-1 0,-3-1 2 16,-2 0 4-16,-1 1-1 0,-11 1 2 0,21-4 0 15,-21 4-5-15,17-2-17 0,-17 2-23 0,13-1-2 16,-13 1-34-16,11-2-25 0,-11 2-36 0,0 0-38 16,16-1-38-16,-16 1-31 0,0 0-19 0,11-2-29 15,-11 2-1-15,0 0-21 0,17-2-41 0,-17 2-183 16,15-3-44-16</inkml:trace>
  <inkml:trace contextRef="#ctx0" brushRef="#br0" timeOffset="316621.5867">10942 631 237 0,'0'0'277'0,"-7"-10"-29"16,7 10-35-16,0 0-1 0,0 0-45 0,-6-8-9 16,6 8-39-16,0 0 1 0,0 0-36 0,0 0 9 15,-5-7-40-15,5 7 9 0,0 0-35 0,0 0 17 16,0 0-26-16,0 0 29 0,0 0-7 0,0 0 59 15,0 0-24-15,11 3 33 0,-11-3-17 0,16 10 26 16,-4-3 2-16,3 0 29 0,6 4 25 0,4 3-30 16,7 5 39-16,3 0-32 0,3 5 19 0,2 0-44 15,8 5 19-15,-1 2-41 0,1 1 6 0,1 1-39 16,-5-3 28-16,2 1-33 0,-2 2 17 0,0-1-36 16,-9-6-7-16,-1 1-12 0,-1-2 2 0,-1 0-8 0,-1 0-3 15,-2-2-6-15,-1 0 5 0,-4-5 0 16,-4-1-8-16,1-1-5 0,-3-3 4 0,-4 0 0 15,1-1-1-15,-3-3-2 0,-2 0-7 0,2-1-18 16,-5-1-20-16,0 0-18 0,-7-7-20 0,14 10-25 0,-14-10-55 16,10 8-81-16,-10-8-93 0,0 0-72 15,0 0-68-15,0 0-454 0,-6 8-497 0</inkml:trace>
  <inkml:trace contextRef="#ctx0" brushRef="#br0" timeOffset="316972.005">11853 704 4 0,'0'-14'454'0,"0"3"-66"16,0 11-100-16,0-21-30 0,0 21-39 0,-3-17 5 15,3 17-39-15,-4-18 20 0,4 18-64 0,-7-11-2 16,7 11-65-16,-9-7 21 0,9 7-38 0,-20 3 40 15,7 3-34-15,-6 6 41 0,-2 6-31 0,-7 5 25 16,-1 4-31-16,-3 2 24 0,-5 7-16 16,0 3 14-16,-3-1-27 0,4 2 24 0,-3 1-27 0,2 0 37 15,-1 1-39-15,1-1 20 0,0 0-25 0,1-2 5 16,3 0-12-16,4-7-4 0,3-1 0 0,-1-3-13 16,2 0-48-16,2-3 57 0,4-4-58 0,2-1 53 15,4-5-4-15,0 1 0 0,2-4-9 0,2-2-4 0,-1 0 3 16,3-2-2-16,0 0-4 0,2-2-3 0,-1 1 2 15,6-7-21-15,-10 9-26 0,10-9-51 16,0 0-74-16,-7 5-81 0,7-5-65 0,0 0-10 16,0 0-62-16,0 0-54 0,1-13-330 0,-1 13-274 0</inkml:trace>
  <inkml:trace contextRef="#ctx0" brushRef="#br0" timeOffset="317390.9343">10959 695 93 0,'-7'-12'449'0,"0"-1"-130"16,1 1-20-16,0 2-55 0,1 1 5 0,-1 0-46 15,1 0 26-15,0 1-32 0,5 8 1 0,-8-14-72 0,8 14 3 16,-6-11-68-16,6 11 7 0,0 0-28 16,0 0 13-16,0 0-30 0,0 0 27 0,-10 6-27 15,10-6 49-15,-2 23 2 0,2-6 16 0,0 4-17 16,2 4 26-16,-4 3-27 0,5 5 19 0,0 1-34 16,0 2 23-16,2 5-34 0,0 2 22 0,1-1-29 0,2-1 28 15,-1 1-39-15,1 0 0 0,1-2 0 0,1-2-8 16,-2-5 1-16,0-1 3 0,0-2-51 15,2 0 56-15,-2-1-3 0,1-2-3 0,0-4-8 0,-3-3-4 16,1 0 6-16,-1-3-7 0,-1-2 4 0,1-1-9 16,-1-2 6-16,-1-2-7 0,0 1-8 0,-4-11 6 15,7 14-40-15,-7-14-17 0,4 12-56 0,-4-12-107 16,0 0-57-16,7 7-61 0,-7-7-76 0,0 0-36 16,13-8-306-16,-6 1-264 0</inkml:trace>
  <inkml:trace contextRef="#ctx0" brushRef="#br0" timeOffset="317824.9458">11878 561 47 0,'-3'-13'349'0,"3"13"-57"0,-2-10-44 0,2 10-12 15,0 0-57-15,-4-12-15 0,4 12-48 16,0 0-11-16,0 0-32 0,0 0 24 0,0 0-15 16,0 0 31-16,0 0-24 0,-7 5 40 0,7-5-34 15,-1 21 64-15,1-8-43 0,0 1 10 0,0 3-11 16,1 4 46-16,1 0-44 0,0 4 32 0,0 0-43 15,1 2 35-15,4 2-37 0,-3 1 21 0,0-1-26 16,1 1 12-16,2 0-39 0,2-1 31 0,-2 2-35 0,0-3 26 16,1 0-33-16,1 0 0 0,0-2-10 0,-2 0-5 15,0-3-1-15,2-3-2 0,-3 1-3 0,1 0-3 16,-1-6-2-16,-1 2-3 0,1-3-11 0,-2 1-1 16,2-1 19-16,-3-5-25 0,0 2-3 0,0-2 3 15,-3-9-5-15,6 16-4 0,-6-16 5 0,6 13 5 16,-6-13 0-16,4 10-1 0,-4-10-24 0,3 9-37 15,-3-9-81-15,0 0-43 0,0 0-68 0,0 0-86 16,0 0-70-16,0 0-25 0,0 0-59 0,8-6-402 16,-8 6-441-16</inkml:trace>
  <inkml:trace contextRef="#ctx0" brushRef="#br0" timeOffset="318588.2357">10238 683 228 0,'0'0'215'0,"0"0"-18"0,0 0-22 16,0 0-10-16,0 0-16 0,-13 0-25 0,13 0-12 15,0 0-23-15,0 0-1 0,0 0-25 0,0 0 8 16,0 0-16-16,0 0 6 0,0 0-15 0,0 0 16 16,0 0-18-16,0 0 17 0,0 0-20 0,0 0 23 15,0 0-22-15,0 0 59 0,0 0-20 0,0 0 15 16,0 0 10-16,0 0 5 0,20-5 11 16,-5 2-1-16,4-1-46 0,5 0 9 0,1-2-46 0,8-2 21 15,3 3-37-15,6-4 28 0,1 1-35 0,1 1 20 16,-1 0-32-16,1 1 23 0,-7 0-45 0,-2 2 7 15,-2-1-65-15,-5 3-1 0,-2 2-60 0,-6-2 2 16,0 4-51-16,-4-2-3 0,-2 1-28 0,-4 2-38 16,-10-3-10-16,14 8-272 0,-14-8-43 0</inkml:trace>
  <inkml:trace contextRef="#ctx0" brushRef="#br0" timeOffset="319108.8575">10357 1487 172 0,'-10'7'299'0,"10"-7"-22"16,0 0-23-16,-10 5-9 0,10-5-34 0,0 0-9 16,0 0-33-16,-12 5-20 0,12-5-9 0,0 0-19 15,0 0-14-15,0 0-16 0,0 0-5 0,13-10-22 16,-2 5 42-16,5 0-59 0,4-2 68 0,5 0 0 15,7 0-9-15,2-3-5 0,9 2-21 0,1-1-8 16,1 0-11-16,1-1-9 0,0 2-3 0,0 0-9 16,3-1-8-16,-6 4-5 0,-5 0-7 0,-2-1 0 15,-1 1-4-15,-1 3-8 0,-7-1 0 0,0 0 1 16,-5 1-3-16,-1-1-1 0,-3 3-4 0,0-1 2 16,-5-1-2-16,1 1 2 0,-3-1 8 0,-11 2-4 0,20-1-3 15,-20 1 4-15,17-2-2 0,-17 2 2 16,13-1 5-16,-13 1 2 0,11-2-9 0,-11 2 3 15,0 0-2-15,14-1-1 0,-14 1-2 0,0 0-2 0,0 0-20 16,13-1-11-16,-13 1-15 0,0 0-25 0,0 0-31 16,0 0-21-16,11-3-27 0,-11 3-32 0,0 0-25 15,0 0-32-15,0 0-66 0,0 0-122 0,0 0-176 16,0 0-114-16</inkml:trace>
  <inkml:trace contextRef="#ctx0" brushRef="#br0" timeOffset="321340.9115">11921 617 76 0,'0'0'172'0,"0"0"-14"0,0 0-17 16,-3-9 3-16,3 9-17 0,0 0 5 0,0 0-2 16,-4-9-10-16,4 9-7 0,0 0-21 0,0 0 21 15,-4-7-29-15,4 7 18 0,0 0-20 0,0 0 2 16,0 0-29-16,0 0 5 0,-9-5-25 0,9 5 10 16,0 0-32-16,0 0 26 0,0 0-23 0,-12 4 32 15,12-4-26-15,0 0 20 0,-7 4-30 0,7-4 19 16,0 0-17-16,-7 7 37 0,7-7-29 0,0 0 30 0,0 0-30 15,-5 10 34-15,5-10-12 0,0 0 52 0,0 0-2 16,10 8 44-16,-10-8-34 0,20 0 28 16,0-3-46-16,5 0 10 0,3 1-40 0,9-4 19 0,1 2-41 15,8-3 17-15,3 1-30 0,0-3 21 0,-2 3-34 16,0-1 30-16,0 1-35 0,-2 0 20 16,-6 1-25-16,-2 0 19 0,0 2-28 0,-3-1 24 0,-5-1-28 15,-3 3 14-15,1 1-48 0,-2-2 14 0,-7 2-49 16,0-2 12-16,-4 1-50 0,-1 2 17 0,-13 0-31 15,23 0 20-15,-23 0-21 0,18 0 11 0,-18 0-26 16,11 2-6-16,-11-2-23 0,0 0-25 0,11 5-13 16,-11-5-36-16,0 0-215 0,0 0 47 0</inkml:trace>
  <inkml:trace contextRef="#ctx0" brushRef="#br0" timeOffset="321807.0784">12167 1257 21 0,'0'0'217'0,"0"0"-7"0,-6 9 1 16,6-9 2-16,0 0-16 0,0 0 1 0,-5 11-40 16,5-11 3-16,0 0-34 0,0 0 12 15,0 0-34-15,0 0 35 0,7 6-36 0,-7-6 29 0,0 0-39 16,0 0 13-16,0 0 2 0,11 1 3 0,-11-1 28 16,0 0-44-16,0 0 17 0,14-1-32 0,-14 1 21 15,11-1-22-15,-11 1 32 0,18-3-17 16,-7 1 34-16,5 0-31 0,1-2 20 0,7 2-42 0,3-2 31 15,2 2-44-15,6-3 28 0,1 1-37 0,0 0-6 16,2 0-11-16,1 0 21 0,-1 1-35 0,0 0 26 16,2 0-41-16,-1-2 31 0,-1 3-39 0,-2-1 28 15,1 0-30-15,-7 2 23 0,-1-2-27 0,-2 1 23 16,0 1-36-16,-6-1 13 0,-2 0-43 0,0 1 17 16,-4 0-45-16,-1 1 2 0,-1-2-57 0,-1 1 6 15,-12 1-56-15,19-2-8 0,-19 2-75 0,14-4-46 16,-14 4-51-16,11-3-40 0,-11 3-33 0,0 0-183 15,7-6-131-15</inkml:trace>
  <inkml:trace contextRef="#ctx0" brushRef="#br0" timeOffset="323106.8603">14041 920 89 0,'0'0'282'0,"-5"-13"2"0,5 13-5 0,-4-15-22 0,4 15-13 15,-6-17-36-15,6 17 17 0,-4-17-24 0,4 17 46 16,-6-12-29-16,6 12 27 0,-3-10-32 16,3 10-2-16,-4-9-64 0,4 9-4 0,0 0-48 0,0 0 43 15,0 0-19-15,0 0 53 0,0 0 15 0,13-2 29 16,-1 10-40-16,4 0-7 0,4 4 11 0,5 2-14 16,9 2-35-16,1 1-17 0,1 2-17 0,2-1-17 15,1-2-4-15,1 5-21 0,-2 0-15 0,2 0 0 16,1 1-9-16,-3-2-6 0,-2 3-5 0,-1-2-5 15,-3 1-25-15,-1-1-9 0,-8-3-117 0,2-2 11 16,-3-1-27-16,-6-1-34 0,1-1-21 0,-3-1-27 16,-1-1-24-16,-1-3-75 0,-3 1-24 0,3-1-22 15,-4-2-12-15,-8-6-21 0,11 8-420 0,-11-8-371 16</inkml:trace>
  <inkml:trace contextRef="#ctx0" brushRef="#br0" timeOffset="323406.8533">14714 749 224 0,'3'-10'451'0,"-3"10"-41"0,7-15-88 0,-7 15-4 0,6-8-91 16,-6 8 2-16,0 0-51 0,0 0 39 15,-9-8-43-15,9 8 26 0,-16 11-8 0,3-3 16 16,-2 7-53-16,-6 1 19 0,-1 4-45 0,-3 5 25 0,0 3-38 15,-1-1 32-15,-1 5-39 0,-1-1 12 0,-1 3-36 16,2-1 8-16,-2 2-37 0,2 0-11 0,-1-1-5 16,4-1-8-16,-2-1-8 0,3-1 4 15,2-3-13-15,1 1-58 0,3-5 67 0,1-2-58 0,0-2 62 16,5-3-79-16,-1 0 48 0,3 0-80 0,-1-5 25 16,2 2-64-16,2-4-55 0,1-1-73 0,-1-1-36 15,2 0-21-15,4-8-8 0,-7 11-35 0,7-11-95 16,0 0-317-16,0 0-277 0</inkml:trace>
  <inkml:trace contextRef="#ctx0" brushRef="#br0" timeOffset="323890.4742">14118 808 212 0,'-8'-6'403'0,"3"0"-73"0,5 6-48 0,-12-10-11 15,12 10-66-15,-10-7 7 0,10 7-58 16,-11-4 46-16,11 4-56 0,-14 2 20 0,14-2-28 0,-11 12 29 16,5-3-15-16,1 3 30 0,1 1-37 0,-1 3 43 15,4 1-30-15,0 2 25 0,1 0-33 16,2 1 38-16,1 3-31 0,1 1-8 0,2-1-10 0,-1 1-14 16,3 5-16-16,0-3 8 0,-1 2-16 0,3 0-12 15,-1-2-15-15,1-1-82 0,-1-3 76 0,0-1-84 16,0-1 76-16,0 2-84 0,-1-2 76 0,-1-1-74 15,3-2 69-15,-1-1-75 0,-3-2 80 0,2 0-80 16,-2-3 67-16,0 0-65 0,-3-2 60 0,3-1-87 16,-6-8 69-16,7 14-92 0,-7-14 47 0,7 12-85 15,-7-12 47-15,5 10-85 0,-5-10 25 0,0 0-85 16,6 8-56-16,-6-8-58 0,0 0-7 0,0 0-48 16,0 0 8-16,9 4-11 0,-9-4-66 0,0 0-199 15,10-4-158-15</inkml:trace>
  <inkml:trace contextRef="#ctx0" brushRef="#br0" timeOffset="324325.0488">14678 878 213 0,'0'0'338'0,"0"-11"-44"0,0 11-10 16,0-13-46-16,0 13 31 0,0 0-63 0,-1-13 5 15,1 13-68-15,0 0-1 0,0 0-56 0,0-14-6 16,0 14-34-16,0 0 0 0,0 0 2 0,0 0 55 15,0 0-20-15,0 0 54 0,2 18-22 0,-2-18 33 16,0 24-30-16,0-10 24 0,-1 3-21 0,1 2 33 16,-1 0-29-16,0 1 6 0,1 2-29 15,0 0 11-15,0 1-39 0,2 2 15 0,-1-2-42 0,1 0-2 16,0 0-8-16,2-1-1 0,-1-1-12 0,1-1-1 0,2-3-2 16,-1 0-7-16,1-1 4 0,-1-2-7 0,0 3-3 15,0-4-6-15,-1-1-43 0,0-1-54 16,2-2-45-16,-3 0-41 0,-3-9-20 0,6 14-26 15,-6-14 4-15,5 10-42 0,-5-10-61 0,0 0-59 0,0 0-82 16,0 0-208-16,0 0-183 0</inkml:trace>
  <inkml:trace contextRef="#ctx0" brushRef="#br0" timeOffset="324691.4745">14795 839 239 0,'0'0'291'0,"-11"-12"-55"0,11 12-27 0,-9-10-12 16,9 10 0-16,-10-9-35 0,10 9 9 0,-10-8-22 15,10 8 34-15,-6-8-20 0,6 8 28 0,-5-9-56 16,5 9 14-16,0 0-52 0,-4-8 18 0,4 8-38 15,6-5 46-15,3-2-15 0,5 2 16 0,3 0-16 16,6-2 3-16,2 0-32 0,8 0 24 0,-1 1-35 16,2-1 21-16,1 1-49 0,1 0 19 0,0 0-40 15,0 0 27-15,0 1-31 0,-2 1 18 0,2 0-35 16,-2-1 28-16,-2 1-32 0,-4 1 24 0,-1 0-33 16,-2 1 25-16,-4 0-48 0,-2 0 7 0,-1-1-52 15,-4 3 7-15,-1-1-41 0,0-1 14 0,-13 2-57 16,18-3 2-16,-18 3-43 0,17 0 13 0,-17 0-51 15,0 0-29-15,8 6-8 0,-8-6-73 0,0 0-222 16,-6 9-87-16</inkml:trace>
  <inkml:trace contextRef="#ctx0" brushRef="#br0" timeOffset="325024.1625">14824 1224 279 0,'-7'6'364'16,"7"-6"-28"-16,-10 9-33 0,10-9 24 0,-10 6-21 15,10-6 28-15,0 0-50 0,-7 7-11 0,7-7-62 16,0 0 1-16,0 0-46 0,0 0-7 0,0 0-28 16,14 0 28-16,-14 0-31 0,18-4 11 0,-4 0-45 15,2 1 32-15,4 0-36 0,5-2 39 0,4 0-33 16,5 1-3-16,3-1-8 0,7-1-4 15,5-1-4-15,1 0-9 0,1 2-8 0,3 0-7 0,0-1-4 0,1 0-11 16,-1 3-5-16,-2-1 2 0,-2 0-19 0,-10 1-1 16,-2-1-3-16,-4 2-2 0,-5-1-1 15,-4 1 2-15,-2 0-2 0,-5 0-4 0,0 0-9 0,-4 1-22 16,0 0-24-16,-1-2-31 0,-13 3-35 0,19-3-145 16,-19 3-40-16,13-3-99 0,-13 3-58 15,0 0-60-15,10-8-479 0,-10 8-595 0</inkml:trace>
  <inkml:trace contextRef="#ctx0" brushRef="#br0" timeOffset="336779.1836">6953 16258 108 0,'0'0'175'0,"0"0"-32"0,0 0-12 0,0 0-5 16,0 0-9-16,0 0-1 0,0 0-4 0,0 0-6 15,0 0-13-15,0 0-6 0,7 6 4 0,-7-6-13 16,0 0-11-16,0 0-6 0,0 0 11 0,10 3-3 16,-10-3-12-16,0 0-8 0,12 4-2 0,-12-4-2 15,0 0 5-15,11 5-5 0,-11-5-5 0,8 4-2 16,-8-4 9-16,11 6 7 0,-11-6-3 15,12 4-14-15,-12-4-5 0,15 5 1 0,-15-5-4 0,20 5 5 0,-20-5 3 16,23 4-3-16,-11-4-6 0,4 0-2 16,-3 0 1-16,4 0 2 0,1 0-3 0,2 0 0 15,0-2 21-15,0 2-33 0,1-1 33 0,1 1-29 16,4-2 42-16,-1 1-45 0,-2 0 55 0,5 0-49 0,1-2 50 16,2 2-53-16,7-2 42 0,7-2-8 15,4-2-6-15,3 1-8 0,4-3-2 0,11-2-35 16,2-1 48-16,2 0-50 0,1-1 46 0,1 0-50 0,1-1 14 15,0 2 4-15,2 0 7 0,-2 1-2 0,-1 1 17 16,2 1-21-16,-3 0 1 0,0 2 7 16,1-1 0-16,-3 1-2 0,0 3 8 0,2-3 1 15,0 1-8-15,2 0 4 0,5-1-1 0,5 0 2 0,4-2 2 16,4 0 4-16,4-2-3 0,3-1-2 0,20-3 4 16,1-1 0-16,-2 3-5 0,1-2-3 0,0-1-5 15,-21 3 36-15,0 1-56 0,-4-1 3 0,-3 1-4 16,-5 2 3-16,-3 0 42 0,-4 1-56 0,-7 1 39 15,-12 2-48-15,-5 2 56 0,-3 0-66 0,-6-1 43 16,-8 3-50-16,-3 0 36 0,-6 0-41 0,-1 1 43 16,-7-1-42-16,-1 2 47 0,-1-1-39 0,-4-1 47 15,-1 2-43-15,-2 0 49 0,-12 0-45 0,22-1 47 16,-22 1-43-16,18-1 46 0,-18 1-45 0,14-2 46 16,-14 2-39-16,14 0 40 0,-14 0-45 0,0 0 45 0,15-1-46 15,-15 1 44-15,0 0-45 0,0 0 42 16,16-2-43-16,-16 2 37 0,0 0-58 0,0 0 34 15,11-1-55-15,-11 1 37 0,0 0-50 0,0 0-1 16,0 0 10-16,0 0 11 0,0 0-1 0,13-1 13 0,-13 1 6 16,0 0 11-16,0 0 0 0,0 0 5 15,0 0 0-15,0 0 8 0,0 0 5 0,0 0-2 16,0 0 2-16,0 0 11 0,0 0-2 0,0 0 0 0,0 0 0 16,0 0 2-16,0 0-3 0,0 0 8 0,0 0-4 15,0 0 32-15,0 0 10 0,0 0-54 16,0 0 8-16,0 0-2 0,0 0 14 0,0 0 1 15,0 0 1-15,0 0 3 0,0 0-2 0,0 0-3 0,0 0 3 16,0 0 48-16,0 0-63 0,0 0 48 0,0 0-53 16,0 0 44-16,0 0-50 0,-8-6 44 0,8 6-45 15,0 0 43-15,0 0-50 0,-10-4 49 0,10 4-56 16,0 0 49-16,0 0-70 0,0 0-12 0,0 0-16 16,-10-4-23-16,10 4-21 0,0 0-39 0,0 0-2 15,0 0-69-15,0 0-53 0,-10 4-378 0,10-4-173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5:55:59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9125 17592 197 0,'0'0'354'0,"0"0"-92"15,0 0-33-15,0 0-11 0,0 0-18 0,0 0 0 16,0 0-16-16,0 0-26 0,0 0-22 0,0 0 16 16,0 0-36-16,0 0 43 0,1 12-60 0,-1-12 61 15,0 0-76-15,4 10 63 0,-4-10 13 0,5 9-21 16,-5-9-11-16,5 13-9 0,-5-13 3 0,6 15 4 15,-3-6 3-15,0 1-17 0,-1 1-10 0,0 1 8 16,-1 1-23-16,0 1-10 0,0 0-21 0,-1 3-9 0,-1 0-7 16,0 1-5-16,0 0-11 0,-2-1-2 0,1 1 1 15,-1-1-10-15,0 0-1 0,-2 0-1 0,1-1-1 16,-3 0-2-16,1-1 7 0,-2 0-4 0,0 0-7 16,-4-1 0-16,0 0-6 0,-3 0 7 0,-3 0-3 15,-4 0 1-15,-2-1 6 0,-2-1-11 0,-3 0 1 16,-1-1-3-16,0-2 5 0,-1 1 0 0,0-5 1 15,5 0 2-15,0-2-4 0,3-2-16 0,1-2-7 16,1-1 1-16,-1-3-2 0,0-1-2 0,3-6 1 16,2 0-9-16,2-2 3 0,2-3-2 0,3-2 7 15,1-1 1-15,3-1 7 0,2 0 7 0,2 3-3 16,1-1 4-16,1 2 0 0,0 1 1 0,2-1 0 16,-1 2 3-16,2-1 8 0,1 3 0 0,0-1 1 0,1 0 2 15,0 3 11-15,1-2-2 0,1 1-53 0,2 1 81 16,1 1-57-16,1 0 60 0,7-2-59 15,2 0 63-15,5 0-42 0,4 1 58 0,3 2-54 16,12-4 84-16,2 1-70 0,7 2 71 0,10-4-78 0,4 3 5 16,5 0-5-16,0 0 3 0,5 0 64 0,1 1-83 15,1 0 65-15,0-2-78 0,-1 1 76 16,-1 1-88-16,-3 0 64 0,-3 3-59 0,-2-2 72 0,-13 3-79 16,-3 2 76-16,-2 1-77 0,-12 0 78 0,1 2-77 15,-1-1 81-15,-7 2-81 0,-3 0 75 16,-1 0-70-16,-4 2 77 0,-4-2-69 0,1 1 93 15,-3-1-72-15,-3 1 39 0,-1 0 18 0,-1 0 17 0,-13-1 25 16,22 1 20-16,-22-1 19 0,16 0 17 0,-16 0 8 16,15 2 2-16,-15-2-8 0,0 0-7 0,17-2-17 15,-17 2-28-15,11-3-26 0,-11 3-14 0,0 0-13 16,10-6-14-16,-10 6-16 0,0 0 1 0,7-7-6 16,-7 7-10-16,0 0-9 0,6-10-12 0,-6 10-18 15,0 0-22-15,5-9-29 0,-5 9-22 0,0 0-36 16,0 0-35-16,4-11-36 0,-4 11-71 0,0 0-57 15,0 0-166-15,0 0-81 0,0 0-75 0,-3-9-744 16,3 9-1001-16</inkml:trace>
  <inkml:trace contextRef="#ctx0" brushRef="#br0" timeOffset="3064.8328">10828 17924 67 0,'7'-12'290'0,"-7"12"-44"0,10-11-32 0,-10 11-24 16,10-14 5-16,-10 14-16 0,8-11-14 16,-8 11-13-16,8-12-10 0,-8 12-7 0,7-9-6 15,-7 9 10-15,6-11-18 0,-6 11 5 0,0 0 8 0,6-11-1 16,-6 11-4-16,0 0-9 0,4-10-13 16,-4 10-12-16,0 0-12 0,3-11-15 0,-3 11-14 0,0 0-4 15,0 0-8-15,-3-8-11 0,3 8-2 16,0 0-10-16,-10-5-5 0,10 5 2 0,0 0-4 0,-14 5-5 15,6 1 4-15,-3 4 1 0,-2 4 25 0,-1 2 16 16,-3 6 2-16,-4 5 4 0,0 4-1 0,0 1 9 16,-1 4 2-16,0 0-14 0,2 4-10 0,1-1-8 15,1 2 2-15,2-2-9 0,2-1-7 0,1 1-1 16,5-8-9-16,0 1 28 0,4-3-39 0,0-3 21 16,4-2-29-16,1 1 24 0,2-6-35 0,0 2 18 15,2-4-29-15,0 0 29 0,2-4-39 0,1 0 27 16,0-2-40-16,2-3 24 0,-1-2-51 0,3 1 23 15,-1-5-54-15,-11-2 36 0,24-2-31 0,-11-3 25 16,1-1-30-16,-1-2 10 0,2-4-4 0,-2-3 4 0,2-2 15 16,-3 1 20-16,1-5-13 0,1-1 42 15,-1-1 9-15,-2 4 36 0,-1 0 26 0,-1 0 14 16,-1 2 17-16,0 2 10 0,-1 1 8 0,-2 1 10 16,1 0-1-16,-1 1-4 0,0 3-16 0,-5 9-11 0,7-15-24 15,-7 15-7-15,6-10 10 0,-6 10 34 16,0 0 23-16,13-1-2 0,-13 1 15 0,11 8 6 15,-5 0-66-15,1 3 64 0,1 2-73 0,-2 1 57 0,1 1-78 16,-1 1 63-16,0 3-18 0,3 0-10 0,-2-1-7 16,0 1-14-16,-1 0-6 0,2-1-4 15,-1-1-23-15,-1-2-52 0,1 0-53 0,0-2-50 16,1 1-76-16,0-2-138 0,0 1-64 0,0-3-107 0,2-2-466 16,-1 2-604-16</inkml:trace>
  <inkml:trace contextRef="#ctx0" brushRef="#br0" timeOffset="3487.308">11317 18354 418 0,'-3'-11'618'15,"3"11"-108"-15,-3-19-83 0,3 19-45 0,-4-16-62 16,4 16-32-16,-3-14-45 0,3 14-49 0,-1-11-38 15,1 11-30-15,0 0-24 0,3-10-21 0,-3 10-15 16,0 0-10-16,15-1-9 0,-15 1-2 0,15 7-11 16,-7-2-8-16,4 3 1 0,-1 1-5 0,0 2-4 0,0 0-4 15,1 1-4-15,0 2 1 0,-1-1-3 16,-2 0-1-16,1-1-5 0,0 1 35 0,-4-1-43 16,1-1 33-16,0 0-32 0,-2-1 33 0,0-2-29 15,-5-8 31-15,6 17-33 0,-6-17 39 0,4 12-15 0,-4-12 41 16,0 13-27-16,0-13 33 0,-4 8-33 0,4-8 20 15,-8 4-36-15,8-4-3 0,-13 3-2 0,13-3 0 16,-15-4-1-16,15 4-9 0,-16-7-3 0,7 1 0 16,1 0-5-16,2-1 1 0,0 1-6 0,1-3-4 15,5 9 4-15,-7-16-3 0,7 16-9 0,-2-15-13 16,2 15-5-16,1-13-8 0,-1 13-22 0,6-15-27 16,-6 15-54-16,10-13-65 0,-10 13-61 0,12-11-32 15,-12 11-27-15,16-9-15 0,-16 9-35 0,18-7-372 16,-18 7-269-16</inkml:trace>
  <inkml:trace contextRef="#ctx0" brushRef="#br0" timeOffset="3897.8734">11803 18296 246 0,'0'0'521'0,"2"-10"-68"0,-2 10 9 0,1-13-30 15,-1 13-9-15,-2-14-44 0,2 14-30 0,-5-14-2 16,5 14-50-16,-6-15-52 0,6 15-22 0,-8-12-53 15,8 12-25-15,-11-10-28 0,11 10-27 0,-11-4-19 16,11 4-4-16,-13 2-83 0,3 4 71 0,2 0-79 16,-1 5 73-16,0 0-78 0,2 3 75 0,0 1-74 15,1 1 77-15,1 0-62 0,0 1 58 0,2 0-13 0,0 0-3 16,2 0-9-16,1-3 1 0,1 0-8 0,0 1-1 16,2-3-16-16,-1 1-9 0,3-2-8 15,-1-1-9-15,-1-1-10 0,1-1 2 0,2-2 4 16,-6-6-5-16,10 11 8 0,-10-11 7 0,10 6 3 0,-10-6 3 15,0 0 5-15,14-3 8 0,-14 3-13 0,10-8 2 16,-10 8 6-16,5-14-6 0,-2 4-6 16,0 1-61-16,-1-3 75 0,0-1-64 0,0 1 84 0,-1-1-73 15,0 1 71-15,0 0-5 0,0 1 4 0,-1 11 5 16,1-20-2-16,-1 20-5 0,2-16-2 0,-2 16-6 16,0-13-7-16,0 13-2 0,0 0 5 0,4-14-5 15,-4 14 4-15,0 0 5 0,0 0-3 0,14 0 4 16,-14 0-58-16,13 8 70 0,-3-3-60 0,-1 2 64 15,2 0-53-15,2 1-62 0,3-1-29 0,0 1-70 16,3 0-94-16,2 0-53 0,0-1-44 0,1-1-76 16,1-2-374-16,-1-1-380 0</inkml:trace>
  <inkml:trace contextRef="#ctx0" brushRef="#br0" timeOffset="4421.6696">12311 17854 361 0,'-6'-33'486'0,"-1"1"-67"0,0 1-61 0,1 2-2 16,-2 0 88-16,-1 3-72 0,3 4 12 0,1 1-72 0,-2 4 69 15,3 2-104-15,-1 1 20 0,0 3-137 0,2-1 26 16,3 12-104-16,-3-14 45 0,3 14-80 0,0 0 68 16,0 0-71-16,0 0-1 0,0 0 3 0,4 16 66 15,3-1-66-15,-2 1 62 0,2 6-63 0,-1 6 57 16,3 3-53-16,3 6 39 0,-1 0-63 15,0 3 47-15,3 1-68 0,-1-2 56 0,3 2-52 0,-3-4 38 16,1 2-60-16,1-3 61 0,-1-1-69 0,-3-6 52 16,0-1-52-16,1-1 58 0,-3-3-57 0,-1-3 57 15,2-3-65-15,-6-3 64 0,3-1-61 0,-3-3 61 16,-1-1-58-16,1 0 56 0,1-1-48 0,-5-9 60 16,5 15-58-16,-5-15 56 0,2 9-59 0,-2-9 51 15,0 0-67-15,0 0 44 0,0 0-83 0,-10 3 43 16,10-3-90-16,-13-9 88 0,6 2-66 0,-3-1 84 15,2-1-75-15,-3 1 84 0,-1-1-71 0,-1 0 82 16,2 3-75-16,-3-1 94 0,1 1-68 0,-3 1 63 16,1 3-81-16,-2 2 84 0,0 1-82 0,-1 2 94 0,-5 6-90 15,3-1 90-15,2 3-71 0,-5 3 74 16,4 3-72-16,0-1 91 0,5 1-84 0,1 0 71 16,1 0-60-16,3 2 64 0,3-3-70 0,0 0 70 0,4-2-6 15,0 0 0-15,4-1-13 0,2-1-14 0,0 0 16 16,4-1-11-16,1-3-4 0,2-2 0 15,2 1-5-15,2-3-1 0,0-3-16 0,0 1-9 0,3-3-27 16,-1-1-132-16,2-1 6 0,-2 0-59 0,0-2-43 16,-1 1-52-16,-1 0-95 0,-2-2-55 0,-1 2-93 15,-4-3-464-15,1 3-637 0</inkml:trace>
  <inkml:trace contextRef="#ctx0" brushRef="#br0" timeOffset="5732.0926">12803 18559 391 0,'0'0'395'16,"0"0"-64"-16,0 0 10 0,0 0-60 0,0 0 9 15,0 0-25-15,0 0-21 0,0 0-58 0,0 0 24 16,0 0-55-16,0 0 25 0,0 0-42 0,0 0 18 15,0 0-47-15,0 0 22 0,0 0-36 0,0 0 12 16,0 0-40-16,0 0-11 0,0 0 23 0,0 0-46 16,0 0-6-16,0 0 4 0,0 0-4 0,0 0 0 0,0 0-3 15,0 0-2-15,11-4-7 0,-11 4-2 0,21-6 4 16,-8 1-12-16,3 0-16 0,1 0-31 0,4 0-39 16,0-1-7-16,0-1-63 0,0 1-43 15,1 0-44-15,0 0-37 0,-1 0-35 0,-3 0-74 0,-1 1-460 16,0 0-385-16</inkml:trace>
  <inkml:trace contextRef="#ctx0" brushRef="#br0" timeOffset="6365.3918">13259 18049 12 0,'-7'-15'754'0,"0"3"-155"0,-1-1-74 0,3 2-40 15,-4-1-73-15,6 2-16 0,-3 2-44 0,2-1-52 16,4 9-64-16,-7-12-45 0,7 12-50 0,-4-11-32 16,4 11-7-16,0 0 0 0,0 0-2 0,0 0-9 0,0 0-6 15,15 5-61-15,-8 4 97 0,4 2-83 16,0 5 76-16,2 0-74 0,-1 3 50 0,1 6-48 15,1 0 69-15,1 1-75 0,-1 1 55 0,-1 0-70 0,0-1 52 16,-1 1-69-16,-1 0 63 0,1-2-74 0,-3-5 61 16,-1 0-69-16,1-2 64 0,-3-2-61 0,0-3 56 15,0 1-66-15,-3-4 68 0,1-1-48 0,0 0 91 16,-4-9-35-16,6 14 35 0,-6-14-60 0,0 0 42 16,0 0-62-16,-6 11 40 0,6-11-53 15,-8-4 44-15,-1-2-58 0,-3-2 29 0,-1-2-63 0,-2-5 19 16,-6-4-60-16,-1-6 71 0,-3-1-75 0,1-4 53 15,1 1-74-15,-4-6 81 0,4-1-73 0,0-3 82 16,-3-7-64-16,6 4 62 0,-1 0-41 0,2 1 82 16,1-2-72-16,4 1 82 0,-2 2-80 0,3 1 15 15,3 1 13-15,-1 2 2 0,5 5 68 0,-1 3-69 16,4 3 69-16,-1 3-79 0,4 1 78 0,0 0-76 16,4 4 78-16,2-1-84 0,0 3 79 0,3 2-80 0,0 1 71 15,2 4-73-15,0-1 85 0,1 6-84 16,1 0 76-16,0 3-56 0,4 3 49 0,1 2-67 15,1 3 74-15,2 2-73 0,4 4 11 0,-3 2 52 16,3 1-49-16,-3 2 61 0,3 4-76 0,-5-3 73 0,0 1-85 16,-1 1 77-16,-2-2-80 0,1 1 79 0,-5-4-83 15,-1 0 78-15,-1-3-69 0,-4 0 81 0,-1-1-70 16,-4-2 75-16,2 1-69 0,-8-1 75 0,2 1-78 16,-6 1 72-16,-1-1-23 0,-5 1-23 0,-1-1-46 15,-4-1-19-15,2 0-54 0,-2-1-61 0,1 2-58 16,1-4-70-16,1 1-52 0,3-1-32 15,2 0-52-15,1 0-440 0,3 0-463 0</inkml:trace>
  <inkml:trace contextRef="#ctx0" brushRef="#br0" timeOffset="6765.5405">13595 18111 24 0,'0'0'840'0,"4"9"-223"0,-4-9-123 0,0 0-54 15,4 10-39-15,-4-10-17 0,0 0-45 0,4 8-64 16,-4-8-48-16,0 0-38 0,5 8-23 0,-5-8-36 16,8 5-22-16,-8-5-12 0,14 5-24 0,-14-5-6 15,20 5-21-15,-8-4-23 0,1-1-50 0,1 1-29 16,-1-1-37-16,-2-1-9 0,3 1 0 0,-1-2-23 16,1-2-20-16,1 2-2 0,-3-4 10 0,1 0 0 15,-4 0 12-15,0-1 15 0,-2-1 18 0,-3-1 28 0,1 2 14 16,-5 7 20-16,6-13 12 0,-6 13 29 15,0-13-5-15,0 13 4 0,-6-12 12 0,6 12 26 16,-9-6 7-16,9 6 1 0,-17-2 7 0,5 5 15 16,-2 0 2-16,1 2-6 0,-4 4-7 0,2-1 0 0,-1 4-2 15,1 1-2-15,2 2-6 0,-1 1-7 0,3 1-7 16,-1 0-7-16,3 1-7 0,3-1-2 0,1 0-59 16,1-3 66-16,1 2 5 0,3-2-22 0,0-1-5 15,3-1-6-15,1 1-19 0,3-1-27 0,2-4-22 16,2 2-48-16,0-3-27 0,2-1-47 0,3-2-29 15,0-1-8-15,2-2-27 0,0 1-46 0,0-2-64 16,0-1-80-16,0-1-219 0,0-1-167 0</inkml:trace>
  <inkml:trace contextRef="#ctx0" brushRef="#br0" timeOffset="7132.7072">13991 18189 632 0,'0'0'584'0,"-7"-15"-37"0,7 15 28 15,-8-16-36-15,8 16-49 0,-7-15-42 0,7 15-111 16,-7-14 33-16,7 14-112 0,-2-12 2 0,2 12-109 16,-3-11 20-16,3 11-83 0,5-8 35 0,-5 8-70 15,11-6 48-15,-11 6-68 0,16 1 46 0,-3 2-59 16,-2 0 50-16,3 3-70 0,0 1 56 0,1 4-55 16,1 1 42-16,-1 1-60 0,3 0 54 0,-5 2-57 15,2 0 58-15,-2-1-62 0,1 0 61 0,-4 0-59 0,0-1 63 16,1-1-67-16,-4-2 61 0,1 1-62 0,-3-4 64 15,2 0-62-15,-2 0 63 0,-5-7-60 0,6 12 63 16,-6-12-60-16,4 11 58 0,-4-11-59 0,0 0 55 16,-4 8-56-16,4-8 57 0,0 0-67 0,-13 0 61 15,13 0-61-15,-12-2 57 0,12 2-73 0,-13-8 41 16,6 1-77-16,0 1 48 0,1-1-83 0,1-1 60 16,5 8-95-16,-9-17 44 0,9 17-38 15,-7-18-42-15,7 18-34 0,0-16-41 0,0 16-31 0,7-19-51 16,-4 10-22-16,4 0-11 0,1-1-26 0,2 0-34 15,1 1-18-15,1 0-197 0,1 0-164 0</inkml:trace>
  <inkml:trace contextRef="#ctx0" brushRef="#br0" timeOffset="8400.4821">14481 18045 533 0,'0'0'524'16,"11"-10"-41"-16,-11 10-20 0,7-9-4 0,-7 9-19 0,2-10 17 15,-2 10-21-15,0 0-106 0,3-14 32 16,-3 14-108-16,0 0 31 0,-3-11-100 0,3 11 25 15,0 0-87-15,-8-6 23 0,8 6-73 0,-13 2 44 16,13-2-67-16,-17 6 44 0,8 1-60 0,0 2 43 0,0 2-52 16,0 0 51-16,0 4-60 0,2 0 51 15,1 0-61-15,-2 1 52 0,4 4-55 0,1-3 47 0,1 2-50 16,2-3 50-16,0 1-57 0,3 0 51 0,-1-2-52 16,5 1 49-16,-2-3-51 0,3 0 47 0,-1-1-48 15,5 0 45-15,-2-4-46 0,2 1 44 16,1-1-52-16,1-4 36 0,2 0-65 0,-1 0 36 15,-1-3-72-15,2-1 42 0,2-2-68 0,-3-1 50 0,3-1-91 16,-3-2 63-16,1-1-98 0,-2-1 77 0,-1-2 3 16,0 0 15-16,-3-1 20 0,1 2 14 0,-2-3 16 15,-2 0 3-15,0 1 9 0,-2 0 9 0,-2 1 9 16,0-1 12-16,-3 11 10 0,2-21 9 0,-2 21 1 16,0-17 10-16,0 17-9 0,-4-16 2 0,4 16 0 15,-4-14-4-15,4 14-74 0,-8-10 81 0,8 10-7 16,-9-8-2-16,9 8-73 0,0 0 84 0,-13-2-78 15,13 2 87-15,-10 6-84 0,10-6 84 0,-8 8-78 16,8-8 88-16,-3 14-87 0,3-14 87 0,-2 17-89 16,2-17 82-16,3 19-82 0,-1-9 81 0,2 0-76 0,1-2 78 15,2 3-85-15,0-2 75 0,-1-1-79 0,3 0 48 16,3 1-102-16,-4-4 42 0,1 1-15 16,1-2-6-16,-1 0-10 0,-9-4-4 0,17 6 5 0,-17-6-3 15,14 0-6-15,-14 0 10 0,15-3 17 0,-15 3 1 16,14-10 9-16,-7 2-2 0,-3 1 5 15,2-2 6-15,-1-2 14 0,-2 2 3 0,2-2 12 16,-1 1 20-16,-2-1 24 0,3 2 20 0,-5 9 25 0,4-17 17 16,-4 17 6-16,5-13 6 0,-5 13-1 0,5-12-13 15,-5 12-10-15,0 0-1 0,4-10 23 0,-4 10 32 16,0 0 0-16,0 0 2 0,0 0-87 16,13 0 83-16,-13 0-58 0,9 7 56 0,-9-7-65 0,9 13 51 15,-2-6-71-15,-1 2 56 0,2 0-59 0,-2 2 46 16,2-3-69-16,0 3 52 0,-2-3-72 0,3 1 61 15,-2-1-67-15,-7-8 60 0,11 13-65 0,-4-6 62 16,-7-7-67-16,9 11 54 0,-9-11-65 0,9 11 64 16,-9-11-54-16,8 6 56 0,-8-6-68 0,0 0 53 15,12 2-69-15,-12-2 58 0,0 0-85 0,7-12 60 0,-7 12-103 16,6-16 79-16,-3 7-86 0,-1-3 68 16,0 2 8-16,1-2 4 0,-1 2 6 0,0-2 11 15,0 0 9-15,-1 2 6 0,1 0 2 0,-2 10 13 16,2-17-2-16,-2 17 12 0,2-14 6 0,-2 14-2 0,2-11-8 15,-2 11-2-15,0 0 9 0,0 0 17 0,4-8 43 16,-4 8-77-16,0 0 82 0,8 9-83 16,-8-9 98-16,9 14-81 0,-5-6 68 0,2 1-80 0,1 2 75 15,0 1-75-15,1 0 68 0,2-1-63 0,-1 1 59 16,5 1-65-16,-1-1 69 0,4-1-69 16,-2-1 61-16,-1-2-70 0,1 0 70 0,-1-1-74 15,0-2 65-15,1-1-66 0,-3-1 62 0,-12-3-61 0,22 1 59 16,-22-1-52-16,19-3 40 0,-19 3-96 0,15-9 71 15,-10-1-78-15,-2 2 66 0,-2-6-80 0,0 0 97 16,-2-4-84-16,-2-6 75 0,-3-4-78 0,-1-3 91 16,-3-7-75-16,-1 0 84 0,0-5-74 0,-3 3 84 15,1-3-68-15,-1 1 86 0,1 2-41 0,-1 1 41 16,1 4 14-16,4 5 22 0,-2 3 4 0,3 4 35 16,0 4 16-16,3 5-20 0,-2-1-23 0,2 2-26 15,1 4-16-15,4 9 1 0,-3-12 23 0,3 12 6 16,0 0 23-16,0 0 20 0,5 15 5 0,0-2 1 15,4 6 9-15,2 8 10 0,3 6-10 0,2 6-10 0,4 2-7 16,4 7-25-16,1 1-17 0,2 2-14 16,-4 1-19-16,2-3-5 0,-5-9-12 0,-2 2-11 15,-1-4 0-15,0-1-22 0,-5-4-5 0,-7-5-29 0,6-1 19 16,-5-7-12-16,-3-2 20 0,1-1-21 0,-2-2 21 16,-2-3-9-16,0-12 4 0,-2 20-6 15,-2-10-18-15,4-10-1 0,-11 10-23 0,11-10-2 16,-15 0-64-16,6-3 3 0,-3-4-66 0,1-2 47 0,-3-3-90 15,-2-3 56-15,3-3-40 0,-3-3 84 0,3 0-49 16,0-1 102-16,2 3-52 0,1 0 91 0,-1 2-41 16,6 3 83-16,-1 1-29 0,1 1 88 0,0 1-53 15,2 1 60-15,3 10-41 0,0-18 72 0,4 8-19 16,2 2 58-16,2 0-27 0,5-1 49 0,0 2-50 16,4 0 25-16,2-1-34 0,2 2 18 0,4-2-30 15,0 2 20-15,0 1-35 0,2-1 4 0,-2 2-31 16,1 1 3-16,-2-1-19 0,-4 0 10 0,0 2-32 15,-3-1 5-15,-1 0-81 0,-3 1-41 0,-2-1-137 16,-11 3-48-16,22-2-217 0,-22 2-232 0,11-5-201 16,-11 5-581-16,0 0-1156 0</inkml:trace>
  <inkml:trace contextRef="#ctx0" brushRef="#br0" timeOffset="12020.6654">17402 5916 35 0,'0'0'396'16,"17"1"-100"-16,-17-1-81 0,20-2-32 0,-7 1-33 0,1-2-14 15,4 2-25-15,1-3 18 0,6 1-32 0,3-3 30 16,6 0-42-16,9-1 36 0,4-2-54 0,9 1 35 16,15-2-62-16,11 0 30 0,7 1-49 0,11 0 49 15,27-3-57-15,10 2 39 0,9 1-54 0,8 2 29 16,3 1-46-16,4 1 40 0,2 2-48 0,0-1 33 16,0 3-36-16,-5-3 37 0,-5 3-32 0,-6-2 43 15,-2 2-65-15,-5-2 65 0,-7 2-39 0,-25-1 41 16,-4 1-40-16,-4-1 40 0,-5 0-37 0,-5-1 35 15,-6 1-45-15,-6 1 46 0,-15-1-36 0,-4 0 42 16,-5 0-34-16,-3 0 44 0,-11 0-37 0,-1 0 35 16,-4 0-36-16,-5 0 41 0,0 0-40 0,-3 1 35 15,-1-1-47-15,-4 0 48 0,-2 1-50 0,0-1 46 16,-1 0-44-16,-2 1 40 0,-2 1-43 0,-2-1 44 16,-13 1-45-16,22-3 35 0,-22 3-32 0,17-2 40 0,-17 2-50 15,16-1 36-15,-16 1-49 0,12-1 33 0,-12 1-52 16,0 0 31-16,17 0-43 0,-17 0 4 15,0 0-37-15,13-2-4 0,-13 2-22 0,0 0-29 16,13-1-42-16,-13 1-77 0,0 0-169 0,12-3 82 0</inkml:trace>
  <inkml:trace contextRef="#ctx0" brushRef="#br0" timeOffset="15741.6424">16273 17606 391 0,'-5'-7'401'0,"5"7"-59"16,-9-12-58-16,9 12-44 0,-8-8-34 0,8 8-24 15,-8-12-7-15,8 12 17 0,-6-11-8 16,6 11-3-16,-6-8-6 0,6 8-12 0,-6-8-12 16,6 8-13-16,0 0-12 0,-7-10-12 0,7 10-12 0,0 0-8 15,-7-7-13-15,7 7 36 0,0 0-73 16,0 0-10-16,-6-6 44 0,6 6-66 0,0 0-2 15,0 0-3-15,0 0 1 0,0 0 4 0,0 0 3 0,0 0 4 16,0 0 5-16,0 0 7 0,0 0-4 0,0 0-1 16,7 7 6-16,-7-7 1 0,11 5-3 0,-11-5-4 15,15 5 10-15,-3-2-3 0,0-1-2 0,6 2 0 16,0 0 54-16,5-1-74 0,1 2 53 0,3 1-67 16,5 0 58-16,0 0-70 0,3 0 69 0,1-1-76 15,1 2 64-15,6 0-68 0,-1 1 56 0,-1 0-76 16,-5 0 53-16,2-1-73 0,-3 0 46 0,-1-1-74 15,-1 2 60-15,-1 0-52 0,-3-1 51 0,-3-1-9 16,-3 0-1-16,-1 0 3 0,-4-1 4 0,-3-1 5 16,1 1 9-16,-3-1 1 0,-2-1 8 0,-1-1 8 15,-10-2 8-15,17 8 25 0,-17-8 24 0,7 9 4 16,-7-9 6-16,2 11 2 0,-2-11-53 0,-7 15 71 16,0-5-61-16,0 1 72 0,-3 2-68 0,-4 2 80 15,0 1-74-15,-5 4 81 0,0 0-83 0,-6 5 81 0,-1 0-83 16,-1 0 82-16,-1 0-79 0,0 1 79 0,-1 0-87 15,-1 1 69-15,-1 1-80 0,1-1 68 16,2-2-79-16,-2 1 71 0,3-2-71 0,1 0 57 16,5-6-47-16,3 0-16 0,2-4 68 0,2-3-78 0,1-1 63 15,3 0-55-15,1-2 65 0,0-1-74 0,2-1 10 16,7-6 1-16,-12 10 0 0,12-10-13 0,-10 7 53 16,10-7-117-16,0 0 47 0,-9 5-84 0,9-5 41 15,0 0-129-15,0 0 27 0,0 0-62 0,0 0-53 16,1-13-91-16,-1 13-57 0,4-7-28 0,-4 7-89 15,7-10-278-15,-7 10-384 0</inkml:trace>
  <inkml:trace contextRef="#ctx0" brushRef="#br0" timeOffset="16202.7159">17273 18046 82 0,'0'0'564'0,"0"0"-119"15,0 0-48-15,5-9-27 0,-5 9-32 16,0 0-45-16,0 0-51 0,0 0-38 0,0 0-31 0,0 0-12 15,0 0-4-15,0 0-3 0,-9 5-16 0,9-5-15 16,-10 14-8-16,4-5 11 0,-1 2 3 16,-2 3 13-16,-2 4-10 0,-4 3-57 0,-1 4 78 15,-2 4-70-15,-3 0 57 0,-1 3-87 0,-2 1 88 0,0 1-83 16,-2 0 95-16,-2 0-90 0,2-1 59 0,-1 1-5 16,0 0-7-16,3-2-4 0,-1-2-3 0,0-2-5 15,4 0-6-15,3-3 3 0,1-4-16 0,1-2-11 16,2-2-7-16,1-1-9 0,4-4-16 0,-3 0-2 15,4-2-4-15,0 0-12 0,1-2-1 0,2-1-2 16,5-7-7-16,-11 12 2 0,11-12-3 0,-7 10-4 16,7-10-12-16,-8 8-17 0,8-8-20 0,0 0-23 15,-7 9-40-15,7-9-45 0,0 0-70 0,0 0-56 16,0 0-45-16,0 0-83 0,0 0-25 0,1-14-74 16,-1 14-64-16,10-16-45 0,-3 4-297 0,1 0-481 0</inkml:trace>
  <inkml:trace contextRef="#ctx0" brushRef="#br0" timeOffset="16920.8741">17420 17523 194 0,'-7'-9'401'16,"7"9"-68"-16,-7-12-10 0,7 12-39 0,-7-10-28 15,7 10 52-15,-7-11-49 0,7 11 18 0,-8-8-15 16,8 8-55-16,-6-8 43 0,6 8-85 0,-6-7 20 15,6 7-73-15,-6-7 59 0,6 7-71 0,0 0 58 16,-8-8-76-16,8 8 49 0,0 0-71 0,0 0 69 16,-9-7-71-16,9 7 61 0,0 0-84 0,0 0 72 15,-7-6-86-15,7 6 63 0,0 0-80 0,0 0 63 16,0 0-78-16,0 0 82 0,0 0-65 0,0 0 74 16,13-3-80-16,-13 3 76 0,21 2-80 0,-6-1 73 15,4-1-78-15,3 0 65 0,2 0-79 0,4 0 74 0,3 0-79 16,0-1 77-16,6 1-102 0,0-3 58 0,2 2-97 15,1-1 46-15,-2 1-73 0,-1-3 54 0,-1 3-54 16,-6-1 80-16,-1-1-52 0,-2 2 80 16,-4-1-58-16,-4 1 76 0,-1-1-52 0,-2 1 92 0,-3 1-30 15,-1-1 86-15,0-2-83 0,-12 3 76 0,17-3-69 16,-17 3 77-16,15-1-76 0,-15 1 77 0,13-3-78 16,-13 3 61-16,0 0-84 0,15-2 41 0,-15 2-50 15,0 0 64-15,0 0-78 0,0 0 79 0,13 5-70 16,-13-5 75-16,0 0-65 0,-2 16 13 0,-1-5 22 15,1 1 35-15,-2 3 8 0,0 5 6 0,-3 1 19 16,1 4 11-16,-1 3 29 0,0 3-45 0,0 3 31 16,-3 4-43-16,0 1 28 0,3 0-39 0,0-5 38 15,2-2-46-15,-1 3 31 0,1-3-48 0,2 1 25 16,0-2-39-16,0-5 18 0,0 2-45 0,0-4 33 16,2 2-33-16,-1-3 23 0,2-3-32 0,-1-1 21 15,1-2-26-15,0-5 29 0,-1 1-35 0,1 0 32 16,0-13-29-16,-1 22 14 0,1-22 9 0,0 17-15 0,0-17 24 15,-1 15-34-15,1-15 6 0,0 0-68 16,-4 13 3-16,4-13-98 0,0 0-1 0,-8 7-123 16,8-7 3-16,0 0-165 0,-11-5-23 0,11 5-66 15,-6-9-22-15,6 9-45 0,-6-13-59 0,6 13-296 0,-3-19-553 16</inkml:trace>
  <inkml:trace contextRef="#ctx0" brushRef="#br0" timeOffset="17238.1084">17837 17881 227 0,'0'0'432'0,"-13"-2"-72"16,13 2-10-16,0 0 2 0,-16 0 2 0,16 0-29 15,0 0-43-15,-14-3-28 0,14 3-31 0,0 0-17 16,0 0-41-16,-13-2-23 0,13 2-22 0,0 0-18 15,0 0 1-15,0 0 14 0,0 0 25 0,0 0 1 16,8-6-16-16,-8 6-82 0,19-6 63 0,-4 3-79 16,2-1 59-16,2-1-80 0,4 0 62 0,0 0-78 15,2 0 64-15,1-1-76 0,1 0 65 0,1 1-85 16,2-1 34-16,-3 0-53 0,-1 1-44 0,-2 1-35 16,0-1-23-16,-5 0-42 0,-3 3-49 0,0-2-8 0,-3 2-10 15,-1 0-36-15,-12 2-66 0,18-4-80 16,-18 4-288-16,14-6-244 0</inkml:trace>
  <inkml:trace contextRef="#ctx0" brushRef="#br0" timeOffset="17987.0225">18939 17388 115 0,'8'-5'595'0,"0"1"-138"16,-8 4 12-16,14-9-2 0,-14 9-28 0,14-8-29 16,-14 8-92-16,12-7 31 0,-12 7-102 0,11-6 41 15,-11 6-90-15,9-6 48 0,-9 6-86 0,0 0 63 16,13-6-91-16,-13 6 56 0,0 0-71 0,8-4 49 15,-8 4-71-15,0 0 42 0,0 0-67 0,0 0 41 16,0 0-79-16,0 0 49 0,0 0-64 0,0 0 46 16,-13-3-65-16,13 3 52 0,-23 3-69 0,6 0 54 15,1 0-75-15,-4 0 0 0,1 1-6 0,0 0 2 16,-1 0 2-16,3 0-9 0,-1 0-4 0,0 1 2 16,1-1 4-16,2 1 4 0,-1 0 4 0,2 1 7 15,0 0 1-15,1 1 1 0,1 1 7 0,2 0 4 0,-1 2 9 16,1 0-8-16,0 1 19 0,2 0-13 0,-1 3 6 15,2 0 2-15,1 1 7 0,-1 3-4 16,0 0 71-16,1 1-77 0,1 1 77 0,0 1-72 0,1-1 69 16,3-1-53-16,-3-1 51 0,2 0-63 0,1-1 58 15,-1 0-66-15,1 0 61 0,0-2-65 0,-1-1 62 16,2 0-65-16,2-1 55 0,-2-3-65 16,0-10 62-16,2 22-61 0,-2-22 59 0,2 15-58 0,-2-15 59 15,4 13-57-15,-4-13 57 0,7 9-61 0,-7-9 63 16,0 0-49-16,13 2 30 0,-13-2-82 0,15-5 35 15,-6 1-77-15,1-2 67 0,1 0-79 0,2-2 81 16,-1 0-63-16,1 1 93 0,1 1-78 0,-1-1 87 16,0 1-71-16,1 2 79 0,0 0-70 0,1-2 82 15,-3 4-76-15,2 0 77 0,-1 1-69 0,2 1 78 16,-2 0-68-16,0 3 94 0,2 0-71 0,-1 3 87 16,1 0-46-16,-1 0 83 0,4 4-67 0,-3 0 79 15,0 2-58-15,-1 1 56 0,-1 1-46 0,-1-1 47 16,0 2-46-16,-4-2 47 0,0 1-50 0,-1 0 45 0,-2 0-38 15,0 1 36-15,-2-2-26 0,-2 1 22 16,-2-1-28-16,-1 2 25 0,-6-2-34 0,-1 3 22 16,-3-1-27-16,-4-1 0 0,-7 0-22 0,-1 2 9 0,-5-3-31 15,-9 2 15-15,0-4-26 0,-3 2 15 0,-3-2-23 16,1-1 13-16,-1-1-25 0,0-2 13 16,8-1-42-16,5 2-14 0,4-4-97 0,3-1-13 15,5 0-117-15,0-2 19 0,6 1-196 0,13-2-67 0,-24-2-76 16,24 2-26-16,-19-5-67 0,19 5-544 0,-11-10-839 15</inkml:trace>
  <inkml:trace contextRef="#ctx0" brushRef="#br0" timeOffset="20470.756">20166 17814 21 0,'-5'-12'414'0,"-1"2"-41"16,3-1-21-16,-1 2-47 0,0-2-21 0,1 1 63 0,-1 0-71 16,0 0 40-16,1 2-57 0,3 8 49 0,-5-17-75 15,5 17 36-15,-5-13-102 0,5 13 35 16,-3-10-100-16,3 10 43 0,0 0-85 0,-4-10 85 0,4 10-67 16,0 0 87-16,0 0-68 0,0 0 70 0,3 14-87 15,-1-4 81-15,-1 2-72 0,0 5 68 0,-1 1-72 16,0 3 47-16,-1 3-67 0,0 2 48 0,-2 1-73 15,0-1 44-15,0 1-66 0,0-1 52 0,-1 1-67 16,2-2 55-16,-2 0-63 0,0-2 55 0,0-1-60 16,2-3 51-16,-1-2-53 0,1-1 50 0,0-1-54 15,0-2 57-15,0-2-58 0,0-1 53 0,2-10-53 16,-3 18 60-16,3-18-58 0,-2 14 45 0,2-14-39 16,0 0 44-16,-6 9-58 0,6-9 46 0,0 0-81 15,-7-6 24-15,7 6-79 0,-5-17 51 0,4 5-90 16,-1-4 63-16,0-2-93 0,2-6 89 0,-1-2-87 15,2-3 71-15,0-4-2 0,1-3 4 0,0 1-23 16,1-1 62-16,0 0-39 0,0 1 73 0,3 1-44 16,-1 1 71-16,0 3-56 0,1-1 63 0,1 4-51 0,-2 5 61 15,3 2-57-15,-1-1 63 0,1 4-57 16,-1 3 57-16,2 2-57 0,-1 2 60 0,0 3-47 16,2 1 70-16,-10 6-52 0,19-3 68 0,-9 6-53 0,4 3 16 15,-2 2 86-15,2 5-63 0,0 4 69 0,2 3-78 16,-5 5 86-16,7 6-78 0,-3 1 83 0,1 3-93 15,-1-3 43-15,1 4-58 0,-2-3 73 16,0 1-93-16,-3-5 71 0,0-1-99 0,0 0 95 0,-1-3-87 16,-1 0 78-16,0-1-75 0,-1-4 66 0,0 0-79 15,0 0 68-15,0-3-91 0,-2-3 40 0,0-1-135 16,-1 0 18-16,0-3-64 0,-1 0-49 0,-4-10-18 16,8 16-34-16,-8-16-64 0,6 10-62 0,-6-10-64 15,0 0-453-15,0 0-515 0</inkml:trace>
  <inkml:trace contextRef="#ctx0" brushRef="#br0" timeOffset="20670.854">20181 18062 87 0,'-12'-3'547'0,"3"-1"-118"0,9 4-3 0,-17-6-3 16,17 6-8-16,-12-6-32 0,12 6-23 15,-11-6-23-15,11 6-39 0,-9-4-36 0,9 4-43 16,0 0-43-16,-7-10-35 0,7 10-37 0,0 0-19 15,6-11-19-15,-6 11-11 0,13-8-12 0,-2 3-6 16,3 0-20-16,1 1-66 0,2 0-52 0,2-1-54 16,2 3-68-16,3-1-86 0,0 1-71 0,-1 1-62 15,0 1-93-15,0 0-321 0,-1-1-403 0</inkml:trace>
  <inkml:trace contextRef="#ctx0" brushRef="#br0" timeOffset="21355.4264">20667 17906 449 0,'0'0'613'0,"-3"-19"-61"16,3 19-8-16,-5-20-42 0,3 11-13 0,-1-1-81 15,3 10 67-15,-6-18-105 0,6 18-6 0,-5-13-120 16,5 13 6-16,-3-12-108 0,3 12 28 0,0 0-72 16,0 0 65-16,0 0-55 0,0 0 38 0,0 13-60 15,3-2 42-15,-1-1-50 0,2 5 31 0,1 0-32 16,0 2 28-16,1 2-52 0,1 0 27 0,0 0-52 15,2 0 30-15,-1 2-47 0,0-2 31 0,2 0-42 16,-3-2 36-16,0-1-44 0,-1-2 38 0,0 1-41 16,1-2 35-16,-2-3-37 0,0 1 34 0,-2-2-37 15,1 0 33-15,-4-9-39 0,6 13 45 0,-6-13-41 16,6 10 36-16,-6-10-46 0,0 0 30 0,0 0-59 0,0 0 29 16,0 0-61-16,0 0 32 0,0 0-72 0,-6-13 22 15,4 4-54-15,-1-2 67 0,0-2-80 16,-1-1 93-16,1-3-59 0,0-1 95 0,-1 0-73 15,0-4 95-15,-1 0-67 0,0 2 92 0,1 2-74 0,1 2 85 16,-1-7-71-16,0 8 88 0,1-1-63 0,0 3 72 16,-1 0-59-16,2 4 85 0,0-1-80 0,2 10 72 15,-3-18-89-15,3 18 75 0,-3-12-82 0,3 12 79 16,0 0-72-16,0 0 80 0,5-7-68 0,-5 7 64 16,8 7-66-16,-8-7 76 0,12 15-64 0,-5-6 68 15,1 3-49-15,1 1 44 0,1 1-60 0,1 2 62 16,1-1-66-16,1 0 55 0,1 0-56 0,-1-1 54 15,3 1-56-15,0-2 51 0,2 1-62 0,0-3 60 16,2-1-68-16,1 0 45 0,0-2-73 0,0 0 46 16,0-2-105-16,-4-1 79 0,2 0-97 0,-4-2 85 15,-1 0-1-15,-2-2-5 0,-12-1-3 0,23 0-8 16,-23 0-5-16,21-4 7 0,-12 1 23 0,-2-3-1 16,-1-1 9-16,1 0 11 0,-3-4 1 0,-1-1 17 15,0-1-2-15,-2-1 34 0,-1-3 11 0,-1-1-52 0,-1-1 110 16,-1-1-66-16,-1-2 93 0,-3 1-41 15,2 1 79-15,-1-3-43 0,-1 4-2 0,0 0-5 16,-1 2 2-16,1 2 5 0,-1 1-12 0,1 0-16 0,-1 1-19 16,2 1-7-16,1 2-19 0,-1 1-10 0,2 1-7 15,4 8-8-15,-8-14-16 0,8 14-40 16,-7-11-30-16,7 11-25 0,0 0-54 0,-6-5-57 0,6 5-11 16,0 0-85-16,0 0 16 0,0 0-45 0,1 11-66 15,-1-11-54-15,7 15-51 0,-2-6-60 0,2-1-331 16,0 3-452-16</inkml:trace>
  <inkml:trace contextRef="#ctx0" brushRef="#br0" timeOffset="21955.6511">21295 17842 553 0,'-1'-12'555'16,"1"12"-45"-16,0 0-8 0,0 0-28 0,-1-12-51 15,1 12-56-15,0 0-61 0,0 0-117 0,0 0 30 16,0 0-72-16,0 0 86 0,0 0-66 0,0 0 84 16,7 7-87-16,-7-7 50 0,5 17-58 0,-1-5 60 15,-1 1-62-15,1 1 23 0,1 3-53 0,-1-2 31 16,1 3-68-16,-2-1 20 0,3 3-54 0,-2-2 28 16,-1 2-53-16,1 3 35 0,0-3-51 0,1-2 33 15,0 0-48-15,-2-2 43 0,1 0-46 0,-1-3 40 0,0 1-47 16,-1-2 29-16,0-1-26 0,-2-11 43 0,4 17-38 15,-4-17 40-15,3 14-39 0,-3-14 48 0,3 11-44 16,-3-11 38-16,0 0-45 0,0 0 40 16,0 0-43-16,0 0 34 0,0 0-38 0,0 0 41 0,-15-4-46 15,10-3 40-15,-1-4-59 0,0 0 13 0,-1-3-63 16,-1 0 45-16,1-5-73 0,0-2 59 0,0 0-47 16,0-2 65-16,2 1-45 0,-1-2 68 0,2 1-50 15,-2 1 63-15,3 0-51 0,1 2 61 0,-1 1-55 16,2 1 63-16,0 0-53 0,2 1 56 15,-1 1-56-15,2 0 59 0,0 1-61 0,3 2 64 16,0 1-66-16,-1 2 60 0,2 0-44 0,0 2 47 0,1 0-59 16,3 3 61-16,0 1-62 0,0 2 66 0,3 0-63 15,0 6 64-15,3 0-54 0,0 2 58 0,3 4-48 16,0 1 72-16,2 3-43 0,1 3 59 0,-3-1-37 16,2 3 51-16,-2 0-41 0,-1 2 53 0,-1-1-44 15,-1 0 36-15,-3-2-47 0,-1 1 45 0,0 1-41 16,-2-3 32-16,-1 2-40 0,0 0 43 0,-3-1-38 0,-1 0 35 15,-2-2-34-15,0-1 16 0,-3-1-28 16,-1 0 12-16,-1 2-25 0,-3-2 31 0,-1-1-42 16,-3 1 32-16,0-2-41 0,-3 4 32 0,-4-5-34 15,-1 0 20-15,-2-2-52 0,-1-1-42 0,3-3-101 0,-2 1-17 16,2-3-159-16,0 0-65 0,3-2-142 0,-1-1-121 16,3-1-150-16,1-4-494 0,3-1-928 0</inkml:trace>
  <inkml:trace contextRef="#ctx0" brushRef="#br0" timeOffset="23538.5574">22729 17671 365 0,'5'-12'502'16,"-5"12"-24"-16,3-10-88 0,-3 10 23 0,3-10 29 16,-3 10-93-16,3-9 24 0,-3 9-112 0,0 0-47 15,5-10 14-15,-5 10-100 0,0 0 54 0,0 0-72 16,0 0 70-16,0 0-75 0,6 11 73 0,-6-11-78 15,-2 27 75-15,0-9-65 0,-2 5 47 0,-2 2-74 16,-2 6 52-16,1 1-69 0,-2 5 52 16,-2 1-70-16,2 1 37 0,-1 0-40 0,-2 0 57 0,2-1-58 15,0-1 48-15,0-6-53 0,2-1 42 0,1-1-51 16,0-5 63-16,1 0-38 0,0-3 36 0,1-1-51 16,0-4 28-16,1-1-44 0,0 0 39 0,0-5-28 15,2 1 35-15,-1-1-37 0,3-10 39 0,-5 15-23 0,5-15 28 16,-4 10-47-16,4-10 20 0,0 0-40 15,0 0 27-15,0 0-42 0,-10-4 4 0,10 4-63 16,-6-17 11-16,3 7-83 0,0-7 26 0,1-1-55 16,-2-3 58-16,2-3-64 0,-1-2 48 0,2-2-55 15,0-5 66-15,1-2-71 0,-1 0 92 0,1-2-68 16,1-1 88-16,1-6-61 0,0 0 80 0,1 2-62 16,2 0 81-16,1 1-63 0,3-1 69 0,1 4-54 0,1 1 70 15,1 2-56-15,0 6 72 0,1 4-63 0,1 0 69 16,0 2-62-16,2 3 70 0,0 5-63 0,-2 2 74 15,3 3-53-15,-2 4 76 0,1 1-51 0,-2 5 95 16,2 3-65-16,-1 3 68 0,2 2-63 0,0 5 33 16,0 2-4-16,-1 6 24 0,1 1 16 0,-3 4 63 15,2 6-69-15,-3 2 55 0,1 2-57 0,-3 1 62 16,-1 0-59-16,1 1 30 0,-2-1-47 0,0 0 25 16,-2-6-52-16,1 0 31 0,-2 1-47 0,3-3 32 15,-2 2-43-15,1-1 23 0,2-4-41 0,-3 0 33 16,2-4-41-16,-3-1 33 0,2-3-45 0,-3-3 37 15,1-2-42-15,0 1 22 0,-1-5-80 0,-1 2 16 16,0-4-80-16,-4-7 36 0,7 15-112 0,-7-15-22 16,0 0-158-16,7 9-22 0,-7-9-81 0,0 0-44 15,0 0-99-15,0 0-557 0,-3-11-803 0</inkml:trace>
  <inkml:trace contextRef="#ctx0" brushRef="#br0" timeOffset="23771.8607">22801 18037 582 0,'-11'-6'490'15,"1"4"-27"-15,10 2-41 0,-17-8-11 0,17 8-38 16,-13-7-30-16,13 7-48 0,-11-5-52 16,11 5-54-16,-9-4-38 0,9 4-26 0,0 0-31 0,0 0-18 15,0 0-14-15,7-11-12 0,-7 11-16 0,20-3-22 16,-7 0-29-16,4 1-27 0,0 0-40 15,3-1-44-15,-1 2-31 0,1-2-59 0,1 1-42 0,0 1-23 16,-1 0-50-16,1-2-75 0,-1 1-378 0,-1 1-308 16</inkml:trace>
  <inkml:trace contextRef="#ctx0" brushRef="#br0" timeOffset="24815.872">23509 17738 46 0,'0'0'325'0,"0"0"-83"0,0 0-52 16,0 0-38-16,2-11-31 0,-2 11-29 0,0 0-22 15,0 0-18-15,0 0-21 0,0 0-47 0,0 0-37 16,0 0-36-16,0 0-43 0,0 0-29 0,0 0-112 16,0 0 84-16</inkml:trace>
  <inkml:trace contextRef="#ctx0" brushRef="#br0" timeOffset="25873.5491">23525 17764 187 0,'0'0'398'0,"0"0"-70"0,0 0-42 0,5-9-33 0,-5 9-35 15,0 0-27-15,0 0-5 0,2-11-34 0,-2 11-19 16,0 0-19-16,0 0-1 0,0-13-6 16,0 13 6-16,0 0-16 0,0 0-15 0,-3-8-8 0,3 8 6 15,0 0 13-15,-9-6 2 0,9 6 7 0,0 0-10 16,-16-2-2-16,16 2 4 0,-15 3-5 15,5 1 4-15,-1 0 5 0,-1 1-7 0,0 3 10 0,-1 1-2 16,0-1-6-16,1 1-4 0,0 0-10 0,0 3-4 16,2-3-6-16,1 2-8 0,0 0-7 0,1 1-7 15,3-3-7-15,1 1-3 0,1 0-3 0,3-10-9 16,-2 17-2-16,2-17-4 0,5 17-3 0,1-10-11 16,0-1-20-16,2 0-31 0,2 0-33 0,-1-3-1 15,2 1-2-15,1 1-13 0,-1-4 8 0,-11-1 2 16,22 3 18-16,-22-3 9 0,18-2 15 0,-18 2 27 15,19-4-13-15,-19 4 4 0,15-9 12 0,-9 3 20 16,0-2 14-16,-2-2 8 0,0 0 11 0,0-1-1 16,-2-1 6-16,-1 0 19 0,1 0 11 0,0 0 29 15,-2 12-60-15,0-21 109 0,0 21-80 0,0-18 81 16,0 18-93-16,0-14 59 0,0 14-99 0,0 0 73 16,0-16-86-16,0 16 57 0,0 0-70 0,0 0 86 15,0 0-69-15,7 14 72 0,-2-3-59 0,0 2 54 16,3 5-34-16,2 3 51 0,2 4-50 0,3 0 57 0,2 6-76 15,2 0 46-15,1 3-58 0,0 1 50 0,1-1-59 16,-2-2 45-16,1 0-57 0,-1 1 47 16,-3-1-55-16,1 0 60 0,-4-4-66 0,-1-3 61 0,0 2-61 15,-2-2 59-15,-3-3-59 0,2-2 52 0,-4-1 4 16,-2-2-17-16,-1-1 0 0,-2-2-7 0,0-2 2 16,-2 0-3-16,-1-2 2 0,-1 1-5 0,-2-3-6 15,-1-2 2-15,-2 0-4 0,-1-1 0 0,-2-2-1 16,-2-1-20-16,-2-3-11 0,-2-1-14 0,-1-4-13 15,-2-1-69-15,0 0 75 0,1-3-76 0,0 0 52 16,3-3-95-16,0-1 60 0,3-1-73 0,0 1 80 16,4-3 3-16,1 0 0 0,2 1 1 0,2-1-1 15,3 0-16-15,1 1 7 0,2-2-2 0,4 0 3 16,0-2-6-16,4 0 18 0,3-3-26 0,3 1 2 16,1 0 12-16,3 0 14 0,1 2 12 0,0 0 9 15,2 2 14-15,0-1-1 0,-1 2 13 0,2 1 5 16,0-2 7-16,-2 1 9 0,-1 1 5 0,1-1 12 15,-2 1 4-15,-5 1 11 0,0 1 35 0,-1-1 28 16,-1 0 2-16,1-1 6 0,-6 3 18 0,0 1 25 16,-1-1-16-16,-2 0-14 0,0 4 2 0,-2-3 0 15,-2 12-12-15,1-18-69 0,-1 18 55 0,-7-16-59 0,7 16 58 16,-10-12-63-16,10 12 69 0,-13-4-55 0,13 4 61 16,-19 2-63-16,8 2 87 0,0 3-59 15,0 2 97-15,-1 6-59 0,-1-1 90 0,3 3-90 16,0 2 62-16,0 0-71 0,4 0 69 0,-1 1-59 0,3 2 50 15,1-2-60-15,1-1 17 0,3 0-25 0,1 0 70 16,3 0-50-16,2 1 59 0,4-2-51 16,4-1 25-16,1-3-33 0,6 0 24 0,2-1-51 0,2-3 28 15,3-1-50-15,-4-4 30 0,1-1-48 0,1 0 35 16,-1-1-39-16,-3-2 27 0,0-1-43 0,-3 0 35 16,-1-1-56-16,-1-2 13 0,-2 1-74 0,-3 0 14 15,-1-1-57-15,-2 0-4 0,-10 3-131 0,16-7 10 16,-16 7-70-16,7-7-68 0,-7 7-50 0,0 0-81 15,0 0-96-15,-3-10-556 0,3 10-789 0</inkml:trace>
  <inkml:trace contextRef="#ctx0" brushRef="#br0" timeOffset="28024.2774">25125 17458 108 0,'9'-4'493'16,"-1"0"-105"-16,-8 4-31 0,14-7-44 0,-14 7 74 0,9-6-16 15,-9 6-40-15,7-6-30 0,-7 6-76 0,0 0 40 16,10-7-80-16,-10 7 35 0,0 0-96 0,0 0 33 16,0 0-85-16,0 0 53 0,0 0-62 0,0 0 66 15,-9 10-75-15,1 0 52 0,-3 1-76 0,-5 4 74 16,-2 4-70-16,-2 1 74 0,-5 5-84 0,0 2 57 15,-1 0-81-15,-1 3 71 0,-4 2-77 0,1 1 82 16,-5 4-87-16,4-5 79 0,1-1-91 0,2-1 78 16,0 0-83-16,4 0 80 0,-2-3-82 0,3 0 89 15,1-2-83-15,3-3 73 0,9-3-64 0,-8 0 82 16,5-1-87-16,1-3 80 0,3-4-73 0,0 3 68 16,1-1-82-16,1-1 84 0,1-1-70 0,1 0 81 15,2-2-48-15,3-9 55 0,-5 16-56 0,5-16 76 16,1 13-38-16,-1-13 60 0,7 10-58 0,-7-10 46 15,13 8-59-15,-1-6 34 0,0 0-40 0,4-2 41 16,2 0-50-16,3-1 35 0,5-1-50 0,2 0 45 16,1-2-50-16,6 0 33 0,0 1-47 0,0 0 41 15,1-1-41-15,-1-2 33 0,1 1-47 0,-2 1 46 16,-4 1-44-16,-4-2 41 0,1 3-44 0,-2-3 41 0,-6 3-42 16,0-1 43-16,-2 1-39 0,-2-1 39 15,-2 1-43-15,-2 1 40 0,-11 1-39 0,21-3 34 16,-21 3-55-16,15-2 28 0,-15 2-79 0,14-2 34 0,-14 2-87 15,11-4 24-15,-11 4-120 0,0 0 2 16,11-4-76-16,-11 4-69 0,0 0-68 0,0 0-26 0,0 0-35 16,0 0-56-16,0 0-425 0,0 0-591 15</inkml:trace>
  <inkml:trace contextRef="#ctx0" brushRef="#br0" timeOffset="28374.42">24765 18370 414 0,'-8'5'354'0,"8"-5"-30"0,-14 8-27 0,14-8-21 16,-9 6-10-16,9-6 5 0,0 0-27 0,-11 7-17 15,11-7 2-15,0 0 38 0,-7 6 33 0,7-6 22 16,0 0-6-16,0 0-98 0,15 0 40 0,-15 0-74 15,21-4 67-15,-6 0-95 0,3 0 47 0,0 0-78 16,5-1 33-16,0 0-75 0,3-1 46 0,-2 0-79 16,2 1 54-16,1 0-73 0,4-1 40 0,0-1-61 0,0 0 50 15,-3 3-64-15,3-3 53 0,-5 2-62 0,-2 1 51 16,1 0-59-16,-6 0 53 0,0 2-82 0,-3-2 35 16,0 2-82-16,-3-1 45 0,-1 1-102 0,0 1 51 15,-12 1-114-15,19-5 13 0,-19 5-85 0,13-4-53 16,-13 4-36-16,12-4-36 0,-12 4-41 0,9-5-66 15,-9 5-416-15,8-7-513 0</inkml:trace>
  <inkml:trace contextRef="#ctx0" brushRef="#br0" timeOffset="28974.8913">25603 17736 224 0,'-4'-7'499'0,"1"-3"-100"0,3 10-65 0,-7-15 38 16,7 15-80-16,-6-17 64 0,6 17-71 16,-4-19 22-16,4 19-64 0,-4-16 23 0,4 16-98 0,-2-15-15 15,2 15-17-15,1-14 44 0,-1 14-96 0,2-11 47 16,-2 11-91-16,7-10 48 0,-7 10-70 0,11-6 50 16,-11 6-71-16,16-3 61 0,-16 3-70 0,22 2 60 15,-8 0-69-15,1 0 60 0,1 1-66 0,-1 1 67 16,4 3-72-16,-4-1 71 0,4 4-72 0,-1-3 66 15,-3 1-7-15,-1 2 4 0,2 1-6 0,-5 0 9 16,2 2 15-16,-2-1 9 0,-4 2-4 0,0 1 16 16,-3 1 17-16,-1 0 12 0,-3 3-69 0,-2-1 81 15,-2 3-73-15,-4 1 67 0,-1 3-53 0,-4 1 62 16,-3-1-50-16,-2 5 46 0,0-2-70 0,-4 0 48 16,6-3-71-16,-2-2 51 0,2-1-56 0,0 1 24 15,3-3-37-15,-1-2 55 0,3-1-65 0,1-2 57 16,2-1-59-16,1-1 66 0,3-1-51 0,0-1 62 15,4-11-41-15,-2 17 58 0,2-17-38 0,4 14 45 16,-4-14-49-16,11 11 36 0,-11-11-50 0,20 8 35 16,-8-6-48-16,1 0 37 0,1 0-47 0,1-2 37 15,1-1-45-15,2 0 40 0,0 1-41 0,2-2 35 0,-1 0-43 16,-2-2 26-16,3 1-70 0,-4-1 14 16,2 2-82-16,-3-1 19 0,1 0-117 0,-3-2 3 0,-1 1-67 15,-1 1-68-15,0-2-52 0,-1 0-112 16,-2 1-105-16,1-1-608 0,-1-1-846 0</inkml:trace>
  <inkml:trace contextRef="#ctx0" brushRef="#br0" timeOffset="29691.3875">26582 17601 171 0,'12'-9'591'0,"-3"2"-52"15,-1 1-104-15,-1 0 55 0,1 0-32 0,0 0-87 16,-8 6 48-16,13-12-103 0,-13 12 50 0,12-9-113 16,-12 9 43-16,9-9-113 0,-9 9 40 0,9-6-89 0,-9 6-30 15,0 0-12-15,8-7-3 0,-8 7-26 16,0 0-17-16,0 0-11 0,0 0-7 0,0 0-6 15,0 0-6-15,-6-9 0 0,6 9-2 0,-15 2-9 16,15-2 4-16,-19 1-11 0,8 1-1 0,-3 1 0 0,3-2-8 16,-2 1 10-16,-3 1-17 0,3 1-5 15,-3-1 6-15,1 1-2 0,0 0 4 0,0 1 4 16,1 1 13-16,-1 0-8 0,1 1-8 0,-1 0 61 0,1 3-72 16,3-2 68-16,-2 4-73 0,1 1 77 0,-1 2-76 15,1 0 68-15,1 1-73 0,0 2 72 0,-1-2-68 16,2 3 66-16,1-1-60 0,-1-1 58 0,2 0-65 15,1-1 71-15,3-1-61 0,-4 0 58 0,4 0-60 16,-1-2 61-16,3-1-58 0,-2 0 64 0,2-1-63 16,0-2 56-16,2-9-53 0,-3 17 57 0,3-17-56 15,-2 14 69-15,2-14-57 0,0 12 64 0,0-12-63 16,0 0 61-16,2 13-69 0,-2-13 57 0,0 0-64 16,11 6 59-16,-11-6-61 0,11-1 62 0,-11 1-60 15,16-3 48-15,-16 3-57 0,19-4 54 0,-19 4-55 16,21-4 54-16,-21 4-54 0,21-5 55 0,-21 5-56 15,23-2 53-15,-23 2-56 0,22 0 56 0,-22 0-54 16,24 3 65-16,-15 0-60 0,3 0 61 0,-1 1-49 16,-1 0 68-16,0 2-54 0,1-1 69 0,-1 3-45 0,-1-1 58 15,-1 2-46-15,1 2 45 0,-1-1-36 0,0 1 35 16,-3 1-47-16,1-1 46 0,1 3-37 16,0 0 37-16,-3-1-38 0,-1 1 29 0,-1 0-39 0,-2-2 32 15,2 1-33-15,-2-1 40 0,-2 0-25 0,2 1 30 16,-4-1-10-16,-1 1 20 0,-2-2-14 0,-2 2-2 15,0-4-25-15,-1 2 4 0,-7 0-22 16,-1 1 5-16,0-4-16 0,-4 2-4 0,-7-2-2 0,-1-1 11 16,-1 1-32-16,-3-1-15 0,1 0-77 0,1-2-21 15,3-1-112-15,2 1-19 0,4-4-160 16,3 2-56-16,2-1-137 0,3-2-88 0,-1 0-130 0,5-2-455 16,-1 0-886-16</inkml:trace>
  <inkml:trace contextRef="#ctx0" brushRef="#br0" timeOffset="33009.0905">27539 16323 106 0,'0'0'418'16,"0"0"-80"-16,0 0-45 0,0-14-12 0,0 14-38 16,0 0-22-16,0 0-16 0,0-13-22 0,0 13-31 15,0 0-11-15,0 0-3 0,-2-13 2 0,2 13-17 16,0 0-3-16,0 0-11 0,0 0-16 0,2-14-14 16,-2 14 21-16,0 0-56 0,0 0-9 0,0 0 33 15,0 0-56-15,0 0 37 0,0 0-40 0,0 0 43 16,0 0-42-16,-15 7 50 0,7 0-56 0,2 0 53 0,-3 2-45 15,1 1 52-15,-2 1-49 0,-1 0 53 0,2 1-45 16,-3 1 59-16,-1 3-55 0,-1-1 67 0,1 2-56 16,0-1 63-16,-5 3-65 0,3 1 62 0,-2 0-70 15,1-1 1-15,-1 1 7 0,1 2-2 0,0 0 2 16,0-1 8-16,1 1-8 0,-1 0 4 0,2 2-5 16,0 0-2-16,-1 0 3 0,4 3-7 0,-2 1 5 15,2-2 69-15,-1 3-82 0,3-1 79 0,0 4-81 16,0-3 68-16,2 3-84 0,1 0 74 0,3 0-82 15,-1 0 74-15,4 0-84 0,-2-3 62 0,2 0-71 0,0 0 71 16,4 3-73-16,-4-3 76 0,2-1-79 16,0 0 68-16,1 2-73 0,1-5 5 0,0 1 7 15,0-1 10-15,0-1-4 0,0-1 3 0,1-1 71 0,1 2-79 16,-1-4 70-16,0 3-73 0,2-4 82 16,1 1-56-16,-1-1 69 0,-1-1-84 0,4-1 79 0,-2-2-70 15,1 0 82-15,3 0-53 0,1-1 55 0,1 1-71 16,1-2 57-16,4 0-63 0,0-1 56 0,0-1-64 15,6 2 54-15,1-1-63 0,-1-1 56 0,2-1-57 16,2-2 52-16,3 2-61 0,-2-2 62 0,2-1-62 16,0-1 55-16,-1 0-58 0,1 0 57 0,-3-2-50 0,-2-1 51 15,0 0-52-15,2 0 52 0,-4-2-58 16,-4 2 58-16,1-1-56 0,-2-2 56 0,-2 1-56 16,-1-1 59-16,-3 0-86 0,0 0 93 0,-1 0-60 0,-13 0 45 15,22 0-35-15,-22 0 61 0,19 0-52 0,-19 0 60 16,13-1-55-16,-13 1 55 0,16 0-58 0,-16 0 48 15,0 0-50-15,16 0 42 0,-16 0-49 0,0 0 47 16,0 0-56-16,17 0 53 0,-17 0-52 0,0 0 58 16,0 0-61-16,0 0 50 0,0 0-47 0,13 0 45 15,-13 0-43-15,0 0 46 0,0 0-52 0,0 0 53 16,0 0-51-16,0 0 36 0,0 0-34 0,0 0 45 16,0 0-52-16,0 0 25 0,12-2-62 0,-12 2 38 15,0 0-106-15,0 0 13 0,0 0-112 0,0 0 46 16,-7-8-52-16,7 8-60 0,0 0-44 0,-9-7-50 0,9 7-26 15,-8-7-38-15,8 7-32 0,-5-6-29 0,5 6-347 16,-8-8-405-16</inkml:trace>
  <inkml:trace contextRef="#ctx0" brushRef="#br0" timeOffset="35510.6289">27390 17174 320 0,'0'0'385'0,"0"0"-45"15,-2-12-32-15,2 12-32 0,0 0-9 0,-4-14-53 16,4 14 66-16,0 0-15 0,-4-12-7 0,4 12-30 16,0 0-40-16,-3-11-31 0,3 11-33 0,0 0-25 15,0 0-19-15,0 0-16 0,-4-11-18 0,4 11-10 16,0 0-7-16,0 0-6 0,0 0-1 0,0 0-1 16,0 0 5-16,0 0 14 0,0 0-9 0,0 0-18 15,0 0 10-15,9 7 12 0,-9-7 1 0,7 10 21 16,-7-10 4-16,7 13-4 0,-3-5 3 0,1 2 6 15,-1 0 5-15,2 2-16 0,-1 0-10 0,-1 1 1 0,3 1-62 16,-2 0 75-16,0 0-77 0,-1 0 61 0,0 0-67 16,0-1 65-16,0-1-69 0,0-1 65 0,-2-1-67 15,0 1 66-15,-2-11-67 0,5 18 73 0,-5-18-69 16,4 13 68-16,-4-13-66 0,2 12 69 0,-2-12-64 16,4 11 79-16,-4-11-73 0,0 0 78 0,3 11-64 15,-3-11 68-15,0 0-75 0,0 0 59 0,0 0-74 16,0 0 71-16,-11 5-76 0,11-5 71 0,-9-7-77 0,9 7 70 15,-14-11-66-15,8 4 71 0,-1-3-67 16,-1 0 53-16,-2-2-68 0,3-1 76 0,0 0-74 16,1 0 73-16,-1-2-72 0,0-3 69 0,1-1-66 0,1-1 67 15,1 2-70-15,2 0 69 0,-1 0-74 16,0-1 70-16,3-1-72 0,0 2 75 0,3 0-71 0,0-1 62 16,-1 2-60-16,2 0 68 0,1 1-69 0,1 0 72 15,1 3-67-15,0-1 60 0,2 1-63 0,-1 2 2 16,1 0 76-16,1 1-77 0,1 3 63 0,1 0-64 15,-1 2 66-15,-1 2-61 0,2 0 58 0,-1 2-64 16,-11 1 66-16,25 3-68 0,-12-1 70 0,1 4-68 0,-1-1 64 16,-2 2-68-16,1 0 73 0,-2 3-68 0,-3 1 62 15,3-1-65-15,-2 1 68 0,-3-1-74 16,-3 1 64-16,0 1-70 0,-2 0 55 0,0 1-11 0,-2-1-20 16,-2 1-17-16,-1 3-70 0,-3-2 40 0,-2-1-16 15,-1 2-14-15,0 0-17 0,-3-2-13 0,1 1-7 16,-1-2-7-16,3-1 11 0,0-3 6 0,-1 3 4 15,0-4 9-15,0 0 22 0,3-2 24 0,0-1 12 16,9-4-19-16,-16 5 3 0,16-5 7 0,-13 0 16 16,13 0 6-16,-9-3 12 0,9 3 23 0,-9-5-7 15,9 5 25-15,0 0 4 0,-7-8 4 0,7 8 10 0,0 0-4 16,0 0 34-16,0 0-7 0,4-12 2 16,-4 12-12-16,0 0-3 0,0 0 3 0,14 0-3 0,-14 0-4 15,9 6-3-15,-9-6-5 0,11 8 3 0,-3-2-3 16,-2 2-5-16,1 0 4 0,2 0-5 0,0 1 4 15,0 1 2-15,0-1 18 0,1 1-2 0,0 0-8 16,-1-1-8-16,2 1 2 0,1-2 2 0,0 2-5 16,0-3-3-16,1 1 0 0,-2-2 0 0,5 1 6 15,-3-1-5-15,2-2 0 0,-2-1-8 0,2 2 5 0,-1-2-2 16,0 0-9-16,-1-2 5 0,0-1 1 16,-13 0-6-16,25 0-1 0,-13-1-6 0,0-3-5 15,-2 2-2-15,1-3 5 0,-2 1-11 0,-1-1-10 0,0 0 16 16,-1-1-4-16,-1 0-4 0,0-3 6 15,-6 9 9-15,8-16-3 0,-3 8 0 0,-5 8 2 0,4-17 5 16,-4 17 8-16,2-16 4 0,-2 16 6 0,0-16 3 16,0 16-4-16,-2-15 2 0,2 15-5 0,-4-14 9 15,4 14 5-15,-5-13-7 0,5 13-8 0,-5-10 0 16,5 10-5-16,-4-7-2 0,4 7 3 0,0 0 0 16,0 0 13-16,0 0-14 0,-14 1 5 0,14-1 1 15,-7 7 0-15,7-7 5 0,-4 12-4 0,4-12 0 16,-1 15 1-16,1-15 5 0,0 15 1 0,0-15-7 15,3 19 5-15,-3-19-6 0,8 17-3 0,-4-7 4 0,2-2-5 16,-1 0 3-16,1-1 2 0,4 2-8 0,-1-4 4 16,-1 0-2-16,4 0 4 0,-1-1-4 0,0-1 1 15,3 0 0-15,-1-3-2 0,1 0-2 0,-1 0 0 16,1-2 0-16,-1-1 1 0,0 0 4 0,-1-1-4 16,1-4 6-16,-2 1-5 0,-2-2-8 0,-2 1 1 15,0-2-4-15,-3 1 5 0,-2-2-11 0,2 1 5 16,-2-1 1-16,-2 11-3 0,-2-21 8 0,-2 12-7 0,0 0-49 15,4 9 60-15,-7-16-4 0,7 16 1 0,-8-14-2 16,8 14 2-16,-7-11-10 0,7 11 2 16,-7-9-4-16,7 9-10 0,0 0 2 0,-7-8 14 0,7 8-12 15,0 0 4-15,0 0 1 0,0 0-1 16,0 0 0-16,0 0 7 0,6 11-5 0,-6-11 7 0,10 10-8 16,-3-3 6-16,1 1 2 0,1-1-5 0,1 3 10 15,2-2-8-15,0 2 4 0,-1-1 0 0,1 1-2 16,0 0 2-16,0-1-2 0,-1 0 0 0,-1-1 0 15,0 1 2-15,-2-2 0 0,-1 0 0 0,1-1 0 16,-8-6 2-16,9 13-2 0,-9-13 1 0,7 10-3 16,-7-10 3-16,2 9-2 0,-2-9 3 0,0 0-8 15,-7 13-5-15,7-13-13 0,-11 6-4 0,11-6-2 16,-14 5-4-16,14-5-27 0,-14 2-3 0,14-2 10 0,-17 1 5 16,17-1 14-16,-11 0-29 0,11 0-42 0,0 0-21 15,-13-3 1-15,13 3 25 0,0 0 17 0,0 0 20 16,2-11 11-16,-2 11 8 0,11-8 3 0,-2 3 9 15,3-1 7-15,0-1-5 0,3 0-3 0,0 1 8 16,1-2 2-16,1-1 13 0,0-1-8 0,1 1 5 16,-1-1 5-16,-1 0-2 0,0-1 10 0,-1 1-6 15,0-1 4-15,-3 0 3 0,0 0 18 0,-3 0 4 16,3-4-3-16,-4 4 9 0,-1-2 17 0,0 1 34 0,-1 1 19 16,-1 0-12-16,-5 11-9 0,7-18-17 15,-7 18-4-15,5-18 6 0,-5 18-10 0,2-14-12 0,-2 14-11 16,-2-13 2-16,2 13-8 0,-3-10-4 0,3 10-7 15,-9-7-6-15,9 7 15 0,0 0 4 0,-14 2 2 16,14-2 1-16,-13 8-1 0,5 0 6 0,0-1-6 16,2 3-4-16,-1 1 0 0,0 2 7 0,0-1-4 15,4 3 8-15,-1-1-12 0,0 0-4 0,2 2-5 16,1-3-1-16,0 0 6 0,1 0-6 0,2 0 10 0,0 1 0 16,3 0 6-16,1-2 5 0,1-2-3 15,2 1 1-15,2-2-6 0,2-1-7 0,1 0 1 0,1-2-2 16,2 0-5-16,0-4-6 0,3 3 1 0,-1-4-2 15,1 1-12-15,0-1 14 0,-1-1-6 0,-1-2-5 16,0 1-5-16,-2-3-4 0,1 1 0 16,-3-2 14-16,0-1-14 0,-1 0 7 0,-1-1-2 0,-1 1 1 15,0-2 0-15,-3 2-4 0,-1-1 7 0,0-1-1 16,-1-1 0-16,0 2 6 0,0 0-1 0,-6 7 0 16,6-17 3-16,-6 17-5 0,5-14 6 0,-5 14 0 0,1-13 4 15,-1 13-4-15,-1-12 0 0,1 12 1 16,-5-11-4-16,5 11 4 0,-6-8 0 0,6 8 2 15,-12-6 0-15,12 6 4 0,-13 0 6 0,13 0-3 0,-16 3 13 16,16-3-15-16,-18 9 3 0,10-3-5 0,0 1 1 16,0 2-1-16,1 1-4 0,-3 0 5 0,6 0-9 15,0 0 0-15,1 0 2 0,1 0-5 0,2-10 2 16,0 20-19-16,0-20-12 0,2 18-8 0,-2-18-11 16,9 16-4-16,-4-8-2 0,-5-8 4 0,11 12 9 15,-11-12 5-15,13 9 9 0,-13-9 9 0,11 7 7 16,-11-7-4-16,10 3 20 0,-10-3-9 0,0 0 6 0,13 0-2 15,-13 0 4-15,0 0-1 0,12-8-5 0,-12 8 0 16,6-10-6-16,-6 10-2 0,6-12 4 16,-6 12 1-16,4-12-4 0,-4 12-1 0,3-12 3 15,-3 12 8-15,2-9 5 0,-2 9 7 0,0 0-12 16,4-12 0-16,-4 12-4 0,0 0 1 0,0 0 0 16,4-8-1-16,-4 8-1 0,0 0 5 0,0 0-2 0,0 0 1 15,14 3 6-15,-14-3-6 0,0 0-3 0,14 6-7 16,-14-6-20-16,11 6-58 0,-11-6-60 0,13 5-39 15,-13-5-53-15,17 5-19 0,-17-5-40 0,21 5-86 16,-10-2-271-16,-11-3-165 0</inkml:trace>
  <inkml:trace contextRef="#ctx0" brushRef="#br0" timeOffset="35876.6923">28968 17204 132 0,'-5'-11'622'15,"2"2"-47"-15,3 9-49 0,-6-17-41 0,6 17-37 16,-5-16-27-16,5 16-112 0,-4-14 14 0,4 14-132 16,-3-10 18-16,3 10-105 0,0 0 34 0,0 0-87 15,2-10 51-15,-2 10-76 0,0 0 47 0,14 6-11 16,-14-6-14-16,16 10 1 0,-8-3-22 0,1 2-5 16,1 0-1-16,0 1-5 0,0 2 2 0,1 0-11 15,-2 0-1-15,0 0-4 0,0-1 5 0,0 0-3 0,-2 0-3 16,1-1 0-16,-2-1-2 0,0-1 0 0,-6-8 2 15,9 14-3-15,-9-14 4 0,6 10 6 0,-6-10-4 16,5 10 1-16,-5-10-2 0,0 0 9 0,0 0-9 16,0 0 2-16,-6 12-3 0,6-12 1 0,0 0 0 15,-14-4-2-15,14 4-1 0,-14-6 4 0,14 6 0 16,-13-11-7-16,7 4-16 0,-1 0 0 0,3-1-4 16,-1-2-14-16,1 2-20 0,2-3-4 0,0 1-9 15,2 10 0-15,0-22-2 0,0 22-14 0,4-20-17 16,-1 10-21-16,2 2-26 0,0-1-29 0,3 0-48 0,-2 2-32 15,1 0-33-15,1 1-42 0,1-1-47 0,0 1-416 16,1 1-321-16</inkml:trace>
  <inkml:trace contextRef="#ctx0" brushRef="#br0" timeOffset="36544.7282">29368 17019 485 0,'0'0'451'0,"0"0"-62"0,-5-11-23 15,5 11-9-15,0 0-45 0,-10-7-62 0,10 7-27 0,0 0-4 16,-16 1-20-16,16-1-25 0,-14 9-34 0,7-3-12 16,0 1-10-16,-2 4-12 0,1-1-17 15,2 3-15-15,0 2 2 0,1-2-11 0,0 1-7 0,3 2-9 16,1-2-11-16,1 0 1 0,2 2-12 0,1 0-3 16,3-1-1-16,0 0-4 0,0-1-2 0,3 0-4 15,1-1-2-15,-1-2 1 0,2-1 0 0,1 1-3 16,-2-3 0-16,1 0-2 0,1-1-18 0,-1-3-6 15,-1 1-4-15,-10-5-5 0,20 4-13 0,-20-4-5 16,19-3 3-16,-19 3-3 0,17-8 11 0,-9 2-7 16,1-3 3-16,-2-1 9 0,0-5 3 0,0 0 12 0,-1-5-1 15,-1-3 4-15,0 2 7 0,-1-3 8 16,0-3 9-16,-2-1 10 0,1-2 11 0,0 2-33 0,-2-2 67 16,0 3-47-16,-1-2 79 0,0 2-58 0,-1 1 122 15,0 1-72-15,1 5 113 0,-1 1-69 0,-1 3 65 16,2 1-92-16,-1 2 24 0,0 2-87 0,1 11-14 15,-1-17 49-15,1 17-69 0,0 0 2 0,0 0-1 16,0 0 1-16,-5 8-1 0,3 3 8 0,1 2 5 16,-1 5 49-16,1 1-62 0,1 1 46 0,-1 6-55 15,1 1 47-15,0 0-53 0,1 1 47 0,-1 0-60 16,1 1 50-16,-1 0-54 0,2-2 56 0,0 1-65 16,0-3 61-16,-1 0-58 0,0-1 57 0,1-4-57 15,-1-1 52-15,0-1-54 0,0-2 58 0,1-3-58 0,-1-1 59 16,0 0-59-16,-1-12 62 0,2 19-57 0,-2-19 56 15,3 12-54-15,-3-12 46 0,0 0-64 0,9 7 45 16,-9-7-76-16,10-6 36 0,-3-1-70 0,0-1 54 16,2-3-69-16,0-1 91 0,1 0-65 0,1 0 93 15,-2 1-71-15,1-1 80 0,-2 1-66 0,-1 4 92 16,-1 0-63-16,-6 7 74 0,11-12-73 0,-11 12 77 16,9-7-50-16,-9 7 79 0,0 0-62 0,16-3 63 15,-16 3-61-15,11 4 49 0,-11-4-51 0,12 11 46 16,-5-4-65-16,0-1 54 0,0 2-58 0,-1 1 45 15,2 0-53-15,1 1 55 0,1-1-65 0,-1 2 54 0,2-2-60 16,0 1 34-16,0-2-95 0,3 1 16 0,-1-1-160 16,1-1-8-16,-3-1-66 0,-1 0-56 0,0-2-52 15,-2 1-76-15,-8-5-124 0,11 4-398 0,-11-4-622 16</inkml:trace>
  <inkml:trace contextRef="#ctx0" brushRef="#br0" timeOffset="38246.9316">30817 16818 200 0,'5'-9'444'0,"-1"1"-78"0,-4 8-28 15,6-14-32-15,-6 14 13 0,5-14-16 0,-5 14-53 16,2-15-17-16,-2 15-33 0,0-15-23 0,0 15-16 16,-6-18-19-16,6 18-23 0,-9-14-12 0,2 7-22 15,-2 1-14-15,-1 1-9 0,-1 2-12 0,-4 1 2 16,0 3-9-16,-4 2-7 0,-3 3-3 0,0 1-2 15,-4 4 1-15,0 2-44 0,1 1 52 0,2 2-9 16,2 0-9-16,0 2-4 0,3 1-3 0,2 0-6 0,4-1-3 16,1 1 17-16,2 0-24 0,3 0 4 0,2-1-4 15,3 1 2-15,1-1 1 0,4 0-1 0,1 1 2 16,4-2 3-16,2 1 4 0,3 0-12 0,4-1-1 16,1 2 21-16,2-2-29 0,2-3 28 0,-1 2-32 15,2-2 24-15,-1 0-29 0,0-1 31 0,-4-2-28 16,-1-1 22-16,-1 0-26 0,0 2 28 0,-4-4-26 15,-1 0 30-15,-1 0-28 0,-2-1 32 0,-1 0-28 16,-2-1 34-16,-6-6-27 0,7 13 30 0,-7-13-23 0,2 12 27 16,-2-12-24-16,-6 11 24 0,6-11-17 15,-15 10 33-15,6-4-26 0,-2-1 4 0,-4 0 2 16,0 1 13-16,-3-2 3 0,0 0-1 0,-2 0-3 0,-4 0-11 16,0 1 3-16,0-2-11 0,-1-1 6 15,0 1-15-15,0-1-2 0,1 0-5 0,4-1-3 0,0 1-32 16,3-1-45-16,2-1-62 0,1 0-61 0,14 0-147 15,-22 0-80-15,22 0-114 0,-11-5-395 0,11 5-514 16</inkml:trace>
  <inkml:trace contextRef="#ctx0" brushRef="#br0" timeOffset="38499.3228">30927 17020 521 0,'2'-14'582'0,"-1"3"-55"15,-1 11 17-15,2-20-51 0,-2 20-52 0,1-16-41 16,-1 16-76-16,1-14-62 0,-1 14-118 0,0 0 37 16,4-14-83-16,-4 14 75 0,0 0-77 0,0 0 49 15,8 7-11-15,-8-7-14 0,6 16-24 0,-3-6-15 16,2 3-18-16,-1 2-11 0,2-3-3 0,-1 5-12 16,0-1-8-16,1 5-5 0,0-3-5 0,1 1-20 15,-1-1-43-15,-1-1-77 0,0-1-63 0,1-1-83 16,-1 0-7-16,1-1-60 0,-2 0-43 0,0-1-97 15,0-3-70-15,0 0-400 0,-4-10-526 0</inkml:trace>
  <inkml:trace contextRef="#ctx0" brushRef="#br0" timeOffset="39011.4164">30929 17223 537 0,'0'0'574'0,"-10"-11"-22"16,10 11-54-16,-8-8-41 0,8 8-110 0,-7-11-44 15,7 11-80-15,-3-10-17 0,3 10-67 0,3-12-8 16,-3 12-52-16,12-12 8 0,-3 5-51 0,5 1-26 16,-1-1-58-16,4 1 1 0,0 0-34 0,4 2 4 15,-1-3-27-15,-1 3 29 0,0 0-22 0,-3 0 41 16,1 1-6-16,-2 0 29 0,-3 1-19 0,-1 0 32 0,-11 2-11 16,21-3 24-16,-21 3-14 0,15-2 46 0,-15 2-5 15,0 0 44-15,18 3 3 0,-18-3 41 0,0 0-15 16,9 8 51-16,-9-8-23 0,4 11 30 0,-4-11-33 15,2 13 16-15,-2-13-26 0,0 15 13 0,0-15-34 16,1 17 7-16,-1-17-39 0,0 18 8 0,0-18-32 16,1 20 1-16,-1-20-9 0,3 19 0 0,-3-19-12 0,6 18-1 15,-6-18-14-15,7 17-24 0,-7-17 23 16,9 13-39-16,-9-13 15 0,13 9-25 0,-13-9 23 16,15 9-18-16,-15-9 29 0,16 1-21 0,-16-1 32 0,19-1-20 15,-10-2 36-15,2-2-26 0,-1 0 32 0,2-3-31 16,-2-1 26-16,0 0-18 0,1-1 38 0,-3-1 1 15,0 1 61-15,0-1-17 0,-3 1 6 0,1 2 12 16,-1-2 14-16,-5 10 8 0,7-15-1 0,-7 15-15 16,5-13-3-16,-5 13-17 0,5-12-15 0,-5 12-12 15,3-9-17-15,-3 9-10 0,0 0-3 0,0 0-9 16,5-8 3-16,-5 8 0 0,0 0-9 0,0 0 2 0,5 13-2 16,-5-13-5-16,6 12 6 0,-2-3-9 0,2-1-15 15,2 1-28-15,1 1-49 0,1 0-44 0,6 1 9 16,2 0-95-16,2 1-51 0,5-1-78 0,0 1-40 15,0-2-79-15,-2 0-58 0,0-2-487 0,0 0-626 16</inkml:trace>
  <inkml:trace contextRef="#ctx0" brushRef="#br0" timeOffset="40445.1386">31840 16881 370 0,'-2'-20'626'15,"1"2"-25"-15,-1-1 23 0,0 1-69 0,1 1-16 16,0 1-41-16,-2 4-52 0,2 0-82 0,0 0-74 16,1 12-63-16,-2-16-47 0,2 16-33 0,0 0-23 15,0 0-22-15,0 0 2 0,0 0-17 0,0 0-63 16,11 16 53-16,-6-1-61 0,1 4 48 0,-1 2-11 16,2 2-10-16,2 4-5 0,-2 0-7 0,1 2-5 15,0 0-5-15,1 0-10 0,-1-2 9 0,1 2-3 0,0-4-4 16,1 2-2-16,-3-4-6 0,2-2 2 15,1 0-4-15,-2-2 0 0,2-1-1 0,-1-1-2 16,-2-2 7-16,0-4-6 0,-1 3-7 0,-1-6-12 0,1 2-6 16,-3-2 9-16,-3-8-8 0,7 13 1 15,-7-13 0-15,5 11-29 0,-5-11-10 0,0 0 0 0,0 0-5 16,0 0 6-16,0 0-3 0,0 0 16 0,-8-13 11 16,8 13 5-16,-11-13 2 0,3 4 7 0,-1 1 0 15,-1 0 13-15,-2-2-6 0,0 3-5 0,-2 0 12 16,0 1 13-16,-3 0-20 0,2 1 6 0,-2 0 2 15,0 2 1-15,0 1 6 0,2 1-4 0,0 2-1 0,0 1-1 16,0 1 2-16,0 2 5 0,0 1-3 16,2 0-1-16,2 3 2 0,0 0 0 0,3 1 6 15,1 0-3-15,2 1-7 0,1-2 2 0,4-9 4 0,-1 22-2 16,5-14 5-16,1 3 3 0,2-1-5 16,3 0 4-16,4-1-4 0,2 0-4 0,3-2-11 0,2 0-20 15,-1-1-37-15,3-1 8 0,-3-2-19 0,1 0 22 16,0-2-7-16,0-1 29 0,-1 0-11 0,0-2 27 15,-1-2-12-15,-1 0 17 0,2-5-17 0,-2 1 23 16,0-2-18-16,-2 0 27 0,-1-1-19 0,-2-3 21 16,-1 3-20-16,-2-1 25 0,-1 0-20 0,-1-1 28 0,-1 2-20 15,-2 0 22-15,-1 1-26 0,0 1 27 0,-4 9-23 16,5-17 20-16,-5 17-17 0,4-14 19 16,-4 14-22-16,2-10-23 0,-2 10 26 0,0 0 19 0,0 0-21 15,-3-10 23-15,3 10-18 0,0 0 10 0,0 0-21 16,0 0 23-16,-6 8-21 0,6-8 18 0,0 0-18 15,0 13 21-15,0-13-19 0,4 10 13 0,-4-10-14 16,6 12 20-16,-6-12-19 0,10 13 18 0,-10-13-19 16,11 13 6-16,-11-13-28 0,14 11 12 0,-14-11-29 15,14 10 25-15,-14-10-13 0,13 7 35 0,-13-7-19 16,12 4 27-16,-12-4-11 0,12 3 26 0,-12-3-16 0,11-6 38 16,-11 6-11-16,9-8 8 0,-9 8-21 0,9-15 16 15,-9 15-2-15,8-19 13 0,-6 11 14 0,-2 8 20 16,6-19 14-16,-6 19-10 0,4-17 1 0,-4 17-12 15,3-13 26-15,-3 13-12 0,4-12-17 0,-4 12-8 16,0 0-17-16,3-13-20 0,-3 13-3 0,0 0-4 16,6-8-23-16,-6 8 20 0,0 0-2 0,0 0-8 15,11 2 9-15,-11-2-16 0,8 7 14 0,-8-7-20 16,11 9 19-16,-11-9-5 0,10 14 2 0,-4-8-16 0,-6-6 16 16,11 13-16-16,-11-13 5 0,12 12-23 15,-12-12 4-15,10 12-12 0,-10-12 3 0,8 10-12 0,-8-10 13 16,8 7 1-16,-8-7 12 0,6 6 4 15,-6-6 7-15,0 0-7 0,8 7 15 0,-8-7-11 16,0 0 10-16,0 0-8 0,10-4 7 0,-10 4-6 0,7-11-6 16,-7 11-10-16,4-11 6 0,-4 11 0 0,9-14 3 15,-9 14-20-15,9-13 27 0,-9 13-9 0,8-10 11 16,-8 10-4-16,6-8 5 0,-6 8-13 0,6-7 13 16,-6 7-9-16,0 0 8 0,8-5-2 0,-8 5 11 15,0 0-12-15,14 6 18 0,-14-6-14 0,10 8 11 16,-3-2-5-16,1 2 11 0,-1-1-10 0,3 3 14 15,0-1-17-15,2 0 12 0,0 1-11 0,1 0 11 16,0-1-14-16,-1 1 9 0,2-2-11 0,-2 0 12 0,1-1-11 16,-2-1 11-16,-1 0-8 0,1-2 11 15,-1 0-10-15,-10-4 10 0,18 3-12 0,-18-3 13 0,15 0-7 16,-15 0 31-16,15-6-48 0,-10-1 29 0,1 0-10 16,-1-1 13-16,-2-2-13 0,0-2 11 0,-1-4-16 15,-1 0 13-15,0-2-17 0,-2-3 19 0,1-3 2 16,-1-2 0-16,0 0-15 0,1-1 13 0,-3 1 5 15,1 1 17-15,-1 1 14 0,0 2 6 0,0 3 21 16,1 2-12-16,-2 0 12 0,2 3 1 0,-1 2-11 16,0 1-14-16,3 11-19 0,-3-19-12 0,3 19-11 15,-4-11-5-15,4 11-2 0,0 0 0 0,0 0 9 0,0 0-1 16,-10 10-2-16,10-10 9 0,-1 24 19 16,3-7 13-16,1 5 12 0,2 3-6 0,1 2-2 0,2 3-5 15,0 0-10-15,1 1-4 0,1 0-11 0,-2-2-2 16,2 0-11-16,-1 0-8 0,1-3-4 0,-1 0-11 15,-3-3-6-15,1-4-12 0,-2-2-5 0,0-1 4 16,-1-2 0-16,-1-1 6 0,0-3 2 0,0 1 0 16,-3-11 7-16,4 16 1 0,-4-16 4 0,1 11-3 0,-1-11-7 15,0 0-4-15,0 0-12 0,-6 7-20 16,6-7-43-16,0 0 19 0,-11-11-25 0,11 11 10 0,-9-17-8 16,4 5 11-16,-1-1-18 0,2-2 30 0,-1-1-4 15,0-1 26-15,-2 0-1 0,2 2 20 0,1-2-7 16,-1 2 11-16,1 0-10 0,-1 1 37 0,2 3-3 15,0 0 28-15,-2 1-14 0,5 10 18 0,-4-19-22 16,4 19 14-16,-1-16-19 0,1 16 14 0,5-15-22 16,2 9 19-16,0 0-7 0,3 1-3 0,3 0-38 15,1 1-28-15,3-1-54 0,-1 1-115 0,1 1-72 16,0 2-58-16,1-2-86 0,-4 2-106 0,1 0-126 0,-3 1-405 16,1 0-703-16</inkml:trace>
  <inkml:trace contextRef="#ctx0" brushRef="#br0" timeOffset="40780.234">32755 16568 16 0,'-7'-22'698'0,"2"0"-165"15,1 0-21-15,2 5-57 0,1 0-3 0,1 3-39 16,0-4-26-16,2 3-69 0,-1 2-37 0,2 2-63 15,2 0-30-15,0 4-41 0,3 1-3 0,-8 6 1 16,21-2-8-16,-6 7 13 0,3 3-20 0,2 4 3 0,4 4-20 16,3 8 11-16,1 3-18 0,1 4 18 0,0 4-33 15,3 4 4-15,-1 5-6 0,0 3-8 0,-1-1-2 16,-4 5-17-16,-2 1 1 0,-3 2-14 0,0 2 25 16,-7-1-24-16,-3-8 18 0,-1 0-30 0,-4-2 21 15,-2-1-24-15,-2-7 25 0,-1 0-28 0,-1-2 49 16,-2-2-17-16,0-7-11 0,-2 5 6 0,-2-3-8 15,-4-1-7-15,-1-3-4 0,-2 0-5 0,-4-2-18 0,-3-1-54 16,-3-4-65-16,-5 2-94 0,-4 0-68 0,-2-2-177 16,-3-3-190-16,-1-1-146 0,5-3-790 15,-8-1-1210-15</inkml:trace>
  <inkml:trace contextRef="#ctx0" brushRef="#br0" timeOffset="64454.2208">28382 17612 58 0,'-7'-7'128'0,"7"7"8"0,0 0-10 0,0 0-21 0,0 0-1 15,0 0-14-15,0 0-9 0,0 0-3 0,0 0-4 16,0 0 9-16,-9-4-10 0,9 4 3 0,0 0-5 15,0 0-1-15,0 0 2 0,0 0 4 0,0 0-1 16,0 0-19-16,0 0 10 0,0 0-17 0,0 0 8 16,0 0-23-16,0 0 4 0,0 0-9 0,0 0 11 15,0 0-15-15,0 0-2 0,0 0 8 0,0 0-15 16,0 0 0-16,0 0 18 0,0 0-20 0,0 0 23 16,0 0-23-16,0 0 25 0,0 0-19 0,0 0 10 15,0 0 3-15,0 0 6 0,0 0 8 0,0 0-3 16,7 7-5-16,-7-7 0 0,14 0 2 0,-14 0 1 15,21 0 0-15,-2-2-1 0,1 2 6 0,2 0-6 16,9 0-2-16,8 0 3 0,1 2 7 0,10 1-6 16,0-2-9-16,5 1 2 0,-1-1-10 0,3 2-2 15,-2 2-1-15,3-2 23 0,-1 2-35 0,-3 0 23 16,2-1-36-16,-5 0 29 0,0 1-29 0,-3-2 19 16,-8 1-17-16,-2-1 21 0,-2-1-23 0,-5 0 22 0,-2 1-28 15,-1-2 26-15,-6 0-24 0,0 0 32 0,-4-1 1 16,1 0 36-16,-4 1-11 0,-1-1 26 0,-1-1-25 15,-13 1 16-15,25-1-34 0,-14 0 17 16,-11 1-27-16,20-5 20 0,-20 5-24 0,15-2 19 0,-15 2-33 16,13-2 25-16,-13 2-29 0,13-2 18 0,-13 2-51 15,0 0-11-15,14-2-74 0,-14 2-26 0,0 0-68 16,0 0 2-16,12 0-5 0,-12 0-2 0,0 0-37 16,0 0-48-16,0 0-67 0,10 4-193 0,-10-4-74 15</inkml:trace>
  <inkml:trace contextRef="#ctx0" brushRef="#br0" timeOffset="65149.8884">30832 17792 196 0,'0'0'235'15,"0"0"-27"-15,-9-5-24 0,9 5 3 0,0 0-12 16,-9-3-15-16,9 3-12 0,0 0 0 0,-11-5-34 15,11 5 31-15,0 0-37 0,-9-6 13 0,9 6-34 16,0 0 17-16,-7-6-22 0,7 6 36 0,0 0-12 16,-9-5 40-16,9 5-19 0,0 0 18 0,0 0-35 15,-4-8 3-15,4 8-29 0,0 0 13 0,0 0-37 16,5-12 17-16,-5 12-37 0,14-9 17 0,-4 5-27 16,4-1 16-16,2-1-29 0,5 1 16 0,5 0-22 0,6 1 19 15,3-2-26-15,4 3 22 0,10 0-18 16,1 1 19-16,2 1-21 0,1 1 20 0,4 3-23 15,0-3 28-15,2 3-22 0,-1 0 22 0,0 0-10 16,-1 0 16-16,-1-1-20 0,-2 1 25 0,-4-1-7 16,-7-1-3-16,-3 0-10 0,-3-1 24 0,-6 0-15 0,-1 0 28 15,-3-1-21-15,-1 0 9 0,-1-2-26 16,-5 1 21-16,0 0-9 0,-3-3 16 0,1 2-27 0,-1-1 11 16,-2 1-22-16,0 0 17 0,-3-2-26 0,-1 3 17 15,0-1-24-15,0 0 23 0,-11 3-19 0,18-5 17 16,-18 5-31-16,14-5 16 0,-14 5-49 0,12-4-3 15,-12 4-53-15,11-3-15 0,-11 3-65 0,0 0-35 16,12-2-74-16,-12 2-19 0,0 0 9 0,0 0-42 16,0 0-70-16,0 0-325 0,0 0-247 0</inkml:trace>
  <inkml:trace contextRef="#ctx0" brushRef="#br0" timeOffset="81109.6315">6062 9156 159 0,'0'0'146'0,"0"0"-11"16,0 0-18-16,0 0 14 0,0 0-11 0,-12-3-14 15,12 3-7-15,0 0-10 0,0 0-2 16,0 0-15-16,0 0 5 0,0 0-10 0,0 0 14 0,-9-3-13 16,9 3 11-16,0 0-17 0,0 0 11 0,0 0-27 15,0 0 15-15,0 0-38 0,0 0 22 0,0 0-28 16,0 0 16-16,0 0-22 0,0 0 21 0,0 0-27 15,0 0 27-15,0 0-17 0,0 0 29 0,0 0 2 16,0 0-2-16,0 0 8 0,0 0 0 0,0 0-6 16,0 0 3-16,0 0 0 0,0 0-2 0,0 0 0 15,0 0-4-15,0 0-1 0,0 0 5 0,0 0-2 16,0 0-5-16,0 0 4 0,0 0-2 0,0 0-16 16,0 0 9-16,0 0 0 0,0 0-3 0,12-6-2 15,-12 6-1-15,0 0 0 0,13-4 0 0,-13 4-2 16,12-4-1-16,-12 4-3 0,18-7-3 0,-7 4-2 15,1-1-7-15,2 0 3 0,3-2-7 0,0 1 2 16,1-1 0-16,4-1 2 0,-1 1-3 0,2 0-8 16,2-1 7-16,-1 0-28 0,0 1 30 0,2 0-24 0,-1-1 32 15,2 1-2-15,3 0-9 0,-2 0 4 0,2 0-1 16,2 0-3-16,0 0 1 0,1 0-2 0,1 0-21 16,2 1 29-16,1 0-7 0,9-3 24 0,0 1-30 15,2-2 28-15,4 1-21 0,-1 0 30 0,3 0-15 16,2-1 26-16,0 0-22 0,10-1 11 15,-11 1-15-15,-1 0-2 0,1 0-8 0,-2 1 10 0,1-1-14 16,-3 1 16-16,-1 1-20 0,-2 0 18 0,0-1-20 16,-2 0 15-16,-1 1-19 0,-3 1 17 0,-4 1-21 15,-3 0 16-15,-1 1-14 0,-2-2 16 0,-4 2-18 16,0 1 16-16,-4-2-11 0,1 2 13 0,-5 0-23 16,0 0 20-16,-3 0-15 0,1 1 20 0,-3-1-20 15,-1 0 20-15,-2 1-18 0,-1-1 4 0,-11 3-1 16,20-3 23-16,-20 3-8 0,17-3 18 0,-17 3-1 15,12-4 15-15,-12 4-3 0,12-2 13 0,-12 2-11 16,0 0 11-16,14-2-11 0,-14 2 5 0,0 0-11 16,11-4 3-16,-11 4-11 0,0 0 3 0,0 0-11 15,12-2 1-15,-12 2 2 0,0 0-8 0,0 0-8 0,0 0 7 16,0 0-8-16,10-4 3 0,-10 4-2 16,0 0-3-16,0 0-2 0,0 0 4 0,0 0-9 15,0 0 6-15,0 0-6 0,0 0 8 0,0 0-9 0,0 0-1 16,0 0-2-16,0 0 8 0,11-1-2 0,-11 1 0 15,0 0-3-15,0 0 2 0,0 0-1 16,0 0 4-16,0 0-6 0,0 0 6 0,0 0-7 16,0 0 3-16,0 0-1 0,0 0-1 0,0 0-2 0,0 0 7 15,0 0-9-15,0 0 7 0,0 0-6 0,0 0 5 16,0 0-4-16,0 0 5 0,0 0-7 0,0 0 7 16,0 0-7-16,0 0 9 0,0 0-10 0,0 0 5 15,0 0 0-15,0 0 5 0,0 0-9 0,0 0 6 16,0 0-3-16,0 0 4 0,0 0-1 0,0 0 3 15,0 0-9-15,0 0 11 0,0 0-7 0,0 0 7 16,0 0-9-16,0 0 0 0,0 0-1 0,0 0 7 16,0 0-6-16,0 0 4 0,0 0-5 0,0 0 1 15,0 0-3-15,0 0 13 0,0 0-13 0,13 0 10 16,-13 0-8-16,0 0 6 0,15 0-4 0,-15 0 0 16,16-1-7-16,-16 1 15 0,20-1-8 0,-20 1 5 15,25-1-2-15,-9 1 4 0,-2-1-6 0,5-1 2 16,-1 2-1-16,2 0 3 0,-1-1-6 0,1 1 7 0,1-1-9 15,0 0 6-15,-1 0-3 0,3 1 8 0,-1-2-8 16,1 2 6-16,3-2-1 0,0 2 1 0,1-2-5 16,1 1 6-16,-1-1-8 0,2 1 6 15,0-1-4-15,0-1 5 0,2-1-7 0,3 2 3 0,2-1-4 16,0 0 7-16,0-1-6 0,1 1 6 0,1 0-10 16,0 0 10-16,-1 0-10 0,2-1 5 0,1 1-7 15,-1 0 8-15,1-1-6 0,1 1 7 0,4 0-7 16,-4 0-5-16,6-1 7 0,-6 2 4 0,1-1-6 15,-1 1 9-15,1 0-9 0,-1-1 9 0,0 0-6 16,-1 1 4-16,-1-1-3 0,0 0 2 0,-1 0-2 16,-1 2 1-16,-1-2-12 0,1 1 15 0,-2 0-12 15,-1 0 11-15,-3 0-11 0,0 0 6 0,0 0-8 16,0 0 8-16,0 1-7 0,4-2 10 0,0 0-14 16,1 2 10-16,1-2-10 0,0 0 15 0,1 2-12 15,0-2 10-15,-1 1-13 0,3 1 16 0,-2-1-3 16,0-1-4-16,0 2 3 0,3-2-9 0,-3 1 11 15,2 0-5-15,1 0 0 0,-1 0-4 0,1 0 1 16,1 0 2-16,-1 1-21 0,-2-1 19 0,2 1-18 16,-1 0 16-16,-1 0-16 0,-1 0 18 0,-2-1-4 15,2 2-21-15,-1-3 20 0,1 3 1 0,-2-3-1 16,-5 3 1-16,5-1 0 0,-4 1-2 0,2-1-7 0,-2 1 1 16,1-1 0-16,5 3-1 0,-2-2-18 0,1 0 5 15,-4-1 1-15,0 1-1 0,1 0 1 16,-2 0 2-16,-4 1-22 0,2-1 28 0,-1 0-15 0,-2 0 38 15,-1 0-31-15,-2 1 34 0,-2-1-27 0,0 1 36 16,-2 1-38-16,1-2 42 0,-2 2-29 0,2-2 29 16,-2 0-32-16,0 0 35 0,-1 1-29 0,2-1 24 15,-2 0-25-15,3-1 36 0,-3 1-33 0,2-2 28 16,-1 2-2-16,0-1-4 0,0-1-7 0,2 1 7 16,-1 1-1-16,1-2-8 0,-1 1 8 0,1-1-2 15,1 2 1-15,1-1-9 0,-4 0 2 0,4-1 8 16,0 0-6-16,-4 0 11 0,4 2 2 0,-2-2 4 15,0-1-1-15,2 3 3 0,0-1 10 0,-2-1 3 16,0 1-2-16,2-1-1 0,-2 2 1 0,0-1-9 16,0-1 3-16,1 1-1 0,-2-1-1 0,0 2-1 15,1-2 0-15,-4 2 0 0,2-2-11 0,-1 1 12 16,-2-1-7-16,0 1 1 0,-3 1-1 0,0 0 0 16,1-2-1-16,-14 2-5 0,23-1 2 0,-23 1-6 0,21-2 3 15,-21 2-2-15,17-1 3 0,-17 1-2 16,15 0-1-16,-15 0 4 0,12 0-4 0,-12 0 5 15,0 0 4-15,15 0 1 0,-15 0-2 0,0 0 1 16,0 0-2-16,16-1-7 0,-16 1 5 0,0 0 7 0,0 0 3 16,0 0 5-16,13-1 5 0,-13 1 2 0,0 0-6 15,0 0 12-15,0 0 5 0,0 0 13 0,0 0 10 16,0 0 10-16,14 1 9 0,-14-1 9 0,0 0 8 16,0 0 12-16,0 0 12 0,0 0 7 0,0 0 38 15,0 0-25-15,0 0 45 0,0 0-38 0,0 0 41 16,0 0 1-16,9-4-35 0,-9 4 40 0,0 0-50 15,0 0 32-15,0 0-80 0,0 0 49 0,0 0-77 16,0 0 49-16,0 0-82 0,0 0 56 0,0 0-81 16,0 0 65-16,0 0-70 0,0 0 57 0,0 0-79 15,0 0 85-15,0 0-95 0,0 0 61 0,0 0-71 16,0 0 70-16,0 0-70 0,0 0 68 0,0 0-70 16,0 0 82-16,0 0-77 0,0 0 68 0,0 0-72 15,0 0 75-15,0 0-69 0,0 0 81 0,0 0-80 16,11-3 78-16,-11 3-81 0,0 0 106 0,0 0-81 15,0 0 47-15,0 0-47 0,0 0 0 0,0 0 0 16,0 0 0-16,0 0 0 0,0 0 0 0,0 0 0 0,0 0 0 16,0 0 0-16,0 0 0 0,0 0 0 15,0 0 0-15,0 0 0 0,0 0 0 0,6-5 0 16,-6 5 0-16,0 0 0 0,0 0 0 0,0 0 0 0,0 0 0 16,0 0 0-16,0 0 0 0,0 0 0 15,0 0-238-15,0 0-67 0,0 0-67 0,0 0-27 0,8 7-73 16,-8-7-98-16,6 10-58 0,-6-10-170 0,5 14-604 15,-5-14-1004-15</inkml:trace>
  <inkml:trace contextRef="#ctx0" brushRef="#br0" timeOffset="82567.8459">13444 8722 201 0,'-15'-1'293'0,"2"0"-60"15,13 1-29-15,-26-2-41 0,14 2 31 0,-1-2-37 16,2 1 9-16,-3-1-42 0,1 1 19 0,1-2-53 15,-1 1 10-15,2 2-46 0,-1-2 30 0,12 2-45 16,-23-2 31-16,23 2-46 0,-17-3 33 16,17 3-48-16,-18-1 43 0,18 1-44 0,-14-2 37 0,14 2-40 15,0 0 29-15,-16-1-47 0,16 1 37 0,0 0-34 16,-13-1 33-16,13 1-37 0,0 0 34 0,0 0-42 16,-14-1 44-16,14 1-42 0,0 0 49 0,0 0-43 15,0 0 47-15,0 0-36 0,0 0 50 0,0 0-42 16,0 0 53-16,0 0-38 0,0 0 44 0,14 5-46 15,-14-5 44-15,21-2-57 0,-8 0 43 0,3 0-41 16,1-1 47-16,6 0-50 0,2-1 40 0,4 0-42 16,5 0 40-16,4-2-39 0,8 0 33 0,4 1-33 0,4-2 32 15,3 3-35-15,0 0 35 0,7-1-37 16,8 2 31-16,1-1-32 0,-10 1 39 0,16 3-32 16,-16-2 24-16,0 2-28 0,2-2 24 0,9 2-28 0,-6-2 23 15,-3 1-26-15,10-1 23 0,-11 1-25 0,11 1 25 16,-11-4-28-16,0 3 28 0,0-2 0 0,8 0 2 15,-10 0-7-15,12-1-5 0,-12 0-29 16,10 1 32-16,-10-2-24 0,9 0 24 0,-9 1-18 0,0 0 16 16,-1 0-22-16,-1-1 24 0,1 1 7 0,-3-2-9 15,-2 1 1-15,0 1 1 0,-2 0-1 0,-3-1-4 16,-1 0-5-16,-3 1 7 0,0 0-4 0,-8 0 3 16,-2 1-5-16,2-2 1 0,-3 2 1 0,0 0-8 15,1-1 6-15,1 0 1 0,1 1 3 0,6-2 2 16,3 1 7-16,1-2 1 0,2 1-1 0,1 3 11 0,1-3 6 15,3 1-4-15,0 1 0 0,2-1-3 16,1 1 0-16,-1 1-15 0,0 0 5 0,-2 0 0 16,2 0-5-16,-1 0-1 0,0 0 0 0,-1 0-4 15,1-1-3-15,1 3 3 0,-3-1-2 0,1-1 2 0,0 0-1 16,0 1 1-16,-1 0-2 0,-2-1-5 16,0 1 7-16,0-1-3 0,-2 1-1 0,0 0 2 15,-6 2-1-15,3-2 2 0,-6-1-2 0,1 2 1 0,-4-2-2 16,1 0 4-16,0 2-4 0,-3-2 4 0,-5 2-2 15,3-3 2-15,-3 2-3 0,-2-1 1 0,-1-1 2 16,0 2 8-16,-1-2-6 0,-1 1 9 16,0 0-9-16,-2 0 9 0,0 1 0 0,-2-1 22 0,-1 1-6 15,0-1-3-15,-1 0-5 0,0 1 4 0,-2 1 4 16,0-1-6-16,0 0 1 0,-4 0 2 0,1 1 1 16,-1-1 1-16,1 0 5 0,-2 1-5 0,2 0-9 15,-2-1 4-15,2 1-3 0,-2 0-3 0,1 0 2 16,-1 0-1-16,-1 0 0 0,1 0-5 0,-2-1 3 15,-12 1 0-15,25-1 0 0,-25 1 2 0,20-1-3 16,-20 1-2-16,17 0-16 0,-17 0 16 0,15 0-1 16,-15 0-5-16,12-1 2 0,-12 1 15 0,0 0-28 15,15-2-17-15,-15 2-13 0,0 0-56 0,0 0-72 16,13-1-82-16,-13 1-73 0,0 0-138 0,0 0-532 16,0 0-581-16</inkml:trace>
  <inkml:trace contextRef="#ctx0" brushRef="#br0" timeOffset="85197.716">18811 8495 98 0,'7'-10'263'0,"-7"10"-53"16,0 0 21-16,8-9-32 0,-8 9 0 15,0 0-54-15,6-7-9 0,-6 7-19 0,0 0-17 16,7-7-14-16,-7 7-9 0,0 0-4 0,0 0-6 0,6-8-3 16,-6 8-6-16,0 0-3 0,0 0-5 0,0 0-9 15,0 0 8-15,0 0-2 0,5-7 0 16,-5 7 7-16,0 0 0 0,0 0 1 0,0 0 2 0,0 0 4 15,0 0 0-15,0 0-2 0,0 0 2 0,0 0 2 16,0 0 1-16,0 0 13 0,0 0 4 0,8-6 1 16,-8 6 6-16,0 0 5 0,0 0-12 0,0 0 12 15,15-3-11-15,-15 3-6 0,17-5-13 0,-4 3-11 16,2-3-7-16,4 3-4 0,4-4 0 0,2 2-3 16,3-2 5-16,4 1-14 0,5 1 8 0,-2-2-17 15,3 0 8-15,6 1-15 0,1-1 13 0,0 2-22 16,3-1 13-16,-1 1-19 0,2 0 16 0,0 1-19 15,0 0 16-15,1 0-15 0,0 2 15 0,-1-1-17 16,1 0 18-16,0 0-18 0,-1 2 15 0,1-1-16 16,0 0 17-16,0 0-21 0,-6 1 23 0,7-2-18 0,0 2 17 15,2 0-18-15,0 0 10 0,2 0-10 16,0 0 16-16,3 0-15 0,1 0 15 0,2 0-17 16,1 2 14-16,1-1-11 0,0 0 14 0,1 0-22 0,0 0 24 15,-1 0-18-15,0 1 18 0,0 0-19 0,-1-1 15 16,0 0-14-16,0 1-2 0,-1 0 10 15,1 0-7-15,-2-2 4 0,1 2-2 0,-1 1 1 0,0-2 0 16,0 0-14-16,1 1 18 0,-1-1 14 0,2 0-18 16,0 0 12-16,1 2-19 0,2-3 0 0,-1 2 3 15,0-2 1-15,11 1-2 0,-10 0 4 0,9 2-3 16,-10-1 2-16,-1-1 1 0,-2-1 14 0,0 3-16 16,-2-1 15-16,0-1-16 0,-3 0 2 0,2 1 1 15,-2 0-5-15,0 0 7 0,-2 0 2 0,-1 0 1 16,0-1-5-16,-2 0 5 0,-1 1-1 0,0-2-5 0,-7 1 6 15,1 1-2-15,-2-2 2 0,0 1-4 16,-1-1 5-16,-1 1 10 0,-1 0-17 0,0 0 4 16,-1-1 2-16,-1 1-4 0,-5-1 1 0,1 0 2 0,-1 1-6 15,0-1 1-15,0 1 5 0,0-1-1 16,2 0 2-16,-2 0-4 0,0 2 3 0,0-1 1 16,0 0-5-16,-1 0 5 0,1-1 0 0,-1 2-1 15,0 0-1-15,0 0 2 0,0-1 0 0,0 0-4 0,-1 2 3 16,-1-1 0-16,1-1 0 0,0 2 0 15,-2-1 3-15,-2-1-1 0,1 2-11 0,-1-1 14 16,-3-1-1-16,-2 2-1 0,-1-3-3 0,0 2 4 0,-4 0 0 16,1-2 3-16,-4 2-3 0,3-1 2 0,-3-1 0 15,-1 1 2-15,-12-1 5 0,21 2-1 0,-21-2 4 16,18 0 6-16,-18 0 1 0,14 1-1 0,-14-1-3 16,0 0-1-16,19 2-7 0,-19-2 4 0,0 0-2 15,13 1-2-15,-13-1 1 0,0 0-2 0,0 0 4 16,15 1-3-16,-15-1 10 0,0 0 4 0,0 0 6 15,0 0 7-15,13 0 4 0,-13 0 8 0,0 0 3 16,0 0 12-16,0 0 19 0,0 0 21 0,0 0 2 16,0 0 8-16,0 0 23 0,14 0-17 0,-14 0 42 15,0 0-25-15,0 0 33 0,0 0-31 0,0 0 46 0,0 0-43 16,0 0 26-16,0 0-53 0,0 0 16 16,0 0-30-16,0 0 40 0,6-7-59 0,-6 7 41 15,0 0-51-15,0 0-1 0,0 0-9 0,0 0-7 16,0 0-8-16,0 0-9 0,0 0 1 0,0 0-10 0,0 0 1 15,0 0-2-15,0 0-1 0,0 0-3 16,0 0-3-16,0 0-1 0,0 0-9 0,0 0-1 16,0-11-1-16,0 11 0 0,0 0-6 0,0 0-8 0,0 0 9 15,0 0 4-15,0 0 4 0,0 0 12 0,0 0-4 16,0 0 3-16,0 0 20 0,0 0 33 0,0 0 10 16,0 0-87-16,0 0 0 15,0 0 0-15,0 0 0 0,0 0 0 0,0 0 0 0,0 0 0 0,0 0 0 16,0 0 0-16,0 0 0 0,0 0 0 0,0 0 0 15,0 0 0-15,0 0 0 0,0 0 0 0,0 0 0 16,0 0 0-16,0 0 0 0,0 0 0 0,0 0 0 16,0 0 0-16,0 0 0 0,0 0 0 0,0 0 0 15,0 0 0-15,0 0 0 0,0 0 0 0,4-8 0 16,-4 8 0-16,0 0-78 0,0 0-2 0,0 0 2 16,0 0 1-16,0 0 5 0,0 0 44 0,0 0-45 15,0 0 50-15,0 0-37 0,0 0 52 0,0 0-38 16,0 0 44-16,0 0-37 0,0 0 44 0,0 0-36 15,0 0 39-15,0 0-39 0,0 0 40 0,0 0-43 16,0 0 35-16,0 0-44 0,0 0 35 0,0 0-43 16,0 0 34-16,0 0-40 0,0 0 35 0,0 0-39 15,0 0 39-15,0 0-42 0,0 0 37 0,0 0-42 16,0 0 41-16,0 0-41 0,0 0 45 0,0 0-45 0,0 0 32 16,0 0-39-16,0 0 36 0,0 0-29 0,0 0 34 15,0 0-9-15,0 0 14 0,0 0-30 16,0 0 39-16,0 0-35 0,0 0 38 0,0 0-29 15,0 0 33-15,0 0-30 0,0 0 36 0,0 0-25 16,0 0 27-16,0 0-30 0,0 0 26 0,0 0-38 0,0 0 11 16,0 0-16-16,14-1 9 0,-14 1-22 0,11-3 28 15,-11 3-7-15,13-3 19 0,-13 3-3 16,18-4-3-16,-18 4 5 0,23-3 2 0,-9 3-2 0,3-4-5 16,1 4 2-16,1-2 3 0,3 1 14 0,-2-1-9 15,6 2 5-15,1-1-5 0,1 0 8 0,-1 1-1 16,2-1 8-16,0 1-7 0,-1 1 9 0,0 0-9 15,1 0 12-15,-1-1-8 0,0 1 0 0,0 1 2 16,1-1 10-16,0 0-11 0,0 0 9 0,0 2-5 16,0-1 4-16,1-1-3 0,0 0 4 0,-1 2-4 15,2-1 9-15,-2-1-12 0,0 0 5 0,1 2-1 16,-1-2-9-16,-1 0 8 0,0-1 7 0,0 2-6 16,0-1 9-16,-1-1-13 0,2 2 13 0,-2-2-10 15,0 0 10-15,0 1-9 0,-1-1 7 0,-3 0-5 16,2 1-2-16,-2-1 2 0,0 1 4 0,2-1-10 15,-2 1 11-15,4-3-8 0,-4 3 9 0,-1-1-9 16,2 0 2-16,2 1 2 0,-2-1 5 0,-1 0-8 16,-1 0 9-16,1 0-10 0,-1 2-4 0,-2-2 6 0,0 0 5 15,1 1-9-15,-2-1 6 0,2 1 0 16,-3-1-3-16,-2 2 4 0,0-2 0 0,-3 1-1 16,1 0 1-16,-1-1 2 0,0 1 4 0,-13-1 5 0,25 1 2 15,-25-1 10-15,23 2 5 0,-23-2 3 0,20 1 0 16,-20-1 10-16,18 2-8 0,-18-2 18 0,18 1-15 15,-18-1 26-15,13 0-19 0,-13 0 36 16,0 0-39-16,18 0 43 0,-18 0-35 0,0 0 49 0,14 0-40 16,-14 0 40-16,0 0-38 0,0 0 33 0,16 0-39 15,-16 0 41-15,0 0-42 0,0 0 37 0,0 0-43 16,0 0 41-16,11 0-45 0,-11 0 35 0,0 0-45 16,0 0 32-16,0 0-44 0,0 0 37 0,0 0-42 15,0 0 36-15,0 0-46 0,0 0 42 0,0 0-40 16,-13-5 43-16,13 5-38 0,-17-1 51 0,17 1-37 0,-17-2 54 15,17 2-55-15,-23-1 54 0,23 1-57 16,-18-1 59-16,18 1-73 0,-13 0 0 0,13 0 6 16,-12-3-4-16,12 3 4 0,0 0 61 0,-15 1-69 15,15-1 2-15,0 0 0 0,-14-2 19 0,14 2 20 16,0 0 14-16,0 0 4 0,-11-2-8 0,11 2-2 16,0 0-56-16,0 0 0 0,0 0 0 0,0 0 0 15,-13-1 0-15,13 1 0 0,0 0 0 0,0 0 0 0,0 0 0 16,0 0 0-16,0 0 0 0,0 0 0 0,0 0 0 15,0 0 0-15,0 0 0 0,0 0 0 0,-10-3 0 16,10 3 0-16,0 0-101 0,0 0-113 0,0 0-3 16,0 0-75-16,0 0-4 0,0 0-20 0,0 0-30 15,0 0-14-15,16-2-40 0,-16 2-25 0,15-1-16 16,-15 1 8-16,25-2-83 0,-11 2-40 0,4-3-466 16,-2 0-633-16</inkml:trace>
  <inkml:trace contextRef="#ctx0" brushRef="#br0" timeOffset="86493.668">26346 7722 150 0,'0'0'267'0,"0"0"-50"15,0 0-30-15,-4-9 4 0,4 9 18 0,0 0-55 16,0 0 31-16,0 0-30 0,-3-10-16 0,3 10-10 16,0 0-15-16,0 0-17 0,0 0-20 0,0 0-18 15,0 0-3-15,0 0-10 0,-2-11-8 0,2 11-2 16,0 0 4-16,0 0-7 0,0 0 2 0,0 0 0 16,0 0 1-16,0 0 1 0,0 0 10 0,0 0-6 0,0 0 6 15,0 0 2-15,9 5 7 0,-9-5 3 0,0 0-1 16,0 0 2-16,10 7 3 0,-10-7 4 0,0 0 9 15,13 4-7-15,-13-4-8 0,16 2-14 16,-16-2-4-16,22 1-10 0,-6-1-5 0,-1 0-8 0,3-1 0 16,3 1-4-16,-1-2-8 0,2 1 3 0,3 0-15 15,2-2 12-15,-2 1-3 0,1 0-2 0,1-1-3 16,-2 0-10-16,2 1 12 0,-4-3-3 0,-3 3 1 16,0 0 1-16,-1-1 6 0,-4 1-3 0,-1 0 10 15,-3 1 6-15,-11 1 3 0,22-3 10 0,-22 3 3 16,16-3 3-16,-16 3 0 0,14-2-2 0,-14 2 0 15,11-2-12-15,-11 2 1 0,0 0-7 0,13-1-7 16,-13 1-9-16,0 0 2 0,0 0-3 0,14-2-8 16,-14 2 2-16,0 0 6 0,0 0-4 0,0 0-3 15,6 9 4-15,-6-9-3 0,0 0-2 0,-4 15 4 16,4-15 2-16,-5 16-1 0,1-6 4 0,0 4 14 16,-1-1-12-16,0 3 16 0,-1 2 3 0,1 2 22 15,-1 2 8-15,-2 0-1 0,2 3 2 0,-1 2-1 0,-1 1-2 16,0 0 0-16,1 0-3 0,-1 0-2 0,1-2 0 15,1-2-11-15,0 0 1 0,0-3-4 0,-1 2 2 16,3-2 14-16,0 0-23 0,-2-5 11 0,2 1-19 16,0 0 10-16,-1-2-16 0,3-3 12 0,0 0-19 15,-2-2 19-15,1 0-20 0,3-10 14 0,-4 17-19 16,4-17 17-16,-5 14-19 0,5-14 22 16,-3 11-18-16,3-11 17 0,0 0-13 0,-4 13 8 15,4-13-57-15,0 0-33 0,0 0-69 0,-6 6-72 0,6-6-70 16,0 0-52-16,0 0-59 0,-9-6-81 0,9 6-490 15,-10-8-557-15</inkml:trace>
  <inkml:trace contextRef="#ctx0" brushRef="#br0" timeOffset="86934.2444">26530 8119 87 0,'0'0'401'0,"0"0"-59"0,-13-5-64 0,13 5 10 15,0 0-72-15,-9-3 11 0,9 3-65 0,0 0 13 16,-11-5-20-16,11 5-63 0,0 0 27 0,0 0-43 0,0 0 49 16,0 0-37-16,-11-2 35 0,11 2-15 0,0 0 19 15,0 0-3-15,0 0 13 0,0 0 13 0,0 0-16 16,11-4-10-16,-11 4-14 0,25-3-12 0,-5 1-25 16,0 0-1-16,7-1-20 0,2-1-3 0,7 1-13 15,3 0-7-15,-1-1-14 0,4 2 0 0,-1-3-4 16,4 2 3-16,-2 1-6 0,-3-1-10 0,0 0-12 15,0 2-11-15,-1-2 0 0,-3 2-22 0,-5-1-1 16,-2 2-29-16,-3 0-5 0,-5-1-34 0,-2 1-7 16,-4 0-51-16,1-1 33 0,-3 1-45 0,-13 0 21 15,23 0-59-15,-23 0 2 0,16 0-36 0,-16 0-35 16,0 0-411-16,0 0-209 0</inkml:trace>
  <inkml:trace contextRef="#ctx0" brushRef="#br0" timeOffset="88581.8826">26377 8530 20 0,'-13'-1'261'0,"13"1"-56"0,0 0-31 0,0 0-22 16,0 0-15-16,0 0-1 0,0 0-12 16,0 0 6-16,0 0-12 0,0 0 16 0,0 0-18 15,0 0 14-15,0 0-5 0,0 0-9 0,0 0-1 16,0 0-7-16,0 0-22 0,0 0-8 0,0 0-3 0,0 0 2 16,9-3-9-16,-9 3-12 0,0 0-13 0,0 0 2 15,12-5-6-15,-12 5-4 0,0 0-4 16,0 0-10-16,11-5-4 0,-11 5-4 0,0 0 4 0,9-5-9 15,-9 5 3-15,0 0-4 0,11-5 6 0,-11 5-3 16,0 0 6-16,9-6-19 0,-9 6 19 0,0 0 1 16,9-3 1-16,-9 3 0 0,0 0 1 0,0 0-4 15,12-5 4-15,-12 5-2 0,0 0 5 0,13-2 1 16,-13 2 0-16,14-2 3 0,-14 2-3 0,13-1 2 16,-13 1 7-16,16-2 6 0,-16 2-1 0,24-1-11 15,-10 1 9-15,3-2 3 0,2 2 4 0,1 0-12 16,0 0 2-16,3 0 3 0,1 0 6 15,4 0 8-15,-1 0-3 0,1 2-7 0,1-2 3 0,0 1-2 16,1 1-8-16,1-2 7 0,1 1-1 0,-1-1-3 16,6 1-8-16,1-1 0 0,0 1-4 0,0-1-7 15,3 0 4-15,-1 0-3 0,2-1-5 0,10 0 3 16,0 0 1-16,1-2-1 0,4 1-5 0,-1 1 6 16,5-1-1-16,-1-1-1 0,-1 2 1 0,3 0 0 15,-3 1 1-15,1-2-9 0,-1 2 5 0,0 0 0 16,-4 0-3-16,3 0 2 0,-3 0-4 0,-3 0 0 15,-2 0-8-15,-8 2 9 0,0-2-1 0,-4 1 1 16,-2-1 0-16,-2 1 0 0,-5-1 1 0,-3 2-2 16,-3-2 4-16,0 1 2 0,-2-1 1 0,-3 0 6 15,-2 1-1-15,-1 0 0 0,0-1-3 0,-2 0-1 16,-13 0 1-16,23 1-8 0,-23-1 4 0,21 0-6 16,-21 0-3-16,18 3 2 0,-18-3-1 0,17 2 0 15,-17-2-1-15,13 1 0 0,-13-1 0 0,11 1-5 0,-11-1 5 16,0 0 0-16,16 2-2 0,-16-2 2 0,0 0-1 15,12 1-3-15,-12-1 0 0,0 0 6 0,0 0-3 16,13 2-2-16,-13-2 2 0,0 0-1 0,0 0 0 16,0 0-2-16,14 2 6 0,-14-2 1 0,0 0 7 15,0 0 5-15,17 1 0 0,-17-1-3 0,0 0 1 16,15 2 6-16,-15-2-5 0,15 1 1 0,-15-1 0 16,14 1 0-16,-14-1-3 0,20 3 3 0,-20-3-3 15,23 3-2-15,-11-2-2 0,1 1-1 0,2 0-2 16,1 0-4-16,2 2 0 0,0-3 2 0,0 2-1 15,2 0 8-15,0-2-11 0,4 4 9 0,2-3-17 16,2 2 14-16,5 0-10 0,3 1 11 0,2-1-15 16,9 2 13-16,-1 0-10 0,2 0 10 0,-1-2-10 15,1 2 13-15,0 3-16 0,-2-5 15 0,0 1-12 16,-7-1 11-16,0 1-14 0,-2-3 15 0,2 3-14 16,-2-3 12-16,-1 2-9 0,0-2 9 0,-1 0-5 15,-5 0 11-15,-1-1-7 0,-1 0 10 0,1-1-11 16,0 2 14-16,2-2-18 0,-2 1 20 0,-1-1-21 0,2 0 18 15,0 2-19-15,1-2 12 0,0 1-15 0,1 0 14 16,-1 1-16-16,4 0 15 0,-4 0-16 16,3 1 15-16,0-1-16 0,-6 3 14 0,1-3 0 15,0 2 4-15,-2-2-8 0,1 3-1 0,-2-3 0 16,-2 2 0-16,-3-3 0 0,2 5 1 0,-2-5 4 16,-3 1-5-16,1-1 2 0,1 1-3 0,-1-1 5 0,1 0-5 15,-2 1-1-15,0-2 2 0,1 1-1 0,0 0-1 16,2 0 2-16,-1-1-1 0,1 0 0 15,0 1 0-15,-1 0-3 0,3 0 6 0,1 1-7 16,2-2 1-16,0 1 0 0,-2 0 3 0,2 1-1 16,0 0 0-16,-1-1 4 0,0 0-5 0,-4 2-2 15,0-1 3-15,1-1 4 0,-2 1-6 0,1 1 1 16,-1-2 2-16,0 2 2 0,1-1 1 0,-1 0 2 16,-1 0 0-16,2 0 1 0,-1 0 6 0,-1 0 19 0,1 0 4 15,0-1 5-15,-2 0-1 0,2-1-1 0,-1 2-5 16,1-1 3-16,0 0-7 0,-1 0-8 0,2-1-3 15,-1 1 5-15,-1-1 1 0,1 0-9 0,1 0-3 16,-1 0-2-16,0 0 25 0,0 0-29 0,-2 0-1 16,1 0 23-16,-3 0-27 0,0 0 3 0,0 0 20 15,-1 0-28-15,-1 0 1 0,1 0 3 0,-2 0 2 16,-13 0-4-16,25 0 2 0,-25 0 2 0,22 0 2 16,-22 0 4-16,16 0-7 0,-16 0 2 0,15 0-3 0,-15 0 2 15,12-1-4-15,-12 1 6 0,0 0-3 16,16 0 2-16,-16 0-3 0,0 0 0 0,0 0-1 0,14-1 0 15,-14 1 3-15,0 0-5 0,0 0-3 0,0 0 0 16,14-1-8-16,-14 1-4 0,0 0-10 0,0 0-4 16,0 0-2-16,0 0-2 0,0 0-2 0,0 0-2 15,13 0-1-15,-13 0-8 0,0 0 47 0,0 0-85 16,0 0 38-16,0 0-84 0,0 0 19 0,0 0-96 16,0 0-2-16,0 0-114 0,0 0-35 0,0 0-135 15,0 0-576-15,-5-9-688 0</inkml:trace>
  <inkml:trace contextRef="#ctx0" brushRef="#br0" timeOffset="141797.8265">5794 7597 170 0,'0'0'239'0,"0"0"-46"16,0 0-21-16,0 0-21 0,0 0-3 0,0 0-7 15,0 0-5-15,0 0-26 0,0 0 10 0,0 0-31 16,0 0 16-16,-12-1-18 0,12 1-3 0,0 0-13 16,0 0-5-16,0 0-10 0,0 0-4 0,0 0-9 15,0 0-1-15,0 0-5 0,0 0-10 0,0 0-3 16,0 0-7-16,0 0-3 0,0 0-4 0,0 0-2 16,0 0 3-16,0 0-7 0,0 0-18 0,0 0 21 15,0 0-2-15,0 0-3 0,0 0 2 0,0 0 6 16,0 0-3-16,0 0-4 0,0 0-1 0,0 0 10 15,0 0-3-15,0 0 5 0,0 0 2 0,-6 7-1 16,6-7-5-16,0 0 6 0,0 0 0 0,0 0 3 16,0 0 0-16,0 0 5 0,0 0-5 0,0 0 2 15,0 0 13-15,0 0 5 0,10 3-7 0,-10-3-5 16,0 0-6-16,0 0 8 0,0 0 4 0,14 1 0 16,-14-1-1-16,0 0-3 0,14 0-9 0,-14 0-2 0,0 0 5 15,18-3-2-15,-18 3 0 0,16-1 0 16,-16 1-6-16,21-4-7 0,-21 4-1 0,21-3 7 15,-8 0-4-15,-1 2 0 0,2-2-1 0,3 0 0 0,3 2-2 16,5-2 4-16,2 0 9 0,10 0 4 0,7-1 1 16,7-1-4-16,2-1-5 0,6-1-3 0,13 0 3 15,3-1 4-15,6 0-2 0,3-1 2 16,4 2-24-16,3-3 23 0,2 2-20 0,0-3 22 0,2 3-17 16,0-3 27-16,1 1-22 0,-1 2 16 0,0 0-27 15,-3-1 27-15,-3 1-21 0,-5-1 11 0,-4 1-17 16,-5 3 21-16,-14 0-28 0,-3 0 26 0,-3 1-23 15,-4 1 17-15,-4 0-18 0,-5-1 21 0,-4 2-17 16,-1-2 18-16,-2 3-22 0,-3-1 18 0,-2 1-21 16,0 0 19-16,0 0-17 0,-2 0 17 0,0-1-22 15,-2 2 16-15,-2 0-12 0,-3-2 18 0,0 2-18 16,0 0 18-16,-3 0-18 0,1 0 21 0,-4-1-23 16,1 1 23-16,-2 0-7 0,0 0 1 0,-14 0-17 15,24 0 22-15,-24 0-18 0,20-2 16 0,-20 2-15 0,18 2 22 16,-18-2-25-16,15-2 25 0,-15 2-21 15,14 0 20-15,-14 0-21 0,0 0 24 0,16 0-19 16,-16 0 17-16,0 0-14 0,15-2 21 0,-15 2-14 0,0 0 11 16,17 0-11-16,-17 0 13 0,15 0-24 15,-15 0 24-15,16-2-18 0,-16 2 21 0,18-1-24 16,-18 1 18-16,18 0-7 0,-18 0 11 0,17 0-7 16,-17 0 16-16,18-2-16 0,-18 2 10 0,13-1-4 0,-13 1 17 15,0 0-2-15,18-1 18 0,-18 1-3 0,0 0 14 16,13 0-2-16,-13 0 2 0,0 0-9 0,0 0-2 15,13 0-6-15,-13 0-4 0,0 0-9 0,0 0-4 16,0 0-11-16,0 0-1 0,15-2 3 0,-15 2-14 16,0 0-5-16,0 0 2 0,0 0 0 0,12-1-4 15,-12 1 3-15,0 0-3 0,14-2-2 0,-14 2 3 16,0 0-2-16,14-1 2 0,-14 1 2 0,0 0 2 16,15-2-1-16,-15 2-1 0,0 0 2 0,0 0-1 15,13-2 5-15,-13 2-4 0,0 0 8 0,0 0 1 16,0 0 3-16,0 0-5 0,14-3 8 0,-14 3-9 15,0 0 7-15,0 0-9 0,0 0 6 0,0 0-11 16,0 0 7-16,0 0-13 0,0 0 8 0,0 0-16 16,11 0 14-16,-11 0-12 0,0 0 6 0,0 0-5 0,0 0 3 15,0 0-7-15,0 0 7 0,0 0-8 16,0 0 9-16,0 0-2 0,0 0 4 0,12 0-6 16,-12 0 7-16,0 0-5 0,0 0 11 0,16 0-11 15,-16 0 5-15,0 0-1 0,13-1 3 0,-13 1-7 0,0 0 2 16,19 1-4-16,-19-1 7 0,16 0-6 0,-16 0 6 15,24 0-4-15,-9 0 1 0,-2 0-2 16,4 2 0-16,1-2 2 0,2 1 3 0,-1-1-1 0,3 0-4 16,0 2 4-16,-1-2 3 0,1-2-11 0,-1 4 12 15,0-2-5-15,-1 0 3 0,0 0-6 0,-1 0 5 16,-4 1-13-16,1-1 20 0,-2 0-11 0,-1 0 3 16,0 0-4-16,-13 0 8 0,22 0-6 0,-22 0 2 15,18 0-8-15,-18 0 11 0,17 0-6 0,-17 0 3 16,16 1-4-16,-16-1 3 0,17 0-5 0,-17 0 9 15,18 1-12-15,-18-1 8 0,20 2-4 0,-20-2 7 16,23 3-9-16,-23-3 6 0,24 0-7 0,-24 0 5 16,23 2 2-16,-10 0 2 0,-2-1-3 0,3-1 3 15,-1 2-2-15,0-2-3 0,1 0 1 0,-1 0 4 16,1 0-5-16,-1 0 6 0,1 0-4 0,-1 0 2 16,1 0-1-16,-1-2 8 0,0 2-5 0,-13 0-1 15,23-1 0-15,-23 1 0 0,21 0-1 0,-21 0 3 16,18 0 0-16,-18 0-5 0,16-2 1 0,-16 2 4 0,12-2 1 15,-12 2-3-15,0 0-1 0,16 0 1 0,-16 0-2 16,0 0 0-16,0 0-3 0,16 0-2 16,-16 0 3-16,0 0-2 0,0 0 4 0,0 0-4 0,14-2 0 15,-14 2 1-15,0 0-4 0,0 0-4 0,0 0 10 16,0 0-2-16,0 0 0 0,0 0 1 0,14 0-1 16,-14 0 0-16,0 0 0 0,0 0 3 15,0 0 0-15,0 0 1 0,0 0-1 0,0 0 0 0,0 0-1 16,0 0-2-16,0 0 1 0,0 0-6 0,0 0-7 15,0 0-8-15,0 0-9 0,0 0-13 0,0 0-16 16,0 0-5-16,0 0-21 0,0 0-41 0,13-3-26 16,-13 3-56-16,0 0 9 0,0 0-37 0,0 0 18 15,0 0-54-15,0 0-19 0,0 0-58 0,0 0-418 16,-12-2-284-16</inkml:trace>
  <inkml:trace contextRef="#ctx0" brushRef="#br0" timeOffset="144025.8938">6845 12383 56 0,'0'0'105'0,"0"0"-6"0,0 0-22 15,0 0-24-15,-12 1-20 0,12-1 3 0,0 0-10 16,0 0 0-16,0 0-7 0,0 0 1 16,0 0-5-16,0 0-5 0,0 0 5 0,0 0-7 0,0 0 0 15,0 0-1-15,0 0 2 0,0 0-3 16,13 2 10-16,-13-2 5 0,0 0-3 0,0 0 12 15,14 0 6-15,-14 0-2 0,0 0-5 0,0 0 6 16,13 1 10-16,-13-1 8 0,0 0 0 0,0 0-4 0,14 3 2 16,-14-3 12-16,0 0 2 0,0 0 4 0,13 1-7 15,-13-1 15-15,0 0-6 0,12 2 6 0,-12-2-14 16,14 2 15-16,-14-2-23 0,15 0 25 0,-15 0-20 16,22 1 31-16,-8-1-44 0,0-1 40 0,4 0-42 15,2 0 30-15,2-1-44 0,4 2 26 0,1-1-39 16,4 0 35-16,-1-1-35 0,7-1 35 0,0 2-48 15,3-2 53-15,3 1-27 0,7-1 2 0,3 0-41 16,4 0 41-16,3 0-45 0,13-1 42 0,4 0-45 16,3-1 45-16,5 1-5 0,1-2-1 0,3 2-5 15,1-3-7-15,2 0-4 0,1 0-5 0,0 1-3 16,-1 0-1-16,-3-1 1 0,-4-1 0 0,0 1 0 16,-4 0 1-16,-5-1 3 0,-3 1-1 0,-4 1-3 15,-12 0 0-15,-3 0-17 0,-2 1 22 0,-2-1 1 0,-4 1-3 16,-1-1 2-16,-7 2-10 0,-1 0 10 0,-2-1-26 15,0 1 26-15,-1 1-2 0,-6-2 0 0,0 3 1 16,-1-2-3-16,-2 2 2 0,0-1-10 16,-6 0 7-16,1 2 4 0,-3-2-4 0,-2 2-4 0,-1 0 4 15,-2-1 0-15,-12 2-8 0,22-3 12 0,-22 3 0 16,16-1-2-16,-16 1 0 0,15-2 1 0,-15 2 0 16,11-1-6-16,-11 1 6 0,0 0-31 0,15-2 42 15,-15 2-3-15,0 0-8 0,0 0 2 0,13-2-3 16,-13 2 4-16,0 0 0 0,0 0-5 0,0 0-13 15,10-2-7-15,-10 2-24 0,0 0-32 0,0 0-27 16,0 0-40-16,0 0-44 0,0 0-56 0,0 0-112 16,0 0-155-16,0 0-5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5:58:37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2152 1567 141 0,'0'0'490'0,"-13"-9"-116"16,13 9-32-16,-14-12-77 0,8 6 6 0,0-2-27 16,-2 0-14-16,2-1-4 0,-2 0 13 0,3-2-64 15,0 1 15-15,0-4 22 0,2 1-8 0,2 0-47 16,1-5-3-16,2 1-46 0,5-4 28 0,2 1-51 15,3-5 23-15,2 2-48 0,2 1 27 0,2 0-46 16,0 2 16-16,3 1-37 0,1 2 24 0,2 1-33 16,-1 2 15-16,4 0-33 0,0 4 28 0,2 1-32 15,1 3 27-15,-1 4-29 0,2 2 30 0,4 2-30 16,1 6 26-16,7 5-28 0,-4 5 29 0,1 3-29 16,-2 5 40-16,4 7-28 0,-4 4-2 0,-3 3 3 15,-4 2-8-15,-7-4 13 0,-3 3 1 0,-3-2-2 16,-3 2 9-16,-2 0-8 0,-4 1-1 0,-1-3 3 15,-4-5-2-15,-3-1 1 0,-2-4 1 0,-2 3 6 16,-3-1-5-16,-3-1-1 0,-1-2-4 0,-4-1 2 0,-1-1 0 16,-2-2-57-16,-2-1 80 0,-1-1-67 15,-3-4 63-15,0 0-61 0,-2-2 65 0,-1-4-53 16,-1 0 71-16,2-4-77 0,1-1 63 0,-2-4-65 16,0 0 61-16,-1-5-6 0,1-1-9 0,0-3-17 0,-1-4-22 15,2-3-12-15,0-4-19 0,0-7 22 0,3-2-28 16,4-5 31-16,2-4-35 0,4-4 25 0,3-2-40 15,5-4 39-15,3 0-22 0,2 1 14 0,5-1 15 16,1 3 42-16,3 3-19 0,1 2 44 0,1 1-36 16,-1 9 32-16,3 1-26 0,2 4 36 0,3 2-19 15,2 2 47-15,5 3-29 0,3 4 26 0,3 4-40 16,7 3 28-16,-1 6-29 0,8 4-5 0,1 4 0 16,0 5 4-16,7 7-4 0,-2 3-2 0,-5 5 2 15,-3 2-7-15,-5 3 1 0,-8-2 2 0,-5 1 4 16,-1 2-9-16,-6 2 4 0,-2 0-4 0,-4 3 1 15,-2-1-12-15,-5 1-20 0,-3-7 21 0,-2 1-31 16,-4-1-46-16,-2-1 57 0,-4 0-52 0,-3 0 55 16,-5-1-7-16,0-1-13 0,-5-5-18 0,-1-2-6 15,-2 0-13-15,0-9 2 0,-2 0-7 0,-2-2 4 16,-1-4 9-16,0-3-11 0,1-2 3 0,0-3-16 0,0-5-44 16,-3-3 8-16,1-3 19 0,1-3 11 15,-1-5 14-15,2-2 18 0,7 2 21 0,3-1 33 0,3 3 30 16,4 1 82-16,1 0 8 0,2 3-28 0,2 2 2 15,3 0-9-15,4 10-4 0,-2-15 3 0,2 15-12 16,4-11-7-16,-4 11-6 0,11-6 0 0,-11 6-13 16,21 1-1-16,-7 2-6 0,2 1-8 0,4 2 3 15,1 2-27-15,3 1-50 0,3 2-63 0,2-1-61 16,-1 2-85-16,2-1-80 0,0 2-93 0,2-1-261 16,-2-4-209-16</inkml:trace>
  <inkml:trace contextRef="#ctx0" brushRef="#br0" timeOffset="250.2429">3934 2315 462 0,'18'5'692'0,"-2"-1"-171"0,-3-1 10 16,-1 1-117-16,-2-2 15 0,-10-2-100 16,17 8 38-16,-17-8-93 0,6 8 73 0,-6-8-131 0,-8 13 38 15,-3-4-98-15,-7 5 37 0,-13 4-94 0,-8 2 32 16,-14 5-70-16,-8 1 47 0,-8 1-86 0,-7 2 63 15,-22 5-88-15,-5 1 62 0,-5 1-78 0,-4-1 67 16,2-1-71-16,-1-1-9 0,5-1 2 0,4-2-10 16,22-6-30-16,3 1-43 0,8-3-45 0,5-1-18 15,7-2-150-15,11-3-19 0,8-4-56 0,8-2-85 16,7-1-76-16,5-3-382 0,1-3-525 0</inkml:trace>
  <inkml:trace contextRef="#ctx0" brushRef="#br0" timeOffset="2368.139">6535 1613 393 0,'8'-19'400'16,"-1"-1"-21"-16,-1-2-12 0,-3 0-14 0,-1-1-5 15,-2-1-9-15,-1-1-48 0,-3 2-9 0,-1-1-43 16,-4-4-1-16,0 3-52 0,-2 0 46 0,-2 3 2 15,2 2-24-15,0 3-32 0,-1 1 9 0,3 3-28 16,0 1-21-16,0 3-42 0,3 1-27 0,6 8-17 16,-13-7-18-16,13 7-2 0,-16 11 11 0,8 2-7 15,-1 6-71-15,-2 11 88 0,3 8-67 0,2 7 75 16,2 6-66-16,3 4 77 0,1 13-46 0,5 1 61 16,0 3-49-16,2 0 36 0,3 0-59 0,-1 0 22 15,1 1-4-15,1-1-4 0,-2-2-8 0,1-1 1 16,3-4 1-16,-4-3-9 0,-3-11 1 0,1 0 1 15,1-3-5-15,-3-4-1 0,1-1 0 0,-3-9-1 16,0 1-1-16,0-4-1 0,-3-5-48 0,0-1 32 16,0-5-67-16,-2-1 7 0,1-1-65 0,-2-1-24 0,0-3-57 15,-2-1-62-15,-1-2-102 0,-1-2-4 16,-1-4-89-16,8-5-70 0,-15 0-518 0,6-2-676 16</inkml:trace>
  <inkml:trace contextRef="#ctx0" brushRef="#br0" timeOffset="2701.1012">6223 2449 334 0,'-11'-14'533'0,"1"3"-91"0,3 0-52 0,1 3-26 16,0 2-48-16,1-2-66 0,5 8-41 0,-8-14 8 15,8 14-88-15,3-10 22 0,-3 10-66 0,18-11 26 16,-1 5-64-16,5 0 30 0,5 0-76 0,8 1-45 16,7-2-38-16,2 1-47 0,2 0-22 0,-1 1 2 15,3 0-13-15,-4 0-4 0,0 0-7 0,-5-1-38 16,-2 0 51-16,-3 0-20 0,-2-1 60 0,-6 0 34 15,-3 0 67-15,-4 0 43 0,-3-1 26 0,-4 1 15 16,-4 0 29-16,-1 0 38 0,-7 7 10 0,4-14 16 16,-4 14 42-16,-2-13 20 0,2 13 10 0,-9-12 61 15,9 12-77-15,-9-10 40 0,9 10-98 0,-9-7 35 16,9 7-109-16,-8-6 47 0,8 6-85 0,0 0 17 16,-12 3 9-16,12-3 1 0,-5 11-8 0,5-11-7 0,-2 17-6 15,2-5-11-15,2 1-5 0,1 1-7 0,2 1-1 16,2 1 60-16,0 2-86 0,1 0 12 0,1 1-122 15,2-2 14-15,0-1-163 0,-2 2-23 0,3-3-89 16,-1 0-106-16,-1-2-84 0,0-3-361 0,0-2-494 16</inkml:trace>
  <inkml:trace contextRef="#ctx0" brushRef="#br0" timeOffset="2884.7987">6868 2056 163 0,'-8'-18'701'16,"-2"-1"-107"-16,2 1-72 0,0 0-70 0,2 4-73 16,1-3-56-16,-2 3-35 0,3 0-40 0,1 4-53 15,0-2-61-15,3 12-97 0,-4-15-51 0,4 15-27 0,5-10-46 16,-5 10-77-16,13-3-63 0,-1 5-65 16,3 2-43-16,4 4-77 0,3 0-369 0,-2 2-301 15</inkml:trace>
  <inkml:trace contextRef="#ctx0" brushRef="#br0" timeOffset="3251.3366">7228 2077 207 0,'0'0'636'0,"0"0"-31"0,0 0-108 0,0 0 10 16,0 0-122-16,0 0 26 0,-4 10-129 0,4-10 14 16,0 0-121-16,0 0 31 0,0 0-91 15,0 0 50-15,3 11-82 0,-3-11 52 0,7 9-78 0,-7-9 64 16,12 13-88-16,-6-6-6 0,3 0-5 0,-1 3 2 15,1-2-8-15,2 3 30 0,-3-1-39 16,1 0 0-16,1 1-4 0,-2-3-20 0,1 3-16 0,-1-3-28 16,0 0 27-16,-1 0-73 0,-1-1 53 0,0-1-55 15,-6-6 52-15,12 10-36 0,-12-10 31 0,9 7 15 16,-9-7 8-16,0 0 5 0,15-4 0 0,-15 4 5 16,13-15 6-16,-6 5 5 0,0-4 1 0,-2 1 55 15,2-2-55-15,-2 1 78 0,0-1-27 0,0 0 78 16,-1 4-20-16,0 0 89 0,0 1-84 0,-4 10 64 0,6-18-105 15,-6 18 56-15,5-14-99 0,-5 14 66 0,5-11-93 16,-5 11 69-16,8-4-80 0,-8 4 80 16,13 0-85-16,-13 0 73 0,21 5-86 0,-5 1 37 0,-1-1-134 15,7 2-10-15,1 2-109 0,5 0-56 0,2 1-35 16,1-1-30-16,2 2-59 0,1-3-123 0,1 2-277 16,5-2-380-16</inkml:trace>
  <inkml:trace contextRef="#ctx0" brushRef="#br0" timeOffset="3735.1233">8489 1583 1022 0,'-7'-28'791'0,"2"3"-36"0,-1 3-93 16,1 1-1-16,1 4-134 0,0 1-34 0,-2 2-119 15,3 2-35-15,0 3-106 0,0-2-11 0,3 11-92 16,-5-13 7-16,5 13-69 0,0 0 25 0,0 0-55 15,0 0 30-15,7 22-46 0,3-1 39 0,1 6-49 0,6 9 38 16,2 4-31-16,6 10 19 0,0 3-41 0,2-2 37 16,-2 2-39-16,2-2 37 0,-1-1-44 15,1-1 4-15,-3-2 5 0,-4-8 3 0,1 1 0 0,0-4 1 16,-3-1-6-16,0-3-8 0,-2-1-5 0,-2-7 2 16,-4-4-2-16,0-1 2 0,-1-2 1 15,-2-4 3-15,0-1 12 0,-2-1 7 0,1-3 10 0,-6-8 25 16,7 14 10-16,-7-14-12 0,0 0-11 0,0 0-7 15,0 0-7-15,-8-12-12 0,-1 1-7 16,0-5-14-16,-3-2-2 0,-4-2-20 0,0-3 34 0,-2 1-46 16,-1 0 48-16,1 2-48 0,-2 2 53 0,-2 3-59 15,0 1 52-15,-1 4-48 0,-2 4 52 0,-2 2-43 16,-4 4 52-16,-5 4-50 0,-7 4 12 0,-2 6 4 0,1 1 13 16,0 2-1-16,2 4 5 0,3-1-4 15,3 2 7-15,5 1-3 0,3 0 5 0,6-2 6 16,4 0-5-16,5 0 7 0,5-3-2 0,4-2 13 15,4-1 0-15,5-2 5 0,4 0 2 0,8-1 4 16,3-2-8-16,6-3-5 0,6-2-45 0,3-2-67 16,4-3-95-16,-1-1-126 0,1-3-83 0,-1 0-169 0,-1-3-206 15,4-2-537-15,-1-3-921 0</inkml:trace>
  <inkml:trace contextRef="#ctx0" brushRef="#br0" timeOffset="4535.941">9916 1706 274 0,'-7'-18'582'15,"0"0"-67"-15,0 3-78 0,0-1 27 0,1 2-18 16,0 1-110-16,0-1 14 0,2 4-94 15,0-1 34-15,0 3-119 0,4 8 23 0,-5-13-109 0,5 13 46 16,0 0-77-16,0 0 95 0,0 0-77 0,3 10 68 16,2 4-97-16,0 2 76 0,4 7-92 0,0 6 83 15,2 6-99-15,2 2 64 0,-2 2-83 0,1 1 69 16,2-1-85-16,-2-2 44 0,1 1-101 0,0-2-45 16,0-3-37-16,-2-2-41 0,-1-3-50 0,2 0-57 15,-3-3-6-15,-1-2-17 0,-1-2-39 0,0-2-62 16,-2-5-440-16,-3 0-431 0</inkml:trace>
  <inkml:trace contextRef="#ctx0" brushRef="#br0" timeOffset="5269.9511">9763 2120 53 0,'-12'-6'646'0,"2"2"-122"0,1 1 0 0,9 3-94 15,-16-8 3-15,16 8-110 0,-11-7 20 0,11 7-104 0,-7-6 11 16,7 6-111-16,0 0 21 0,2-13-99 15,-2 13 11-15,16-10-101 0,0 4-1 0,5 0-61 16,2 1-54-16,7-2-86 0,3 1-5 0,1 0-31 16,1 0 2-16,0 2-17 0,0 0 6 0,0-3 1 0,-1 1 33 15,-2 0 30-15,-2 0 45 0,-8-2 48 0,1 1 66 16,-4-2 58-16,-4 2 92 0,-4-4 4 0,0 0 25 16,-3-3 23-16,-2 1 56 0,-3-1 51 0,0 0 53 15,-2 0 27-15,-1 0-2 0,0 1 14 0,-2 1-44 16,2 12 94-16,-1-21-126 0,1 21 12 0,-1-17-118 15,1 17 25-15,-2-15-111 0,2 15 53 0,0 0-99 16,0-11 59-16,0 11-82 0,0 0 64 0,0 0-74 16,6 13 62-16,-6-13-76 0,6 18 74 0,-1-5-75 15,-1 1 64-15,1 3-61 0,1 2 54 0,0 1-75 16,1-1 67-16,1 0-68 0,0 1 5 0,0 0 1 16,1-1-22-16,0 1-30 0,1-2-25 0,1-2-35 15,-1 1-6-15,0-1-20 0,2-1-12 0,0-2 13 16,-1-2 8-16,1-2 7 0,1 1 5 0,1-5-2 0,0 0-18 15,-1-3-25-15,2-1 19 0,-2-3 26 0,3-1 26 16,-1-1 20-16,1-2 19 0,-3-1 46 16,2 1-17-16,-5-2 65 0,1 1-35 0,-1 0 82 0,-2 1-16 15,0 0 83-15,0 0 15 0,-8 6-2 0,13-9-9 16,-13 9-9-16,9-9-24 0,-9 9-25 0,10-6-18 16,-10 6-16-16,8-5-13 0,-8 5-7 0,0 0-3 15,16 0-53-15,-16 0 58 0,16 4-52 0,-5 1 59 16,3 0-53-16,0 2 51 0,2 0-50 0,3 1 6 15,1 1 7-15,1 0-4 0,-1-2 7 0,3 2 8 16,1-1-11-16,1-1-14 0,-3-1-20 0,4 0-1 0,0-2-4 16,0-1-6-16,1 0 6 0,-1-1-11 0,-4-2 1 15,2 0 9-15,-2-2 9 0,0 0 15 16,-2-2-2-16,0-2 11 0,-2-3 51 0,-1 1-61 0,-3-3 61 16,0-2-10-16,-4 0 10 0,-2 1-5 0,0-1-1 15,-2 0 17-15,-4 2-1 0,0 0-7 0,-2 11-9 16,0-20-8-16,0 20-4 0,-8-14-4 0,8 14-2 15,-16-7-5-15,16 7-2 0,-18 0 4 0,18 0-4 16,-23 8-47-16,11 0 60 0,0 0-48 0,2 1 56 16,2 2-53-16,0 1-1 0,4 1 13 0,1-2 4 15,6 1 10-15,2 3 9 0,8-1-3 0,7 3 3 16,5-1-33-16,16-1-73 0,3 0-71 0,15 2-55 0,4-2-107 16,5-3-165-16,2-2-287 0,4-2-305 15</inkml:trace>
  <inkml:trace contextRef="#ctx0" brushRef="#br0" timeOffset="6052.8938">12597 1605 1069 0,'-30'-31'769'0,"1"2"-97"15,0 3-58-15,4 2-127 0,5 5-4 0,4 6-160 16,3-1-21-16,-1 1-120 0,3 4 19 0,2 3-108 15,9 6 40-15,-16-2-82 0,16 2 60 0,-13 13-61 16,7 3 8-16,2 7 47 0,2 13-61 0,2 8 56 16,4 7-76-16,4 12 51 0,3 5-73 0,5 0 10 15,0 2 2-15,4 0-2 0,-1-1-5 0,4-2 4 16,0 1 3-16,2-4-5 0,-3-2 2 0,2-4-35 16,-3-2-8-16,2-3-37 0,-8-12 55 0,3-1-49 15,-5-7 56-15,-2-5-47 0,-1-1 58 0,-3-6-52 16,1-3 52-16,-3-2-37 0,2-4 55 0,-3-1-40 15,-2-2 42-15,-2-9-41 0,0 0 45 0,3 10-55 16,-3-10 43-16,0 0-44 0,-7-15 31 0,3 2-39 0,-2-4-23 16,0-4-18-16,-3-8-17 0,1-3 7 0,-2-4 8 15,3-3 16-15,-3 1 11 0,3 0 6 16,-1 6 10-16,0-2 6 0,3 2 7 0,-1 2 74 0,2 1-73 16,0 2 71-16,2 4-74 0,2 0 74 0,0 3-70 15,3 1 81-15,4-1-88 0,0 2 59 0,3 4-71 16,2-1 71-16,3 2-73 0,4 3 77 0,0 3-78 15,4 3 74-15,-3 1-72 0,2 4 75 0,5 2-72 16,-2 2 66-16,0 0-81 0,-2 2 49 0,-3 1-74 16,2 0 0-16,-3 2 0 0,-2-1 5 0,-5 1-5 15,-1-2 11-15,-3 3 8 0,-3-4 4 0,-5-7 8 16,0 16 2-16,-5-8 0 0,-3 0 0 0,-5 0 0 16,-4-2 3-16,-1-1-4 0,-3 0-2 0,-2-1 8 15,-2-2 2-15,0 2 6 0,3-3 9 0,-1 0 7 16,3-1-2-16,0 0 8 0,4 0 5 0,1 0 3 0,1 0 12 15,14 0-18-15,-23 0 3 0,23 0-1 0,-15 0 6 16,15 0 0-16,0 0 0 0,0 0-3 0,0 0 4 16,13-6-3-16,1 4 1 0,5-1-9 0,4 1-9 15,4-2-10-15,1 0-10 0,7 0-34 0,-1-2-9 16,1 0-16-16,2-1-22 0,4-2 2 0,-1-1 8 16,-5 1 15-16,4-3 7 0,-3-1 30 0,-2-2-10 15,-7 1 37-15,0-3-6 0,-5 0 60 0,0-1-29 16,-4-1 67-16,-4-1 30 0,-4 2 8 0,0 0 10 0,-3 2 6 15,-3 0-8-15,-4 4 4 0,0-2-8 16,-2 2-17-16,-3 0-10 0,-1 3-11 0,-4-1-14 16,0 4-4-16,-1 2 28 0,-1 3-34 0,12 1-3 0,-22 2 7 15,10 3 0-15,1 3-7 0,-1 0 4 0,4 4 1 16,1 1-55-16,1 0 64 0,3 2-63 0,1 1 55 16,2 1-53-16,5-1 53 0,1 3-55 0,5-1 2 15,5 1 1-15,4 0-46 0,3-2-64 0,4-1-106 16,6-1-62-16,3 0-82 0,-3-3-110 0,-1-3-439 15,3-2-485-15</inkml:trace>
  <inkml:trace contextRef="#ctx0" brushRef="#br0" timeOffset="6403.0146">13750 1963 717 0,'-10'-11'652'16,"3"3"-30"-16,0 1-38 0,-2 0-144 0,4 0 2 15,5 7-149-15,-10-10 12 0,10 10-137 0,-7-10 20 16,7 10-104-16,0 0 50 0,0 0-85 0,0 0 44 16,0 0-80-16,17 9 60 0,-3-1-77 0,2 4 74 15,0 1-85-15,5 5 67 0,0-1-73 0,-2 1 67 16,-2 0-76-16,1 1 10 0,-3-2 3 0,-1 0 5 16,-1-2 1-16,0 0 4 0,-3-1 4 0,-1-2-5 0,0-2 9 15,-4-1 6-15,2-1 17 0,-7-8 19 16,6 12 16-16,-6-12 11 0,0 0 2 0,-4 12 7 0,4-12 16 15,0 0-37-15,-23-2 57 0,14-2-21 0,-1-1-14 16,-3-2-9-16,1-2-12 0,-1 0-10 0,3-2-9 16,1-2-18-16,1-1-32 0,2 1-42 0,2-2 32 15,2 3-124-15,4-1 47 0,2-2-113 0,6 2 20 16,3 0-35-16,1 1-27 0,3 3-46 0,4-2-53 16,-2 4-19-16,2-2 10 0,2 2-20 0,1 0-18 15,-2 3-16-15,3 0-264 0,2-2-187 0</inkml:trace>
  <inkml:trace contextRef="#ctx0" brushRef="#br0" timeOffset="6753.1577">14330 1869 402 0,'12'-6'439'0,"-3"1"-17"0,-9 5-21 16,14-12-9-16,-14 12 7 0,11-10-11 0,-11 10 2 15,6-12-80-15,-6 12 57 0,4-11-96 0,-4 11 41 16,0 0-141-16,1-15 32 0,-1 15-114 0,0 0 52 16,-9-10-100-16,9 10 70 0,-12-2-106 0,12 2 76 15,-15 3-88-15,6 2 78 0,-3 0-82 0,4 1 70 16,-2 2-95-16,-1 0 81 0,4 3-86 0,0 1 74 15,1 0-81-15,-1 1 75 0,5-1-88 0,1 1 62 16,1-1-80-16,1 1 60 0,4 1-71 0,-1-1 63 0,3 1-71 16,3 0 10-16,2 1 26 0,0-2-10 0,1 2 6 15,3-2 4-15,-2 1 5 0,3-3 10 16,-2 1 12-16,1-2 1 0,-4 1 12 0,1 0 1 0,-2-2 7 16,1 2 1-16,1-3 3 0,-4 3 3 0,4-3 2 15,-4 3 5-15,0-2 17 0,1 2 15 0,-2-2-7 16,-3-1 6-16,2 0-4 0,-3 1 38 0,-4-9-31 15,5 15 22-15,-5-15 12 0,-5 15-15 0,1-7-10 16,-3 0-5-16,-6-1-7 0,-1 0-5 0,-2-1-4 16,-6 0-3-16,-1 0-12 0,1-1-27 0,-1-3-79 15,1 1-63-15,-1-1-85 0,6-1-84 0,-1-1-59 16,4 0-123-16,2-1-508 0,12 1-628 0</inkml:trace>
  <inkml:trace contextRef="#ctx0" brushRef="#br0" timeOffset="7369.6719">14803 2095 207 0,'4'-11'754'0,"0"0"-133"16,-1 1-5-16,2-1-66 0,0 0-148 16,2-1 10-16,0 0-141 0,4 2 41 0,-1 1-114 0,1 0 39 15,1 2-116-15,3 2 52 0,0 1-84 16,1 2 46-16,0 2-94 0,3 3 77 0,-1 1-89 0,3 5 66 15,0-1-89-15,-2 4 68 0,2 2-78 0,-3 1 6 16,-3 0 5-16,-1 1-1 0,-3 1 5 0,0 1-2 16,-2-1 7-16,-4-3-6 0,-1 2 0 0,-3-2 0 15,-2 0 2-15,-3 0 0 0,-2-2-1 0,-4 1 22 16,-3-2-27-16,-4 0 1 0,-2-3 6 0,-2 0-11 16,-3-3 4-16,-1-1-4 0,0-2 16 0,-3-1-22 15,0-3 0-15,2 0 1 0,0-3 0 0,3 0 7 16,2-2-2-16,3 1-12 0,2-5-13 0,4 2-2 15,2-4-1-15,3-1-10 0,4-1 78 0,3-2-90 16,1 1 79-16,6-7-80 0,1 4 78 0,5-5-84 0,4 3 86 16,-1 6-83-16,1-6 86 0,8 5-82 0,-3 0 73 15,0 1-71-15,-1 4 83 0,0 3-78 16,-2-1 104-16,2 7-101 0,-1-1 95 0,-1 3-74 0,0 1 83 16,1 3-58-16,2 2 64 0,-2 1-77 0,0 3 14 15,-2 1 3-15,1 0 4 0,-2 3-3 0,1 0 23 16,-2 0-32-16,2 1-39 0,-3 0 34 0,1-1-14 15,-3 1-6-15,2-1-17 0,-4-3-17 0,1-1-2 16,-3 0 0-16,0-2 8 0,-2-1 12 0,1-2 9 16,-8-5 9-16,14 7-3 0,-14-7-20 0,15 1 2 15,-15-1 11-15,14-7 2 0,-7 1 3 0,4-4 70 16,-2-1-76-16,1-4 74 0,1-2-78 0,0-1 76 16,3-6-79-16,-2 5 99 0,-1 0-40 0,0 0 81 0,-1 2-60 15,0 3 82-15,-3 0-88 0,3 4 52 0,-3 1-82 16,0 0 64-16,0 3-81 0,-7 6 71 0,16-5-56 15,-16 5 54-15,19 3-65 0,-8-1 68 0,2 5-73 16,1 1 63-16,0 0-72 0,5 3 6 0,0 0 3 16,-1 2 3-16,5 0-57 0,0 2-103 0,-2-2-41 15,2 0-183-15,-2-2-80 0,-1 0-99 0,1-2-691 16,-2-2-869-16</inkml:trace>
  <inkml:trace contextRef="#ctx0" brushRef="#br0" timeOffset="8270.524">16967 2037 352 0,'-9'-9'532'0,"0"1"2"0,2 0-33 0,1-2 72 16,0 3-111-16,0-2 42 0,0 0-96 0,1 1 66 0,0 1-110 15,5 7 17-15,-10-13-120 0,10 13-8 16,-8-10-101-16,8 10 11 0,-6-7-83 0,6 7 47 16,0 0-88-16,0 0 44 0,-14 6-64 0,14-6 1 0,-6 14-9 15,6-14-3-15,-4 19-2 0,4-19 1 16,2 24-3-16,1-10-4 0,1 1-8 15,1-1-55-15,2 0-3 0,1 0-51 0,2-2 30 0,0 1-61 0,0-2 3 16,3 0 13-16,-1-3 2 0,2 1 8 0,-1-3 10 16,2-1 14-16,-1-1 7 0,-3-3 11 0,-11-1 11 15,26-1 5-15,-14-2 12 0,0-2 3 0,-1-3 6 16,-1-1 51-16,-1-2-58 0,-2 1 63 0,-2 0-57 0,1 3 67 16,-2-2-57-16,-4 9 64 0,6-15-59 0,-6 15 60 15,4-12-62-15,-4 12 60 0,0 0-64 16,4-9 67-16,-4 9-56 0,0 0 49 0,0 0-58 0,0 0 62 15,8 7-39-15,-8-7 42 0,9 8-65 0,-9-8 7 16,12 11 12-16,-3-5 4 0,3 1 4 16,3 0 1-16,4 0 3 0,3-1 1 0,1 1-1 0,3-1 2 15,1-1-23-15,5 1-15 0,1 0-22 0,-4-4-19 16,0 2-13-16,1-2 6 0,-1 1 7 0,-3-2 16 16,-2-1 14-16,-3-3 11 0,-1 0 12 0,-3-2 1 15,-1-1 11-15,-2-1 7 0,-2-2 21 0,-4-4 60 16,-2 1-52-16,-4-4 67 0,-1-2-58 0,-3-1 61 0,-5-3-64 15,-2-4 72-15,-4 0 0 0,-1 0-63 0,-2 1 65 16,0 2-74-16,-1 2 53 0,0 1-73 0,2 5 60 16,1 1-77-16,3 3 69 0,0 1-82 0,2 0 54 15,1 5-81-15,8 5 46 0,-15-6-45 0,15 6-90 16,-11 3-78-16,11-3-98 0,-3 7-68 0,3-7-54 16,5 17-65-16,3-9-343 0,3 1-385 0</inkml:trace>
  <inkml:trace contextRef="#ctx0" brushRef="#br0" timeOffset="8943.6775">18013 1577 253 0,'-4'-25'803'0,"-1"3"-50"0,-2 0-67 0,0 0-148 16,0 2 51-16,2 3-105 0,-1 4-30 0,1-2-138 15,0 7-16-15,1-3-121 0,4 11 21 0,-6-12-92 16,6 12 40-16,0 0-44 0,0 0 41 0,-3 12-64 15,6 2-4-15,1 7 31 0,2 3-67 0,3 7 44 16,1 7-65-16,0 3 40 0,1 4-54 0,0 1 43 0,0 0-61 16,3-2 30-16,-2 3-83 0,2-2-35 15,0-3 3-15,2-1-78 0,-2-1 15 0,1-4-15 0,1-1 6 16,-4-7-9-16,1-4 16 0,-3-4-2 0,0-1 16 16,1-3 29-16,-2-3 30 0,0-2 16 15,1-5 17-15,-1-2 13 0,-9-4 5 0,21 1 13 0,-10-5 2 16,2-3 6-16,0-4 2 0,1-3 55 0,1-3-61 15,-2 1 71-15,2-1-55 0,0-3 80 0,-2 3-65 16,-2-1 71-16,0 3-65 0,-1 3 75 0,1 0-74 16,-4 1 62-16,-1 3-86 0,1 1 58 0,-7 7-74 15,10-10 71-15,-10 10-75 0,0 0 69 0,17 0-78 16,-17 0 78-16,13 9-70 0,-6-4 71 0,0 4-74 16,3-1 7-16,0 2 10 0,0-1-4 0,1 3 13 15,0-3-8-15,2 1 8 0,-1 0 3 0,1-1-3 0,3 1 10 16,-2-1-7-16,4 0-5 0,-1-1 6 15,2-1 7-15,-2-1-13 0,0 0-4 0,-1-1-5 0,1 1 3 16,0-4 7-16,0-1-1 0,-2 1-1 0,0-3 2 16,1-1 5-16,0-1-2 0,0-2 2 0,-2 0 3 15,2-4 65-15,-1-1-78 0,0-1 63 0,0 0-64 16,-2 2 92-16,0-2-56 0,-1 2 88 0,0 0-87 16,-1 1 43-16,1 0-58 0,0 0 68 0,-3 3-93 15,1 0 72-15,-1 0-82 0,-9 5 82 0,19-5-87 16,-19 5 76-16,17 0-76 0,-17 0 85 0,18 6-82 15,-10-1 72-15,0 1-80 0,0 0 6 0,-2 2 13 0,0 0 0 16,-1 1 2-16,-2-1 7 0,0 3-2 0,-3-11 5 16,0 15 0-16,0-15 0 0,-2 18 0 0,2-18 4 15,-6 18 3-15,1-11-2 0,-1 1 2 0,-3-1-1 16,1-1 1-16,-1 0-1 0,-3-3-1 0,1 1 4 16,-1-3-3-16,-2 0 1 0,1-2 1 0,-1-2-2 15,2 1-5-15,0-3-10 0,-1 1-17 0,4-2-99 16,0-1-62-16,2-1-21 0,7 8-128 0,-3-16-24 15,7 7-50-15,4-1-51 0,3-1-91 0,6 0-279 0,1-1-374 16</inkml:trace>
  <inkml:trace contextRef="#ctx0" brushRef="#br0" timeOffset="9154.0572">19808 1930 615 0,'0'0'712'0,"11"-10"-25"0,-11 10-81 0,5-8 18 15,-5 8-135-15,0 0 26 0,6-10-149 0,-6 10-19 16,0 0-119-16,0 0 2 0,0 0-94 0,0 0 26 16,0 0-56-16,0 0 33 0,5 9-78 0,-5-9 42 0,1 19-73 15,1-7-1-15,1 2-10 0,1 1-3 16,1 0-15-16,0 0-43 0,1 0-71 0,1 1-64 16,0-2-66-16,0 0-51 0,0-1-130 0,-1 0-38 0,0-3-76 15,-2 1-108-15,2-4-378 0,-6-7-633 0</inkml:trace>
  <inkml:trace contextRef="#ctx0" brushRef="#br0" timeOffset="9317.0407">19682 1701 520 0,'-7'-13'449'0,"2"1"-61"15,0 2-22-15,0 2-116 0,5 8-13 0,-5-14-110 16,5 14-2-16,0 0-57 0,3-12-19 0,-3 12-47 15,17 0-72-15,-2 3-92 0,2 3-122 0,6 2-367 16,4 2-162-16</inkml:trace>
  <inkml:trace contextRef="#ctx0" brushRef="#br0" timeOffset="9687.6016">20360 1788 113 0,'11'-5'612'0,"-1"2"-28"0,-10 3-50 16,15-9 12-16,-15 9-87 0,12-10-118 0,-12 10 9 15,6-10-127-15,-6 10 32 0,0 0-122 0,2-12 36 16,-2 12-97-16,0 0 44 0,-9-6-84 0,9 6 48 0,-13 1-71 16,13-1 60-16,-16 6-81 0,5 0 58 0,4 0-91 15,-2 5 52-15,2-4-64 0,-1 4 48 0,4-2-63 16,0 2 55-16,1 0-66 0,2 0 51 0,1 1-49 16,1-1 44-16,1 2-51 0,1-2 69 0,1 2-53 15,3 0 53-15,-1-1-36 0,0 0 60 0,0-1-58 0,1-1 51 16,1 1-48-16,-2-3 60 0,-1 1-49 15,2-1 53-15,-1 0-47 0,2 1 6 0,-1-2 5 16,-1 0 0-16,1 1 8 0,-2 0 2 0,2-1 3 0,0 0 3 16,-7-7-4-16,10 13 5 0,-10-13 1 0,9 13 0 15,-9-13 8-15,7 11-4 0,-7-11-2 0,6 12-2 16,-6-12 2-16,4 9-13 0,-4-9 17 0,0 0 4 16,3 14 3-16,-3-14 2 0,-6 9-4 0,6-9 8 15,-15 8-6-15,4-3-2 0,-4-1-4 0,-4-1-8 16,-5 0-60-16,-4 0-109 0,-2-2-53 0,-7 1-115 15,-1-1-188-15,-4-2-255 0,1-2-305 0</inkml:trace>
  <inkml:trace contextRef="#ctx0" brushRef="#br0" timeOffset="10521.8082">22435 1957 513 0,'6'-11'447'0,"-3"1"-20"0,-1 0-11 0,-2 10-31 15,1-23-20-15,-3 11-2 0,0 1-42 0,-3-3-12 16,-3 0-88-16,0 3 61 0,-1 0-94 16,-3 0 31-16,-1 2-106 0,-4 3 52 0,1 2-93 0,-5 2 68 15,1 3-89-15,-5 3 69 0,0 3-82 0,-3 4 64 16,2 5-89-16,1-1 83 0,3 4-103 0,0 2 73 0,3 1-84 16,4 2 6-16,1-1 5 0,2 0 5 15,6-1-5-15,2-1 5 0,3-3-18 0,2 0 15 16,3-1-22-16,3-2 2 0,3 1-9 0,3-2-5 0,2-1-9 15,4-5-5-15,-1 1-6 0,4-4 3 16,-2-1 11-16,-2-3 7 0,3-1 9 0,-2-2 7 16,-1-3 2-16,2-3 9 0,-1-1 2 0,-3-3 67 0,-1-2-70 15,-2-2 76-15,-1-2-71 0,-1-3 80 0,-3 0-69 16,-1-1 93-16,-2 0-62 0,2 0 90 0,-4 1-61 16,0 4 79-16,0 2-66 0,0 0 35 0,-1 4-79 15,0 0 38-15,-2 11-73 0,5-14 58 0,-5 14-69 16,9-6 59-16,-9 6-67 0,14 7 66 0,-3 3-66 15,3 5 3-15,2 7 6 0,4 6 0 0,2 6 5 16,-2 4-31-16,7 11 45 0,-3 4-30 0,1 4 40 16,-2 1-18-16,0 2-34 0,0 1-1 0,0 1-2 0,-3 0-1 15,3 0-30-15,-2-1 11 0,-1 0-11 16,-3-3 12-16,0-2 9 0,-5-9 23 0,-2-1-12 16,-1-3 21-16,-4-2-7 0,-3-7 30 0,-3-5-22 15,-2-2 29-15,-3 0 2 0,-4-2 27 0,-3-2-25 0,-5-4 36 16,-2-3-34-16,-5-4 28 0,-3-4-42 0,-5-4 32 15,1-3-40-15,-9-4 31 0,-6-6-38 0,-3-4 38 16,-9-6-44-16,3-2 3 0,0-5-1 0,2-2 6 16,4-3-2-16,5-2 34 0,6 0-37 0,10 3 23 15,4 0-29-15,6-2-43 0,9 6-24 0,5 1-42 16,5 0-39-16,8-4-54 0,6-4-72 16,10 2-44-16,6-1-8 0,13-4-45 0,3 1-114 0,6 2-423 15,2-1-497-15</inkml:trace>
  <inkml:trace contextRef="#ctx0" brushRef="#br0" timeOffset="10905.3704">22934 2114 353 0,'-8'-18'631'0,"1"2"-17"0,-1-1-57 0,1-1 50 16,-2 0-127-16,4 3 48 0,-1-1-111 15,1 2-40-15,0 1 11 0,1 1-107 0,0 3 6 16,4 9-101-16,-3-16 3 0,3 16-83 0,5-9 25 0,-5 9-75 15,15-3 41-15,-3 4-73 0,5 5 46 16,3 3-63-16,3 4-4 0,2 2 3 0,3 5-4 16,-1 2 10-16,1 2-10 0,-2-1-6 0,-1 2-57 15,-2 2 33-15,-1-2-15 0,-3-3-28 0,-3 0 0 0,1-1-2 16,-6-3 0-16,0-1 15 0,1-2 8 16,-5-2 9-16,-1 0 6 0,-2-2 9 0,-1-2 26 15,-3-9-24-15,1 14 13 0,-1-14-2 0,-3 9 5 0,3-9 1 16,-12 3 5-16,12-3 0 0,-21-5 3 0,10-2 16 15,-4-2-43-15,0-3 56 0,-2-1-36 0,2-3 55 16,-1-3-44-16,4 2 46 0,1-4-11 0,1 0-9 16,2 0-4-16,3-1-9 0,1 1-6 0,2 3-14 15,2 0-6-15,3 2-19 0,2 0-20 0,2 3 56 0,3 0-125 16,3 1 29-16,5 1-115 0,2 3-10 16,2 1-107-16,4 2 2 0,1 2-68 0,2 1-37 15,2 2-35-15,4 0-47 0,3 3-395 0,-1 0-464 0</inkml:trace>
  <inkml:trace contextRef="#ctx0" brushRef="#br0" timeOffset="11304.6419">23884 1978 119 0,'0'0'561'0,"3"-16"-99"0,-3 16-102 0,-3-17 44 16,-2 9-19-16,-1-2-41 0,-3 0-21 0,-1 0-58 16,-4 1 51-16,0 1-92 0,-2 1 30 0,0 2-112 15,-2 3 42-15,1 0-92 0,0 4 57 0,-1 1-84 16,1 2 63-16,0 5-71 0,1-2 54 0,0 6-87 15,5 1 79-15,-2 0-87 0,5 2 4 0,2 0-1 0,3 1-2 16,1-2-3-16,2 3-2 0,2 0 9 0,2-1-11 16,1 3 4-16,2-2-2 0,3-1-2 0,0 0-1 15,0-1-9-15,3-3-9 0,-3-3-11 0,2-1-7 16,1-1-2-16,-2-3 4 0,3 0 5 0,-2-4 0 16,-12-2 3-16,25-1 8 0,-12-2-1 0,0-1 1 15,-1-4 3-15,1-2 2 0,-3-2 5 0,1-2-4 16,0-3 65-16,-3-2-77 0,-1-1 67 0,-1 1-56 15,-2 1 87-15,1 1-74 0,-3 2 89 0,0 0-71 16,0 2 79-16,-1 3-87 0,-1 10 63 0,3-20-89 16,-3 20 64-16,1-13-80 0,-1 13 76 0,0 0-82 15,0 0 77-15,0 0-80 0,0 0 75 0,0 0-77 16,0 0 7-16,11 10 8 0,-6-1 5 0,5 1 15 0,-1 3 1 16,7 2-7-16,3 1 3 0,5 1-16 15,4 2-34-15,5 0-61 0,1-1-71 0,2 0-62 0,0-3-98 16,2 2-39-16,-1-3-64 0,-1-1-86 0,-4-2-481 15,-1-3-621-15</inkml:trace>
  <inkml:trace contextRef="#ctx0" brushRef="#br0" timeOffset="13156.1491">24981 1187 613 0,'-13'-48'532'0,"0"5"28"0,1 2-59 16,1 3 16-16,0 7-73 0,3 3-11 0,0 0-29 16,0 8-121-16,4 2 13 0,-1 3-127 0,0 1 38 15,2 2-123-15,-2 2 51 0,5 10-99 0,-7-7 75 16,7 7-85-16,-4 11 78 0,1 0-27 0,2 7-11 16,0 7-4-16,0 9-16 0,2 3-10 0,1 12-64 15,0 1 64-15,1 2-72 0,2 15 24 0,0-3 60 16,2 5-67-16,0 0 63 0,1-1-60 0,1 0 54 15,-1 0-71-15,1-5 57 0,-1-10-83 0,-1-2-13 16,-1-4-16-16,-1-2 20 0,0-2 14 0,-2-6 10 16,1-3 9-16,-1-2 12 0,-1-5 7 0,1-4-5 15,1-3 4-15,-3-3 0 0,1-1 6 0,-1-3 6 0,0-1 5 16,0 0 17-16,-1-12-11 0,3 16 1 16,-3-16-2-16,0 0 0 0,4 8 0 0,-4-8 2 15,0 0 4-15,0 0-7 0,-2-17-1 0,-4 8 4 0,-1-4 67 16,-5-3-92-16,-1 0 80 0,-5-3-76 15,-2-1 61-15,-3 2-84 0,-5-2 80 0,-2 1-83 0,3 5 79 16,-4 3-77-16,1 2 80 0,-2 3-80 0,2 2 86 16,0 4-86-16,-6 3 86 0,1 2-78 0,-5 5 82 15,8 0-84-15,2 2 82 0,1 3-82 0,4-1 12 16,2 3 10-16,5 1 5 0,4-3-3 0,5 5 7 16,3-4 0-16,3 0 3 0,3 0 4 0,5 1-4 15,3-2 2-15,5 0 1 0,5 3-15 0,7-2-29 16,3-1-18-16,7-1-28 0,3 0-25 0,3-4-3 15,3-1-8-15,1-3 4 0,-6-3 5 0,1-2 13 16,-1-1 13-16,0-4 13 0,3-2 9 0,-1-5 14 16,-3 0 6-16,0-4 15 0,-3-2 2 0,-5-1 11 0,-1-3 18 15,-4-1 57-15,-4 1-48 0,-2 2 91 0,-2-2-58 16,-3-1 65-16,-3 5-42 0,-3-1 71 0,0 4-74 16,-2-1 80-16,-1 2-88 0,1 1 84 0,-3 3-101 15,1 0 63-15,-4 9-94 0,4-14 72 0,-4 14-87 16,0 0 80-16,0 0-86 0,0 0 82 0,0 0-75 15,-15 7 62-15,15-7-75 0,-4 12 9 0,4-12 3 16,0 20 5-16,0-8 2 0,2 1-1 0,2 0 2 16,1 1 2-16,3 1 2 0,2 0-31 0,1 0 38 15,3-1-29-15,-1-1-23 0,3 0-12 0,-1-1-13 16,2-3 3-16,-2 0 0 0,1-3 6 0,0-1 10 16,-1-2 10-16,1 0 7 0,0-2 7 0,-5-3 7 0,5-2 1 15,-3-1 11-15,-2-4-6 0,1-1 2 16,-4-2 1-16,1-1 66 0,-1-2-79 0,-2-3 75 0,1-1-69 15,-3 3 76-15,0 0-55 0,-1 0 74 0,2 1-85 16,-3 3 92-16,0 1-86 0,-2 11 74 0,2-20-91 16,-2 20 65-16,3-16-83 0,-3 16 81 0,0 0-87 15,0-14 82-15,0 14-77 0,0 0 75 0,0 0-77 16,0 0 75-16,0 0-70 0,4 12 83 0,-4-12-83 0,6 11 75 16,-1-4-70-16,3 1 9 0,2 1 6 15,-1 0-1-15,5 0 5 0,1 1 1 0,4-2 1 16,2 0 1-16,2 1 0 0,0-3-6 0,1 1-1 0,2-1-7 15,-1 0-5-15,3-4 0 0,-1 2 0 16,2-3 1-16,-2 0 3 0,-2-2 66 0,2-2-76 0,-3-1 75 16,1-2-83-16,-2-2 80 0,-1-1-81 0,0-4 78 15,1-1-83-15,-5 0 76 0,-5-1-74 0,2 0 88 16,-5 0-77-16,1 0 69 0,-4 2-69 0,-2 0 79 16,-3 1-82-16,0 1 81 0,-2 11-84 0,-4-19 83 15,-2 11-81-15,-2 1 86 0,-1-2-80 0,-2 7 79 16,-3 0-84-16,1 2 83 0,-3 3-81 0,1 2 80 15,1 1-78-15,-1 0 75 0,-1 2-78 0,2 3 75 16,0-1-76-16,4 0 77 0,1 2-78 0,-1 0 78 0,4 0-77 16,1 0 79-16,3-1-81 0,2-11 13 0,-2 22 6 15,6-12 1-15,-2 0 14 0,3 0 0 16,4-2-26-16,-4-1-10 0,3 0-1 0,-1-2 0 0,3 0 13 16,-2-1-10-16,-8-4 7 0,16 3 72 0,-16-3-86 15,18-1 70-15,-18 1-79 0,17-6 72 0,-9-1-69 16,0 0 77-16,-1-3-76 0,0 0 73 0,2-2-81 15,-5-1 81-15,1-2-76 0,1 2 76 0,-3 1-65 16,1 0 89-16,-1 2-67 0,-3 10 82 0,4-18-87 16,-4 18 85-16,3-16-96 0,-3 16 82 0,2-11-77 15,-2 11 55-15,0 0-53 0,0 0 78 0,-7-8-81 0,7 8 84 16,0 0-69-16,-7 9 86 0,7-9-85 16,-2 10 77-16,2-10-70 0,0 17 82 0,0-17-81 15,4 19 71-15,2-10-79 0,2 2 70 0,-1 0-67 0,6 0 2 16,3 1-4-16,2 0 1 0,2-2-13 0,5 1-14 15,2 0-8-15,2-2-8 0,0-2-8 0,-2-1-1 16,0-1 79-16,-1-4-80 0,-3 0 81 0,0-2-68 16,0-2 79-16,-4-3-73 0,2-2 98 0,-3-4-82 0,-1-6 81 15,-5 1-83-15,-1-7 82 0,-4-4-82 16,1-2 84-16,-5-5-80 0,0-3 82 0,-3-9-76 16,0-1 81-16,-3-2-61 0,1-3 69 0,1-2-66 0,1-1 74 15,0 1 4-15,0 1 0 0,0 4 11 0,0 2 5 16,-2 10 17-16,2 3-1 0,-2 8 5 15,2 2-28-15,0 4-17 0,-2 3-23 0,2 5-12 0,0 13-3 16,-6-13-7-16,6 13-7 0,0 0 4 0,-14 11-46 16,5 2 51-16,0 7-38 0,0 10 41 0,-3 7-40 15,2 4 14-15,1 7 40 0,-1 3-42 0,1 13 36 16,3 1-43-16,2 2 41 0,2-10-43 0,4 0 36 0,0-2-38 16,2-1-18-16,0-1-31 0,3-3-30 0,3-3-18 15,-2-2-5-15,-1-4-3 0,2-3-5 16,0-7-6-16,-2-4 0 0,-1-5 5 0,-1-3 16 15,-1-3 35-15,1-2 19 0,-2-1-1 0,3-6 11 0,-6-7 8 16,9 10 6-16,-9-10 3 0,0 0 0 16,14-4 5-16,-14 4 11 0,9-13-7 0,-5 3-1 0,-2 0 3 15,4-4 2-15,-1-1 71 0,0 1-84 0,-2-1 73 16,1 1-81-16,0 1 78 0,0 2-75 0,1 2 83 16,-1-2-72-16,2 2 84 0,0-2-81 0,3 2 74 15,2 1-79-15,0 0 61 0,3 1-69 0,4 0 70 16,1 0-72-16,4 0 68 0,0 2-73 0,2-2 71 15,0 3-75-15,1-2 69 0,-1-2-71 0,0 2 64 0,4-2-85 16,-4 0 79-16,0 1-67 0,-4-3 67 16,2 1-70-16,-2-3 73 0,-2 0-74 0,0 0 84 15,-4-1-83-15,1 0 88 0,-3 0-78 0,-3 0 82 0,-4-1-73 16,-1 0 69-16,-1 0-80 0,-4 1 78 0,-2 0-72 16,-1 0 78-16,-5 0-82 0,-2 1 76 0,0 2-73 15,-4 2 72-15,-2 1-62 0,1 2 68 0,-4 4-64 16,-1 2 68-16,-4 1-59 0,1 5 90 0,-2 3-56 15,0 2 64-15,1 4-38 0,6 0 59 0,0 3-53 16,3 1 72-16,5 0-42 0,5 1 47 0,1-2-38 16,6 0 36-16,1 5-45 0,8-3 6 0,3 2-13 0,4 0-13 15,7 2-10-15,6-3-12 0,-2-3-47 16,7 1-30-16,0-3-105 0,2-1-35 0,2-4-88 16,1-2-57-16,2 0-77 0,-1-3-89 0,-3-4-53 0,-1-3-125 15,-1-3-602-15,-3-5-876 0</inkml:trace>
  <inkml:trace contextRef="#ctx0" brushRef="#br0" timeOffset="13790.7313">28883 1514 494 0,'-1'-26'433'0,"0"-2"-20"0,-2-5-5 15,-2-7 14-15,-3-1-54 0,0 3 8 0,-1 0-37 16,-4 1 38-16,-2 2-57 0,-1 1-6 0,-1 3-48 0,-3 1-45 16,4 8-28-16,-3 0-30 0,0 4-35 0,3 3-21 15,-1 2-24-15,0 2-13 0,1 5-10 0,0 2-11 16,-3 6-11-16,0 2-5 0,-2 3 3 0,-3 7-1 16,-1 4 8-16,0 5 11 0,1 6 4 0,3 3-53 15,1 4 65-15,6 2-55 0,1 5 74 0,4 1-43 16,4 4 61-16,2 3-32 0,4 5 52 0,2 9-27 15,5 2 30-15,4 2-33 0,0 0-85 0,6 0 95 16,-1 0-12-16,5 3-28 0,-2 0 27 0,3 1-11 0,-1-3-14 16,-2-1-5-16,-2-1-13 0,-1-4-11 15,-4-1-36-15,-1-4 33 0,-4-10-34 0,-3-2 27 16,0-3-36-16,-4-6 37 0,-2-1-45 0,-2-3-20 16,-3 0-19-16,-1-3-59 0,-1-4-45 0,-2 1-48 0,1-7-75 15,-3-2-58-15,3-1-82 0,-3-4-86 16,0-3-11-16,1-3-123 0,-2-2-715 0,13-6-956 15</inkml:trace>
  <inkml:trace contextRef="#ctx0" brushRef="#br0" timeOffset="14256.2243">28217 2427 615 0,'-6'-20'658'0,"3"0"-91"0,-1 2 6 0,2-2-62 16,2 2-56-16,0-1-84 0,4-1-54 15,1-1-61-15,3 1-54 0,3 0 31 0,4-2-120 0,5 2 47 16,4 2-108-16,6-2 66 0,4 2-107 0,1 4 65 16,3 0-107-16,-1 3 51 0,-3 1-86 0,0 2 57 15,-2 1-73-15,4 1 60 0,-6 0-58 0,-3 1 73 16,0 2-60-16,-1 0 70 0,-5 2-60 0,0 0 68 16,-3-2-55-16,0 2 65 0,-3 1-61 0,0 2 63 0,-1 0-61 15,2 0 89-15,-2 3-44 0,2 1 82 16,-2 3-68-16,3 1 6 0,-1 2 9 0,1 0 0 15,-1 1 4-15,5 4 3 0,-6-2-11 0,1 0-9 0,-2 2-2 16,0-2-2-16,-1-1-2 0,-1 0-3 0,-3-2-7 16,-1 0 9-16,-1 0 15 0,0-1-31 0,-3-2 4 15,0 0 0-15,-4-9 1 0,3 16 2 0,-3-16-3 16,-2 12 2-16,2-12-3 0,-7 7 32 16,7-7-37-16,-12 3 6 0,12-3-3 0,-14-7 4 0,8 0 17 15,-2-4 3-15,2-3-3 0,-1-1-5 16,3-6-1-16,0-1-1 0,2-2 5 0,1 1 52 15,3-1-77-15,3 0 62 0,0 1-71 0,4 1 66 0,2 2-81 16,0 2 65-16,4 1-67 0,1 2 63 0,3 1-105 16,1 4 34-16,2 1-128 0,1 3 9 0,0 2-77 15,-4 2-56-15,2 2-55 0,-3 3-51 0,1 1-32 16,-2 3-54-16,-2 2-75 0,-1-1-251 0,0 3-341 16</inkml:trace>
  <inkml:trace contextRef="#ctx0" brushRef="#br0" timeOffset="14972.6645">29467 2163 399 0,'10'-3'485'0,"-10"3"-57"0,0 0-35 0,7-11 59 16,-7 11-79-16,8-11 16 0,-8 11-79 0,9-14 76 15,-3 7-85-15,0 0 28 0,2 1-133 16,-1 1 46-16,1 0-117 0,1 0 48 0,1 2-103 16,1 1 48-16,-11 2-87 0,26 1 65 0,-13 2-93 15,2 0 73-15,1 2-86 0,0 3 8 0,-1 1 2 16,1-1 12-16,-1 4-16 0,-1 0 5 0,-1 0-3 15,-1 0 4-15,-3-1-1 0,-1 0 1 0,-1 0 1 0,-3-1 2 16,-4-10 7-16,4 16 0 0,-4-16 0 16,-7 16-9-16,1-8-1 0,-1-3 0 0,-2 1-2 0,-2 0 3 15,-1-4 0-15,0 1-2 0,-2-1 0 0,0-1 7 16,0-1-4-16,2-1 1 0,-1-2-6 16,2 0-4-16,1-1-2 0,1-2-18 0,3-1 3 15,2-1-3-15,1-2 2 0,3 10-10 0,1-22 60 0,3 7-87 16,3-1 81-16,3-2-81 0,1 0 79 0,2 1-78 15,3-3 76-15,-2 5-74 0,2-1 83 0,0 4-65 16,1-1 77-16,0 2-68 0,0 2 82 0,-1 3-84 16,-1 0 83-16,1 4-68 0,-2 2 95 0,0 0-69 15,0 2 81-15,-3 1-84 0,5 5 89 0,-1-1-75 0,0 4 67 16,0 1-70-16,-1-1 3 0,-2 3-11 16,2-1-1-16,-3 1 2 0,1 0 0 0,0 2 2 15,-1-3-7-15,-1-1 6 0,0 1-6 0,-1-1 3 16,0-4 0-16,1 3 0 0,-4-3-3 0,0-2 3 0,0 2 3 15,-6-8 7-15,11 11-5 0,-11-11 6 16,11 7-13-16,-11-7 2 0,13 2-3 0,-13-2 1 16,18-3-7-16,-18 3 5 0,18-8-2 0,-8 1 0 15,1-3 1-15,1 2-2 0,-1-3 0 0,0 1-2 0,1-1 2 16,-2 1 0-16,0 0-3 0,1 2 0 0,-3 1 0 16,-2 0 51-16,0 1-72 0,-6 6 1 15,12-9 5-15,-12 9-1 0,10-3 10 0,-10 3 3 0,0 0-2 16,17 3 1-16,-17-3-1 0,11 8 10 0,-11-8 4 15,11 11-7-15,-11-11-5 0,12 13 6 0,-12-13-1 16,10 13 1-16,-10-13 1 0,11 13 9 0,-11-13-3 16,9 10-12-16,-9-10 12 0,8 8-3 0,-8-8 4 15,8 8 3-15,-8-8 4 0,10 5 6 0,-10-5-4 16,14 0 7-16,-14 0-1 0,20-5 5 0,-8 2 5 16,3-2-10-16,0-1-5 0,3 0 7 0,1-2-4 15,3 2-5-15,0-3 58 0,-1 3-69 0,2 0 50 16,0-1-61-16,3 4 53 0,0 0-66 0,0 1 56 15,2 0-59-15,1 2 50 0,0 0-73 0,-1 2 18 16,1 0-137-16,-1 2 6 0,-2-1-133 0,1 2-2 16,-3 0-127-16,-1 1-9 0,-1-1-39 0,-6-1-83 0,-2 0-534 15,-4 0-702-15</inkml:trace>
  <inkml:trace contextRef="#ctx0" brushRef="#br0" timeOffset="15556.7791">26210 1711 172 0,'0'0'464'16,"0"0"-68"-16,0 0-24 0,-9-6-8 0,9 6-11 0,0 0-23 16,0 0-52-16,0 0-38 0,-2-11-17 15,2 11-29-15,10-5-15 0,-1 3-9 0,7-2-56 16,2-1 66-16,9 0-73 0,9-2 54 0,13-1-96 16,4 1 53-16,16-3-91 0,2 2 51 0,6-1-111 0,3 0-50 15,4 3-146-15,-3-2-163 0,-1 2-300 0,-1-4-294 16,-5-2-583-16</inkml:trace>
  <inkml:trace contextRef="#ctx0" brushRef="#br0" timeOffset="18542.1761">8370 3421 337 0,'9'-14'454'0,"-2"1"-86"0,0-2-48 0,-2 2-44 15,0-2-18-15,-1 2 4 0,-1-4-25 0,-1 3-3 16,0-1 19-16,-2 2-17 0,-1 1-32 0,-1-1-26 16,0 3-33-16,0-2-30 0,-2 3-20 0,0-1-21 15,-1 2-16-15,-3 1-12 0,0 3-11 0,-2-1-4 16,-3 5 45-16,-2 1-70 0,-4 3 60 0,-5 3-74 15,-3 5 51-15,-2 2-56 0,-4 4 52 0,0 2-60 16,3 0 53-16,2 2-57 0,3 1 50 0,4-2-66 16,5 1 45-16,2-1-51 0,4-1 1 0,4 1 7 15,2-3 10-15,5 0 6 0,4 4 5 0,4-2 3 0,4 2 9 16,6 0-1-16,6 3 13 0,4-4-12 16,1 1 15-16,3-2-12 0,0-1 11 0,2-1-10 15,-1-1 9-15,0-1-10 0,-5-2-4 0,0-2 1 0,-2 1 3 16,0-1-1-16,-5-2 3 0,-2-1-7 0,-1-2-1 15,-5 0-2-15,0 0 3 0,-3-1 4 16,-2-2 3-16,-9-4 8 0,13 10 2 0,-13-10 3 16,0 0-1-16,-8 13 1 0,-4-8-2 0,-4 0 2 0,-8 1 3 15,-7 1-3-15,-6-2-1 0,-9 1-4 0,-2 1-1 16,-3-2 0-16,-1 1-1 0,1-1 1 16,-1 0-6-16,3-2-1 0,3 2-6 0,8-4-25 0,2 2-38 15,7 0-73-15,4-2-93 0,5 0-1 0,1 1-96 16,6-2-37-16,13 0-33 0,-15-2-368 0,15 2-289 15</inkml:trace>
  <inkml:trace contextRef="#ctx0" brushRef="#br0" timeOffset="18990.727">8881 3563 402 0,'17'-13'479'0,"-5"-1"-94"16,-2 3-55-16,-4-1-12 0,-2 1 8 0,-3 1-20 15,-1 10 16-15,-2-18-81 0,-2 10 15 0,-2 1-89 0,-3 0 19 16,0 3-89-16,0 1 51 0,9 3-100 0,-24 1 43 16,8 5-64-16,0 3 46 0,-1 3-58 15,0 6-1-15,-2 3 3 0,3 1 5 0,0 4 0 16,3 2 14-16,2 0-13 0,2 2-4 0,3 0 2 0,3 1-5 16,2-4 0-16,3 0-5 0,2 3 2 0,2-1-3 15,2-1 0-15,2-1-2 0,2-1 2 0,3-4 3 16,-1 0-6-16,1-4-2 0,0-3 2 0,2-3-9 15,0-2-15-15,2-3-5 0,-2-1-2 0,2-3-13 16,0-3-4-16,-1-2 2 0,1 0 5 0,-2-4 7 16,3-2 6-16,-2-2 6 0,-2-2 5 0,0-1 1 15,-2-2 2-15,0-1 11 0,-1 0-6 0,-1-2 10 16,0 2 4-16,-3-1 26 0,0 3 0 0,0 1 20 16,-3 2 2-16,0 1 4 0,-1 2-16 0,0-1-12 15,-5 9-13-15,9-12-4 0,-9 12-7 0,7-9-2 16,-7 9-4-16,0 0 1 0,0 0 3 0,16 2-3 15,-16-2-6-15,10 7 4 0,-10-7-1 0,12 12-1 16,-6-5-3-16,1 2 1 0,3 0 2 0,0 1-12 0,0 1-55 16,4 0-30-16,0-1-35 0,2 2-66 15,0 0-61-15,3-2 19 0,-1-1-76 0,0 1-70 16,0-2-93-16,-3-1-325 0,-1-1-328 0</inkml:trace>
  <inkml:trace contextRef="#ctx0" brushRef="#br0" timeOffset="19693.4826">9845 3527 749 0,'1'-14'672'0,"0"1"-112"16,-1 13-93-16,-2-22-11 0,2 22-123 0,-6-19 16 15,6 19-115-15,-6-16 25 0,6 16-109 0,-10-13 23 16,10 13-94-16,-15-9 47 0,15 9-89 0,-16-1 52 15,6 4-79-15,-2 1-1 0,0 3-4 0,-1 0-4 16,1 3 5-16,1 2-4 0,1 0-2 0,1 2 0 16,2-1-4-16,2 2 2 0,1 2-4 0,0-2-4 15,4 2-2-15,1-1-5 0,3 0-2 0,0 0-5 16,2-1-3-16,1 1-17 0,1-2 4 0,2 1 4 16,0 0 13-16,0-3-8 0,1 0 5 0,-1-2-2 15,0-1 1-15,0 0 3 0,-2-2 15 0,-1-1-8 0,0 0 5 16,-7-6 9-16,12 11 11 0,-12-11-7 15,9 7 6-15,-9-7 5 0,7 7-10 0,-7-7 1 16,0 0-28-16,0 0 6 0,0 0-6 0,11 3 9 16,-11-3-4-16,0 0 13 0,0 0-13 0,0 0 4 15,0 0-18-15,4-9 14 0,-4 9-14 0,0 0 24 16,0 0-20-16,0 0 12 0,0 0-19 0,0 0 17 16,1-10-20-16,-1 10 10 0,0 0-16 0,0 0 14 15,0 0-28-15,0 0 24 0,0 0-7 0,0 0 28 16,0 0-23-16,0 0 30 0,0 0-18 0,0 0 24 15,0 0-21-15,0 0 28 0,0 0-20 0,9-5 24 0,-9 5-16 16,0 0 29-16,0 0-9 0,7 6 16 0,-7-6-21 16,0 0 32-16,9 5-13 0,-9-5 24 0,0 0-15 15,10 6 13-15,-10-6-11 0,8 5 17 0,-8-5-13 16,11 5-1-16,-11-5-9 0,10 5 8 0,-10-5-18 16,12 8 6-16,-12-8-9 0,14 9-4 0,-14-9 1 15,15 10-5-15,-6-5 0 0,-2 1-2 0,1 0 3 16,0 0-5-16,1 1-1 0,-1 0 6 0,1-1 4 15,-1 1 4-15,1 0-2 0,-1 0-1 0,-1-2 20 16,0 1-30-16,-7-6 8 0,13 12-2 0,-13-12 10 16,8 9 9-16,-8-9 14 0,5 9 8 0,-5-9 2 15,-3 10 10-15,3-10-24 0,-14 11-7 0,1-3-3 0,-3-3-7 16,-5 0-6-16,-3 3-3 0,-7-1 33 16,-2-1-46-16,-4 0-1 0,0-1-5 0,-8 0-4 15,6 0-8-15,0-1-50 0,0-1-19 0,1-2-32 16,6 0-48-16,2-1-37 0,2-1-32 0,6 1-53 15,1-2-57-15,3-2-113 0,5-2-473 0,4 0-502 0</inkml:trace>
  <inkml:trace contextRef="#ctx0" brushRef="#br0" timeOffset="19958.0648">10325 3543 681 0,'5'-11'764'0,"-1"2"-139"16,-4 9-95-16,4-14-60 0,-4 14-54 0,4-13-61 15,-4 13-64-15,3-9-58 0,-3 9-55 0,0 0-38 16,4-11-32-16,-4 11-18 0,0 0 1 0,0 0 5 16,9 9 7-16,-5-1-6 0,4 4-7 0,0 1-51 15,1 4 36-15,3 1-53 0,2 4-2 0,0 1 4 16,0 0-6-16,0 2-4 0,1-1 39 0,-1 1-50 15,0-1 1-15,-1 2-86 0,0-3-60 0,-2 0-70 0,-2-3-89 16,2-1-95-16,-2-1-63 0,0 0-136 16,-1-4-480-16,-1-2-692 0</inkml:trace>
  <inkml:trace contextRef="#ctx0" brushRef="#br0" timeOffset="20358.0369">10714 3519 677 0,'-2'-12'651'0,"0"1"-103"0,2 11-47 0,-2-17-65 0,2 17-130 15,4-18 8-15,1 9-106 0,2-2 31 0,4 2-97 16,2-2 38-16,5 3-98 0,3-3-17 16,6 3-14-16,4-1-14 0,5 1-31 0,7 1-70 0,1 1-24 15,1-1-112-15,-6 3-44 0,-1 1-4 0,-1 1 14 16,-9 0-19-16,0 1 23 0,-5 0-10 0,-4 1 63 15,0-2 3-15,-8 1 58 0,-11 1-4 0,17-3 51 16,-17 3 18-16,0 0 73 0,0 0 4 0,0 0 64 16,-6-15 26-16,6 15-1 0,-17-6 22 0,17 6 26 15,-20-7 34-15,10 4 6 0,-1 0-1 0,11 3-19 16,-18-4 18-16,18 4-90 0,-14-2-16 0,14 2-6 16,-14 5 9-16,14-5 33 0,-13 13-4 0,9-3 1 15,0 2 20-15,0 2 17 0,2 3-12 0,1 2-9 0,-1 2-36 16,5 2-22-16,0 2-43 0,1 0 23 15,3 6-39-15,1 0-1 0,5 4-2 0,0-1 12 0,2 1-70 16,0-2-51-16,3-1-78 0,-3-2-54 0,1-4-81 16,0-3-58-16,0-1-48 0,-1-2-88 0,-1-3-551 15,0-4-659-15</inkml:trace>
  <inkml:trace contextRef="#ctx0" brushRef="#br0" timeOffset="20726.118">11797 3396 287 0,'6'-19'698'0,"-3"3"-123"15,1 0-62-15,-1 1-56 0,-1 2-45 0,0 1-17 16,-1 1-32-16,-1 11-63 0,1-20-63 0,-1 20-49 16,-2-14-48-16,2 14-31 0,-9-9-24 0,9 9-16 15,-11-1-18-15,11 1-10 0,-16 6-4 0,7 1-15 16,0 0-8-16,0 4-3 0,2 0-1 0,-1 1-9 15,2 3-5-15,0-2 3 0,2 3-34 0,2 0 3 16,0 0 3-16,3 0-14 0,2 1-5 0,1 0 10 16,5 1 7-16,0 2 7 0,7 1 3 0,1-1 6 15,4 0 1-15,6 3 2 0,2-2 2 0,1-1 2 16,3 1 4-16,1 0 5 0,1 0-4 0,-1 0 4 16,-1-2-3-16,-1 2-1 0,-2 0 6 0,-4-4-1 0,-5 1 0 15,-1 0 2-15,-6-2 2 0,-1-2 0 16,-3 3 12-16,-2-2 13 0,-6-1 1 0,-2 1-1 15,-5-2 6-15,-3 1-6 0,-8 0-3 0,-7 2-4 0,-3-2-2 16,-11 0-9-16,-7 0-5 0,-4-3-11 0,-7 0-30 16,-14-1-107-16,0-2-151 0,-2 0-114 0,10-3-198 15,1-1-478-15,3-2-700 0</inkml:trace>
  <inkml:trace contextRef="#ctx0" brushRef="#br0" timeOffset="32065.3675">8127 4720 120 0,'0'0'348'0,"-10"-4"-68"0,10 4-48 0,0 0-29 0,0 0-28 16,-11-5-19-16,11 5-8 0,0 0-5 0,0 0-7 15,-12-4-18-15,12 4-14 0,0 0-18 0,0 0-12 16,0 0-17-16,-9-4-7 0,9 4-7 0,0 0-9 16,0 0-6-16,0 0-6 0,0 0-9 0,0 0-4 15,0 0 3-15,0 0 18 0,0 0 15 0,0 0 1 16,0 0-2-16,0 0-2 0,19 1 2 0,-5-1 2 16,4 2 3-16,6-1 0 0,8-2-9 0,10-1 4 15,15-1 2-15,20 0-4 0,10-2-4 0,10 1 1 16,10-1-11-16,28-1-4 0,9 0-6 0,11 0-2 15,5 1-10-15,6 0 19 0,2 1-35 0,6 0 18 16,0 0-39-16,-3 2 8 0,-4-1-17 0,-4 0 39 16,-5 1-38-16,-7 0 38 0,-7-1-34 0,-9 2 38 15,-27-2-34-15,-3 1 37 0,-8 0-33 0,-4 0 41 16,-2 0-33-16,-7-1 37 0,-4 0-48 0,-3 1 42 16,-4-3-30-16,-12 2 39 0,-3 0-38 0,-1-2 42 0,-3 1-45 15,-5 1 46-15,-2-1-37 0,-8 0 31 16,-1-1-15-16,-3 2 30 0,0-1-35 0,-7 1 25 15,-1 0-31-15,0 2 31 0,-2-2-29 0,-2 0 22 16,-4 1-28-16,2 0 30 0,-3 1-37 0,0 0 29 0,-4 0-19 16,-1 0 19-16,1 0-32 0,-14 1 36 0,21-1-35 15,-21 1 31-15,19-1-41 0,-19 1 38 0,17 0-39 16,-17 0 35-16,14 0-41 0,-14 0 35 0,0 0-43 16,18 0 40-16,-18 0-41 0,0 0 32 0,14 0-24 15,-14 0 47-15,0 0-47 0,0 0 44 0,13 0-50 16,-13 0 46-16,0 0-51 0,0 0 25 0,0 0-51 15,0 0 12-15,14 0-59 0,-14 0-45 0,0 0-106 16,0 0-424-16,0 0-205 0</inkml:trace>
  <inkml:trace contextRef="#ctx0" brushRef="#br0" timeOffset="39789.3695">8130 6138 382 0,'0'0'333'16,"0"0"-81"-16,0 0-13 0,-6-8-56 0,6 8 20 15,0 0-44-15,0 0 32 0,0 0-54 0,0 0 44 16,0 0-64-16,0 0 33 0,0 0-48 0,0 0 30 0,-4-9-34 15,4 9 20-15,0 0-24 0,0 0 5 16,0 0-21-16,0 0 18 0,0 0-25 0,0 0 1 16,0 0-16-16,0 0-1 0,0 0-22 0,0 0 4 0,0 0-26 15,0 0 19-15,0 0-27 0,0 0 16 0,0 0-26 16,0 0 18-16,0 0-21 0,0 0 22 0,0 0-25 16,0 0 17-16,0 0-13 0,0 0 19 15,2 14-20-15,-2-14 18 0,0 0-17 0,4 11 18 0,-4-11-19 16,4 8 16-16,-4-8-8 0,5 13 30 0,-5-13-12 15,5 15 12-15,-2-5-15 0,1 1 11 0,-1 1 13 16,-1 3 9-16,0 1-9 0,0 1 8 0,0 1-18 16,0 2 7-16,-2 0-10 0,0 1 10 0,0 0-15 15,-1 4 10-15,-2 0-13 0,1-2 13 0,-3 2-6 16,0 0 6-16,-2-1-4 0,-1 2-7 0,-2-1 10 16,-2 0 11-16,-3-1 7 0,-2-2-5 0,-1-1-3 15,-7 2-8-15,-4-2-2 0,-3-2 4 0,-3-1-1 16,-3-4-2-16,-1-3-3 0,-3 1-8 0,-3-4 2 15,1-1-6-15,-3-3 1 0,5-2-4 0,1-2 3 0,-2-1 0 16,3-2-2-16,-5-1 1 0,7-2 3 16,3-3 5-16,1 0 13 0,3-1 0 0,2-1 3 15,3 0-1-15,4-3-8 0,3 1 13 0,1 0-29 0,4 0 10 16,3-2-13-16,1 2 15 0,2 0-20 0,3-2 7 16,2 2-13-16,2-1 8 0,1 3-14 15,4-4 12-15,2 2-12 0,4-5 9 0,8 0-8 0,6-1 11 16,10 0-12-16,7-1 12 0,16-3-6 0,10 2 19 15,11 0-11-15,10 2 16 0,24-2-8 0,6 3 17 16,4 2-19-16,2 3 9 0,2 2-2 16,-1 1-5-16,-20 3 7 0,-4 2 11 0,-3 2-14 0,-5-1 1 15,-7 4-4-15,-7-2-2 0,-13 2-4 0,-7 0 1 16,-3 2 2-16,-2-2-5 0,-4 2 3 0,-9 0-6 16,-4 0 3-16,1 0-6 0,-2 1 6 0,-6-2 0 15,-3 2 14-15,0-1-16 0,-2 0 6 0,0 0 6 16,-3-1 5-16,-3 1 14 0,1-1 1 0,-1 1 4 15,-1-2 5-15,0 2 2 0,-4-1 3 0,1-1 4 16,-2 1-15-16,-13-1 2 0,23 1 0 0,-23-1-6 16,16 1 8-16,-16-1-11 0,16 1-4 0,-16-1-2 15,0 0-4-15,18 0-3 0,-18 0-7 0,0 0-2 16,14 1 8-16,-14-1-24 0,0 0-21 0,0 0-14 0,14 1-46 16,-14-1-47-16,0 0-52 0,0 0-60 0,0 0-51 15,14-1-91-15,-14 1 8 0,0 0-70 0,0 0-56 16,0 0-92-16,0 0-313 0,0 0-477 15</inkml:trace>
  <inkml:trace contextRef="#ctx0" brushRef="#br0" timeOffset="41226.7648">10457 6947 267 0,'0'0'367'0,"0"0"-82"0,0 0 33 16,0 0-83-16,5-9 9 0,-5 9-28 15,0 0-30-15,0 0-28 0,0 0-39 0,1-13-10 16,-1 13-11-16,0 0-3 0,0 0-1 0,3-12 0 16,-3 12-1-16,0 0 3 0,0 0 12 0,0 0-1 0,2-10 4 15,-2 10-4-15,0 0 7 0,0 0-3 0,0 0-9 16,0 0-5-16,0 0-9 0,0 0-12 15,0 0-9-15,2-12-9 0,-2 12-10 0,0 0-14 0,0 0-5 16,0 0-18-16,0 0-49 0,0 0-70 0,0 0-63 16,0 0-47-16,0 0-33 0,0 0-58 0,0 0-45 15,0 0-39-15,0 0-399 0,-16 3-315 0</inkml:trace>
  <inkml:trace contextRef="#ctx0" brushRef="#br0" timeOffset="41750.3656">11062 6764 46 0,'0'0'608'16,"3"-14"-180"-16,-3 14-72 0,-3-14-79 0,3 14-35 16,-9-13-4-16,2 6-25 0,-2 0-9 15,-1-3-6-15,-2 2-25 0,-2-1-8 0,0 0-44 0,-4 1 5 16,0 0-38-16,-3 1 9 0,-1 0-32 0,-1 3 1 15,0 0-26-15,1 3 7 0,-1 1-21 0,-2 4 18 16,-5 4-10-16,0 5 23 0,-4 6 18 16,0 3 17-16,-6 13 27 0,0 3-19 0,2 4-17 0,1 4-2 15,1 3-4-15,4 1-10 0,2 1-8 0,3 3-10 16,4-5-1-16,7-4-7 0,2-5-6 0,4 2 11 16,2-3-23-16,4-5 7 0,3 1-11 0,2-3 11 15,3-2-20-15,2 1 12 0,1-5-18 0,2-3 17 16,0-1-17-16,2-3 11 0,2-2-14 0,0-3 14 15,3-1-31-15,-1-3 7 0,2-4-31 0,-1-1 0 16,3-3-30-16,-1-5 17 0,5-1-36 0,0-5 23 16,2 0-12-16,-2-6 11 0,2-2 5 0,-3-3 9 15,2-3 12-15,-3-2 5 0,-2 0 8 0,-2 3 7 16,-3-1 9-16,0 1 25 0,-3 3 19 0,-1 2-1 16,-1-1 5-16,-1 6 22 0,-2-1 3 0,0 2-7 15,-1 2-14-15,-1 2-12 0,-4 7-12 0,9-13-7 16,-9 13 5-16,8-6-10 0,-8 6 1 0,0 0-10 0,12 4 14 15,-12-4 4-15,14 11-1 0,-6-3-1 0,0 2-4 16,3 2 2-16,1 0 0 0,1 2-2 16,3 1 24-16,-1-1-27 0,5 4 7 0,-1-1-81 15,0-2-17-15,3 5-64 0,-4-6-38 0,-2-2-88 0,1 1-86 16,-1 0-31-16,-1-1-95 0,0 0-405 0,-2-5-454 16</inkml:trace>
  <inkml:trace contextRef="#ctx0" brushRef="#br0" timeOffset="42133.011">11282 7320 97 0,'-2'-12'727'0,"1"-1"-144"16,1 13-47-16,-1-20-37 0,1 20-65 0,-1-18-25 16,1 18-48-16,0-16-44 0,0 16-42 0,1-13-62 15,-1 13-52-15,1-11-32 0,-1 11-25 0,5-8-24 16,-5 8-12-16,0 0-13 0,20 0-4 0,-10 2-7 15,4 4-7-15,0 1-4 0,3 4-5 0,1 1-6 16,4 4-2-16,0 1-1 0,1 2-7 0,-1-1-1 16,-2 1-30-16,1 1 5 0,-1-1-18 0,-1-2 2 15,-3 2-16-15,0-5 16 0,-2 2-31 0,-2-4 16 16,-1-1-28-16,-2 0 26 0,0-3-6 0,-2 0 34 0,-1 0-13 16,-6-8 29-16,8 9-20 0,-8-9 30 0,0 0-28 15,0 0 29-15,0 0-22 0,0 0 25 16,-16-1-23-16,16 1 6 0,-17-10 8 0,6-1 4 0,1 0 21 15,0-1 8-15,1-1-5 0,2-1-7 0,1 2-8 16,0-3-1-16,2 0-9 0,3 2-4 0,1-1-2 16,1 1-13-16,2-2-12 0,4 3-25 15,-2-2-25-15,3 0-39 0,5 0-37 0,1 1-49 0,0 1-47 16,3 1-20-16,4 0-67 0,-3 2-67 0,4 2-51 16,1-1-364-16,1 1-352 0</inkml:trace>
  <inkml:trace contextRef="#ctx0" brushRef="#br0" timeOffset="42516.3808">12156 7099 603 0,'0'0'538'0,"4"-17"-89"0,-4 17 2 0,0-15-16 15,0 15-48-15,-4-13-19 0,4 13-30 0,-6-14-35 16,6 14-45-16,-10-12-42 0,10 12-49 0,-13-11-34 16,13 11-27-16,-16-4-23 0,16 4-16 0,-17 5-12 15,5 3-7-15,1 1-8 0,0 5-4 0,-3 3-5 16,3 1-10-16,1 1 0 0,1 2-4 0,3 0 0 15,0 1-9-15,2 0 4 0,3-1-3 16,2 0-2-16,1 1 3 0,2 0-7 0,2-2 11 0,1-1-12 0,2-1 11 16,1-1-23-16,2-1 5 0,0-3-30 0,-1-3 14 15,0-1-19-15,1 0 21 0,-1-2-13 16,0-3 22-16,0 1-12 0,-11-5 0 0,21 2 5 0,-21-2 3 16,15-7-1-16,-6 1 4 0,-2-1-9 0,-3-3 3 15,-1-1 3-15,1-3 3 0,-2-1 3 0,-1-3-1 16,0 2 4-16,0-1-2 0,-1-1 12 0,0 2 10 15,0 2 2-15,0 0 1 0,0 1 10 0,0 13-3 16,1-19-10-16,-1 19-3 0,0-18-8 0,0 18-2 16,1-12-5-16,-1 12 3 0,4-7-4 0,-4 7 0 15,0 0 4-15,16 0-1 0,-16 0 2 0,17 9-23 16,-5-2-31-16,2 2-46 0,4 0-53 0,2 2-67 16,5 3-54-16,2-1-59 0,6 3-103 0,1-1-108 15,1-2-368-15,4 2-481 0</inkml:trace>
  <inkml:trace contextRef="#ctx0" brushRef="#br0" timeOffset="43034.1887">13019 6710 87 0,'-16'-57'637'15,"0"-2"-86"-15,-2 6-108 0,3 9 20 0,-1 1-46 0,1 3-63 16,0 4 26-16,4 6-21 0,0 4-9 0,2 4-40 15,2 3-72-15,1 4-51 0,-2 2-54 16,4 2-27-16,4 11-23 0,-8-11-18 0,8 11-16 0,0 0-8 16,-5 15-5-16,5 0-10 0,0 10-9 0,2 7 2 15,0 4-4-15,3 8-1 0,-1 5-1 0,1 1 4 16,4 3-6-16,0 10 5 0,0-1-9 0,4-1 6 16,1 3-4-16,2-4 1 0,1-1-4 0,4-3 2 15,1-3 3-15,-2-3-4 0,-1-10-1 0,1-1 4 16,-1-4-4-16,0-3-3 0,-2-2 3 0,-1-5-8 15,-3-5 7-15,-1-2 3 0,-1-3 0 0,-4 0-1 16,2-4 3-16,-2-1 4 0,-1 0 35 0,-1-2-3 16,-5-8 63-16,8 11-64 0,-8-11 20 0,0 0-45 15,0 0 21-15,0 0-34 0,8-9 19 0,-8 9-5 0,-7-17-14 16,2 4-7-16,-1 1 2 0,-3-2-13 0,0-1 1 16,-3 0 1-16,-1-1-3 0,-1 2 6 15,-3 0-9-15,-1 0-2 0,-3 5-4 0,1-1 1 0,-6 4 5 16,0 4 3-16,-3 1-1 0,0 2 2 0,-5 6-13 15,-1-2 22-15,1 5-5 0,3 1-9 0,1 2 8 16,5 0-12-16,1 2 18 0,8 0-6 16,2-1 11-16,3 2-6 0,3-1 13 0,5 0-6 0,1-3 5 15,5 2-6-15,3 1 9 0,5 0-2 0,5-3 1 16,4 1-2-16,7-1-5 0,2-2 3 0,2-1-27 16,5-1-40-16,1-2-87 0,1-1-51 0,0-1-105 15,0-1-97-15,1-2-62 0,-1-2-178 0,-2 0-494 16,-1-3-748-16</inkml:trace>
  <inkml:trace contextRef="#ctx0" brushRef="#br0" timeOffset="43584.6286">13580 7354 460 0,'0'0'567'0,"-8"7"-133"16,8-7-71-16,0 0-17 0,-10 8 3 0,10-8 2 16,0 0 6-16,-7 9-5 0,7-9-23 0,0 0-29 15,-8 5-33-15,8-5-41 0,0 0-26 0,0 0-2 16,-9 7-30-16,9-7 16 0,0 0-46 0,0 0 19 0,0 0-51 16,-8 5 11-16,8-5-59 0,0 0 29 15,0 0-51-15,16 2 28 0,-16-2-47 0,28 0 24 16,-7 0-56-16,6 2-10 0,3-1-67 0,9-1-32 0,-1 0-53 15,0 0-53-15,-1 2-62 0,-1-1-75 0,-5 0-38 16,-3 0-90-16,1 0-137 0,-6 0-435 0,-3-1-683 16</inkml:trace>
  <inkml:trace contextRef="#ctx0" brushRef="#br0" timeOffset="44102.281">14256 6852 447 0,'-6'-21'697'0,"-4"1"-154"0,3 2-23 0,-1 1-53 16,1 2-58-16,0 3-35 0,0-1-18 15,1 2-38-15,3 1-59 0,-3 2-51 0,6 8-43 16,-6-13-36-16,6 13-32 0,-8-10-20 0,8 10-17 0,0 0-11 16,0 0-3-16,-7 6 0 0,7-6-1 0,0 19 12 15,1-5-2-15,1 5 8 0,4 5-7 16,2 5 32-16,1 4-34 0,3 6 22 0,1 3 4 0,1 1-15 16,2-2-11-16,0 2-10 0,3 0-36 0,0 0 32 15,2-4-33-15,1 0 25 0,-2-1-28 0,5-2 25 16,-2-3-30-16,1-4 27 0,-1 0-33 0,1-6 6 15,-3-4 3-15,-1-1 0 0,2-4-1 0,-1-3 9 16,1-4 26-16,-1-1-38 0,3-2 33 0,-4-4-34 16,2-3 34-16,0-1-44 0,-1-6 63 0,0 1-7 15,-1-8-6-15,0-3-8 0,-2-3-1 0,-2-9-10 16,-2-1-4-16,-6-5-2 0,0-2-14 0,-7 2-12 16,-1-6-34-16,-3-2 38 0,-5-1-33 0,-2 2 39 15,-2 1-24-15,0 1 29 0,-4 3 3 0,3 2-1 0,-3 5-2 16,5 5-1-16,-1 4 1 0,5 5-5 15,-1 2-6-15,2 2-53 0,1 3-75 0,-1 2-46 16,1 3 26-16,5 7-7 0,-8-9-22 0,8 9-34 0,0 0-49 16,-11 3-66-16,11-3-32 0,0 15-77 15,1-5-97-15,6 5-468 0,1 1-616 0</inkml:trace>
  <inkml:trace contextRef="#ctx0" brushRef="#br0" timeOffset="44868.3068">15042 7136 1102 0,'-5'-12'760'0,"5"12"-118"16,-6-11-95-16,6 11-73 0,-2-9-67 0,2 9-71 16,0 0-65-16,-6-10-58 0,6 10-44 0,0 0-30 15,0 0-32-15,0 0-14 0,0 0-10 0,0 0-5 16,6 15-4-16,-2-9-18 0,1 4-7 0,2 0-5 15,1 2-9-15,1 0-2 0,-2 1-4 0,4-1-1 16,-1 1-26-16,0 1 16 0,0-1-18 0,1-1 15 16,-2 1-18-16,1-2 21 0,-2-1-22 0,2 0 22 0,-2-2-18 15,-1 1 18-15,1-3-21 0,0-1 17 0,-8-5-22 16,16 8 4-16,-16-8-23 0,16 1 3 16,-16-1-19-16,20-4-14 0,-10-1-10 0,2-3-12 15,-1 0 2-15,-1-2 1 0,2 2 12 0,-2-3 16 0,0 2 9 16,-1-1 10-16,-2 2 0 0,-1 0 15 0,1 2 15 15,-1 0 14-15,-6 6-2 0,10-12-1 16,-10 12-3-16,7-8-10 0,-7 8-1 0,8-7-2 0,-8 7 3 16,0 0-1-16,12-3 1 0,-12 3 5 0,7 6 0 15,-7-6 9-15,11 7-3 0,-11-7 4 0,14 10 2 16,-7-6-2-16,1 1 1 0,0 2-1 16,2 0 9-16,-1-3-6 0,0 3-2 0,3 0-5 0,-1-1 5 15,2-1-1-15,-2 1-9 0,0-1 7 0,1-1-4 16,-1 0-2-16,-2-1 0 0,4-1 0 0,-3 1-1 15,-10-3 1-15,22 3 20 0,-22-3-24 0,19 3 3 16,-19-3 1-16,18-2 0 0,-18 2-2 0,14-4 2 16,-14 4 3-16,16-6-4 0,-16 6-5 0,13-8 3 15,-13 8-6-15,11-13 3 0,-11 13 0 0,9-14 3 16,-9 14-1-16,5-14-4 0,-5 14-1 0,3-14 3 16,-3 14-1-16,2-15-3 0,-2 15 18 0,0-13-17 15,0 13-1-15,-2-13 2 0,2 13-3 0,-2-12-2 16,2 12 5-16,-3-10-4 0,3 10 3 0,-3-9 2 0,3 9-2 15,-6-7 3-15,6 7-5 0,0 0 1 16,-5-10 2-16,5 10 0 0,0 0 2 0,0 0 0 16,-6-8 0-16,6 8 0 0,0 0 4 0,0 0-7 0,0 0 3 15,0 0 0-15,-5-11 0 0,5 11 4 0,0 0-5 16,0 0 7-16,0 0-8 0,0 0 1 16,0 0-1-16,0 0-6 0,0 0 1 0,0 0 2 15,0 0 3-15,0 0-2 0,0 0 2 0,-4 13 7 0,4-13 3 16,0 12 7-16,0-12 15 0,5 20 22 0,-3-10-12 15,3 2-6-15,0 1 8 0,2 0-21 0,1 0-15 16,1 3 17-16,3 1-16 0,-2-2 11 0,4 0-24 16,-2 0-21-16,0-1-50 0,1-1-55 0,-3-3-58 15,-1 1-70-15,-1-1-55 0,1-2-37 0,-3 0-49 16,0-1-65-16,-6-7-118 0,9 9-346 0,-9-9-504 16</inkml:trace>
  <inkml:trace contextRef="#ctx0" brushRef="#br0" timeOffset="45084.026">15558 6984 227 0,'-14'-23'709'0,"1"2"-83"0,2 3-49 16,1-1-86-16,1 2-86 0,2 2-45 16,1 1-34-16,0 1-34 0,1 1-37 0,-1 2-58 0,3 1-50 15,3 9-42-15,-5-15-46 0,5 15-22 16,0 0-16-16,0 0-21 0,0 0-39 0,8-3-21 0,3 11-61 15,-1 2-52-15,5 5-45 0,1 3-43 0,3 3-37 16,-1 0-58-16,5 8-17 0,-1-2-29 0,-1-1-400 16,2 0-328-16</inkml:trace>
  <inkml:trace contextRef="#ctx0" brushRef="#br0" timeOffset="45435.7207">15898 7167 154 0,'0'0'586'0,"11"-4"-169"0,-11 4-19 0,9-9-32 16,-9 9-3-16,8-10-6 0,-8 10 11 0,9-9 7 15,-9 9-13-15,8-7-48 0,-8 7-53 0,6-9-56 16,-6 9-41-16,0 0-20 0,11-5-7 0,-11 5 4 16,12 5-18-16,-3 0 36 0,2 2-41 0,2 2 8 15,2 2-47-15,1 1 19 0,0 3-44 0,1-1 21 16,2 3-39-16,1 2 29 0,0-1-44 0,0 1 32 16,1-1-40-16,-1 2 39 0,-1-3-43 0,0 1 57 0,-3-3-20 15,0-2 40-15,-2 0-40 0,0-2 33 16,-4-1-38-16,1-3 52 0,-4 1-13 0,1-1 72 15,-2-1-9-15,-6-6 52 0,13 8-16 0,-13-8-34 0,0 0-25 16,12 2-27-16,-12-2-19 0,9-6-14 0,-9 6-11 16,8-13 68-16,-4 3-110 0,0-2 42 0,2 0-102 15,-1-4 38-15,0 0-74 0,4-2 23 0,-4-1-47 16,3-2 26-16,0 2 1 0,1 0 6 0,-1 1-7 16,0 1 4-16,-2 4-12 0,2-2-32 0,-1 2-43 15,0 1-45-15,1 2-7 0,0-2-28 0,1 3-75 16,2 0-43-16,1 2-62 0,1-1-25 0,2 3-59 15,0 0-104-15,-1 0-498 0,3 0-732 0</inkml:trace>
  <inkml:trace contextRef="#ctx0" brushRef="#br0" timeOffset="46219.0706">17564 6989 50 0,'0'0'509'16,"-11"-5"-72"-16,11 5-51 0,-9-5-46 0,9 5-12 15,-10-4-18-15,10 4-20 0,0 0-9 0,-11-6-10 16,11 6-13-16,0 0-20 0,-8-3-17 0,8 3-19 16,0 0-16-16,0 0-19 0,0 0-15 0,-12-5-12 15,12 5-2-15,0 0-9 0,0 0-4 0,0 0 4 16,0 0-20-16,0 0 25 0,-9-2-24 0,9 2 44 15,0 0-37-15,0 0 53 0,0 0-30 0,0 0 45 16,0 0-34-16,0 0 49 0,0 0-45 0,0 0 55 16,-9-5-97-16,9 5 33 0,0 0-88 0,13-12 47 15,0 6-83-15,6-3-7 0,8-1 1 0,10-2-5 16,7 1-5-16,5 1 1 0,14-5-4 0,5 5 2 16,3-3-18-16,1 3-10 0,2-1-15 0,-3 1-13 15,-1 2-12-15,-12 1-5 0,-2 0-13 0,-2 2-15 16,-3-1-12-16,-3 2-14 0,-3-2 8 0,-10 2-50 15,-6 2-8-15,-2-1-21 0,-2-1-31 0,-6 2 4 16,-1 1-32-16,-2-2-8 0,-3 2-41 0,0-1-28 16,-13 2-26-16,15-1-49 0,-15 1-64 0,0 0-87 0,0 0-372 15,0 0-500-15</inkml:trace>
  <inkml:trace contextRef="#ctx0" brushRef="#br0" timeOffset="46467.89">17991 7121 375 0,'-19'10'506'0,"2"1"-82"0,0-1-101 0,5-2 35 16,0-1 20-16,2-2-15 0,1 2-2 0,1-2-8 15,8-5-1-15,-12 8 15 0,12-8-17 0,0 0 2 16,0 0-53-16,14 7 10 0,-1-9-82 0,6-1 5 16,7-2-35-16,7 2-26 0,4-2-33 0,0 1-24 15,9-1-21-15,0-1-21 0,0 0-18 16,-2 2-46-16,-6 0 36 0,2 1-43 0,-4-1 30 0,0 1-65 15,-5 2-11-15,-1-2-88 0,-1 1-28 0,-2 1-49 0,-6 0-70 16,0-1-38-16,-3 1-80 0,-3 1-51 16,0-2-13-16,-2 2-93 0,-13 0-89 0,21-1-345 15,-21 1-584-15</inkml:trace>
  <inkml:trace contextRef="#ctx0" brushRef="#br0" timeOffset="47868.6618">20622 6484 67 0,'9'-5'521'15,"-9"5"-137"-15,12-7-6 0,-12 7-103 0,12-11 12 0,-12 11-85 16,8-8 60-16,-8 8-40 0,7-12-7 16,-7 12-43-16,7-11-5 0,-7 11-11 0,8-12 14 15,-8 12-21-15,4-9-11 0,-4 9-20 0,1-11-16 16,-1 11-28-16,-4-10-10 0,4 10-25 0,-12-8 3 15,3 5-17-15,-2 0 4 0,-3 2-15 0,-1 2 2 0,-4 2-8 16,-1 0 6-16,0 3-4 0,-2 2-1 0,1 1-9 16,1 1 6-16,0 0 0 0,3 2-3 0,0 0-1 15,1 1 0-15,3 0-3 0,2 0 4 0,1 0 0 16,2-1 1-16,2 0 0 0,2 1 3 0,2-2 5 16,2 2 10-16,4 0 9 0,3 2 11 0,4 1-4 15,7 2 0-15,4-1-3 0,9 4 8 0,3-2-21 16,4 2 17-16,3-1-25 0,3 1 17 15,9 1-27-15,-1 1 2 0,2-2-1 0,-9-1-2 0,2-3 2 16,-2 2-3-16,0-1 3 0,-3-2-7 0,-2 0 5 16,-4 1-3-16,-7-5 1 0,-2 2 0 0,-3-1 1 15,-5-3 5-15,-3 2-2 0,-3-2 7 0,-3 0 2 16,-3 0 12-16,-3 0 5 0,-4-10 13 0,-4 22 16 16,-2-12 4-16,-5 1 1 0,-6-1-9 0,-3-1 2 15,-6 1 3-15,-3-2-12 0,-4 0-10 0,-1-1-4 16,-3-2-7-16,-3-1-5 0,1-1-7 0,-2-3-2 15,-1 0 4-15,2 0-14 0,0-2-8 0,1-2-21 16,4 1-7-16,1-1-11 0,7 0-45 0,1-1-25 16,4 0-30-16,3 1-60 0,3-1-62 0,0-1-42 15,4 1-26-15,3-1-59 0,9 6-72 0,-9-11-64 16,9 11-281-16,5-13-340 0</inkml:trace>
  <inkml:trace contextRef="#ctx0" brushRef="#br0" timeOffset="48352.8988">21659 6599 61 0,'11'-19'644'0,"-4"-1"-127"0,-3 1-134 16,-3 1-15-16,-2 2-39 0,-3-2-4 15,-1 1-36-15,-6-2-17 0,1 2-43 0,-2 3-37 16,-3 1-42-16,-1 2-23 0,0 4-33 0,0 2-4 0,-2 3-20 15,-1 4-4-15,1 3-16 0,-4 3 2 0,-2 7-9 16,1 3 1-16,-3 5-6 0,2 4-6 0,0 2 8 16,3 3-8-16,3 0 15 0,1 2-25 0,2-1 19 15,5-3-25-15,1 1 19 0,2 0-31 0,3 1 10 16,4-5-7-16,1 2 1 0,2 1 0 0,4-1-4 16,2-3 1-16,2 1 2 0,2-4-4 0,2-2 1 15,-1-5 1-15,5 1-7 0,-3-2-5 0,2-3-8 16,1-3 2-16,-1-1 2 0,0-3-7 0,-2-2 10 15,0-1 4-15,-2-3 3 0,3-3-4 0,-3-1 3 16,0-1 2-16,-1-5 2 0,0-1-4 0,-2-3 4 16,-2-2-2-16,-1 1 5 0,1-2 26 0,-3 2 2 15,-1 2 26-15,0 1-3 0,-2 0 20 0,2 3-12 16,-2 1-3-16,-3 9-28 0,5-16 0 0,-5 16-26 16,5-10 7-16,-5 10-12 0,0 0 12 0,0 0-3 15,0 0 3-15,11 5-7 0,-11-5 8 0,7 14-7 16,-2-6 0-16,0 3-1 0,1 1-2 0,2 1 4 15,3 3-3-15,0 0 1 0,2-1 1 0,2 0-2 16,-1 1-20-16,3 0-61 0,-1-2-62 0,2 1-61 16,0-3-80-16,-2 1-41 0,2-1-82 0,-1-2-148 15,-1-3-483-15,-3-2-646 0</inkml:trace>
  <inkml:trace contextRef="#ctx0" brushRef="#br0" timeOffset="48803.72">22356 6566 182 0,'12'-26'705'0,"-2"0"-95"0,-2 4-54 15,-2 0-74-15,0 0-54 0,-2 2 28 0,0 2-30 0,-1 0-85 16,-1 3-63-16,-1 1-34 0,0 1-39 0,0 2-46 16,-1 11-34-16,0-20-26 0,0 20-24 15,-5-12-10-15,5 12-15 0,-15-4-17 0,15 4-4 0,-26 6-7 16,11 0-4-16,-3 4-5 0,0 3-3 15,-2 3-7-15,-1 1 4 0,3 3-4 0,0-1-7 0,3 0-4 16,0 2 1-16,5-1-3 0,1-1 0 0,0 1-5 16,4-1-1-16,2-1 7 0,1-1-3 0,3 1 4 15,0 0 5-15,5 1-3 0,1 1 6 16,4 1-1-16,1-2-1 0,3 1-5 0,1 1-2 0,2-1 6 16,0 0 4-16,1-1-6 0,1-1 1 0,-2 1-3 15,1-2-7-15,-1 0-3 0,-1-2 7 0,-2-1-2 16,1-1-3-16,-2 1 4 0,1-1 2 15,-3 0 0-15,0-2-2 0,-2 0 4 0,0-1-10 16,0 1 5-16,-1-3 1 0,-3 1-4 0,0-1 6 0,1-1-1 16,-7-7 4-16,8 13-1 0,-8-13 1 0,5 12 2 15,-5-12 5-15,0 0 1 0,-2 16-1 16,2-16 2-16,-11 9-3 0,-1-6 0 0,0 1-5 0,-6-1-21 16,-1-2-52-16,-7 2-25 0,-2-3-39 0,-2 0-43 15,-1 0-38-15,0-1-29 0,2-1-22 0,1 0-48 16,2 0-114-16,2-2-572 0,7-2-611 0</inkml:trace>
  <inkml:trace contextRef="#ctx0" brushRef="#br0" timeOffset="49054.6248">22727 6557 396 0,'8'-15'783'0,"-2"1"-122"16,0 2 8-16,-2 2-62 0,0 1-46 0,0 0-56 15,-4 9-90-15,6-15-72 0,-6 15-70 0,5-10-57 16,-5 10-46-16,0 0-38 0,6-8-13 0,-6 8-21 16,0 0-8-16,2 17-2 0,-1-7-8 0,0 3-7 15,0 5-14-15,0 1-35 0,1 6 26 0,1 0-37 0,-1 2 31 16,3 4-38-16,-1 1 34 0,1-1-41 16,2 0 2-16,-2-1-67 0,2 0-51 0,-1-2-54 15,0-3-57-15,2-3-71 0,-3 1-77 0,2-2-65 0,-1-2-77 16,-1-4-125-16,2-1-504 0,0-3-761 0</inkml:trace>
  <inkml:trace contextRef="#ctx0" brushRef="#br0" timeOffset="49454.2257">23022 6534 420 0,'-5'-17'744'16,"0"3"-109"-16,2 1-32 0,0 1-60 0,0 0-50 15,1 0-45-15,0 0-55 0,0 1-63 0,2 11-22 16,-1-20-52-16,1 20-52 0,2-19-47 0,2 11-31 16,2 1-29-16,5-3-20 0,6 4 0 0,5 1-44 15,4 0-51-15,9 1-60 0,3-1-28 0,3 3-27 16,1 1-33-16,1-2-34 0,-3 2-20 0,-1 0-26 16,-2-1 22-16,-9 1-12 0,-1 0 30 0,-7-1-26 0,-1-1 74 15,-4 0-25-15,-3 0 51 0,-12 3-15 16,11-8 57-16,-11 8-8 0,-3-11 55 0,-4 5-27 15,-5 0 59-15,-2-1 1 0,-2 0 79 0,-1 1 22 0,-1 2 40 16,3 0-6-16,-1-1 8 0,4 3-32 0,-1-1-5 16,13 3-19-16,-20-1 33 0,20 1 35 15,-20 6 3-15,13 0 10 0,0 2 4 0,0 4-12 0,2 1-3 16,2 3 1-16,2 1-7 0,0 1-7 0,2 2 4 16,2 3-8-16,0 2-7 0,3 0-7 0,-1 4-11 15,2 1-55-15,-1 1 21 0,1-2-32 0,0 0 21 16,-2 2-39-16,1-2 7 0,-2-3-69 0,0-1-1 15,-1 0-80-15,0 0-51 0,2-1-41 0,-4-4-69 16,1 2-84-16,0-3-19 0,-1-1-82 0,0-1-109 16,-1-3-487-16,0-3-682 0</inkml:trace>
  <inkml:trace contextRef="#ctx0" brushRef="#br0" timeOffset="49903.3332">24133 6360 660 0,'11'-19'606'15,"-1"1"-103"-15,0 2-30 0,-3 1-60 0,-1 1-24 16,-1 0-56-16,0 2-64 0,0 1-23 16,-3 0-37-16,0 1-45 0,-2 10-36 0,-2-16-29 0,2 16-22 15,-13-11-20-15,2 9-9 0,-4 2-7 0,-1 1-9 16,-3 3-7-16,-1 3-12 0,-1 1 1 0,-3 6-4 15,2 3-5-15,3 2 1 0,1 1-3 0,2 2 2 16,1 2-2-16,4 1 1 0,0 1-1 0,6-3-1 16,0 1 2-16,3 1-1 0,2 0 2 0,2 2 0 15,3-1-3-15,3 1 5 0,1 2 10 0,2-3-15 16,2 0 18-16,0-1-20 0,3 0 14 0,-2 0-16 16,4-2 1-16,-2-3-3 0,2 4 2 0,-2-4-1 15,1 1 3-15,0-2 0 0,-2-3-4 0,-2 1 4 16,1-2 3-16,-2 0 7 0,-2-3 4 0,0 0 3 15,-1 1 5-15,-2-3-3 0,0 2 4 0,-2-2-1 16,0-1 3-16,-2 1-1 0,-3-10 4 0,0 20 1 16,0-20 0-16,-6 17 10 0,-2-9-8 0,-2 0-6 0,-1 0-3 15,-5-2-7-15,1 1-1 0,-7-1-6 16,0-1-2-16,0-1-7 0,-2 0-24 0,2-2-40 16,-1-2-59-16,2 0-62 0,-1 0-73 0,-2-5-59 0,0 1-61 15,4-2-133-15,0-2-568 0,2-1-698 0</inkml:trace>
  <inkml:trace contextRef="#ctx0" brushRef="#br0" timeOffset="50238.0748">24534 5950 187 0,'7'-8'677'15,"0"2"-156"-15,1 1-111 0,0-1-22 0,2 2-53 0,1-1-16 16,2 2-29-16,-1 1-33 0,2 0-22 16,-1 2-1-16,0 1-42 0,2 0-22 0,0 2-9 15,3 3-6-15,-5 1-25 0,5 1-23 0,-2 3-14 16,0 0-17-16,0 1-9 0,-1 1-10 0,-4 2-14 0,1-2-10 15,-4 1-6-15,-1 0-1 0,-2 1 3 0,0 0-14 16,-3 1-16-16,-2-3-26 0,-2 1-46 16,-5 3-56-16,0-4-81 0,-4 3-82 0,-3-1-95 0,-6 2-73 15,-2-2-157-15,-2-2-334 0,-2-2-535 0</inkml:trace>
  <inkml:trace contextRef="#ctx0" brushRef="#br0" timeOffset="50870.2013">19601 5959 19 0,'13'-10'643'0,"-4"3"-192"0,-1 1-46 16,-8 6-125-16,15-10-16 0,-15 10-95 0,10-5 8 15,-10 5-6-15,0 0 93 0,10 5-3 0,-10-5 5 16,-3 16 7-16,0-2-24 0,-1 2-6 0,-2 7-37 15,-2 4-28-15,0 2-17 0,-2 1-21 0,0 6-21 16,2-4-28-16,-1 1-13 0,3-1-10 0,1 1-14 0,2 1-10 16,2-6-8-16,3 4-9 0,3-1-2 15,5 0-14-15,6 4-33 0,5-3-67 0,4-1-90 16,5-3-126-16,4 0-86 0,4-3-170 0,2-2-644 16,2-2-815-16</inkml:trace>
  <inkml:trace contextRef="#ctx0" brushRef="#br0" timeOffset="53605.1108">26097 5041 417 0,'9'-14'456'0,"-4"1"-64"15,1 2-37-15,-1 0-65 0,-3 3-10 0,2-3 11 16,-4 11-10-16,6-18-22 0,-6 18-25 0,4-15-31 15,-4 15-41-15,0-11-36 0,0 11-21 0,0 0-23 16,-12-6-5-16,4 12-1 0,-4 1 12 0,-6 11 9 16,-7 7 5-16,-4 6-8 0,-5 10 5 0,-1 6 11 15,-1 6-12-15,0 7-11 0,1 5 16 0,-2 4-17 16,-2 16-6-16,8-10-9 0,4 1-4 0,0 3-10 16,5 3-1-16,4 3 6 0,2-1-11 0,3 3 3 0,6-1-18 15,5-2-12-15,4 1 11 0,3-4-10 16,6 0 0-16,7-4 13 0,5 0-20 0,5-4 16 15,6-2-47-15,4-4 46 0,2-3-30 0,6-5 18 16,-1-3-31-16,4-6-27 0,0-5-37 0,3-6-54 16,-4-4-47-16,2-4-52 0,0-6-65 0,-10-6-63 0,2-5-46 15,-2 0-121-15,0-5-608 0,-6-5-745 16</inkml:trace>
  <inkml:trace contextRef="#ctx0" brushRef="#br0">26218 5878 466 0,'2'-17'507'0,"1"3"-126"0,2-1 14 16,-3 3-20-16,0 1-51 0,0-1-40 0,-2 0-10 15,0 12-24-15,3-19-20 0,-3 19-40 0,2-14-36 16,-2 14-42-16,2-12-22 0,-2 12-26 0,0 0-9 15,0 0-12-15,0 0 5 0,0 0-6 0,0 19 1 16,-2-3-11-16,2 4-2 0,0 5-1 0,0 3 2 0,0 2-5 16,2 5-7-16,-2 0-4 0,4 1-3 15,-1-2-2-15,1 1-4 0,5 4 4 0,-4-3-5 16,1-4-7-16,1-1 9 0,1 0-3 0,0-5-12 16,-3-2-7-16,1-4-6 0,0 1-7 0,0-6 0 15,-2-1 10-15,0-2 10 0,-1-1 9 0,-1-1 22 0,-2-10 2 16,4 14-6-16,-4-14-3 0,0 0-3 15,0 0-3-15,0 0-4 0,-2-11-1 0,-2 0-1 16,1-2-1-16,-1-5-4 0,-3-3 3 0,2-3 1 16,-1-6 0-16,-1 0 0 0,1-2-2 0,-2-1-1 15,2-6 0-15,1-2-3 0,-1 8-4 0,1-4 0 16,3 0 3-16,0 0 0 0,2 2-9 0,0 0 11 16,4 1-7-16,-1 0 4 0,3 5-2 0,1 0-1 15,2 3-5-15,4 3 9 0,0 1-7 0,6 3 5 16,1 4-7-16,0 4 10 0,1 3-11 0,4 2 12 15,1 3-7-15,2 4 3 0,-2 2-2 0,5 5 0 16,-2 3 6-16,1 3 0 0,-1 4 6 0,0 2-8 16,-8 1 9-16,-2-2-7 0,-1 3 7 0</inkml:trace>
  <inkml:trace contextRef="#ctx0" brushRef="#br0" timeOffset="57705.5153">28700 6144 418 0,'0'-13'551'0,"-1"-1"-77"16,1 14-5-16,-1-17-6 0,1 17-46 0,0-15-43 16,0 15-62-16,1-13-63 0,-1 13-54 0,0 0-38 15,2-13-32-15,-2 13-23 0,8-5-28 0,-8 5-11 16,15 2-8-16,-5 2-10 0,1 2-8 0,3 1-10 16,2 4-4-16,0 0-4 0,0 3-4 0,3 3-6 15,0 1 1-15,-2 2-3 0,1 2-2 0,-1-2-5 16,0 1-24-16,-2-1-19 0,-2-1-11 0,-3-3 15 15,0-1-2-15,-1-2 14 0,-1-2 3 0,-3-3 17 16,1 2 7-16,-2-2 27 0,-4-8 27 0,9 12 16 16,-9-12 7-16,0 0-8 0,5 8 11 0,-5-8-14 15,0 0 19-15,0 0-25 0,-5-11-7 0,5 11-14 16,-6-16-7-16,2 5-5 0,1 0-10 0,0-3-11 16,-1-1-20-16,2-1-18 0,-1 0-35 0,2-1-26 15,0-1-5-15,1 2-16 0,0-1-4 0,2 0-22 16,1 2-23-16,1-1-30 0,2 3 3 0,2-2-11 15,0 2-8-15,2 2-64 0,2 0 7 0,0 2-30 16,2-1-53-16,5-1-407 0,-1 2-269 0</inkml:trace>
  <inkml:trace contextRef="#ctx0" brushRef="#br0" timeOffset="58274.7792">29377 5902 41 0,'0'0'580'0,"6"-16"-97"0,-6 16-67 15,3-13 22-15,-3 13-33 0,0 0-52 16,-1-16-50-16,1 16-48 0,-3-10-44 0,3 10-43 0,0 0-27 15,-9-8-23-15,9 8-19 0,0 0-8 0,-19 6-7 16,11 1-2-16,-2 2-6 0,-3 5-11 16,2 1-13-16,-1 4-8 0,1 0-2 0,1 5-7 15,0 2-8-15,4-4-3 16,2 3-1-16,2-1-6 0,3 0-4 0,1 1-2 0,3-1-5 0,2-2-1 0,2 0-2 16,1-2-1-16,1-2-23 0,3-2 6 0,-1-2 3 15,2-1 8-15,-2-5-1 0,1-2 8 0,0 0-5 16,0-5 3-16,-14-1-3 0,25-1 5 0,-11-5-3 15,-1-1 3-15,-1-4-2 0,0-2 1 0,-2-4-1 16,1-3 0-16,-3-1 0 0,-1-7 1 0,0 0-1 16,0-3 4-16,-3-3 10 0,1 0 6 0,-2 1-6 15,1-1 28-15,0 0 3 0,-1 0 18 0,0 3 32 16,-1 4-8-16,0 3 24 0,0 5-26 0,-1 1 20 16,0 2-56-16,0 3 5 0,-1 13-36 0,1-17 19 15,-1 17-35-15,0 0 25 0,0 0-31 0,0 0 28 16,1 14-32-16,-1-2 34 0,1 5-37 0,0 1-4 0,2 4 11 15,0 1-1-15,1 2 2 0,2 4 2 16,1-1 6-16,0 2-2 0,2 2 0 0,3 4 6 16,-3-7-6-16,2-1-5 0,-1 0-19 0,1-2-16 15,-1-2-12-15,-1-5 20 0,-2 2-18 0,-1-7 21 16,0-2-8-16,-2-1 30 0,0-1-7 0,3-3-1 0,-7-7 4 16,10 9 5-16,-10-9-1 0,13 0 0 15,-13 0-2-15,18-10-2 0,-8 2-5 0,1-1-10 16,-1-2-1-16,0 0 3 0,1-2 7 0,-1 3 3 15,-1 0 0-15,0-1 4 0,-3 3 6 0,1 2-2 16,-1-1-3-16,-1-1-8 0,-5 8 9 0,12-8-2 16,-12 8 5-16,11-7-1 0,-11 7-1 0,17-1 0 15,-17 1 0-15,19 2 3 0,-6 2 0 0,1-2-2 0,1 3-28 16,1 0-53-16,1 2-71 0,-1-1-107 0,1-1-59 16,2 3-112-16,-2-2-95 0,4 0-515 0,-4-1-658 15</inkml:trace>
  <inkml:trace contextRef="#ctx0" brushRef="#br0" timeOffset="59760.7876">26234 5928 211 0,'-6'-18'455'16,"-1"0"-88"-16,2 3 31 0,1-1-83 16,-1 2 4-16,1 1-28 0,2 1 2 0,0 1-41 15,-3 2-43-15,5 9-57 0,-5-16-23 0,5 16-36 0,0 0 3 16,0 0 9-16,0 0 39 0,0 0-8 0,10 11-4 15,-6 2-17-15,3 5-14 0,3 2-12 0,0 7 1 16,1 9-17-16,0 4-12 0,1 4-10 0,-2 2-12 16,-1 1-4-16,3 1-6 0,-3 2-6 0,0-4-10 15,0 1 4-15,0-4-5 0,-1 0 2 0,-3-4 1 16,2-7-7-16,-2-2 17 0,-1-7-24 0,0-1 19 16,-3-5-20-16,1-1 18 0,2-1-21 0,-2-3 25 15,-2-1-16-15,0-11 23 0,2 16-25 0,-2-16 19 16,0 0-22-16,0 0 16 0,0 0-21 15,0 0 1-15,-15-10-5 0,11-3-11 0,-3-7-12 0,0-3-18 16,0-5 7-16,3-4 3 0,-1-4 2 0,1-6-1 16,0-1 2-16,1-2 14 0,3-1-19 0,0-1 4 15,3 1 0-15,1-2 2 0,0 2 0 0,-1 1 7 16,5 1 3-16,-1 2 2 0,1 1 7 0,2 3-6 16,-3 6 21-16,-1 4-10 0,4 0 8 0,-1 6-5 15,-1 3 3-15,4 1 5 0,1 2-3 0,1 4-6 16,-1 3 3-16,1 3-4 0,4 3 9 0,-5 4-5 15,7 2 5-15,1 7-2 0,4 3 7 0,-3 3-6 16,5 7 8-16,-2 2-6 0,0 0 7 0,-1 5 0 16,-4-1 1-16,1 1 4 0,-4 1-4 0,1-1-3 15,-7-3 1-15,1 1-9 0,-3-2-11 0,-3-2-2 16,-1 0-7-16,-2-1-27 0,-6-2 20 0,2-2-17 16,-5 2 7-16,0-2-17 0,-5-1 9 0,-3-1-15 15,-2-3 0-15,0-1-21 0,-3-1 25 0,0-2-33 16,1-3 19-16,0-2-42 0,2-2 43 0,-1-1-49 15,3-2 51-15,1-1-4 0,-1 0-1 16,3-2 21-16,2-1 3 0,-1-1 8 0,0 2 12 0,10 3 6 16,-13-10 7-16,13 10 2 0,-10-10-1 0,10 10-8 15,-9-8-18-15,9 8-9 0,-4-8-14 0,4 8-10 16,0 0-26-16,0 0 8 0,0-13-35 0,0 13-36 16,0 0-38-16,9-7-57 0,-9 7-257 0,11-4-18 15</inkml:trace>
  <inkml:trace contextRef="#ctx0" brushRef="#br0" timeOffset="60307.5132">26358 6203 67 0,'-12'-4'281'0,"12"4"-39"0,0 0-46 16,-11-3-15-16,11 3-41 0,0 0 1 15,0 0-36-15,-11-3 8 0,11 3-17 0,0 0 18 16,0 0-26-16,0 0 24 0,0 0-20 0,0 0 54 15,0 0-5-15,-4 9-28 0,4-9 4 0,6 7 0 16,-6-7 5-16,13 13 2 0,-6-7 25 0,5 1 3 16,1 0-8-16,5 3 9 0,3-1-19 0,5 2-28 15,3 1-4-15,0-2-26 0,3 1-5 0,7 1-22 16,-3 0 1-16,1 0-19 0,-3-2 5 0,-2-1-16 16,1 0 5-16,-1-1-15 0,-3 0-2 0,0-1-37 0,-2 0-12 15,-4 0-56-15,-1 0-43 0,-2-2-52 16,-1 0 22-16,-4 1-20 0,1-1-68 0,-3 0-45 15,1 0-63-15,-3-1-389 0,-2 0-267 0</inkml:trace>
  <inkml:trace contextRef="#ctx0" brushRef="#br0" timeOffset="60856.7436">27304 6317 548 0,'-8'-7'503'0,"0"0"-77"16,8 7-35-16,-11-12-17 0,11 12-60 0,-12-10-37 15,12 10-28-15,-9-9-36 0,9 9-35 0,-7-7-34 16,7 7-32-16,0 0-29 0,-8-8-15 0,8 8-17 15,0 0-13-15,0 0-12 0,-10-5 0 0,10 5-6 16,0 0-5-16,0 0-3 0,0 0 2 16,0 0-1-16,0 0-4 0,10 5 1 0,-10-5-3 15,0 0-18-15,17 3-1 0,-17-3 2 0,17 0-2 0,-17 0 3 16,15-1 3-16,-15 1 0 0,16-3-3 0,-16 3-4 16,15-6-5-16,-15 6-7 0,14-9 1 0,-14 9-4 15,9-11 5-15,-9 11 4 0,4-14-1 0,-4 14 1 16,3-15 2-16,-3 15-1 0,-5-17-2 15,5 17 13-15,-9-16-1 0,0 9-3 0,-2 0 2 0,2 1 7 16,-3 2-3-16,2-1 2 0,-3 2 1 0,-2 3 1 16,2 0-7-16,-1 0 9 0,-1 5-3 0,-3 0 10 15,5 2-10-15,-3 0 5 0,0 5 5 0,0 0-12 16,3 0 18-16,1 2-13 0,1 0 16 16,3 0-7-16,0 0 13 0,3 0-10 0,1 1 14 0,2-4-11 15,2 3 17-15,2-1 4 0,3 0 17 0,2-1-9 16,0 1 5-16,4-3-9 0,3 1-7 0,1-1-3 15,5-1-9-15,0-2-17 0,0 0-13 0,3-1-56 16,-5-2-25-16,2 0-83 0,1 0 0 0,-2-2-57 16,-1 2 7-16,-2-3-77 0,0-1-18 15,-3 2-64-15,1-4-343 0,-14 2-229 0</inkml:trace>
  <inkml:trace contextRef="#ctx0" brushRef="#br0" timeOffset="62008.8243">27791 6128 106 0,'5'-12'615'0,"-3"1"-113"0,2 2-74 15,-4 9-48-15,4-18-58 0,-4 18-53 0,0-18-13 16,0 18-22-16,-1-16-45 0,1 16-38 0,-3-12-31 16,3 12-25-16,-6-9-25 0,6 9-11 0,-10-4-12 0,10 4-9 15,-13 1-11-15,13-1-4 0,-17 5 0 16,9-1-10-16,-1 2-2 0,0 0-2 0,0 0-3 16,2 2-1-16,-1 0-6 0,2 1-1 0,-2 0 0 15,4 1-2-15,-1 0 7 0,1 0-18 0,3 1 11 0,0 1-11 16,1-12 16-16,1 23-17 0,0-13 16 0,3 3-9 15,4 0 10-15,-1 1-11 0,5 1 15 0,-1-2-14 16,3 2 9-16,1 0-29 0,1-1 23 16,-2-1-20-16,2 1 11 0,-3-2-14 0,0 0 5 15,1-1-30-15,-4-1 25 0,-1-1-11 0,-1-3 16 0,1 1-14 16,-3 0 18-16,-6-7-3 0,10 12 24 16,-10-12-20-16,2 11 23 0,-2-11-22 0,-5 10 21 0,5-10-18 15,-13 6 23-15,4-2-19 0,-3-1 18 16,-1-1-20-16,2 0 15 0,-5-1-10 0,3-1 16 15,-3 0-21-15,3-1 22 0,-1-1-18 0,1 2 21 0,0-5-18 16,1 2 5-16,3-1-45 0,-1-1-8 0,3 1-69 16,7 4 45-16,-8-13-39 0,8 13 59 0,2-10-36 15,-2 10 58-15,11-15-42 0,-1 7 40 16,1 2-35-16,4-1 36 0,-1 0-26 0,6 0 39 16,-2-1-33-16,3 0 41 0,-2 1-46 0,3-1 56 0,-3 1-25 15,1-3 36-15,1 2-29 0,-1-1 37 0,-3 0-31 16,1-1 50-16,-3 0-23 0,0 0 55 0,0-3-4 15,-3 3-8-15,-1 0 2 0,-2-1-4 16,0 0 19-16,-1 1 7 0,-3 1-5 0,1 0 0 16,-3-2-12-16,3 3-19 0,-6 8-1 0,4-15-14 15,-4 15 5-15,1-14-6 0,-1 14-10 0,0 0 0 0,-3-13-5 16,3 13 0-16,0 0 0 0,-14-2-1 16,14 2-8-16,-11 5 4 0,11-5-6 0,-13 9 8 0,7-1-3 15,2 1-3-15,0 0 1 0,1 3-39 16,1 0 39-16,2 1-28 0,0 3 37 0,4 0-27 0,1 0 34 15,3 3-28-15,2-1 30 0,1 0-25 0,8 2 8 16,-2-1 0-16,4-3 21 0,1 1-30 0,0-3 26 16,4-1-49-16,0 1 34 0,1-5-35 0,0 0 29 15,-2-2-57-15,-1-2 46 0,2-1-43 16,-2-1 51-16,-2-2-36 0,-2-1 46 0,0-1-45 0,-1-2 52 16,-1-1-41-16,-1-3 46 0,0-1-42 0,0 0 47 15,-2-4-41-15,-2-1 45 0,-2-1-42 0,-3 1 46 16,2-1-32-16,-4 0 40 0,0 1-43 0,-1 0 44 15,-3-1-39-15,0 2 34 0,-2 12-36 0,1-22 38 16,-2 9-5-16,-3 5-9 0,0 1-10 0,-3-1 2 16,0 3-10-16,-3 2 4 0,-1 1-31 0,-1 2 38 15,-2 0-32-15,-1 2 34 0,-2 3-28 0,2 1 30 16,-1 2-25-16,1 1 23 0,-1 2-31 0,4 0 34 16,1 0-24-16,2 1 21 0,1-2-28 0,1 3 28 15,2 1-26-15,2-3 29 0,2 0-31 0,1-11 31 16,2 22-20-16,1-12 21 0,3 0-23 0,0-1 20 15,3 0-21-15,0-1 22 0,0-2-25 0,1 0 21 16,0-1-21-16,0-1 20 0,0-1-21 0,-10-3 19 16,17 1-22-16,-17-1 25 0,18-2-32 0,-18 2 29 15,17-11-30-15,-11 5 15 0,0-2-27 0,1-4 35 16,-2 0-22-16,1-1 32 0,-1 1-11 0,-2 0 37 16,0 3 1-16,-1-2 38 0,0 0-10 15,-2 11 17-15,4-17-15 0,-4 17 7 0,2-14-29 0,-2 14-2 16,1-11-25-16,-1 11-1 0,0 0-13 0,6-11 10 15,-6 11-20-15,0 0 14 0,0 0-14 0,0 0 12 16,0 0-13-16,10 8 16 0,-10-8-18 0,9 10 12 16,-3-3-11-16,3 0 14 0,1 1-31 0,2-1-31 15,1 3-78-15,1-3-20 0,2 1-81 0,-2-1-28 16,3 1-110-16,-1 0-138 0,2-3-232 0,-2-2-243 16</inkml:trace>
  <inkml:trace contextRef="#ctx0" brushRef="#br0" timeOffset="63675.1209">30821 5585 141 0,'14'-18'398'0,"1"-2"-84"0,-1-1-49 16,0-2-42-16,-2 1-36 0,-3 1 1 16,1 0-16-16,-4 0 4 0,-2 0-31 0,-1 2-20 15,-3 0-31-15,-2 0-10 0,-2 2-17 0,-2 0-8 0,-3 0 0 16,-2 3-8-16,0 3-16 0,-3 3-12 0,-2 2 5 15,-2 2 5-15,1 2 23 0,-3 4-37 16,-1 1 33-16,0 4-36 0,0 3 34 0,-1 3-43 16,3 5 33-16,1 1-32 0,2 4 11 0,4 1-4 0,3 3 23 15,3 2-32-15,1 1 5 0,3 3-8 0,3 1 5 16,2 1 2-16,6 5-1 0,0 0 3 0,0 1 4 16,3 0 16-16,2 0-17 0,2-2 14 0,1 3-23 15,2-3 15-15,0 0-20 0,2-2 18 0,-2-1-24 16,3-2-3-16,-2-1 3 0,-2-4-4 0,-5-2 4 15,1-4 4-15,-4-2 3 0,-1-3-1 0,-2-1 17 16,0-2 19-16,-3-2 6 0,0-1 0 0,-2-2 5 16,-2-10 3-16,-1 19 1 0,-3-10-2 0,-2-3-16 15,-3 1-6-15,-3-1-3 0,-1 0-2 0,-5-3-8 16,0 1 1-16,-2-2-3 0,0-2-2 0,-1 0 8 16,1-1-20-16,-1 0 10 0,2 0-58 0,2-2-24 15,1 0-98-15,4 0-17 0,1-1-101 0,2-1-101 16,9 5-83-16,-8-12-243 0,8 12-223 0</inkml:trace>
  <inkml:trace contextRef="#ctx0" brushRef="#br0" timeOffset="63908.9097">31065 5910 357 0,'5'-17'499'16,"-1"2"-23"-16,-1-2-61 0,0 3 57 0,-1-1-21 15,0 1-1-15,-1 2-9 0,0 1-40 16,1 0-38-16,-2 11-74 0,3-18-65 0,-3 18-47 0,2-14-45 0,-2 14-30 15,0 0-25-15,0 0-11 0,0 0-11 16,0 0-11-16,0 0 5 0,9 9-19 0,-5 2-5 16,1 3-3-16,0 2-30 0,4 4 30 0,-1 0-34 15,2 8 35-15,2-2-23 0,1 1-14 0,0 1-44 16,4 5-82-16,-3-1-33 0,0-5-51 0,-1 2-76 16,0-3-76-16,-1 0 0 0,0-1 10 0,-3-4-53 15,-1-2-44-15,1-2-398 0,-2-2-410 0</inkml:trace>
  <inkml:trace contextRef="#ctx0" brushRef="#br0" timeOffset="64374.564">31263 6202 479 0,'-8'-11'430'0,"1"1"-2"15,-1 1-88-15,3 0 56 0,-1-1-44 0,0 1-27 0,1 0-21 16,-1 1-7-16,2-2-26 0,0 3-36 0,4 7-38 16,-6-15-34-16,6 15-19 0,-4-13-39 15,4 13-16-15,0-11-28 0,0 11-14 0,8-12-29 16,-1 6-23-16,3 0-14 0,0 1-16 0,3-1-11 15,1 1-13-15,1 0 1 0,2 0 1 0,-1 0 10 0,1 0 9 16,0 0 4-16,-2 2 8 0,1-3 9 0,-4 4 6 16,0-2 19-16,-1 1 6 0,-11 3-4 0,17-4-6 15,-17 4-3-15,15-5-3 0,-15 5 4 0,11-1 5 16,-11 1 26-16,0 0 17 0,15 4-1 0,-15-4-2 16,7 7 21-16,-7-7 10 0,6 10-18 0,-6-10-1 15,6 15-19-15,-6-15-1 0,5 18-11 0,0-9-3 16,-2 1 0-16,1 0-7 0,-1 1-3 0,1-2 1 15,0 2-5-15,0 0 2 0,1-1-29 0,1-1-19 16,-1 0-2-16,0-1-7 0,1 0-4 0,1-1-5 16,0 0 4-16,-7-7 11 0,13 11 1 0,-13-11 11 0,13 5-3 15,-13-5-12-15,15 1 17 0,-15-1-8 0,15-5 8 16,-6-1 5-16,-1 0 1 0,0-2 0 0,2-3 2 16,-3 3 2-16,2-5 4 0,-2 2 1 0,1-1 16 15,-2 2 14-15,-1 0 18 0,0 2 14 0,-1-1 8 16,-4 9 25-16,8-14-34 0,-8 14-17 0,8-11-11 0,-8 11-18 15,5-8-1-15,-5 8-1 0,0 0-4 16,0 0 6-16,0 0-4 0,14 4 3 0,-14-4 1 16,11 12-9-16,-5-3-26 0,1 1-31 0,2 1-47 15,1 1-54-15,1 3-77 0,3 0-31 0,1 0-15 16,-1 0-53-16,3-2-25 0,1 0-119 0,-2 0-278 0,2-3-272 16</inkml:trace>
  <inkml:trace contextRef="#ctx0" brushRef="#br0" timeOffset="65776.417">32090 5763 186 0,'-4'-46'470'0,"-1"0"-74"0,0 0-57 16,-1 2-30-16,0 1-31 0,1 3 46 0,0 6 2 0,1 4 28 16,0 5-51-16,0 1 49 0,1 6-105 0,1 1 12 15,0 1-121-15,0 5 17 0,2 11-91 16,-2-14 41-16,2 14-77 0,0 0-7 0,0 0 1 0,6 7 0 15,-3 5 49-15,4 4-69 0,0 6 55 0,2 8-63 16,1 8 56-16,3 1-66 0,-2 5 64 0,3 0-74 16,-1 2 36-16,1 0-72 0,-1 1 50 0,0 0-63 15,1-2 12-15,-1-1 1 0,1-1 4 0,-2 0 2 16,-1-5 58-16,1-1-57 0,-4-9 50 0,0 0-53 16,0-8 54-16,-2-1-48 0,-1-2 56 0,-1-4-49 15,0 1 62-15,0-3-44 0,-4-11 58 0,6 17-53 0,-6-17 59 16,3 10-58-16,-3-10 55 0,0 0-60 15,0 0 2-15,0 0 10 0,-6-7 1 0,6 7 0 16,-9-17 1-16,2 7 2 0,0-1 1 0,-4-1 0 0,2-1 0 16,-1 1 2-16,-4-2-10 0,1 2 9 0,-3 1 1 15,0 0 3-15,-1 2-2 0,2 2-2 0,-2 1 3 16,1 1 2-16,-3 1-1 0,2 2 1 0,-2 1-2 16,0 2-1-16,1 3 2 0,0 0 3 0,2 2 6 0,-3 3-5 15,2-1-3-15,2 3 2 0,4 0-1 16,-1 1-2-16,3 1 6 0,3-1 2 0,3 2-1 15,2-1 45-15,2 0-56 0,4 0 50 0,2 1-60 0,6 0 37 16,3 0-74-16,3-1 24 0,3 0-68 0,4-1 31 16,1-4-72-16,-3 0 59 0,1-2-57 15,0-2 64-15,0-1-62 0,-2-3 25 0,0-2 17 0,2 0 32 16,-2-4-10-16,0 0 29 0,-1-2-9 0,-2-3 14 16,0-2 2-16,-2 0-2 0,-3-3 8 0,1 1 10 15,-4-1 12-15,-1 0-5 0,0 0 12 0,-3 2 5 16,-2 1 0-16,0 1-2 0,0 0 5 0,-3 1 8 15,0 3-4-15,-3 8-4 0,5-17-2 0,-5 17-3 16,1-11 2-16,-1 11-4 0,0 0 4 0,-6-6 2 16,6 6-3-16,0 0-1 0,-12 3 2 0,12-3 4 0,0 0-1 15,-9 12-3-15,9-12 3 0,-4 10-6 0,4-10 3 16,0 15-5-16,0-15 5 0,2 17 3 16,-2-17-3-16,5 17-2 0,-1-7-2 0,0-2-9 0,2-1-11 15,0 2-13-15,0-2-2 0,0-2-1 0,-6-5 1 16,13 12-6-16,-13-12 8 0,15 8-9 0,-15-8 16 15,16 2 7-15,-16-2-17 0,16 0-1 0,-16 0 7 16,20-4 19-16,-10-1-13 0,-1 0 11 0,1-2 0 16,-1-1 13-16,1-1-6 0,-1 3 39 0,-2-1-2 0,0 0-3 15,0 0 12-15,-7 7 16 0,13-12-2 16,-13 12 1-16,8-9-2 0,-8 9-10 0,8-9 2 0,-8 9-25 16,0 0-3-16,9-7-11 0,-9 7 3 0,0 0-3 15,0 0-4-15,0 0-1 0,0 0 9 0,10 5-14 16,-10-5 0-16,0 0 3 0,6 14 2 0,-6-14-1 15,7 10 6-15,-7-10 49 0,8 10-62 0,-8-10 45 16,9 12-53-16,-9-12 27 0,10 12-40 0,-10-12 28 16,12 9-22-16,-12-9 59 0,10 8-59 0,-10-8 47 15,10 5-45-15,-10-5 46 0,12 3-46 0,-12-3 39 16,12 0-41-16,-12 0 75 0,12-5-37 0,-12 5 44 0,13-8-58 16,-13 8 57-16,11-11-49 0,-11 11 65 0,11-12-63 15,-11 12 8-15,8-13 91 0,-8 13-37 0,7-9 56 16,-7 9-58-16,6-9 35 0,-6 9-63 0,5-8 31 15,-5 8-65-15,0 0 37 0,7-8-58 0,-7 8 45 16,0 0-54-16,0 0 49 0,0 0-56 0,7-5 59 16,-7 5-52-16,0 0 48 0,0 0-49 0,8 6 50 15,-8-6-48-15,0 0 48 0,10 10-44 0,-10-10 42 16,11 9 2-16,-4-3-9 0,1-1-4 0,2 1 1 16,1 2-7-16,1-2-6 0,2 1-23 0,1 0-19 15,0-1-8-15,-1 0 3 0,-2-1 10 0,-1-2 13 0,-1 0 5 16,1-1 6-16,-11-2 10 0,16 1 24 15,-16-1 27-15,13-5 2 0,-13 5-37 0,7-15 72 0,-7 15-45 16,-1-22 78-16,-2 6-45 0,-3-5 60 0,-2-1-53 16,-1-4 103-16,0-2-92 0,-2-2 85 0,-1-5-82 15,2-1 64-15,1 4-48 0,1 0 29 0,4 2-53 16,-2 3 86-16,1 2-35 0,-1 4 18 0,2 5-64 16,1-1 13-16,0 3-66 0,1 2 26 0,-1 2-60 0,3 10 33 15,-5-16-54-15,5 16 45 0,0 0-46 16,0 0 41-16,0 0-38 0,-11 10 37 0,8 3-45 0,0 3 43 15,0 5-43-15,1 4 47 0,0 2-70 0,1 3 34 16,2 3-83-16,0 4 6 0,1 1-31 0,2 4-38 16,0 1 37-16,3-1-92 0,-1-1 26 0,0-2-40 15,0-7 2-15,0-1-13 0,-2-5 2 0,2-3-3 16,-2-1-11-16,0-6-11 0,-1 0 21 0,-1-2 43 16,0-4 40-16,-2-10 24 0,0 15-9 0,0-15-19 15,0 0 13-15,-7 6 23 0,7-6 19 0,-14-8 0 16,5-1 22-16,0-3 4 0,-3-2 16 0,1-1-1 0,1-2 17 15,-1-1 23-15,3-1 42 0,0 0 4 16,2 1 28-16,2 1 8 0,0 2 28 0,1-2 18 0,1 3-33 16,0 1 11-16,2 1-22 0,0 12 40 0,2-24-22 15,0 13-14-15,1 2-7 0,2-1-15 0,1 2-17 16,1-1-16-16,3 2-37 0,4-1-41 0,1 2-49 16,2 0-51-16,5 1-81 0,1 0-137 0,1 0-260 15,3 1-154-15</inkml:trace>
  <inkml:trace contextRef="#ctx0" brushRef="#br0" timeOffset="66085.1374">33235 5135 60 0,'-19'-34'604'0,"2"1"-76"0,5 7-94 0,0 2-51 0,4 5-83 16,1 4-39-16,2 1-84 0,1 3-17 0,4 11-45 15,0 0 9-15,7-10-29 0,1 15 20 0,6 7-6 16,7 7 35-16,6 9-37 0,10 12-4 0,2 7-10 16,3 7-5-16,-2 5-12 0,0 6 17 0,-1 4-39 15,-3 1 16-15,-4 2-35 0,-2 0-11 0,-4 3-3 16,-3 0 7-16,-4 0-6 0,-5 0-2 0,-3 0-2 0,-4-2-4 16,-5-3-1-16,-4-11-2 0,-3 6 0 15,-2-14-4-15,-5 0 5 0,-1-3 6 0,-8 3 0 16,-5-3 3-16,-5-6-49 0,-5-2 58 0,-5-3-58 0,-5-4 62 15,-5-2-62-15,-6-3-8 0,-6-1-60 0,-2-4-108 16,-6 0-102-16,-3 0-99 0,-2-4-695 0,-1-3-718 16</inkml:trace>
  <inkml:trace contextRef="#ctx0" brushRef="#br0" timeOffset="79600.8711">3912 9195 335 0,'0'0'296'0,"0"0"-63"0,5-8-10 16,-5 8-45-16,0 0 3 0,0 0-49 0,4-12 57 15,-4 12-47-15,0 0 38 0,0 0-16 0,2-9-27 16,-2 9-11-16,0 0-13 0,0 0-3 0,0 0-13 16,0 0 6-16,0 0-10 0,3-11-5 0,-3 11-9 15,0 0-7-15,0 0-8 0,0 0-10 0,0 0-2 0,0 0-6 16,0 0-4-16,0 0-5 0,0 0-3 15,0 0-5-15,0 0-15 0,0 0 0 0,0 0-4 0,0 0 5 16,0 0 12-16,0 0 8 0,10 8-3 16,-10-8 16-16,6 18 15 0,-2-6 29 0,1 3-17 15,3 5 2-15,-1 3-5 0,1 2 12 0,1 5-2 0,1 0-13 16,-2 1-4-16,0 1-13 0,4 4-6 0,-3 1-7 16,0-5-9-16,0 4 1 0,1-5-13 0,0 6 3 15,-2-7-3-15,2-1-3 0,-2-3 16 0,0 1-22 16,0 0 16-16,0-5-23 0,-2 0 0 15,0-1 1-15,0-2-6 0,-1-1-10 0,1-3-24 0,-3 0-30 16,2-1-29-16,-2-2-47 0,0-1-35 0,-1-2-43 16,-2-9-3-16,4 16 18 0,-4-16-44 0,2 10-132 15,-2-10-139-15,0 0-272 0,0 0-317 0</inkml:trace>
  <inkml:trace contextRef="#ctx0" brushRef="#br0" timeOffset="79883.6548">3802 9350 259 0,'-6'-12'524'0,"0"-1"-139"0,0 2-25 16,1-2-88-16,-3 1 30 0,0 2-76 0,0-1 21 15,0 0-37-15,-1 1-10 0,0 1-20 16,2-1 1-16,0 2-5 0,0 1-20 0,1 0-14 0,6 7-23 15,-8-13-28-15,8 13-25 0,-5-11-17 0,5 11-13 16,7-13-19-16,4 5-8 0,8-3-18 0,10-2-23 16,10-3-32-16,6 1 0 0,13-3-33 0,4-1-10 15,3 1-36-15,3 3 28 0,1 0-46 0,-1 1 16 16,0 6-58-16,-13 0-1 0,-2 4-65 0,-3 2-17 16,-11 2-92-16,-4 3-227 0,-7 2-119 0</inkml:trace>
  <inkml:trace contextRef="#ctx0" brushRef="#br0" timeOffset="80132.2315">3637 10143 165 0,'-12'14'347'0,"2"-3"-41"0,2 0-50 0,1 0 31 15,1-2-48-15,1-1 33 0,5-8-61 16,-7 13 49-16,7-13-25 0,0 0 30 0,4 11-26 15,-4-11 0-15,17 0-36 0,-2-5-11 0,7 1-28 0,7-6-13 16,9-2-22-16,4-1-22 0,2-2-20 0,3 0-22 16,2 0-11-16,9-3-13 0,1 0-16 0,0 1-32 15,1 2-30-15,-9 2-40 0,0 3-58 16,-1-3-20-16,-1 3-52 0,-1 0-24 0,-1 1-25 0,-3 0-64 16,0 2-59-16,-8 0-483 0,-3 0-410 0</inkml:trace>
  <inkml:trace contextRef="#ctx0" brushRef="#br0" timeOffset="80915.8565">5837 9574 204 0,'0'0'643'16,"-5"-18"-56"-16,5 18-40 0,-4-17-68 0,4 17-83 15,-4-13-34-15,4 13-65 0,-3-11-60 0,3 11-51 16,-3-9-45-16,3 9-32 0,0 0-24 0,0 0-9 16,0 0-2-16,9 7 10 0,-1 5-12 0,5 6-4 15,5 10-11-15,3 5-6 0,2 5-7 0,3 8 12 16,1 5-25-16,-2 3-7 0,-1 2-8 0,-2-1-17 15,-1 0 6-15,-2-1 0 0,-4-8-3 0,-1 0 0 16,0-2-1-16,-2-4-3 0,-2 1 3 0,0-3-1 16,-4-6 0-16,0-1 4 0,-3-6 20 0,-1 0-18 15,-1-5 23-15,-2 0-27 0,-2-1 14 0,-2 0-14 16,-3 0 17-16,-3-3-25 0,0 0 15 0,-3-2-42 16,-3-1-19-16,0-3-73 0,1-2-54 0,-3-1-92 15,2-1-55-15,-3-5-81 0,5-1-117 0,-4-1-454 16,0-3-570-16</inkml:trace>
  <inkml:trace contextRef="#ctx0" brushRef="#br0" timeOffset="81316.745">5662 9187 585 0,'-12'-18'482'0,"1"2"-101"0,0 0-101 0,0 3-15 0,3 1-97 16,-1 0 15-16,2 3-88 0,-2-1 21 0,2 1-67 15,2 3 32-15,-1-1-59 0,6 7 19 16,-10-8-44-16,10 8 12 0,0 0-21 0,0 0-35 15,0 0-27-15,0 0-62 0,-3 10-16 0,3-10-61 0,11 14-88 16,-1-4-267-16,0-1-82 0</inkml:trace>
  <inkml:trace contextRef="#ctx0" brushRef="#br0" timeOffset="82899.868">6011 9662 141 0,'-5'-13'453'0,"5"13"-104"16,-4-12 23-16,4 12-90 0,-4-11 42 0,4 11-21 15,-5-8 5-15,5 8-41 0,-5-11 0 0,5 11-20 16,0 0-29-16,-6-10-29 0,6 10-22 0,0 0-25 15,-6-8-25-15,6 8-22 0,0 0-19 0,0 0-15 16,0 0-17-16,0 0 9 0,-12 6 10 0,12-6 5 16,-6 18 11-16,3-6-4 0,1 4-11 0,0 1-6 15,2 3 7-15,1 1-18 0,1 4 8 0,2 0-19 16,2 4 4-16,2 0-19 0,2 0 6 0,3-1-14 16,2 4 0-16,3-3-1 0,2 0 2 0,2-3-8 0,-2-5 2 15,2-1-2-15,1-2-6 0,0-2-16 0,0-2-7 16,-3-3-10-16,1-1-7 0,-1-1-3 15,-2-5 8-15,0 0 7 0,-2-2 5 0,-1-1 4 16,-2-2 1-16,0-1-2 0,1-4 0 0,-2-1 2 0,-1-1 5 16,-2-3 3-16,-1-2-2 0,-1 0 15 0,-1-4-23 15,-1 1 23-15,-1-1-13 0,-1 0 19 16,-1 2-19-16,-1-2 6 0,0 0-3 0,-1 4 4 0,1 0 17 16,-1 13 10-16,0-21 2 0,0 21-8 0,0-17-6 15,0 17-13-15,0-13-5 0,0 13 1 0,0 0 5 16,0 0-1-16,0 0 17 0,0 0-20 0,9 6 22 15,-4 0-23-15,1 4 15 0,2-1-14 0,4 3 3 16,3 1 0-16,2-1 3 0,1 1-2 0,6 0 2 16,1-1 12-16,-1-3-15 0,4 2 1 0,0-1-16 15,0-2-3-15,-2-1 1 0,-1-2-6 0,2-2-5 16,-3 0 12-16,-2-2 2 0,-1-1 2 0,-1-1 7 16,-1-1 0-16,-1-2 9 0,-1-2 4 0,-3-1 22 15,-2-4 0-15,-1-1 18 0,-2-1-16 0,-4-1 14 16,-2-4-10-16,-4-1 9 0,-3-6-19 0,-4-1-5 15,-5-3-2-15,-4-3-3 0,-3 0-4 0,-1-1 7 16,-4 4 2-16,-1-1-9 0,-1 4-2 0,1 1 2 16,6 6-1-16,0 2-5 0,4 4-2 0,4 2-10 0,2 3-20 15,-1 2-8-15,11 6-3 0,-15-4-29 16,15 4-49-16,-8 4-47 0,8-4-20 0,0 17-60 16,5-5-32-16,3 2-35 0,5 3-73 0,7 3-72 0,7 2-469 15,3 1-494-15</inkml:trace>
  <inkml:trace contextRef="#ctx0" brushRef="#br0" timeOffset="84133.1201">7542 9832 150 0,'2'-13'695'0,"-2"-1"-139"16,-2 1-25-16,-1-3-33 0,-1 3-84 0,-4-1-44 15,0-1-30-15,-1 0-30 0,-4 2-50 16,1 0-35-16,0 2-43 0,-2 5-37 0,1 0-30 0,-3 3-19 15,2 1-25-15,-1 5-11 0,0 0-10 0,-4 5-11 16,2 3-8-16,1 2-2 0,2 2 4 0,0 2-19 16,3 1 8-16,1 1-4 0,-1 5 4 0,6-3-13 15,2-3 9-15,3 1-12 0,1-1 5 0,1 1-4 0,3 1-5 16,1-2 4-16,3 0-4 0,1-1 4 16,1-2-1-16,2-1-12 0,1-1 9 0,-1-6 12 15,2 1-15-15,1-1 2 0,-2-3-19 0,2 1 7 0,-2-4-15 16,2-1 12-16,-3 0-4 0,0-3 19 0,1-1-12 15,-2-3 13-15,-1-2-18 0,-1 0 22 0,-3-4-15 16,-1-1 18-16,-1-2-19 0,-2 0 17 0,-3-2-14 16,0 1 8-16,-3-2-10 0,-2 1 10 0,2 0 13 15,-3-1 5-15,0 3 13 0,0 0 10 0,1 3-3 16,-2 0-1-16,1 1-6 0,1 1-8 0,1 3-7 16,4 8-5-16,-8-14-4 0,8 14-7 0,-7-9 2 15,7 9-4-15,0 0 1 0,0 0 4 16,0 0-4-16,-1 11 7 0,1-11-8 0,11 17 4 0,-3-6 7 15,1 0-4-15,5 3-17 0,0 0-14 0,3 1-40 16,0-2-5-16,4 2-40 0,1 0 7 0,-3-2-44 16,1-1-14-16,0 0 7 0,-3-4 5 0,1 2 2 15,-3-3 3-15,-1-1 22 0,-1-1 27 0,-2-2 21 16,1-1 11-16,-12-2 28 0,17 0 20 0,-17 0 30 16,16-8 32-16,-10 2-16 0,-1-2 21 0,-1-2-9 15,-1 1 20-15,2-4 6 0,-4-2-2 0,1 1 19 16,0-2-5-16,-1 3 14 0,0-1 33 0,0 1 3 0,-1 13 9 15,1-22-7-15,-1 22-12 0,1-17-20 0,-1 17-19 16,1-15-21-16,-1 15-22 0,0 0-7 16,1-15-8-16,-1 15-9 0,0 0 1 0,0 0-1 15,12 1 1-15,-12-1-8 0,13 11 11 0,-6-4-13 0,2 2 46 16,2 1-49-16,0 1-4 0,1 1 4 0,3 2-3 16,-2 0 6-16,3 0-4 0,-3 0-2 15,2-1 2-15,0 0 1 0,-2 0-3 0,-1-2 0 0,0-1-8 16,-1-1 20-16,-1-1-23 0,-2 0-7 0,1-2 9 15,-2 0 1-15,-7-6 7 0,13 8 4 0,-13-8-3 16,15 3-10-16,-15-3 4 0,14-6-7 0,-6 1-4 16,-1-3 5-16,0-1-14 0,-1-4-2 0,0-2 10 15,2 0-9-15,-4-2 16 0,1-1-9 0,-2 2 6 16,0-1 3-16,0-1 8 0,0 2 8 0,-1 0 17 16,0 4 21-16,1 0 12 0,-3 12-10 0,3-20 23 15,-3 20-33-15,3-17 9 0,-3 17-32 0,2-13 13 16,-2 13-29-16,0 0 17 0,6-9-11 0,-6 9 13 15,0 0-8-15,13 7 20 0,-13-7-18 0,15 12 11 0,-6-4-13 16,2 1 11-16,1 1-19 0,2 2 19 16,3 1-24-16,1 0 7 0,3 3 3 0,3-1-5 15,1-1-20-15,0 0-27 0,-2-2 2 0,2 1-12 0,-4-3 13 16,-1-1 3-16,-2 0 8 0,-2-3-2 0,-1 0 19 16,-1 0 0-16,-2-4 15 0,-12-2-11 0,20 2 13 15,-20-2 17-15,17-4 9 0,-17 4 3 16,13-12-3-16,-10 3 2 0,-1-3 1 0,-2-3-14 0,-2-2 9 15,-1-5-15-15,-4-3 11 0,2-6-23 0,-4-7 19 16,0-1-19-16,-1-3 17 0,0 0-13 0,0-2 19 16,-1 2-10-16,1 1 27 0,0 2 15 0,2 9 62 15,1 2-1-15,1 7-13 0,1 1-15 0,0 4 6 16,2 2-57-16,-1 2 17 0,1 3-48 0,3 9 32 16,-4-10-39-16,4 10 38 0,0 0-30 0,2 12 51 15,1 1 34-15,5 6-29 0,2 7-16 0,2 9-2 16,6-2 0-16,-1 5-4 0,3-1-12 0,0 2-39 15,1-1 26-15,-1 0-42 0,1 0 22 0,-1-2-40 16,-1 0-8-16,0 0 31 0,-3-3-53 0,-1-2 38 16,-3-5-34-16,-2-1 41 0,0-4-37 0,-2-1 41 15,-1-5-25-15,-2 0 37 0,1-3-22 0,-2 0 40 16,0-3-24-16,-1 0 37 0,-3-9-24 0,5 13 66 0,-5-13-34 16,0 0 37-16,0 0-31 0,0 0 37 15,0 0-38-15,0 0 32 0,9-13-47 0,-6 1 6 16,2-2-5-16,1-1 37 0,1-3-42 0,3-1 36 0,1 0-34 15,1 0 35-15,2 1-9 0,0-1-7 0,2 1-6 16,-1 3-4-16,2 0-3 0,-1 2-7 0,2 0 5 16,0 2-13-16,3 2-15 0,0-2-63 0,1 4-94 15,2 0-33-15,1 0-63 0,1 0-111 0,2 2-86 16,4 0-74-16,0-1-181 0,1 1-612 0,-6 2-932 16</inkml:trace>
  <inkml:trace contextRef="#ctx0" brushRef="#br0" timeOffset="86118.227">10501 9705 318 0,'-4'-17'747'16,"-3"3"-163"-16,-2-1-61 0,1 1-46 0,0 1-49 15,0 1-13-15,0 1-32 0,2 1-48 0,0 1-46 16,1 2-66-16,5 7-41 0,-11-12-46 0,11 12-26 16,0 0-19-16,-9-4-12 0,9 4 15 0,-3 11-16 15,2 0 12-15,1 4-30 0,1 3 12 0,1 6-33 16,1 4-4-16,2 2 2 0,2 3-10 0,0 0-7 15,1 4 18-15,2 1-42 0,3-2 41 0,-2 0-36 16,1-7 29-16,0-1-35 0,0-2 27 0,-1-1-31 16,-1-5 24-16,0-2-20 0,-1 0 23 0,-2-5-24 15,0 0 21-15,-1-2-23 0,-2-3 28 0,2 2-31 0,-6-10 36 16,7 11-38-16,-7-11-14 0,0 0-57 16,12-3-16-16,-8-4 0 0,4-6-15 0,-1-5 16 0,1-3-29 15,1-6 23-15,2 0-15 0,0-3 35 0,0 3-7 16,2-3 14-16,-2 3 13 0,1 0 16 0,-1 4 6 15,-3 3 9-15,0 2 12 0,0 4 5 0,-2 2 2 16,-1-1-1-16,0 4 4 0,-1 0 0 0,-4 9 5 16,10-13 1-16,-10 13 16 0,11-6 5 0,-11 6-1 15,16 1 22-15,-6 2 27 0,1 2-25 0,4 1 12 16,2 2-19-16,4 3 9 0,3 1-17 0,4 0 16 16,0 1-3-16,8 2-26 0,1-1 11 0,3 1-15 15,2-4 13-15,0 1-20 0,0-2 17 0,1-2-23 16,-5-1 7-16,-2-2-27 0,-1-1 13 0,-1 0-31 15,-4-2 20-15,-1-2-13 0,-3-2 28 0,0-1-14 16,-3-1 19-16,-1-3-15 0,0-1 22 0,-4-3-19 0,0-3 18 16,-2-1-18-16,-1-5 27 0,-3 1-23 15,-1-2-3-15,-5 1 23 0,-1 1 32 0,0 0 5 16,-4 2 13-16,-1 0 4 0,-3 2-6 0,-2 1-12 0,0 0 2 16,-4 4-7-16,-1 2-5 0,-4 1 2 15,-1 3 7-15,-4 1 0 0,0 6 0 0,-4 0-9 16,-4 7 3-16,1 1-3 0,-1 1 1 0,3 3-1 15,2 3-7-15,-1 1-6 0,5 1-11 0,0 3 16 0,4 0-7 16,3 1-6-16,5-2 3 0,-1 0-2 0,4 0-7 16,4-2 12-16,1 2-14 0,5-1 1 0,0-2-9 15,3-1-7-15,2-1-14 0,1-3-7 0,3 0 2 16,0-2-6-16,1-2 3 0,-3-2-13 0,2-2 7 16,-1-3-18-16,0 0 18 0,-2-3 1 0,2-3 13 15,-1 0-17-15,1-4 12 0,-2-3-17 0,2-2 21 16,0-2-17-16,-3-3 29 0,1-1 4 0,0-3-14 15,-4 1 20-15,1-1-15 0,-3 0 28 0,-1 1-4 16,-1 1 42-16,-1 2 1 0,1 1 22 0,-3 0 6 16,-1 4-8-16,0-1 34 0,-1 13-20 0,2-20 13 15,-2 20-41-15,1-16 9 0,-1 16-42 0,1-12 25 16,-1 12-36-16,0 0 24 0,0 0-25 0,0 0 18 16,0 0-23-16,0 0 26 0,5 8-30 0,-5-8 4 15,7 17-2-15,-1-7 0 0,1 1 2 0,2 1-5 16,2 1 6-16,1 0-15 0,3 0-27 0,0 0-30 15,1-1-35-15,3-1-43 0,-1-1-7 0,2 0-44 0,0-2 6 16,2-1-30-16,-4-2 5 0,3-3 0 0,-3 1 50 16,0-5 14-16,-1 0 41 0,0-3 19 0,-3-2 27 15,-1-1 4-15,0-5 29 0,-1 0 15 16,-3-5 10-16,-1-1 40 0,-3 0 38 0,-2-2 17 0,3 3 31 16,-4-1 46-16,-2 2 9 0,2 0 27 0,-2 3-2 15,0 2-6-15,1 0 3 0,-1 12-54 0,1-19-2 16,-1 19-57-16,0-15-2 0,0 15-34 0,0 0 9 15,2-11-21-15,-2 11 29 0,0 0-24 0,7 7 34 16,-7-7-43-16,6 13 32 0,-1-2-42 0,1-1 30 16,0 2-32-16,1 2-1 0,1 0-9 0,2 1 8 15,1 2-7-15,-2 1 4 0,3-2-3 0,0 1-4 16,-1 1-5-16,1 0 7 0,-1-3 30 0,-2 2-52 16,1-5 7-16,-2 2-37 0,0-3 13 0,2 1-34 15,-6-4 14-15,3 0-12 0,-3 1 14 0,-4-9-3 16,9 12 12-16,-9-12-12 0,8 8-10 0,-8-8-28 15,0 0-11-15,0 0-27 0,0 0-1 0,15-3 34 16,-15 3-27-16,6-12 9 0,-6 12 3 0,8-17 26 16,-4 6-8-16,0 2 22 0,1-3-13 0,-1 0 30 15,-1-1-5-15,1 1 18 0,1 1 21 0,-3 1 37 16,1 0 16-16,1-1 7 0,-4 11 21 0,4-16 19 0,-4 16 5 16,2-14-3-16,-2 14-4 0,5-11-28 0,-5 11 1 15,2-11-22-15,-2 11 3 0,0 0-27 0,4-11 4 16,-4 11 8-16,0 0-17 0,0 0 12 15,6-10-15-15,-6 10 13 0,0 0-16 0,0 0 9 0,12-3-8 16,-12 3 12-16,0 0-11 0,14 1 11 0,-14-1-16 16,0 0 16-16,16 2-11 0,-16-2 13 0,0 0-15 15,15 1 14-15,-15-1-13 0,0 0 12 0,17-1-15 16,-17 1 16-16,12-3-15 0,-12 3 13 0,14-7-13 16,-14 7 11-16,15-11-12 0,-5 5 14 0,-3-1-17 15,2-1 2-15,2 1 1 0,-4-1 1 0,0 2 1 16,1-2-2-16,-1 2 18 0,0 1 9 0,-7 5 18 0,9-11-12 15,-9 11 5-15,8-7-14 0,-8 7-3 16,7-7-6-16,-7 7 2 0,0 0-5 0,12-6 8 16,-12 6-5-16,0 0 13 0,17 3 4 0,-17-3-20 0,16 6 7 15,-5-2 6-15,1 0-2 0,1 1 0 0,4 1 1 16,4 0-4-16,2-2 5 0,2 1-11 16,0 0-1-16,4 0-5 0,2 1 2 0,3-1-5 0,-3-1-1 15,-1 0-14-15,-3 0 4 0,-1-1-6 0,-1-1-8 16,0 1 9-16,-3-2-7 0,-2 0 16 0,-1-1-7 15,-1-1 16-15,-1 0-8 0,0-4 6 16,-2-1-2-16,1 0 5 0,-3-2 7 0,-1-2-3 0,-1-1 14 16,-1-2-2-16,-2-1 7 0,-2 1 19 0,1 0 34 15,-5 0-27-15,3 2 35 0,-3 0-40 0,-2 11 24 16,-2-19-46-16,-3 10 30 0,-1 3-41 0,-3 1 29 16,-3 3-38-16,-3 2 32 0,-6 1-31 0,-1 6 40 15,-6 2-25-15,-1 4 40 0,3 2-40 0,-1 5 33 16,-2 2-33-16,8-2 48 0,3 0-45 0,3 3 19 15,4 0-8-15,1-2 7 0,6-1-4 0,4-1-6 16,4 0-2-16,4 0-6 0,5-1-2 0,7 1-4 16,9 0 40-16,7-2-52 0,5-4-39 0,6 0-92 15,0-7-64-15,7 2-72 0,0-1-113 0,-1-1-93 0,1-1-110 16,-2-1-251-16,-10-3-423 0,-4 0-859 16</inkml:trace>
  <inkml:trace contextRef="#ctx0" brushRef="#br0" timeOffset="87166.981">15644 9832 87 0,'10'-10'572'0,"-1"1"-105"0,-2-1-56 0,-2 0-44 16,0-1 12-16,-3 0-28 0,0-2-28 16,-2 1-27-16,-2-4-10 0,-2 0-18 0,1 1-22 15,-5-3-27-15,-2 0-16 0,0 2-33 0,-2 1-20 0,-3 1-21 16,0 2-13-16,-3 3-21 0,-2 1-3 16,1 5-10-16,-1 3 9 0,-5 2-8 0,1 6 15 0,-5 2-45 15,-1 3 48-15,1 6-51 0,0 2 20 0,3 2-37 16,2 2 3-16,8-3-17 0,1 3 4 0,4 0 2 15,3 2-10-15,3-4-1 0,3-1-3 0,3 2 0 16,5-2-6-16,1 0 30 0,5 1-38 0,4-3 10 16,3-1-51-16,4-3 2 0,3-1-22 0,2-3-6 15,-1-4 0-15,4 0-1 0,-4-4 17 0,-2-2 4 16,-2-2 16-16,2-2-4 0,-2-3 16 0,-2-2-5 16,0-1 10-16,-3-4 6 0,-2-3 10 0,-2-2 2 15,-2-2-1-15,-2-2-7 0,-1-1 11 0,-3 0 30 16,-2-2 3-16,-1 1 11 0,-1 0 0 0,-1 4 49 15,-1 0-10-15,0 2 31 0,0 3-42 0,0 0 41 16,-1 2-52-16,1 0 23 0,0 12-58 0,-1-18 25 0,1 18-52 16,0-14 27-16,0 14-37 0,0 0 46 15,0 0-51-15,0 0 33 0,0 0-32 0,0 0 33 0,4 12-36 16,-1-4 36-16,2 3-37 0,1 0 4 0,1 0 5 16,1 0 1-16,1 3 0 0,3 1 1 15,1-2-3-15,1 1-22 0,0 0-25 0,3-1-7 0,0-1-18 16,0-1-8-16,1 0 0 0,1-3 1 0,1 0 2 15,-2 1 2-15,-1-5 12 0,-1 0 12 0,0-1 17 16,-2-1 9-16,0-2 7 0,-1-2 10 16,-1-1 0-16,-1-1 3 0,0-2-2 0,1-3 9 0,-3 2 3 15,0-3 4-15,-2 0 8 0,1-1 15 0,-2-1 0 16,1 2 9-16,-2 0 19 0,-1 1 36 0,1 0-16 16,-5 9 27-16,7-14-43 0,-7 14 15 0,5-12-44 15,-5 12 23-15,5-10-44 0,-5 10 24 0,0 0-54 16,6-9 50-16,-6 9-40 0,0 0 33 0,12-4-32 15,-12 4 30-15,13 2-36 0,-13-2 37 0,17 7-25 0,-6-4-2 16,1 3-1-16,1 0 4 0,0 0 3 16,2 1-5-16,0-2-3 0,-1 1-5 0,-1 0-11 15,2-1 3-15,1-1 2 0,-2 0 2 0,-2 1-6 16,1-3 15-16,0-1 5 0,-1 0 4 0,-12-1 0 0,25-3-2 16,-13-1-3-16,1-2 9 0,-1-1 35 15,1-1-43-15,-2-3 26 0,-2-1-22 0,2-4 26 0,-2 0-35 16,-2-1 49-16,-1 2-35 0,1-1 52 0,-2 0-24 15,0 2 60-15,-2 1-31 0,1 3 28 0,0-1-55 16,-4 11 20-16,6-17-51 0,-6 17 29 16,5-12-45-16,-5 12 37 0,8-9-39 0,-8 9 43 0,14-2-45 15,-1 3 39-15,3 2-51 0,6 2 4 0,2 1-65 16,7 3 1-16,1 0-50 0,7 2-46 0,1 1-16 16,3 0-65-16,-2-1-34 0,2 2-67 0,-2-2-23 15,-2 1-77-15,-6-2-23 0,-1-2-127 0,-2 1-289 16,-6-3-472-16</inkml:trace>
  <inkml:trace contextRef="#ctx0" brushRef="#br0" timeOffset="87617.4971">17595 9251 270 0,'10'-42'654'0,"-2"1"-43"0,-3 6-37 0,-2 2-49 0,0 2-55 16,0 5 7-16,-2 1 8 0,0 6-50 0,-1 0-15 15,0 2-72-15,1 4-73 0,-1 1-61 16,0 12-51-16,2-17-32 0,-2 17-25 0,0 0 8 15,0 0-48-15,13 8 28 0,-7 5-43 0,3 6 39 0,4 7-40 16,2 11-9-16,0 3 25 0,3 14-42 0,1 3 28 16,0 3-44-16,-2 2 28 0,1-1-61 15,-1 1 25-15,-1-1-49 0,0-2-16 0,0-3-10 0,-3-10-9 16,-1-1 12-16,-1-6 14 0,-1 0 7 0,0-9 4 16,-2-1 11-16,-1-7 4 0,-1 0-5 0,0-7 11 15,-1 1 10-15,-1-2 7 0,-1-3 12 0,-1-1 26 16,-2-10-6-16,5 10-3 0,-5-10-3 0,0 0-5 15,0 0 2-15,3-10-3 0,-3 10 4 0,-5-23-8 16,0 6-2-16,-2-2-2 0,-4-7 31 0,-1 1-46 16,-2-2 40-16,-5-2-44 0,1 6 32 0,-1 2-37 15,-1 1 35-15,0 4-37 0,1 4 39 0,-2 5-38 16,-2 2 34-16,1 4-35 0,-4 6 39 0,-4 1-19 16,0 4 37-16,2 3-23 0,0 3 46 0,4 1-37 15,3 2-15-15,2 0 29 0,2 0 8 0,7 1-5 0,2-1 1 16,5-1 3-16,3 0-3 0,6-1 32 15,5 1-36-15,10 0 19 0,9 3-43 0,6-4-7 0,7-1-50 16,3-3-56-16,4 0-47 0,2-2-58 0,2-4-61 16,1 1-23-16,-2-3-33 0,-2-1-62 15,-2-2-32-15,-9-2-57 0,-2-1-150 0,-4-2-491 16,-8-1-733-16</inkml:trace>
  <inkml:trace contextRef="#ctx0" brushRef="#br0" timeOffset="88851.7432">1308 10283 272 0,'-7'-14'511'0,"3"-2"-92"0,-1 1-66 0,-1-2-51 16,1-3 10-16,-2 0-37 0,4-2-38 15,0 0-25-15,0-2-8 0,3-1-30 0,3-1-8 0,2-4-27 16,3-1-22-16,3-3-22 0,2-2-19 0,7 1-11 16,1 1-2-16,4 0-11 0,2 0-8 0,3 3-4 15,4 2-11-15,3 2-4 0,1 2-3 0,2 6-5 16,3 2-6-16,1 5-3 0,3 4 1 0,-6 6 0 0,6 4-3 16,1 6 2-16,1 5 5 0,4 9 4 15,-2 5 0-15,-2 3 6 0,-2 8 1 0,-4 3-10 16,-1 3 1-16,-3 1-9 0,-3 4 10 0,-3-2-9 15,-2 0 6-15,-4-2-11 0,-6-6 9 0,-4-2-5 0,-2 2 3 16,-6-1-4-16,-5-5 10 0,-5 0-4 16,-5 2 6-16,-7 3-2 0,-7 0 3 0,-8 6 0 0,-6-1-6 15,-6-4 2-15,-5 1-4 0,-3-5 4 0,-2-1-1 16,-2-3-3-16,2-6 1 0,4-4 5 0,3-7 2 16,1-1-2-16,-2-5 6 0,8-3 6 0,3-5-6 15,-1-4-7-15,-1-3-4 0,-3-8-2 0,3-2 0 16,3-5-5-16,3-7 5 0,2-4-26 0,4-4-9 15,0-12-3-15,7 5 4 0,2-13 3 0,5 6 0 0,2-2 6 16,5-2 1-16,2 1 8 0,4 3 5 0,4 2-3 16,1 1 0-16,2 5 24 0,2 4-24 0,1 3 2 15,1 3-3-15,-1 8 0 0,4 5-3 0,-2 1 2 16,2 7 1-16,2 1 2 0,0 7 3 0,1 2 1 0,4 6 2 16,1 1 6-16,5 8 0 0,4 5 7 15,0 6-6-15,-1 4 2 0,4 10-4 0,-1 2 2 0,-4 1-2 16,-2 3 3-16,-3 0-6 0,-6-6-1 0,-3 2-6 15,-3 0-1-15,-4-1 0 0,-3 3-1 0,-5-9 2 16,-2 3 4-16,-4-2-1 0,-4 0-3 0,-6 4 4 16,-2-3-2-16,-6 0 0 0,-2-3-2 0,-4-2 2 15,-2-4 2-15,-1-2 2 0,-2-3-6 0,-1-4 11 16,5-5-6-16,-2-3-3 0,4-4 6 0,-2-4-6 0,5-2 2 16,-3-3-2-16,1-3-5 0,2-2-5 0,3-3 6 15,1 1-9-15,4-3 1 0,2 0-1 0,4-1 1 16,4 0-1-16,3 2 4 0,3-3-4 0,1 1-10 15,8 0-10-15,1 0-9 0,6 1-32 0,4-2-28 16,5 4-32-16,3 0-57 0,2 2-26 0,9 1 32 16,0 0-54-16,4 5-37 0,0 0-25 0,4 1-46 0,2 0-414 15,-1-2-273-15</inkml:trace>
  <inkml:trace contextRef="#ctx0" brushRef="#br0" timeOffset="89084.6827">3195 10275 620 0,'24'-3'607'0,"-5"0"-174"0,-1 3-56 16,-4 0-65-16,-1 1-1 0,-2 1-28 0,-3 2 12 16,-8-4-4-16,12 13-13 0,-12-13-38 0,2 20-6 15,-3-8-3-15,-6 3-21 0,-3 4-20 0,-5 5-15 16,-10 5-50-16,-10 10-4 0,-11 4-29 0,-10 5 6 16,-21 15-22-16,-11 5-15 0,-9 6-15 0,-10 2-9 15,-7 4-8-15,-7 2-5 0,-3 1-16 0,-2 3-23 16,2-1-9-16,1 0-31 0,7-4 5 0,7-3-46 15,8-4-40-15,12-6-44 0,10-6-59 0,20-14-43 0,8-7-93 16,8-1-34-16,9-11-29 0,10-4-50 16,8-7-457-16,5-5-526 0</inkml:trace>
  <inkml:trace contextRef="#ctx0" brushRef="#br0" timeOffset="92953.16">19181 9440 194 0,'0'0'471'0,"0"0"-138"0,0 0-20 0,-5 9-81 16,5-9 21-16,0 0-25 0,0 0-66 0,0 0 25 0,0 0-72 15,-7 7 26-15,7-7-53 0,0 0 31 0,0 0-35 16,0 0 7-16,0 0-37 0,0 0 23 16,0 0-29-16,0 0 21 0,-2 10 2 0,2-10-2 0,0 0-9 15,0 0-2-15,9 6 1 0,-9-6-3 0,9 3-9 16,-9-3-2-16,19 3-6 0,-19-3-11 0,25 1 0 16,-9-2-6-16,1-1-3 0,2 1-3 0,0-2-3 15,0 0-6-15,0-1-3 0,-2-2 4 0,2 0-8 16,-3 0-2-16,1-3-9 0,-2 0 1 0,-3-1-5 15,-1 1 3-15,-1-2 3 0,-2-1 1 0,-3 0-1 16,-1 1-4-16,-4 11 9 0,0-21 0 0,-3 10-3 16,-4 1 2-16,-2 1 2 0,-4 0-1 0,-2 1 2 15,-6 1-1-15,-1 3 4 0,-1 1-3 0,-1 3 9 16,-4 2 11-16,-6 4 9 0,-3 5 7 0,-2 3 8 16,2 3 10-16,0 2 6 0,0 5 9 0,2 1-6 15,3 3 10-15,3 1-7 0,2 1-3 0,5 1-2 16,4 0-6-16,8-4 0 0,5-2 22 0,4 0-27 15,5 2 16-15,6 1-27 0,8 3 8 0,5 0-28 0,5-5 20 16,3-2-24-16,4-1 12 0,2-4-21 0,-1-3 16 16,3-1-28-16,1-3 6 0,-6-6-14 15,1 1 23-15,0-4-21 0,-4-1 17 0,0-2-19 0,-1-3 20 16,-2-2-14-16,2-1 20 0,-3-4-20 0,-1 0 18 16,-4-5-19-16,0 0-2 0,-2-4-2 15,-4 0 3-15,0-1 2 0,-3-3 1 0,-1 0 0 16,-4 2 4-16,0-1-2 0,-1 0 9 0,0 2 31 0,-2 3 9 15,-1 2 30-15,0 0 9 0,-1 3-6 0,-1 2-19 16,1-1-9-16,-3 11-21 0,5-14-5 0,-5 14-6 16,0 0-2-16,8-9-2 0,-8 9 0 0,0 0 5 15,5 10-5-15,-5-10 0 0,6 16 0 0,-3-6 0 16,0 1 0-16,0 3 4 0,1 0 2 0,1 0-4 16,-1 1-4-16,1 1 5 0,-1-1-6 0,2 0 4 15,-1 1-9-15,2-1 3 0,-2-1 5 0,1 0-4 16,-1 0-4-16,1-2-8 0,-2-1-9 0,2-2-16 15,-3 0 11-15,-3-9-2 0,8 15 17 0,-8-15 5 16,7 10-1-16,-7-10-1 0,11 3 5 0,-11-3-11 0,13-3 11 16,-4-1-9-16,0-2 15 0,0-3 6 15,0-1-3-15,-1-3-1 0,1 0 0 0,-1-2 4 16,0 1 10-16,0 0 50 0,-1 0-11 0,-1 1 59 0,0 0-1 16,-2 3-11-16,1 1-15 0,0 0-21 0,-5 9-14 15,7-13-22-15,-7 13-11 0,6-11-7 16,-6 11-2-16,0 0-4 0,10-2-4 0,-10 2 2 15,11 3-36-15,-11-3 37 0,11 9-37 0,-11-9 41 0,12 9-33 16,-4-2 31-16,0 0-32 0,-1 0 40 0,1 1-41 16,1-1 35-16,-2 0-35 0,1 0 10 0,-1 0-48 15,1 0 20-15,0 0-38 0,-1-1 5 0,-7-6-18 16,13 10 11-16,-13-10 8 0,10 6 14 0,-10-6-2 16,13 4-24-16,-13-4-10 0,17-4 5 0,-8 0 14 15,3-3-21-15,-1-1-6 0,1 0 4 0,2-4 4 16,0-1 0-16,0-1 19 0,0 1 13 0,-1 0 9 15,-2 3 12-15,-1-1 12 0,1 2 21 0,-2 0 7 16,-2 2 10-16,0 0-1 0,1 1-3 0,-8 6-4 16,11-8-6-16,-11 8 1 0,11-5 6 0,-11 5 1 15,12 2 0-15,-12-2 3 0,13 7-3 0,-13-7-1 16,15 11-1-16,-7-5-1 0,0 2 1 0,3 0 1 16,0 0 1-16,3 1 4 0,4 1-5 0,2-1-4 0,2 0 3 15,7 0-1-15,2 0-2 0,2-2-5 16,2 0-9-16,1-1-10 0,-2-3-6 0,-4 0 7 0,-1-1 4 15,-1-1 5-15,-6-2 0 0,4-1 0 0,-3-2-2 16,-1-1-4-16,-2-3 8 0,0 0-1 0,-3-3-4 16,0-1 2-16,-2-1-4 0,0-1-1 0,-3-3 0 15,0 3 7-15,-3-3-1 0,-1 2 0 0,-2 0 3 16,0 1-1-16,-3 1 5 0,-1 1-7 0,-2 12 7 16,-2-20-1-16,2 20-1 0,-7-17 1 0,7 17 0 15,-16-8-1-15,16 8 1 0,-21-1 3 0,9 3 1 16,-1 3 0-16,0 1 1 0,1 1 2 0,1 0 1 15,0 4 3-15,3 0 4 0,-1 0-2 0,3 0 3 16,2 1-1-16,1 1-4 0,1-2 2 0,2 1-7 16,2 0 5-16,-1-1 0 0,3 0-1 0,0 0-11 15,0-1-14-15,2-1-9 0,0 2-1 0,0-4 0 16,1 0 7-16,-1 0-3 0,2-2 3 0,-8-5 5 16,14 7 2-16,-14-7 3 0,15 3-6 0,-15-3 6 15,13-3-1-15,-13 3-1 0,15-10-1 0,-10 3-1 16,1-2 8-16,0 0-1 0,-1-3 1 0,0-1 3 15,1 0-1-15,-2-1 4 0,0 1-1 0,0 2 28 16,-1-1 20-16,-1 2 5 0,-2 10 15 0,5-17 2 0,-5 17-12 16,4-14-9-16,-4 14-10 0,5-12-12 0,-5 12-5 15,0 0-4-15,5-9 0 0,-5 9-5 0,0 0 1 16,0 0 3-16,13 6-1 0,-13-6 1 0,12 11 0 16,-5-4 3-16,1 1-9 0,1 0 4 0,2 1-1 15,1 1 0-15,1-3-3 0,3 4 3 0,3-3-4 16,1 3-1-16,2-3-1 0,2 1-2 0,1-2-4 15,0 0-7-15,2-3 0 0,-1 0-3 0,1-2-9 16,-1 0 3-16,-3-3 1 0,2-2 4 0,-2-1 4 16,0-5 1-16,-2 0 3 0,1-6 0 0,-1-4-3 15,-2-3 4-15,0-8 9 0,-2-6 5 0,-3-3 2 16,-2-5 9-16,-5-4 16 0,-1-3-1 0,-4-4 6 16,-3-3-7-16,-4-13-1 0,-3-1 0 0,-4-4-4 15,0 1 0-15,-5 0 4 0,-1 2 8 0,-2 4 20 16,-1 6 16-16,1 6 4 0,-1 5 43 0,5 12-42 15,0 5 34-15,4 8-29 0,0 4-58 0,1 7 26 16,2 6-41-16,9 10 33 0,-18-2-20 0,9 9 36 16,-1 10 43-16,1 9-31 0,4 8 55 0,2 11-4 15,4 6-5-15,3 5-16 0,6 11-39 0,4 5 30 0,4 3-41 16,3 4 27-16,4 0-50 0,5 13 31 16,-2-14-11-16,0-3-9 0,1-3-47 0,1-4 42 15,0-3-46-15,-3-4 36 0,1-4-54 0,-1-4-14 16,-1-4-35-16,-5-10-21 0,-3-3-33 0,1-3-12 0,-4-7-70 15,-1-1-30-15,-3-6-31 0,1-1-62 16,-1-3-46-16,-2-3-65 0,1-1-45 0,0-4-224 0,-2-2-510 16,-8-5-831-16</inkml:trace>
  <inkml:trace contextRef="#ctx0" brushRef="#br0" timeOffset="93987.1051">23323 9540 381 0,'-12'-8'588'0,"1"2"-105"0,-1-1-47 15,3-2-26-15,-2 0-20 0,1 1-17 0,3-3-1 16,-1 1-47-16,0-1-23 0,3-1-52 0,-1 0-34 15,1-1-23-15,1-1-28 0,2 3-31 0,1-1-27 16,1 12-14-16,1-23-19 0,2 13-20 0,2-1-5 16,3 1-8-16,3 1-20 0,1 2 5 0,4 1-12 15,2 2-3-15,1 1-6 0,0 4 1 0,2 1-1 16,3 4-5-16,0 2-11 0,0 4 5 0,2 2-5 16,-2 2-6-16,-3 2-8 0,-2 0-14 0,-2 2-1 15,-5-1 6-15,-2-1 2 0,-3 1 4 0,-3-2 10 0,-4-3 4 16,-2 2 16-16,-3-1-11 0,-5 2 9 15,-1-3-7-15,-2 0 5 0,-4-2-1 0,-1-2 11 16,1-2-11-16,-1-2 13 0,0-3-13 0,0 0 2 16,0-3-2-16,1-2 5 0,-1-1 2 0,5-1-4 0,1-3 1 15,0-1-37-15,6-4-49 0,3 2-35 16,3-5-23-16,5-5-34 0,6-5-12 0,8-5-19 0,4-3-11 16,4-2 13-16,8-6 26 0,2 0 22 0,3-2 32 15,1-1 10-15,-1 0 30 0,1 0 12 0,-1-1 20 16,-3-3 17-16,-1 0 8 0,-2 0 16 0,-3-2-21 15,-3 0 84-15,-4 1 6 0,-7 6 23 16,-2 3 56-16,-4-1 10 0,-3 3 12 0,-2 4 1 0,-2 4 46 16,-3 3-33-16,0 4 52 0,-1 0-25 0,0 5-21 15,0 2-44-15,0 2-22 0,0 2-34 0,0 12-7 16,-1-13-24-16,1 13 3 0,0 0-3 16,-1 16-7-16,2 2 3 0,1 9 1 0,3 15 2 15,2 8-3-15,4 12-11 0,3 4 10 0,2 6-7 0,2 4-18 16,2 5 12-16,5 20-15 0,-1 2 2 0,1-1-6 15,0 1 1-15,-1 0 2 0,0-2-4 0,-3 1-17 16,-3-18-26-16,0-2-11 0,-1-1-20 0,-2-5 8 16,-1-2-10-16,-1-5 27 0,-2-6-1 0,-2-10 27 15,-5-4 0-15,1-7 10 0,-3-4 0 0,-2-3 5 16,0-9 1-16,0-1 24 0,-1-5 26 0,-1-2 16 16,-2-3 9-16,0-1-6 0,-5-5-10 0,-2-1-2 15,0-4-8-15,-2-2 9 0,-3-3-22 0,-3-4-13 16,-1-3 5-16,-5-5-8 0,-1-4 17 0,-1-5-33 15,1-5-10-15,3-4-40 0,0-3-24 0,4-2-4 0,5-1-25 16,2-1 2-16,6 5-33 0,4 1-19 16,5 0-67-16,5 2-29 0,4 2-33 0,7-1-10 15,3 1-24-15,5 5-48 0,2 0-16 0,3 3-125 16,2 2-352-16,-1 0-398 0</inkml:trace>
  <inkml:trace contextRef="#ctx0" brushRef="#br0" timeOffset="95636.7001">25816 9436 290 0,'0'-12'467'0,"0"12"-41"0,-2-23-63 16,0 12-46-16,-1-1-30 0,-1-2-1 0,0 1-44 16,-1-1-4-16,-2 1-12 0,0-1-14 0,1 1-46 15,-1 1-6-15,-2 1-37 0,2 0-4 0,1 4-38 16,-1 0-4-16,-1 1-32 0,8 6 16 0,-21 0-20 16,7 4 39-16,-4 5-19 0,-4 5-4 0,-1 4-1 15,-1 6-8-15,-3 2 1 0,3 0-13 0,1 3 10 16,3 2-4-16,1-4-7 0,5 0 1 0,2-1-3 15,3 1 13-15,3-4-24 0,0-1 14 0,4 1-25 0,2-4 11 16,4 0-12-16,2 0 13 0,2 0-19 16,3-1 8-16,3-4-33 0,2-2-1 0,2-1-35 15,1-4 19-15,4 0-22 0,-5-2 16 0,2-5-10 16,-1 0 29-16,1-2-20 0,-3-2 1 0,0-3 11 0,0-3 6 16,-1-1 4-16,-3-3-6 0,1 0 2 0,-3-3 3 15,-3-2 5-15,0-1 0 0,-1-2 4 0,-3 0 3 16,-2 1 6-16,0 2 1 0,0 0-2 0,-2 1 10 15,0 1 1-15,0 3 12 0,-1 0 10 16,1 2 2-16,0 12-6 0,-1-21-4 0,1 21-8 0,0-15-7 16,0 15 0-16,0-11 1 0,0 11-2 0,0 0-2 15,0 0 26-15,0 0-3 0,11 4-1 0,-5 4 3 16,2 0-4-16,3 4 6 0,5 0-1 16,-1 1-1-16,8 3-5 0,0-1 0 0,4 2-4 0,4 1-3 15,3-1-2-15,0-1-3 0,0 0-1 0,3-4 5 16,-5-1-19-16,1 0-15 0,-1-4-14 0,1-1-12 15,-1-2-8-15,-3-1 2 0,0-3-1 0,0-2 9 16,-4-3 13-16,0-1 7 0,-2-3 4 16,-1-4 7-16,0-5 0 0,-5-3 6 0,-4-5 9 0,-2-1 2 15,-2-6 2-15,-4-2 12 0,-3-2 2 16,-4-8 19-16,0-2-24 0,-3-1 4 0,-2-1 2 0,-4-3 6 16,0-7 8-16,-1 0-7 0,-1 0 15 0,1 12-3 15,1 2 56-15,0 4-3 0,-1 4 1 16,4 7 15-16,3 8-19 0,-1 1-26 0,-2 6-11 0,4 3-11 15,-2 4-12-15,6 8 1 0,-16 0 2 0,4 9 4 16,-1 4-1-16,-3 10 1 0,3 3 2 0,-3 7-9 16,5 4 13-16,2 3-14 0,2 3 6 0,5 3 5 15,2 1-17-15,7 1 15 0,0 0-22 0,8 9 20 16,8-3-25-16,6 0 14 0,3-2-18 0,6-4 13 16,5-1-20-16,3-5 7 0,4-3-33 0,2-6 7 15,-1-2-22-15,-1-6 25 0,-8-7-4 0,2-4-3 16,-5-2 4-16,-5-6 4 0,-5-2 4 0,-1-4 1 15,-2-3 4-15,-4-4 0 0,1-4-2 0,0-3 12 16,-4-7-6-16,-3-4 1 0,-2-10-1 0,-5-3-1 16,0-5 1-16,-5-4 3 0,-2-3-1 0,-4-2-4 15,0-4 2-15,0-7 0 0,-5-3 1 0,-1 1-2 16,-2-2 1-16,1 2 0 0,-2 3 1 0,0 12 3 16,0 3 1-16,-1 5-4 0,1 6 9 0,2 8-8 15,1 6-1-15,-2 5 1 0,1 7-3 0,0 5 2 16,9 5 5-16,-24 8 2 0,8 7 1 0,0 11 5 15,-2 10 7-15,5 4 3 0,4 4 1 0,2 5 8 16,7 3-7-16,4 3 2 0,6 10-15 0,7 1 12 16,3 0-21-16,6-1 16 0,3-1-14 0,2-3-3 15,1-5-38-15,3 2-36 0,-1-9-22 0,-2-4-63 16,-5-9-34-16,0-4-74 0,-2-2-48 0,-2-4-63 16,-2-6-140-16,2-3-626 0,-6-4-758 0</inkml:trace>
  <inkml:trace contextRef="#ctx0" brushRef="#br0" timeOffset="96237.2706">28745 8676 268 0,'21'-10'285'15,"0"0"-37"-15,-2-2 16 0,1 0-25 0,-1 1 2 16,-2-3-30-16,1 1 47 0,-1-1-17 0,-2 0 13 15,-1-1 5-15,-1 0-11 0,-4 1-19 0,-1 2-11 0,-2-1-11 16,0 1-27-16,-3 2-31 0,-3 10-27 16,-5-19-26-16,-3 12 16 0,-5 1-28 0,-6 3-4 15,-5 1-7-15,-5 5-13 0,-15 3-7 0,-1 4-10 16,-3 3-4-16,2 5-9 0,-6 5 1 0,2 3 3 0,6 4-5 16,9-3-1-16,3 4-2 0,5 1-3 0,4 4-4 15,7-1-2-15,5 2 0 0,6-2-5 16,5 1 4-16,8 6 9 0,5 2-14 0,8 8-7 0,5-2 0 15,4 1-12-15,4-2-17 0,2-2-11 0,3 0-11 16,-1-2-10-16,1-4 2 0,-2-1-4 0,1-3 12 16,-8-8-2-16,0-1 6 0,-3-2 7 0,-1-2 7 15,-6-5 4-15,0-2 2 0,-5-4 10 0,-1 0 2 16,-4-3 12-16,-1-1 9 0,-2 0 16 0,0-2 14 16,-7-7 10-16,5 12 17 0,-5-12-4 0,-8 10-10 15,-2-4-5-15,-4-1-13 0,-5-4-1 0,-7 4-5 16,-3-3-2-16,-7 1-5 0,-3-1-3 0,-3-1-7 15,-7 2-3-15,7-1 1 0,-1-2-2 0,1 1-6 16,3-1-12-16,1 1-31 0,7-1-33 0,2 1-18 16,8-1-55-16,-1-1-77 0,5 1-77 0,4-2-88 15,13 2-114-15,-11-6-528 0,11 6-645 0</inkml:trace>
  <inkml:trace contextRef="#ctx0" brushRef="#br0" timeOffset="96470.2886">29267 8999 253 0,'8'-23'720'0,"-3"4"-70"16,-3 0-63-16,-2 0-35 0,0 1-21 0,-2 3-66 15,-1 0-61-15,1 2-53 0,-1 2-74 0,3 11-62 16,-4-16-27-16,4 16 7 0,0 0-13 0,-10-2-1 16,10 2-22-16,-10 17-18 0,5-2-15 0,-1 5-15 15,3 3-58-15,2 3 26 0,2 7-41 0,2 3 30 16,5 6-15-16,3 3-11 0,1-1-10 0,4 1-28 15,5 6-55-15,0-1-54 0,-1-9-59 0,1-2-46 16,-1-2-63-16,0-4-68 0,-2-1-53 0,-2-5-64 16,-3-4-2-16,-1-3-115 0,-2-2-562 0,-3-4-751 15</inkml:trace>
  <inkml:trace contextRef="#ctx0" brushRef="#br0" timeOffset="96972.7037">29297 9453 575 0,'-12'-15'581'0,"-3"-1"-67"0,2 1 7 0,0 1-34 15,0 1-38-15,4 2 1 0,0-1-30 16,0 2-73-16,2 0-67 0,1 1-20 0,1 1-71 16,0 0-13-16,5 8-70 0,-5-15 0 0,5 15-41 0,7-12-23 15,0 6-32-15,6 1-31 0,3-1-22 0,3 2-24 16,5 2-20-16,3-1-19 0,1 1-11 16,1 1-10-16,1 0 0 0,0 0-4 0,0 0 1 0,-2 1 16 15,0-2 19-15,-4 2 15 0,-1-1 18 0,-2 0 15 16,-3-1 29-16,0 1 50 0,-4-1 47 0,1-2 29 15,-3 2 25-15,-1 0 13 0,-11 2 10 16,17-4 3-16,-17 4-16 0,15-3 1 0,-15 3-45 0,11-1-4 16,-11 1-26-16,0 0 10 0,9 4-30 15,-9-4 26-15,0 0 0 0,2 18 7 0,-2-18-3 16,0 20-9-16,-1-8-17 0,1 2-5 0,1 2-5 0,2 0-10 16,1 2-6-16,-1-1-5 0,3 3-4 0,1 0 1 15,0-1-7-15,3-1-21 0,0 0-42 0,0-1-30 16,2-1-33-16,-1-1-21 0,2-2 5 0,-1-3 3 15,-1 0 1-15,2-2 15 0,-2-2 23 0,0-2 7 16,1-1 17-16,-12-3 0 0,23-3 17 0,-13-1-2 16,1-3 16-16,0-2 1 0,-3-3 10 0,0-1 0 15,0-4 12-15,-1 1-2 0,-1 0 16 0,-1 0 7 0,-1 0 27 16,0 2 8-16,0-2 8 0,-1 6 12 16,0-1-7-16,-1 1-14 0,-2 10-7 0,5-16-17 15,-5 16-7-15,4-12-8 0,-4 12 1 0,0 0 0 0,0 0-7 16,0 0 5-16,0 0-4 0,12 8 3 15,-12-8-2-15,10 17 23 0,-4-6-26 0,3 3 22 16,1 1-30-16,3 0-11 0,2 1-73 0,3 2-69 0,1 0-62 16,1-2-99-16,1 1-15 0,1 0-106 0,-5-4-95 15,1-4-480-15,-1 2-627 0</inkml:trace>
  <inkml:trace contextRef="#ctx0" brushRef="#br0" timeOffset="98255.7169">30559 8813 252 0,'-4'-45'688'0,"1"1"-64"0,-1 8 48 0,1 4-59 16,0 1-82-16,0 6-56 0,1 1-36 0,-1 5-119 0,1 3-44 16,1 1-88-16,-1 7-15 0,2 8-27 15,-1-11-13-15,1 11-8 0,0 0-11 0,3 11-9 16,0 0-6-16,4 9-5 0,1 5 31 0,1 5-52 15,4 9 21-15,-1 2-43 0,3 3-16 0,-1 2 2 0,3 9-13 16,0 2-33-16,2 1 35 0,-2-1-32 0,1 4-22 16,-2-3 16-16,2-2-57 0,-2 0 25 15,-2-10-56-15,-1-3 36 0,0-2-37 0,-2-4 65 0,-2-8-42 16,0-3 19-16,-2-4 11 0,-1-2 8 0,-1-4 10 16,0-2 8-16,-2-2 8 0,1-1 17 0,-1-1 5 15,-3-10 12-15,4 13 2 0,-4-13-4 0,0 0-4 16,0 0 37-16,0 0-55 0,0 0 41 0,0 0-47 15,0-18 41-15,-5 5-45 0,0-2 38 0,-3 1-48 16,-2-4 0-16,-1 0 3 0,-5-2 12 0,-1 1-9 16,-3 1 1-16,-3 0 11 0,-3 4-7 0,-3 1-1 15,0 1 0-15,-1 1 5 0,2 4-6 0,2 3-2 16,2 2 3-16,2 2 13 0,2 2-14 0,0 2 2 16,0 3 3-16,3 3-2 0,0 1 6 0,4-1-1 15,3 3 7-15,3-1-2 0,5 1 3 0,4 0 3 16,3 3-1-16,7 3-1 0,5 0-2 0,6 0 10 15,7 1-14-15,4 1-14 0,3-3-28 0,5-2 0 16,0-1-48-16,1-3 7 0,1 0-20 0,-3-2-5 16,2-2-7-16,-8-3 6 0,-1 1 15 0,-5-5 14 15,1 0 16-15,-2-2 16 0,-1-3 9 0,-2 0 10 16,0-3 8-16,1-4 5 0,-3-1 3 0,-1-4 5 0,-2-1 4 16,-2-2 2-16,-2-2 12 0,-1 0 8 0,-6 2 10 15,0-2 22-15,0 1 18 0,-3 1 2 16,-2 4-12-16,-1-1-4 0,-1 3-16 0,-1 0 2 15,-1 13-12-15,1-19 2 0,-1 19-14 0,-3-14 4 0,3 14-11 16,-6-9 7-16,6 9 0 0,0 0-5 16,0 0 5-16,-12 4-2 0,12-4 2 0,-3 13 1 15,3-13 0-15,2 18-8 0,2-7 2 0,1 2 0 0,1 0-2 16,2 0 0-16,0 0 1 0,3-1-3 0,1 1-4 16,1 0-2-16,-2-2-4 0,1-1-4 0,0 0-7 15,0-2 3-15,0-1 3 0,0 0 6 0,-1-4-1 16,1 2 6-16,-1-3-1 0,-11-2 2 0,23 1 0 15,-23-1 2-15,22-6 2 0,-11 1 0 0,0-2 16 16,0-3-21-16,0-1-2 0,-2-1 1 0,1-1-2 16,0-1 5-16,0-1-1 0,-1 1 5 0,1 2 12 15,-2-1-4-15,0 2 3 0,0 1-10 0,-2 1-5 16,0 1 1-16,-1 1-3 0,1 0 1 0,-6 7-12 16,9-11 2-16,-9 11 3 0,8-5-1 0,-8 5 4 0,0 0 4 15,13 0-7-15,-13 0 4 0,10 6-2 16,-10-6 1-16,10 11 1 0,-5-4-5 0,-5-7 9 15,11 16 1-15,-4-7 0 0,1 1 1 0,-1 1-2 0,2 0 3 16,2 0-1-16,-1 0 0 0,2-1 2 0,1 0-2 16,0-1-3-16,2 0-6 0,1-1 11 0,1-1 15 15,-1 0-18-15,1-2-2 0,0-2 1 0,-1-1 6 16,2 0 3-16,-3-2-9 0,3-1 3 0,-2-2 3 16,2-3 3-16,-1-3 5 0,1-2 4 0,-1-5-2 15,0-2 4-15,0-4-1 0,-3-2 0 0,0-3-9 16,-2-2-6-16,-1-5 7 0,0-3-19 0,-4 3 25 0,-1-4-9 15,-1 3-1-15,-2-2 4 0,0-1 3 16,0 0 28-16,-2 1-4 0,0 0 17 0,1 2 11 0,-1 2 20 16,0 5-11-16,0 1 4 0,-1 3 11 0,1 3 15 15,0 2-8-15,-1 4-17 0,0 1-18 0,1 2-17 16,-1 12-24-16,0-18-6 0,0 18-6 0,0 0-1 16,0 0 5-16,0 0-7 0,-9 4-5 0,4 7 1 15,1 7-1-15,0 4 3 0,1 4-4 0,-1 8-26 16,2 4 47-16,1 9-39 0,2 2 42 0,1 3-2 15,2 2-6-15,1 0-1 0,6 8-4 0,-1-1-1 16,2-3-3-16,1-10-1 0,-2 0-14 0,1-5-13 0,1-3-41 16,-1-1 38-16,1-4-45 0,-3-7 42 0,-1-1-40 15,-1-7 45-15,-1-1-33 0,-2-4 25 0,0-2 9 16,-1-3 77-16,0 1-3 0,-4-11 36 0,8 13-42 16,-8-13 14-16,0 0-38 0,9 3 40 0,-9-3-14 15,4-11-6-15,-4 11-14 0,2-22 2 0,-2 4-13 16,0-2-5-16,0-5-1 0,1-1-3 0,2-7 12 15,2 2 13-15,4-1 3 0,3-3 4 0,6-1-4 0,2 4 3 16,6 1-6-16,2 3-4 0,4 2-5 16,4 3-10-16,1 2 3 0,3 3-11 0,2 2-3 15,3 4-5-15,1 2-48 0,4 2-68 0,3 6-68 0,0-1-85 16,0 3-96-16,-1 3-68 0,-1-1-134 0,0 6-101 16,2 0-718-16,-6 1-986 0</inkml:trace>
  <inkml:trace contextRef="#ctx0" brushRef="#br0" timeOffset="98489.1053">33262 9659 1314 0,'0'0'950'0,"-8"10"-183"0,8-10-105 15,-5 7-53-15,5-7-43 0,0 0-7 0,4 11-11 16,-4-11-34-16,8 4-60 0,-8-4-69 0,12 3-64 15,-12-3-57-15,17 3-46 0,-17-3-158 0,16 3-60 16,-16-3 0-16,15 1 0 0,-15-1 0 0,12 2 0 16,-12-2 0-16,12 2 0 0,-12-2-319 0,0 0-244 15,14 3-165-15,-14-3-148 0,0 0-924 0,0 0-1504 16</inkml:trace>
  <inkml:trace contextRef="#ctx0" brushRef="#br0" timeOffset="102445.9433">7551 11943 249 0,'-4'-11'465'0,"0"1"-134"0,-1 0 20 0,1 1-80 16,-2-3 13-16,0 2-57 0,-1-2 27 0,1 2-1 16,0-2 30-16,-1 4 10 0,2-2-19 0,0 2-33 15,1-1-38-15,-1 1-14 0,5 8-16 0,-8-13-37 16,8 13-31-16,-7-10-20 0,7 10-23 0,0 0-11 16,-6-9-8-16,6 9-7 0,0 0 15 0,2 12 28 15,1-2 10-15,1 5 3 0,3 4-9 0,-1 4 33 16,3 8-13-16,1 6 19 0,2 4-34 0,0 3 2 15,5 11 35-15,-1 2-31 0,2 4 20 0,1 1-15 16,2-1-12-16,1 1-15 0,1-2-12 0,-1 1-11 0,2-3-9 16,0 1-39-16,-1-4 36 0,-1-1-38 15,0-2 34-15,-4-9-43 0,-2-2 37 0,0-2-5 16,-2-1-3-16,-1-2-1 0,-3-7-1 0,-2-1-6 0,0 0-2 16,-2-6-2-16,-2-1 0 0,0-4-10 0,-1 1 4 15,-2-3-27-15,0-2-25 0,0 0-37 0,-1-1-47 16,0-12-47-16,-2 20-52 0,2-20-50 0,0 15-84 15,0-15-71-15,-3 10-65 0,3-10-141 0,0 0-535 16,0 0-790-16</inkml:trace>
  <inkml:trace contextRef="#ctx0" brushRef="#br0" timeOffset="102752.4744">8179 12186 950 0,'0'-22'739'16,"-1"4"-94"-16,-1 0-128 0,1 5-98 0,0 1-83 0,1 12-69 15,0-19-43-15,0 19 20 0,0 0 8 16,4-10-11-16,-4 10-2 0,6 8 5 0,1 3-47 16,1 7 32-16,4 6-49 0,2 9 9 0,3 6-61 15,-1 3 8-15,4 10-29 0,0 1-17 0,-1 1-16 16,2-1-14-16,-3-2-47 0,0-5 33 0,-2-3-45 15,1 0 36-15,0-1-41 0,-2-1-4 0,1-4 10 0,-2-2-49 16,0-1 16-16,-2-9-51 0,-2 0 29 0,-1-6-49 16,-2-3 7-16,0-1-32 0,-3-2-6 0,1-1-14 15,0-2-2-15,0-1-9 0,-5-9-46 0,6 13-70 16,-6-13-84-16,0 0-48 0,0 0-43 0,0 0-87 16,0 0-539-16,0 0-692 0</inkml:trace>
  <inkml:trace contextRef="#ctx0" brushRef="#br0" timeOffset="103248.0147">6450 12089 395 0,'-50'-8'355'16,"1"-1"-57"-16,4 2-56 0,9 1 6 0,1 0-49 15,9 2 28-15,-1 0-41 0,4 0 43 0,3 0-25 0,3 1 11 16,2 1-33-16,2-1-9 0,0 2-43 0,13 1-9 16,-20-4-35-16,20 4-3 0,-16-2-15 0,16 2 18 15,0 0 13-15,-16 0 23 0,16 0 1 0,0 0 6 16,0 0 25-16,0 0-9 0,8 9 6 0,5-7-2 15,8-2-1-15,16-2-4 0,14-3-9 0,23-3 3 16,10-4-3-16,12-3-19 0,32-4-9 0,13 1-8 16,7-2-22-16,7 2-11 0,5 0-11 0,3 3-4 15,2 1-20-15,-7 2 10 0,-5 2-20 0,-9 2-13 16,-6 1-13-16,-30 3-10 0,-3 0-13 0,-8 2 0 16,-7 1-4-16,-7 1-5 0,-18 0-9 0,-5 1-5 15,-6-1 4-15,-4 0-3 0,-11 1 4 0,-1 1 8 16,-11-2 6-16,0 1 1 0,-6 1 7 0,-1-2 3 0,-3 0 2 15,-2 1 4-15,-2-1-2 0,-13 0-4 0,23 1-8 16,-23-1-14-16,17 1-26 0,-17-1-36 16,13 0-44-16,-13 0-59 0,0 0-32 0,0 0-76 15,11 3 10-15,-11-3-66 0,0 0-35 0,-7 7-122 0,7-7-350 16,-8 6-436-16</inkml:trace>
  <inkml:trace contextRef="#ctx0" brushRef="#br0" timeOffset="104740.6573">10441 10553 186 0,'0'0'232'0,"-14"-2"-47"0,14 2-14 16,-13-1-1-16,13 1-12 0,0 0 0 0,-15-1-37 15,15 1 1-15,0 0-50 0,0 0 35 16,-14 0-30-16,14 0 28 0,0 0-19 0,0 0 38 0,0 0-48 15,0 0 18-15,0 0 0 0,0 0-4 0,0 0 6 16,0 0-5-16,7 6-10 0,-7-6-1 0,0 0 3 16,17 2 12-16,-17-2 0 0,20 2 13 15,-7-3-14-15,7 0 15 0,6 0-9 0,8-2-2 0,11-1 9 16,9-2-7-16,16-1-9 0,8-1-11 0,11-1-8 16,9 2-12-16,27-4 1 0,5 2-19 0,6-1 8 15,4 2-20-15,6-1 0 0,0 2-13 0,0 0 5 16,-3 3-12-16,-4 0 7 0,-3-1-16 0,-6 3 6 15,-25-1-10-15,-1 2 7 0,-6 1-10 0,-7 0-3 16,-6 0-3-16,-7 0 12 0,-15 2-1 0,-7-1-3 0,-2 1-1 16,-11-2-2-16,-2 0 5 0,-3 1 0 15,-7-1-2-15,-2 0 1 0,-7 0 6 0,1-1 0 0,-3 1-1 16,-4 0 1-16,2-2 2 0,-5 0 3 16,1 1 2-16,-1 0 3 0,-1-1 0 0,-12 2-12 0,19-4 6 15,-19 4-1-15,17-5-8 0,-17 5 6 0,13-4-8 16,-13 4 8-16,12-4-12 0,-12 4-7 0,10-5-37 15,-10 5-12-15,0 0-38 0,12-4-5 0,-12 4-28 16,0 0 2-16,11-3-43 0,-11 3 50 0,0 0-31 16,0 0 36-16,9-4-38 0,-9 4 30 0,0 0-42 15,0 0 21-15,0 0-16 0,0 0-29 0,0 0-37 16,0 0-61-16,0 0-234 0,0 0-31 0</inkml:trace>
  <inkml:trace contextRef="#ctx0" brushRef="#br0" timeOffset="106142.4217">19786 10201 282 0,'0'0'367'0,"-10"-6"-54"0,10 6-55 0,-9-7-26 16,9 7-54-16,-7-6 8 0,7 6-56 0,0 0 24 0,-10-8-53 15,10 8 28-15,0 0-18 0,-8-8-12 16,8 8-50-16,0 0 32 0,0 0-51 0,-7-8 33 16,7 8-44-16,0 0 36 0,0 0-43 0,0 0 36 0,0 0-43 15,-7-7 36-15,7 7-37 0,0 0 40 0,0 0-43 16,0 0 36-16,0 0-41 0,0 0 37 0,0 0-37 15,0 0 28-15,-8-5-34 0,8 5 36 16,0 0-39-16,0 0 33 0,0 0-39 0,0 0 35 0,0 0-32 16,0 0 35-16,0 0-42 0,0 0 44 0,0 0-48 15,0 0 44-15,0 0-36 0,0 0 36 0,0 0-41 16,0 0 40-16,0 0-38 0,0 0 35 0,0 0-31 16,-8-5 33-16,8 5-34 0,0 0 39 0,0 0-40 15,0 0 42-15,0 0-44 0,-14 2 44 0,14-2-37 16,0 0 37-16,-15 2-43 0,15-2 43 15,-13 2-43-15,13-2 39 0,-16 2 0 0,16-2 4 0,-15 1-7 16,15-1-1-16,-17 1 6 0,17-1 3 0,-17 0-5 16,17 0 4-16,-19 3-3 0,19-3 5 0,-19 0 3 15,19 0-5-15,-18 2-5 0,18-2 1 0,-17 1 1 16,17-1-1-16,-15 0 5 0,15 0 4 0,-15 2 10 16,15-2 2-16,0 0-2 0,-15 0 4 0,15 0-6 15,0 0 0-15,-13 1-3 0,13-1-2 0,0 0 5 16,0 0 7-16,0 0 26 0,0 0 24 0,0 0 18 0,0 0 11 15,0 0-2-15,17 2 11 0,6-2 1 16,13-3-21-16,18 0-7 0,19-2-3 0,13 0-11 16,9-1-8-16,10 0-5 0,30 0-7 0,7 0-5 0,5 0-3 15,0-1-10-15,1 2-10 0,-1 1 3 0,-2-3-7 16,-4 1-5-16,-7 1-3 0,-26-1 8 0,-3 1-19 16,-7-1 7-16,-6 0-11 0,-2 0 13 0,-8-1-13 15,-6-1 11-15,-5 1-36 0,-14 2 38 0,-3-2-22 16,-2 0 20-16,-6 2-30 0,-1-2 23 0,-9 2-19 15,-2 0 14-15,-6 2-21 0,-3-1 20 0,-2 2-23 16,-3-1 18-16,-2 1-36 0,-2 0-18 0,-1 0-28 16,-3 1-19-16,-12 1-7 0,24 0-44 0,-24 0-31 15,22 3-19-15,-22-3-18 0,17 5-26 0,-17-5-33 16,16 8-19-16,-16-8-11 0,11 12-51 0,-11-12-38 16,6 12-119-16,-6-12-240 0,1 11-259 0</inkml:trace>
  <inkml:trace contextRef="#ctx0" brushRef="#br0" timeOffset="116112.0134">9992 12987 285 0,'0'0'405'0,"-8"-9"-56"0,8 9-59 0,-8-10-21 15,8 10 8-15,-9-11-44 0,9 11-26 0,-11-12-28 0,11 12-21 16,-10-12-1-16,10 12 7 0,-9-13-11 16,9 13-9-16,-9-10 1 0,9 10-10 0,-7-9-16 15,7 9-29-15,-5-7-17 0,5 7-18 0,0 0-18 16,-6-7-3-16,6 7-2 0,0 0 4 0,0 0-6 16,2 10 10-16,-2-10 20 0,8 18 0 0,-2-5-3 0,3 6 14 15,0 2-6-15,2 5-11 0,1 2 9 0,2 5-8 16,2 1-8-16,-2 0-8 0,2 1-8 0,-2-3-3 15,-2-4-11-15,1 0 0 0,-2-2-2 0,1-1-1 16,-1 0-3-16,-3-6-7 0,0 0 4 0,-1-4-5 16,-1-1 2-16,0-1 3 0,-2-1 2 0,0-4 2 15,-4-8 3-15,8 17 15 0,-8-17 0 0,4 11-7 16,-4-11-1-16,0 0-7 0,0 0-1 0,0 0-10 16,0 0 4-16,0 0-2 0,-5-14-4 0,1 3-7 15,2-4-21-15,-1-2-4 0,2-3-9 0,0-3-3 16,0-1-1-16,2-3-11 0,-1 0 6 0,3 1 0 15,1-5 26-15,1 1-14 0,0 2 21 0,1 4-14 16,1 1 22-16,0 2-18 0,2 1 5 0,-1 3 1 0,0 2 0 16,2 3-2-16,-1 1 6 0,0 2 0 15,3 1 7-15,-1 5 1 0,0 0 19 0,2 6-3 16,2 0 2-16,0 6 3 0,1 1 3 0,1 3 2 16,1 5-2-16,0 1-4 0,-1 2 4 0,1 1 5 0,-1 2 2 15,0-1-2-15,0 0 8 0,-1 1 0 0,3-1-4 16,-3-2-1-16,0 1-11 0,0-2 4 15,-1-4-7-15,-1 0 4 0,1-1-3 0,-1-2-3 0,1-1 1 16,0-2-2-16,0-2-1 0,1-1 0 0,0-2 3 16,1 0-5-16,1-4-7 0,0-1-15 15,1 0-14-15,0-2-3 0,-2-3-8 0,1-1-16 0,-1-2-3 16,1-3 8-16,-1-1 1 0,-2-1-21 0,-1-2 18 16,-1-2 5-16,-2 0 7 0,-1-2 5 0,-3 0 9 15,-1-1 8-15,-2 2 6 0,-4-1 6 0,1 0 13 16,-2 1 28-16,-3 0-19 0,-1 0 30 0,-1 0-17 15,-5 2 19-15,0 1-11 0,0 3 19 0,-3 2-24 16,1 1 18-16,-1 3-19 0,0 2 23 0,0 3-17 16,0 2 1-16,-2 2 16 0,2 2-15 0,-1 4-1 15,0 2-7-15,1 1 0 0,3 4-1 0,2-1 3 16,2 3 0-16,2 0-1 0,1 0-5 0,3 1-6 16,2 1 1-16,1-1-2 0,4 0 1 0,0 2-6 15,3-1-1-15,1-2-3 0,3 0-1 0,-1-2 0 0,2 0 0 16,-1-2-6-16,2-3-18 0,-2-1-10 0,0 0-1 15,1-3-9-15,-1-1-13 0,1-1-15 16,-2-3-12-16,2 0 4 0,-1-2-14 0,-1-2 13 0,0 0 1 16,1-4-26-16,-1-1 5 0,-2-3 8 0,1-2-4 15,-3-1 5-15,0-5 14 0,-1 1 18 0,-1-2 6 16,-2-2 16-16,-1 2 8 0,0 0 12 0,-1 0 10 16,-3-1 22-16,0 0 9 0,-2 1 42 0,-1 2-5 15,1 0 16-15,-1 1-1 0,1 1 30 0,0 3-17 16,0 1-2-16,1 1-33 0,2 10-1 0,-4-17-30 15,4 17 9-15,-2-10-22 0,2 10 15 0,0 0-28 16,0 0 26-16,0 0-15 0,0 0 1 0,4 12 0 16,0-2 3-16,1 2-6 0,1 0-2 0,1 2 0 15,2 3 3-15,0 0-4 0,1 0-6 0,1 1 6 16,0-1-11-16,1-1-5 0,2 1-20 0,-2-2-18 16,2 0-16-16,-2-2-26 0,0-3 1 0,0 0-15 15,-1-1 9-15,1-1-19 0,-2-3 12 0,0-1-18 16,1-1 21-16,-11-3-8 0,19 0 27 0,-9-3-23 0,-1-3 42 15,0-3-20-15,0-1 45 0,1-3-14 16,-3-2 38-16,-1-3 4 0,-1 0 13 0,2-1 8 16,-2-1 18-16,-1-1 25 0,-1 3 14 0,0 1 15 0,0 1 33 15,-1 1-19-15,0 2 21 0,-1 1-22 0,-1 12-1 16,4-21-40-16,-4 21 1 0,3-13-30 16,-3 13 14-16,5-8-2 0,-5 8 41 0,0 0-13 0,12 5 1 15,-12-5-2-15,11 13-5 0,-4-2-3 0,2-1-1 16,0 2 5-16,0 1-2 0,2 2-5 15,0 0-1-15,1 1 6 0,-1 0-8 0,2 0-3 16,-1-1-15-16,-2 0-7 0,2-1-4 0,-1 1-7 0,-2-4-1 16,0 1-3-16,-1-1-5 0,0 0 0 0,-3-3-2 15,1-1 0-15,-6-7-1 0,12 12 8 0,-12-12-3 16,6 10-2-16,-6-10-5 0,0 0-2 0,9 6-28 16,-9-6-27-16,0 0-12 0,4-8 0 0,-4 8-2 15,2-14-15-15,-2 14-2 0,-1-19 2 0,0 7-8 16,1 0 6-16,-2-1 4 0,2 0 10 0,-1-2 10 15,0 0 10-15,1 0 8 0,0-1 8 0,0 2 0 16,0-1 8-16,0 0 24 0,0 1-17 0,0 2 18 16,1-1-18-16,0-1 22 0,1 4-20 0,0-2 35 15,-2 12-23-15,3-17 20 0,-3 17-24 0,3-15 20 16,-3 15-22-16,2-11 17 0,-2 11-17 0,4-8 17 16,-4 8-15-16,0 0 11 0,11-5-8 0,-11 5 18 15,12 5-3-15,-12-5 6 0,13 12 1 0,-7-4 2 0,1 3-1 16,1-1 0-16,-1 1 1 0,1 2 5 0,-3-2-3 15,4 3-2-15,-4-1 0 0,3-1-7 16,-2 0-3-16,1 1-4 0,0-2 6 0,-2 1-2 0,1-3 0 16,1 1 3-16,-2-2-6 0,2 1-6 0,-2-1 6 15,0-1 0-15,2-1 3 0,0 0-4 0,-7-6 0 16,11 12-2-16,-11-12-1 0,13 11-3 0,-13-11 3 16,12 9-4-16,-12-9 5 0,14 10-2 0,-14-10 1 15,13 8-1-15,-13-8 2 0,14 11 1 0,-14-11 1 16,15 10 3-16,-15-10 1 0,14 9 0 0,-14-9 5 15,15 10 2-15,-15-10 4 0,16 7-2 0,-5-4-1 16,-1 0-6-16,1-1-3 0,2-1 2 0,3-1 0 16,-1 0-7-16,2-1 1 0,3-1 0 0,-2-1-7 15,2-1-10-15,1 0-2 0,1-2-17 0,2-2-10 16,-3-1-5-16,0 0 0 0,2-4 5 0,0-1 8 16,-3-1 4-16,-2 2-3 0,0-5 1 0,-5 0 6 15,0 0 5-15,-3-2 3 0,-1 0 27 0,-2 1-25 16,-3-4 31-16,1 3-6 0,-3 1 24 0,-4 0-15 0,0 0 19 15,-3 0 3-15,0 0 11 0,-1 3 14 16,-1 2 3-16,0 1-10 0,0 0-10 0,-2 3-12 0,-1 2-12 16,0 3 8-16,-1 3 3 0,11 2 6 15,-23 3 4-15,10 4 7 0,-3 2 11 0,3 4-4 0,0 1 9 16,1 3-14-16,1 0 15 0,2 2-27 0,2 1 39 16,3-3-36-16,2 2 22 0,2-1-6 0,1 0-7 15,4 0-1-15,0 1-12 0,6-1 2 0,2-1-12 16,3-1-7-16,4 0-7 0,5-3 0 0,2 0-7 15,0-2-7-15,2-2-30 0,1-1-43 0,1-1-33 16,0-1-34-16,-5-2-32 0,1 1-45 0,-4-1-40 16,0-2-27-16,-4 1-33 0,0 0-12 0,-1-2-12 15,-5 0-45-15,1 2-91 0,-14-3-540 0,18-1-622 16</inkml:trace>
  <inkml:trace contextRef="#ctx0" brushRef="#br0" timeOffset="124217.4144">13685 13285 213 0,'0'0'382'0,"0"-11"-79"15,0 11-16-15,0 0-85 0,0 0 7 0,2-13-50 16,-2 13 7-16,0 0-54 0,0 0 33 0,0-14-52 15,0 14 27-15,0 0-45 0,0 0 27 0,0 0-53 16,1-13 27-16,-1 13-61 0,0 0 38 0,0 0-42 16,0 0 28-16,0 0-37 0,0 0 53 0,0 0-26 15,0 0 25-15,0 0-2 0,5 13 24 0,-5-13-13 16,2 21 36-16,0-6-16 0,-2 0 3 0,0 3-18 0,0 1 13 16,0 1-24-16,-2 5 0 0,0-2-21 15,-1 1 13-15,-2 2-10 0,1-1-4 0,-1 4-7 16,-3-2-5-16,1 3-1 0,0-3-7 0,-2 0 0 15,3 0-3-15,-1-4-11 0,0-2-24 0,0-1-21 16,1-1-13-16,-1 0-59 0,3-2 5 0,-2-3-60 16,0 1 25-16,2 0-41 0,1-4-16 0,1 0-58 15,2-11-48-15</inkml:trace>
  <inkml:trace contextRef="#ctx0" brushRef="#br0" timeOffset="126031.7246">14366 13235 391 0,'-9'-5'429'0,"9"5"-93"0,-15-8-29 0,15 8-98 16,-16-8 3-16,16 8-55 0,-15-5 24 0,15 5-58 0,-13-5 8 16,13 5-57-16,-12-4 16 0,12 4-48 15,0 0 29-15,-14-2-48 0,14 2 30 0,0 0-42 16,0 0 42-16,0 0-43 0,0 0 39 0,0 0-43 15,0 0 41-15,0 0-44 0,0 0 29 0,15 5-34 0,-15-5 32 16,24-3-35-16,-7 0 29 0,-1-1-37 0,3 0 29 16,0-2-57-16,3 0 41 0,-2-3-43 15,-1 2 31-15,-1-2-35 0,-2-2 47 0,0 0-12 0,-3-1-3 16,0-1-8-16,-1-2-7 0,-4 0 4 0,0 1 14 16,-2-2 4-16,-3-1-3 0,-1 1 0 0,-2 1 5 15,-2 1-2-15,-1-3-1 0,-3 3-27 0,0 1 38 16,-2 1-28-16,-3 0 39 0,-1 5-3 0,-2-1 8 15,-4 5-6-15,-2 2 13 0,1 2 7 0,-7 5 3 16,-5 5-4-16,-3 3 7 0,-1 4-3 0,-1 4 6 16,-1 3-33-16,5 3 35 0,-1 3-25 0,4 1 38 15,5 2-20-15,1 1 22 0,3 1-22 0,7-1 21 16,3-4-16-16,8 1 22 0,2-5-16 0,4 3 19 16,6-2-9-16,3 0-8 0,9 0-13 0,1-1 6 15,7-4-3-15,1-4-11 0,2-1 2 0,3-5-6 0,-2-4-11 16,2-2-2-16,2-4-13 0,1 1-23 15,0-3-2-15,-1-3-22 0,0-1 8 0,1-3-31 16,-3-1 19-16,2-4-29 0,-2-1 32 0,-1-3-33 0,-3-4 35 16,-2-1-36-16,-2-4 55 0,-4-2-37 0,-2-2 52 15,-1-1-36-15,-2-2 48 0,-3-1-37 0,-3 4 49 16,-1 1-1-16,-1-2 4 0,-2 3 17 16,-1 0 2-16,0 3 6 0,-2 2-2 0,-3 1 40 0,2 4 19 15,-2 0 0-15,-1 4-4 0,0 0-16 0,-1 2-25 16,-1 10-8-16,4-17-11 0,-4 17-3 15,0 0 0-15,0 0 11 0,0 0 11 0,0 0 15 0,0 0 0 16,0 0 3-16,5 18-2 0,-2-7-5 0,1 3-2 16,2 1 0-16,1 3-13 0,3 1 1 0,-1 0-7 15,2 0-4-15,3 3-11 0,-3-3 1 0,1 0-8 16,0-1 0-16,-1 0-7 0,3-1-1 0,-3-2-7 16,0-1-11-16,-1-2-16 0,0-1-3 0,-3-1-16 15,3-1 5-15,-4-3 1 0,1 0 14 0,-7-6-46 16,11 7 7-16,-11-7-1 0,0 0 11 0,18-5-16 15,-12-2 12-15,-1-2-9 0,1-5 25 0,0-1-11 16,0-2 27-16,0-4 6 0,-1-1 4 0,2 0 2 16,0 0 7-16,0 0 17 0,-1 2 19 0,0 1 14 15,-1 3 26-15,2 3 5 0,-3 0-6 0,-1 2-15 16,1 3-1-16,-4 8-21 0,7-14 12 0,-7 14 0 16,10-4 3-16,-10 4-2 0,10 3 4 0,-10-3 9 15,13 13 6-15,-5-4-6 0,1 3 3 0,0 1-1 0,3 2 3 16,0 2-6-16,0 1 8 0,2 0-25 0,-2-2 11 15,1 1-21-15,0 1 8 0,-1 0-20 0,0-4 11 16,-1 1-21-16,0-3 15 0,-3-1-20 0,0-1 17 16,-1-2-21-16,-2 0 25 0,2-1-22 0,-7-7 26 15,9 11-16-15,-9-11 2 0,9 7-3 0,-9-7-1 16,0 0 11-16,13-3-21 0,-13 3-11 0,9-13-9 16,-4 3-6-16,1-3-41 0,1-1 4 0,-2-3-1 15,3-2-6-15,-1 1 15 0,-1 0-9 0,2-2 9 16,-2 1 7-16,0 4 9 0,0-1 11 0,-1 2 3 15,2 2 0-15,-4 0 4 0,2 3 1 0,-2 0-1 16,-3 9 0-16,8-14 8 0,-8 14 1 0,9-7 1 16,-9 7 0-16,0 0 5 0,18 0-3 0,-18 0 0 15,16 8 6-15,-7-2 1 0,-1 2 0 0,5 2 0 0,-1 0 4 16,2 3-5-16,1 0 4 0,1 0-2 16,0 0 4-16,2 1 0 0,-1-1 2 0,2-1-3 15,1 0 1-15,1 0 2 0,4-1-6 0,-2-3-13 16,0 0-17-16,2-1-36 0,1-1-17 0,0-1-26 0,0-2-20 15,1-2-26-15,-4 0 7 0,4-3-17 16,-1-1 46-16,1-2-20 0,2-3 43 0,-1-2-38 16,0-2 44-16,-2-1-14 0,-3-2 52 0,0-2 8 0,-3 0 9 15,-3 0 8-15,-3 0 0 0,-3 0 18 0,-2 1 13 16,-1 1 6-16,-5 0-6 0,-1 3 9 0,-2-1-2 16,-1 1 14-16,-3 2 2 0,-3-1-5 0,-2 3-4 15,-2-1-3-15,-2 3 13 0,-2 4-1 0,0 2 12 16,0 0 5-16,-2 2 1 0,0 4 6 0,-3 2-1 15,3 1 2-15,-1 1-10 0,0 2-3 16,3 2 1-16,2 0-2 0,1 0-13 0,3 2 11 0,-1-2-12 16,4 0 12-16,1 3-24 0,0-3 14 0,3-1-12 15,0 0 10-15,2-1-16 0,0 0 14 0,2 0-20 16,1 0 11-16,0-2-10 0,2 0 10 0,0-2-14 16,2 1 10-16,0-3-15 0,2 0-7 0,-1-2-32 15,3 0 12-15,-11-4-14 0,18 2 9 0,-18-2-23 16,21-3 28-16,-10-3-20 0,0-1 25 0,0-2-19 15,-1-2 12-15,0-2-18 0,1-2 35 0,-2 0-21 0,0-2 39 16,-1-1 4-16,-3 3 0 0,1-1 7 16,-2 2 14-16,2-1 3 0,-4 3 10 0,1 1 4 15,0 0 1-15,-3 11 0 0,3-18-9 0,-3 18-10 0,2-13-26 16,-2 13 11-16,0 0-2 0,0 0 3 0,0 0-3 16,0 0 4-16,0 0-2 0,0 0-2 15,0 0 1-15,6 14-16 0,-3-5 28 0,1 0-12 0,3 1 23 16,0 2-10-16,2-2 11 0,1 1-8 0,1 0 8 15,0-3-11-15,3 3 15 0,2-1-23 0,1-1 13 16,2-1-17-16,3-1 13 0,1 0-22 0,0-1 19 16,-2-1-17-16,-1-1 16 0,-1-1-15 0,0-3 13 15,0 0-13-15,-2-2 9 0,1 0-11 0,-2-3 14 16,1-1-6-16,-3-1-4 0,2-5-5 0,-3 0 9 16,0-1-13-16,-2-2 6 0,-2 0-1 0,-1 0 0 15,-2-1-2-15,-2 2 10 0,0-1-14 0,-2 2 0 16,-1 0 10-16,-1 1 1 0,0 12-2 0,-1-21-5 15,1 21 1-15,-5-16-1 0,5 16-4 0,-6-10 2 16,6 10 2-16,0 0 12 0,0 0 5 0,-16 1 0 16,16-1 3-16,-4 13-3 0,4-13 4 0,-1 20-4 15,3-8-3-15,0 1-6 0,1 1-5 0,3 1 10 16,0 1-13-16,1 1 1 0,2 1-60 0,1-1 2 0,0-2-50 16,-1 1-40-16,1-2-35 0,-2-2-12 0,0 1-56 15,0-2-18-15,0-1-91 0,0-1-437 16,-3-3-323-16</inkml:trace>
  <inkml:trace contextRef="#ctx0" brushRef="#br0" timeOffset="126215.9407">16675 12778 93 0,'-13'-22'514'0,"4"3"-94"16,-1 0-40-16,1 1-114 0,3 3 13 0,0 1-85 15,1 1 16-15,0 2-57 0,2 1-30 0,3 10-62 16,-3-14 22-16,3 14-68 0,0 0 7 0,10-8-69 16,-10 8-32-16,16 1-92 0,-6 5-100 0,3 1-442 15,-2 1-218-15</inkml:trace>
  <inkml:trace contextRef="#ctx0" brushRef="#br0" timeOffset="126556.5379">17241 12479 170 0,'-1'-26'669'0,"1"3"-113"16,-1 2-57-16,1 2-52 0,-1 1-49 0,0 4-56 15,1 1-40-15,0 1-70 0,0 12-32 0,0-18-53 16,0 18 0-16,0 0 16 0,5-8-17 0,-5 8-2 15,8 12-11-15,-1 3-11 0,4 5-14 0,-1 9-18 16,3 4-11-16,3 7-10 0,-2 1-7 0,2 3-12 16,-1 1-8-16,6 9-5 0,1 2 0 0,2 0-5 15,0-1-13-15,1 0 4 0,1-1-5 0,1 1-3 16,-1-4-5-16,-1-1-4 0,-1 0-21 0,-3-11-16 16,-2-2-17-16,-1-1-38 0,-1-2-23 0,-2-2-48 15,-1-5-21-15,-2-3-47 0,-2-4-65 0,1-1-46 16,-1 0-53-16,0-3-94 0,1-4-507 0,-2-2-586 15</inkml:trace>
  <inkml:trace contextRef="#ctx0" brushRef="#br0" timeOffset="127333.1374">18918 11151 106 0,'-4'-14'429'0,"0"-1"-124"0,1 2 35 16,-2 0-98-16,1-1-12 0,-1 0-27 0,0 0 16 0,0 2-56 15,1 1 38-15,0 2-45 0,0-1-3 0,4 10-52 16,-10-11 4-16,10 11 2 0,-16 0 61 0,0 6 16 15,-5 8 18-15,-10 9-2 0,-12 11 4 16,-5 6-15-16,-6 6-5 0,-15 18-25 0,-3 5-25 0,-1 5-13 16,2 3-11-16,5 3-17 0,5 1-2 0,6-1 2 15,18-12-12-15,5 1-5 0,9 5-7 0,9 1 11 16,11 3-32-16,11 2 13 0,10-2-14 0,16 13-3 16,12-6-1-16,10-4-10 0,8-3-23 0,7-5 17 15,7-3-17-15,6-3 20 0,3-5-29 0,3-4 17 16,1-5-34-16,0-4-62 0,-2-3-17 0,-16-12-37 15,0-3-83-15,-1-4-83 0,-3-4-75 0,-1-3-56 16,-4-4-75-16,-11-5-125 0,-2-4-341 0,-5-3-560 16</inkml:trace>
  <inkml:trace contextRef="#ctx0" brushRef="#br0" timeOffset="130218.3814">19913 12219 41 0,'-6'-13'476'0,"1"2"-91"0,-1-1-14 0,1-1-52 16,-1 1-46-16,0 0 8 0,1 1 23 0,1 2-36 15,0-2-37-15,4 11-22 0,-6-17-28 16,6 17-42-16,-5-11-26 0,5 11-24 0,0 0-18 0,0 0-14 16,0 0 1-16,0 0 14 0,0 0-3 0,19 9 22 15,-9 4 15-15,1 5-20 0,2 4-13 0,1 4 1 16,1 8-7-16,-1 4-7 0,1 0-10 0,-2 0-7 15,0 3-6-15,1-1-8 0,-2 0-5 0,-1-1-4 16,2-3-4-16,-2 1-3 0,-2-7 0 0,0 0-5 16,-2-2 5-16,-1-4-8 0,-1-2 1 0,-1-1 0 15,1-4 0-15,-3 0 15 0,0-2-17 0,-1-3 18 16,-1-12-19-16,0 21 12 0,0-21-8 0,-4 14 8 16,4-14-21-16,-9 7-7 0,9-7-10 0,-13-6-10 15,6 0-5-15,-3-6-12 0,1-5 0 0,1-3-8 0,-2-10-3 16,2-7-8-16,1-6-3 0,2-3-3 0,1-2 16 15,1-1 8-15,2 0 16 0,0-2-8 16,-1 0 7-16,4 0 3 0,-2 2-8 0,0 2 21 16,2 2-10-16,-2 8 23 0,2 1-6 0,-1 2 14 0,1 3-13 15,2 3 12-15,1 3-10 0,1 2 13 0,3 2-13 16,1 0 6-16,3 3-8 0,3 1 16 0,1 4-9 16,4 3 14-16,2 3-9 0,0 3 15 0,-1 3-3 15,5 3 9-15,0 4-14 0,4 3 9 16,-3 5-9-16,4 3 11 0,-2 4 0 0,-3 1-8 0,-2 1 4 15,-6-2-5-15,0 3 2 0,-5 0 2 0,0-1 12 16,-5 2-17-16,-3-3-2 0,-3 1 0 0,-3-2-3 16,-3 1-3-16,-4 0-4 0,-4 3-4 0,-4-1-6 15,-1-2-5-15,-4-1-1 0,-2-2-12 0,0-1-4 16,-3-3-8-16,0 1 1 0,-1-4-1 0,-1-1-16 16,3-4-16-16,0-1 0 0,0-2 3 0,3-3-25 15,1-1 16-15,0-1 8 0,1-2 0 0,3-2 0 16,0-1 10-16,4-2 13 0,1-1 7 0,1 2 10 15,3 1 7-15,1-2 23 0,6 8 1 0,-9-12 18 0,9 12 4 16,-4-9 6-16,4 9 12 0,0 0 5 0,0 0 12 16,9-8 2-16,-9 8 1 0,11 5 8 15,-2-1 5-15,3 4 11 0,0 0 2 0,6 4 1 0,2 1 6 16,4 4-4-16,5 3-1 0,2 2-15 0,1 0-1 16,4 0-7-16,1 0-7 0,5 1-9 0,6 3-11 15,3-2 0-15,-8-4-14 0,3-2 4 0,-2-2-6 16,1-1-3-16,-2-2-7 0,-1-1 0 0,-2-4 3 15,-6 1 2-15,-1-3-2 0,-4-3-5 0,-1-1 1 16,-5-2 0-16,-1-1-7 0,-1-1 9 0,1-4-2 16,-3-2-2-16,0-2-2 0,-2-3-8 0,-2-2 0 15,-3-1 1-15,0-3-6 0,-3-2-8 0,0-1 2 16,-2 1-1-16,-2-1 5 0,-2 1 3 0,0 2 1 16,-3 1-3-16,0 1 6 0,-2 1 0 0,-2 0-3 15,0 3 2-15,-4 1-8 0,1 2 10 0,-1 2-3 16,-2 3 0-16,-1 2 3 0,11 3 3 0,-24 1 2 15,13 4-3-15,-1 1 11 0,-1 4 2 0,3 2-1 16,-1 3 6-16,3 2 5 0,1 1 6 0,3-1 0 16,3 2 7-16,2 0-1 0,2 4 3 0,3-3-1 15,2 2 0-15,5 0-3 0,1 1-7 0,4-3 4 16,1 0-6-16,1-2-2 0,2-3 1 0,1 0-9 0,2-4-4 16,-3-2 2-16,2-2 2 0,1-1-1 15,0-2-6-15,1-2 2 0,0-3-2 0,1-2 0 16,-1-2-2-16,3-3-2 0,-1-2 5 0,-2-4-4 0,0-1-5 15,-4-4 4-15,2-5-9 0,-5 3-3 0,0-8-6 16,-4 3-10-16,-3 0 4 0,-1-3 1 0,-3 3 0 16,-3 2 0-16,-1 1-1 0,-2 4 18 0,-1 0-14 15,-3 0 14-15,0 4-19 0,-3-1 4 0,-1 1 2 16,-2 2 1-16,1 2 0 0,0 2-3 0,-1 1 14 16,2 2-22-16,6 6 14 0,-12-6-12 0,12 6 20 15,0 0-13-15,-7 8 8 0,7-8-4 0,6 14 5 16,3-1-1-16,5 2-2 0,4 3 7 0,3 1-4 15,6 3 5-15,1 2-4 0,0-2 9 0,1 1-9 16,0-1 6-16,-2-1-3 0,-5-3 9 0,0 1-6 16,-2-3 3-16,-4-1-6 0,0-1 4 0,-4-2-3 15,-1 0 1-15,-2-1-2 0,-2 0 6 0,-3-2-4 16,-4-9 8-16,1 17-9 0,-1-17 5 0,-7 15-3 16,0-9 5-16,-2 1-8 0,-2-2 5 0,0-1-6 15,-2-2 4-15,0 1-3 0,1-2 5 0,12-1-7 16,-22 2-8-16,22-2-22 0,-17-3-24 0,17 3-38 15,-11-6-24-15,11 6-42 0,-3-10 29 0,3 10-40 0,7-15 49 16,1 4-26-16,3 0 29 0,2-3-25 0,4-1 50 16,1-2-21-16,3-1 48 0,-1-1-35 0,1-1 64 15,0-1 15-15,-2 1-6 0,1-1 11 16,-1 0 26-16,-2-1-2 0,0 0 11 0,-3 1 1 0,1-1 21 16,-4 3 26-16,-1 0-26 0,0 0 0 0,-3 0 14 15,-1 1-11-15,-1 2 11 0,-2-1-6 0,1 0 1 16,-2 4 2-16,-2-1-2 0,-1 1 0 0,0 1-16 15,-3 1-2-15,1 1-6 0,-2 1-3 0,0 2-6 16,5 7-1-16,-15-9-3 0,15 9 3 0,-21 0 10 16,9 3 8-16,-2 4 4 0,0 1 11 0,-1 5 18 15,1 2 3-15,0 2-2 0,1 5 4 0,1 3-3 16,4-3-4-16,2 2-16 0,3 1 15 0,1 0-15 16,3 0 10-16,2 1-12 0,2-2 8 0,3 2-13 15,4 0 4-15,1-2-10 0,4-2 3 0,2-3-6 16,2 2-2-16,3-4-3 0,3-2-4 0,0-1-12 15,3-2 9-15,1-4-11 0,1 0 5 0,2-3-5 16,-5-1 5-16,0-3-8 0,0-1 7 0,1-1-6 16,-1-3 7-16,4-1-5 0,-3-3 3 0,0-1-9 0,-1-2 0 15,-1-3-2-15,-2-1 1 0,-1-2-8 16,-1 0-1-16,-3-1-1 0,-2-1 4 0,-3 0-7 0,-2 2 9 16,-3-1-1-16,1 3-1 0,-5-2 0 0,-1 3 3 15,-1 2-1-15,-2-1-5 0,-2 2 16 0,-1 11-14 16,-3-19 13-16,-2 12-15 0,-1 1 3 0,-3 0-2 15,-3 4 4-15,0 1-3 0,-3 2 4 0,0 1-1 16,-1 4 0-16,0 0 4 0,-1 3-2 0,1 2 4 16,0 1 3-16,2 1-9 0,1 2 12 0,2-1-3 15,4 0 5-15,1-1-14 0,0 2 15 0,4-3-10 16,1 0 10-16,2 0-8 0,1 0 10 0,1-1-9 16,3-1 5-16,0-1-4 0,2 0 9 0,1-1-10 15,1-1 10-15,-1-2-13 0,1-2 15 0,1 1-11 16,-11-4 12-16,19 2-11 0,-19-2 7 0,21-3-8 15,-12-1 11-15,1-2-12 0,-1-1 3 0,0-4 6 16,-1 1-4-16,1-2-2 0,-3 1 1 0,0-4-1 16,-1 2-4-16,-2-1-4 0,2 3 13 0,-3 0 11 15,0 1 6-15,-2 10 0 0,3-18-3 0,-3 18-5 16,2-14-10-16,-2 14-3 0,2-11-3 0,-2 11-4 16,0 0 0-16,0 0 5 0,0 0-2 0,0 0-1 15,0 0 0-15,0 0 1 0,7 6 2 0,-7-6-1 0,9 15 2 16,1-6 0-16,1 0-6 0,3 1-20 0,2 1-40 15,3-2-61-15,1 3-74 0,5 0-41 0,0 0-33 16,1 0-91-16,-1-2-44 0,-4-1-81 16,0-2-249-16,-1 0-242 0</inkml:trace>
  <inkml:trace contextRef="#ctx0" brushRef="#br0" timeOffset="130550.8704">23042 12311 454 0,'1'-17'508'15,"0"4"-61"-15,0 0-71 0,1 2-32 0,0-1-17 16,0 1-44-16,1 2-36 0,-3 9-34 0,8-16-29 16,-8 16-20-16,11-10-18 0,-11 10-10 0,18-2-17 15,-7 3 16-15,5 4-33 0,0 0-16 0,5 5-16 16,-2 0-14-16,5 3-13 0,-2 2-7 0,0 0-5 16,-2 3-9-16,1-1-7 0,-2 0-4 0,-3 1-3 15,0 0-4-15,-4-1-18 0,-1 0-8 0,1-1-6 16,-5-1 6-16,1-2-3 0,-2 0 14 0,1-2-7 0,-3-1 13 15,0-1-5-15,-4-9 3 0,4 16 4 16,-4-16 6-16,0 0-3 0,-2 14 6 0,2-14-17 0,0 0 18 16,-12 5-7-16,12-5 3 0,-15-6-3 15,6 3 7-15,1-3-16 0,-3-3-19 0,2 1 7 0,0-4-36 16,0 1-11-16,3-2-8 0,1 2 8 16,2 0-33-16,1-2-22 0,2 13-12 0,2-22-36 0,1 10 8 15,3 0 1-15,4 2-7 0,0 0-35 0,2 1-34 16,4-1-28-16,1-1-68 0,2 3-303 0,1-1-149 15</inkml:trace>
  <inkml:trace contextRef="#ctx0" brushRef="#br0" timeOffset="131201.5576">23794 12106 61 0,'7'-15'522'0,"-3"3"-57"0,0 1-52 16,-2-1-85-16,-1 1 3 0,-1 11-22 0,-1-23-30 15,-2 13-31-15,-1-1-11 0,-1 4-26 0,-2 0-19 16,-2 1-25-16,1 1-12 0,8 5-19 0,-20-3-22 15,20 3-9-15,-20 7-6 0,8 0-1 0,2 2-3 16,2 1-7-16,0 3-2 0,2 2-15 0,2 1-1 16,2 2 3-16,1 1-17 0,3 1-6 0,2 1-11 15,1 3-3-15,4-2-12 0,0 4-4 0,3-1-4 16,2-2 1-16,0 1-8 0,2-1-27 0,-1-2-1 0,2-2-2 16,-2-2-15-16,1-3 0 0,-2-1 6 15,1-1 1-15,-2-1-1 0,-1-4 11 0,1 0 3 0,-2-1 0 16,1-2 2-16,-12-4 5 0,20 2 2 15,-20-2-2-15,20-7 7 0,-12 1-1 0,2-3 0 0,-3-3-3 16,0-2 1-16,-1-5 2 0,-1-3 17 0,0-2-16 16,-1-7 0-16,-1-1-4 0,0-5 0 0,0-7-2 15,0 0 11-15,-1-3-4 0,2 0 2 0,-1-1 7 16,1 2 1-16,-1 3 5 0,0 5 14 0,1 5 29 16,-1 0 13-16,-1 8-8 0,1 1-12 0,-1 6-14 15,-1 2-14-15,1 4-6 0,-2 12-2 0,5-14-2 16,-5 14-4-16,0 0 0 0,9 7-4 0,-5 3 0 15,0 5 1-15,2 4-3 0,-1 4 1 0,3 4 8 16,0 3 0-16,0 2 2 0,2 5-5 0,0-2 7 16,0 1-5-16,-1-4 6 0,3 3-7 0,-3-4 2 15,1-2-8-15,0-1 1 0,-1 0 0 0,0-1 4 16,0-4-2-16,0-2-3 0,-2-1-2 0,0-2-1 16,0-2-15-16,-2-1-2 0,1-2 6 0,-2-2 2 15,1 0 4-15,-2-3 3 0,-3-8 2 0,9 14 1 16,-9-14-1-16,8 7 5 0,-8-7-9 0,0 0 0 15,19-1-3-15,-11-5-1 0,1 0-3 0,2-3-11 16,0-1-12-16,1 0 10 0,-1 0-2 0,0-1 17 0,-1-1-11 16,1 4 14-16,-2-3-12 0,-2 4 9 15,0 0-3-15,1 1 16 0,-8 6-16 0,9-11 7 16,-9 11-11-16,9-7 14 0,-9 7-10 0,0 0 13 16,15-3-10-16,-15 3 14 0,11 3-10 0,-11-3 10 0,16 7-14 15,-7-1 17-15,2 0-11 0,1 0 5 0,2 1-37 16,0-1-33-16,2 1-33 0,1 0-41 0,3-2-30 15,3 2-77-15,1 0-24 0,3-2 25 0,-3 0-30 16,3-2-120-16,1 0-115 0,-4-3-324 0,-2 0-380 16</inkml:trace>
  <inkml:trace contextRef="#ctx0" brushRef="#br0" timeOffset="132152.2719">26044 11628 65 0,'17'-10'418'0,"1"-4"-72"0,0 0 7 15,-2-1-34-15,-3-1-37 0,3 0-22 0,-5-2-25 16,1 1-29-16,-3-1-19 0,-3 0 12 0,1 4-6 16,-3-1-16-16,-1 0-24 0,-1 2-28 0,-2 1-17 15,-2 3-22-15,-3-1-18 0,-2 2-16 0,-1 4-3 16,-6 0-7-16,-2 4-4 0,-4 1-3 0,-5 3-6 16,-3 4-3-16,-2 2-2 0,-4 5-8 0,0 1 0 15,3 5-4-15,0 1-16 0,4 2 13 0,3 1-1 16,1 1-11-16,4 2 6 0,6-3-9 0,0 2 14 15,8 0-14-15,1-2 13 0,6 2-11 0,4 4 11 16,9 4-10-16,3-1 10 0,5 0 1 0,5-1-3 16,1 0-11-16,7 4-11 0,-5-8 9 0,1 0 0 15,1-1 13-15,-1-1-10 0,2-1 2 0,-3-1 0 16,-1 0-3-16,-2-3 3 0,1-1 1 0,-2 1-1 0,-4-4-2 16,-2-1 5-16,0-1 2 0,-4 0 0 15,-2-2 11-15,1-1 5 0,-3 0-1 0,1 1-8 16,-5-3 12-16,0 0-2 0,2-3 6 0,-6 2-1 15,1-2 11-15,-6-8-1 0,5 15 6 0,-5-15-3 0,-2 13-1 16,2-13-6-16,-14 10-5 0,-2-4-3 0,-1-1-5 16,-6-3-3-16,-6 0-4 0,-3 0-5 0,-6-2-4 15,-5-2-8-15,3 1-6 0,-8-3-3 0,10 0-14 16,3 1-2-16,5 0-15 0,3 0-34 0,3-1-47 16,6 1-32-16,2-1-18 0,3-3-25 0,6 2 10 15,7 5 7-15,-4-12-1 0,4 12-19 0,9-16 11 16,6 6-16-16,1-2-13 0,2 0 6 0,6-3 16 15,6-4 26-15,1-1 12 0,3-2 43 0,-1-3 30 16,-1 0 31-16,2-3 47 0,-5 0 33 0,2-4 54 16,-2 1 16-16,-2-3 59 0,-2 0-10 0,0-1 55 15,-4 0-17-15,-2-1 31 0,0 0-5 0,-2 3 56 16,-1-1 9-16,-5 4 2 0,1 2 46 0,-1 0-5 16,-3 8-12-16,0-2-14 0,-2 3 7 0,-1 4-75 15,1-1-23-15,-1 4-69 0,-1 4-7 0,-4 8-37 16,8-8 37-16,-8 8-19 0,8 4 38 0,-5 5 5 15,5 5 11-15,-1 4-4 0,5 7-20 0,-2 3-12 16,5 7-19-16,0 2-17 0,3 1-13 0,0 1-5 16,4 2-14-16,1 6-44 0,-3-5 39 0,7 3-36 0,-5-5 9 15,-1 0-92-15,1-2-9 0,0 0-63 0,-1-4-66 16,-2 0-58-16,0-3-70 0,-5-4-41 16,-1-2-29-16,-2-4-54 0,-2-3-3 0,-4-3-23 0,-1-1-1 15,-2-3-57-15,-2-11-267 0,-2 13-349 0</inkml:trace>
  <inkml:trace contextRef="#ctx0" brushRef="#br0" timeOffset="132667.6435">26739 12280 148 0,'-10'-12'561'0,"1"3"-99"0,1-1-48 15,0 2-22-15,3 0-4 0,-1 0-37 0,3 1-47 16,3 7-45-16,-7-16-18 0,7 16-13 0,-4-13-33 16,4 13-29-16,2-11-27 0,-2 11-25 0,4-10-30 15,-4 10-16-15,14-9-16 0,-14 9-11 0,21-7-6 16,-10 5-30-16,0-1-28 0,3 2-25 0,1-1-31 15,1 1-27-15,1-1-9 0,2 1-5 0,-1 0 9 16,0-2 16-16,0 0 5 0,-1-1 14 0,0 0 15 16,0-3 7-16,-1 1 12 0,-3-3 10 0,1 0 18 15,-1 0 25-15,-1 0-6 0,-3-1 77 0,1 2 10 16,-3-2 0-16,1 2-2 0,-2 1 26 0,-6 7 25 16,9-15-7-16,-9 15-26 0,7-10-28 0,-7 10-18 15,7-8-20-15,-7 8-2 0,0 0-9 0,0 0 1 16,0 0-4-16,0 0 0 0,7 12 0 0,-7-12-2 15,2 16 1-15,0-5-3 0,0 0-3 0,0 1 6 16,3 3-8-16,-1-1 7 0,3 1-16 0,-2 0 9 16,4-1-15-16,-3 1 1 0,6 0-3 0,-2-2-6 15,-1-1-6-15,3 0-5 0,-1-2-5 0,0-1-5 16,1-2 6-16,-1 1 0 0,1-4 5 0,0-1-3 16,-12-3 9-16,23 0-1 0,-12-2 7 0,0-2 2 15,3-2 0-15,-5-2 14 0,2-1-20 0,2-2 3 0,-4-2-2 16,0-3 3-16,1 0 0 0,-4 2 2 15,1-2 7-15,-1 2 22 0,0 2 4 0,-2-1-4 16,1 2-8-16,-1 3-3 0,-4 8-8 0,6-16-8 16,-6 16 0-16,5-9-2 0,-5 9-2 0,0 0 1 15,0 0-1-15,16 1 0 0,-16-1 3 0,17 10 1 16,-5-1-1-16,-1 0 1 0,5 3-2 0,2 0-17 0,2 4-34 16,3 1-40-16,-1-1-52 0,0 1-49 15,1-3-55-15,2 3-39 0,-1-2-53 0,0 1-83 0,0-2-99 16,-2-1-332-16,-2-2-401 0</inkml:trace>
  <inkml:trace contextRef="#ctx0" brushRef="#br0" timeOffset="134102.7206">28192 11646 15 0,'0'-35'595'16,"0"6"-71"-16,-1 0-112 0,1 4-46 0,-1 5 2 0,1 1-43 15,-2 1-79-15,2 5-42 0,0 1-59 0,0 12-5 16,2-13-2-16,-2 13-11 0,0 0-11 0,0 0 1 16,7 14-6-16,-4 1-12 0,1 7-6 0,1 3-9 15,-1 9-11-15,4 6-11 0,0 2-12 0,-2 4-11 16,1 0-4-16,0-1-6 0,-1 2-7 0,2-2-2 16,-2-1 1-16,1-1-1 0,0-1-4 0,0-4-2 15,-1-5-6-15,1-2-1 0,-1-1-6 0,1-1-14 16,2-2-3-16,-2-5-8 0,0-1-15 0,-1-2-13 15,0-5 13-15,-2 1 3 0,3-2 14 0,-3-4 2 16,0 0 9-16,-4-9-4 0,9 10 0 0,-9-10 0 16,0 0 12-16,13 2-11 0,-13-2 8 0,3-9-1 15,-3 9-3-15,0-18 6 0,-3 6-1 0,-2-2 3 16,-4-4-7-16,-2-1 3 0,-5-3 0 0,-5 0-9 16,-4-1 11-16,-2 2-8 0,-2 0 6 0,-5 4-4 15,-3 0 11-15,-1 3-13 0,-4 4 9 0,0 3-7 16,4 3 9-16,-3 4-10 0,3 2 9 0,2 0-11 15,1 5 15-15,3 2-2 0,2 0 1 0,4 3 2 16,3 1-1-16,6 1 5 0,3-1 3 0,4 2 2 16,4-1-5-16,6 1 12 0,3 0-1 0,5-1-1 15,6 3-2-15,6 0-7 0,4-1 4 0,3-1-3 16,9 0-11-16,0-2-13 0,2-1-24 0,3-2 0 16,0-1-23-16,-4-3 19 0,-1-2-8 0,1-1 19 15,-1-1-15-15,-5-1 15 0,0-4-8 0,-1 0 11 16,1-1-16-16,2-3 18 0,-3-1-3 0,-3-2 4 15,0-2 7-15,-3 0 0 0,0-1 1 0,-6 0 2 16,-1-2-1-16,-3 0 1 0,-1 1-14 0,-2-1 17 16,-4 1 0-16,-1 1-10 0,-3 1 15 0,-1 1-14 15,-2 11 22-15,-2-19-12 0,-3 11 14 0,-1 2-4 16,-4 0 19-16,1 2-7 0,-2 1 15 0,11 3-9 16,-22 0 19-16,11 2-19 0,-3 1 20 0,5 3-4 15,0 0 4-15,-1 1-8 0,2 0 5 0,3 2-10 16,0 0 2-16,2 1-6 0,3-10-7 0,3 22 4 15,1-11-14-15,2 0 11 0,3 1-15 0,3-2 11 16,3 2-13-16,2-1-1 0,0-3-24 0,1 2 6 16,2-3-23-16,-3-1 24 0,2-2-10 0,0 0 19 15,1-2-10-15,-1-1 21 0,-1-2-7 0,0-1 24 0,-1-2 19 16,0-1 12-16,-2-2 6 0,2-2-6 16,-3-3 5-16,1-1 9 0,-2 1 1 0,-1-3-12 15,-2 0-4-15,-2 1 10 0,1 1 1 0,-2 1-3 16,-1 0 0-16,-1 3-2 0,0-1-8 0,-2 2-13 15,-3 8-10-15,10-12-8 0,-10 12-1 0,6-7-6 16,-6 7 2-16,0 0 0 0,0 0-2 0,0 0 1 16,13 0-2-16,-13 0-1 0,6 8 1 0,-6-8 0 15,6 11-1-15,-6-11 1 0,11 13 0 0,-5-6-6 16,1-1 4-16,-1 1 4 0,0 2-6 0,1-1 0 16,0-1-6-16,1 0-9 0,-1 1-10 0,0-1-3 0,0-1-1 15,1 0 3-15,-8-6 12 0,12 10 3 16,-12-10 0-16,12 7 3 0,-12-7 1 0,14 2-13 15,-14-2 8-15,14-2 2 0,-14 2-1 0,15-8 0 16,-7 2 6-16,0-3-6 0,1-1-2 0,-1-2-6 0,1-1 10 16,0-4-9-16,1-1 13 0,-1 0-11 0,1 0 11 15,-1-1-7-15,0 1 11 0,-1 1 12 0,-1 2 7 16,0 2-1-16,-1 1 13 0,-1 2-13 16,0 1-3-16,-1 0-11 0,-4 9-2 0,6-11 1 15,-6 11-1-15,0 0-1 0,7-7 8 0,-7 7-5 16,0 0 11-16,0 0 2 0,8 9 4 0,-8-9 1 0,9 10 10 15,-1-2 10-15,1 1 0 0,2-1 0 0,3 2-3 16,4 1-5-16,1-1-5 0,3 1-5 16,4 2-6-16,1-3-3 0,2 0-3 0,0 0-3 15,0-2-3-15,-3-1 1 0,-2-1-3 0,1-1 2 0,-5-2 1 16,-1-2 2-16,-2-1 0 0,-1-3-2 0,-2-3-4 16,-2-1 4-16,-3-4-1 0,-4-3 3 15,-2-4 15-15,-3-4 16 0,-4-8-12 0,-3-9 9 0,-3-5-6 16,-2-2 12-16,1-1-3 0,-3-10 15 15,5 7 1-15,2 0-10 0,1 0-7 0,0 0 20 16,3 2 20-16,1 4-30 0,0 8 85 0,2 8-18 0,-2 3 22 16,1 5-68-16,0 2 15 0,1 1-62 0,-2 8 31 15,2 9-49-15,0 0-4 0,0 0 2 16,0 0 3-16,0 0 1 0,-4 20 12 0,5 4-36 16,2 8 42-16,3 8-24 0,1 5 6 0,2 5-2 15,3 9 2-15,4 3-1 0,0 1-10 0,3-1-40 0,-1-2-45 16,2-3-30-16,-1 0-31 0,0-2-35 0,-3-11-3 15,0-1-8-15,0-3-3 0,-3-4 26 0,0-7-2 16,-3-4 24-16,-3-5 10 0,0-2 41 16,0-3 13-16,-2-3 27 0,-5-12 0 0,6 14 25 15,-6-14-3-15,0 0 21 0,0 0-8 0,0 0 16 0,-10-10 9 16,2-2 3-16,0-1-1 0,-2-5-2 0,-4-5 1 16,2-1-14-16,-1-2 18 0,1 0-15 0,1 1 22 15,2-1-8-15,1 4 27 0,3 1 1 16,2 4 20-16,2 0-18 0,3 1 0 0,3 2-13 15,4-1 7-15,3 0-17 0,3 3 7 0,4 0-12 0,3 2 7 16,5 0-9-16,3 1-8 0,4 1-17 0,2 1-51 16,2 3-81-16,9-1-56 0,-1 1-25 0,1-2-116 15,0 2-147-15,0-2-317 0,-1 0-349 0</inkml:trace>
  <inkml:trace contextRef="#ctx0" brushRef="#br0" timeOffset="134402.2166">30669 10887 498 0,'-7'-23'492'0,"0"3"-81"0,3 4-97 0,1 2-64 16,3 14-42-16,-1-15-14 0,1 15 46 0,0 0-9 16,18 8-1-16,-2 11-8 0,9 11-5 15,7 11-19-15,3 9-8 0,3 4-21 0,2 7-20 16,-1 2-19-16,0 5-11 0,3 14 1 0,-10-11-19 15,-2 0-8-15,-2 1-8 0,-4-2-15 0,-2 2-10 0,-3-2-18 16,-4 0 1-16,-4-4-21 0,-5 3 5 0,-4-11 12 16,-5 8-27-16,-7-2 12 0,-4-2-7 15,-6-2 2-15,-7-3-3 0,-4-2-5 0,-5-5 5 16,-7 0-17-16,-4-6 8 0,-5-4-36 0,-8-1-11 16,-9-6-59-16,-5-1-61 0,-9-5-86 0,-23 2-159 0,-5-4-157 15,-6-3-615-15,-8-2-789 0</inkml:trace>
  <inkml:trace contextRef="#ctx0" brushRef="#br0" timeOffset="138187.0252">6621 15387 30 0,'7'-22'436'0,"0"0"-122"16,0 1-10-16,-1 1-34 0,-2 4-52 0,-1 1 1 15,1 2-8-15,-2 1 6 0,-2 12-87 0,0-17-25 0,0 17-24 16,-6-11-15-16,6 11-9 0,-16-2 38 15,1 7-53-15,-5 3 37 0,-4 6-29 0,-7 9-1 0,-1 4-12 16,-7 9 1-16,1 1-3 0,2 6 43 0,1 0-58 16,4 1 42-16,7-5-59 0,4 3 47 0,5-1-59 15,5 0 1-15,3 1-2 0,8-6 9 0,7 6 0 16,5 0 1-16,7-2 0 0,10 7 13 0,6-1-13 16,5-2-5-16,5 0 55 0,3-2-53 0,4 3 1 15,3-1 48-15,1-1-48 0,-1 0 36 0,0 3-6 16,-3-2-50-16,-3 0 56 0,-5 0-59 0,-5 0 54 15,-5 2-56-15,-7-2 7 0,-8-7 0 0,-4 1 0 16,-6-3 6-16,-6-1 48 0,-3-1-51 0,-4-1 51 16,-5 0-12-16,-7 4-1 0,-4-1-5 0,-6-3-5 15,-1-1-2-15,-4-2 0 0,-4-3-5 0,0-2 2 0,-3-3 0 16,-3-2-4-16,-1-4 0 0,-2-2 1 0,-1-4 7 16,1-3-12-16,3-3-5 0,1-5-6 0,0-1-3 15,-3-5-3-15,1-3 3 0,5-2-5 0,6 0 8 16,4-3-61-16,3 0 48 0,4-2-37 0,3-2 32 15,6 2-39-15,5-1 7 0,4 0 14 0,4 1 11 16,4-6-2-16,8 0 18 0,5-3-15 0,6-3 20 16,5 4-13-16,5-1 10 0,9-5-6 0,5 3 13 0,4-1-4 15,4 2-4-15,4 0-1 0,3 2 3 16,1 2-22-16,1-1 6 0,0 4 3 0,-3 0-4 16,-3 1 3-16,-3 1 10 0,-11 3-4 0,-3 2 17 15,-3 0-10-15,-3 0 20 0,-8 2-15 0,-2 0 15 0,-4 0-4 16,-5 1 8-16,-2 0 15 0,-5 0 9 0,-1 1-4 15,-3 0 3-15,-4 2 2 0,-4 8-6 16,2-17 8-16,-2 17 16 0,-7-15-5 0,0 8 13 0,-2 1 1 16,1 4 19-16,-2-2-8 0,-2 2-16 0,12 2 27 15,-23 2 39-15,8 2-55 0,1 3 33 0,1 1-54 16,-1 4 43-16,0 3-9 0,3 1-6 0,0 2-10 16,3 1-8-16,3 3 0 0,2 0-2 0,2-1-4 15,4 2-48-15,2 1 47 0,5 2-51 0,2-1 49 16,5 0-50-16,4 2 8 0,4-3 4 0,4-1-4 15,3-3 0-15,4-1 4 0,4-3-2 0,2-3 3 16,1-3-6-16,2-2-1 0,0-3 33 0,-4-2-56 16,-1-3 27-16,-2 0-56 0,-1-3 46 0,0-1-44 15,-4-2 40-15,-1-3-39 0,-2-1 37 0,-5-3-49 16,0-4 36-16,-4-2-1 0,-2-3 20 0,-4-3-29 16,-3-4 2-16,-3-3-53 0,-2-8 59 0,-5-3-43 15,1-6 6-15,-7-2 10 0,-1-2 5 0,-6-15 12 16,-1-2-8-16,-1-4 8 0,-3-2 49 0,-1-4-36 0,-2 2 7 15,-1 2 35-15,2 4 15 0,-3 4 56 0,2 8 27 16,-1 6-10-16,3 12-11 0,0 5-7 16,0 5-8-16,3 7-14 0,-2 5-8 0,2 4-8 15,-2 5-7-15,2 5-10 0,-1 3 5 0,-1 6 0 0,-2 6 8 16,1 3-13-16,-3 8 7 0,1 8 2 0,3 6 3 16,2 6 61-16,4 3-61 0,3 5 49 15,3 5-64-15,4 4-4 0,3 13 11 0,3 3-4 0,4 2 47 16,4 2-69-16,3-1 53 0,5-1-67 0,3-1 56 15,5-5-67-15,5-4 62 0,3-1-63 0,3-5 58 16,2-2-62-16,1-4 6 0,2-6 57 0,-1-2-64 16,-1-4 51-16,-2-5-66 0,-7-9 45 0,-2-2-70 15,-2-5 54-15,-4-5-59 0,-1-2 62 0,-5-4-49 0,0-3 49 16,-1-5-66-16,-1 1 36 0,-1-5-46 16,0-3-5-16,2-3-16 0,2-6-1 0,0-2 44 15,-1-4-39-15,0-4 58 0,0-3-5 0,-4-1 11 0,-2 3 1 16,-3-1 11-16,0 2 7 0,-4 3 33 0,-2 0 3 15,-3 4 12-15,0 1 3 0,-2 2 0 0,-2 1-45 16,-1 1 39-16,-1 5-46 0,-3-2 39 0,0 3-38 16,-2 5 48-16,8 2-41 0,-19-3 49 0,19 3-47 15,-21 5 46-15,12 0-43 0,-1 4 58 0,0 1-51 16,3 3 67-16,0 0-57 0,3 4 50 16,1 0-61-16,2 2 53 0,1-1-55 0,2 2 0 0,3 1 2 15,1 1 13-15,3-3-13 0,3 1 52 0,0-1-62 16,3-2 49-16,0-2-49 0,3-2 47 0,-1 0-58 15,2-1 27-15,-1-1-53 0,3-4 54 0,0-1-75 16,-3-2 33-16,2-2-48 0,0-2 36 0,-1-1-27 0,0-2 1 16,-3-1 14-16,2-2 58 0,-4-2-60 15,0 0 53-15,-2-4-46 0,-1 1 48 0,-1-3-3 16,-1 0-2-16,-1-2 4 0,-2 1 9 0,-2 0 5 0,0 0 2 16,0 0 11-16,-2 1 0 0,-1 2 12 0,-1 1 9 15,0-1-4-15,0 12 9 0,-2-19-1 0,2 19-12 16,-4-15-4-16,4 15-8 0,-6-10-9 0,6 10-1 15,0 0 0-15,-13-2 5 0,13 2 10 0,-8 6-52 16,8-6 61-16,-8 14-57 0,8-14 55 0,-4 17-55 16,4-17 66-16,3 21-54 0,1-11 55 0,4 1-53 15,4 1 56-15,2-1-54 0,4 0 47 0,2-1-54 16,3 0 50-16,2-3-57 0,6 0-4 0,-4-2-19 16,7-3-32-16,-3-1-27 0,1-1-3 0,4-2 39 15,-1-1-62-15,-1-3 35 0,-4-1-63 0,0 0 66 0,-3-4-43 16,-1-3 48-16,-4-1-28 0,-4-3 60 15,-3-4-35-15,-4-2 36 0,-3-5-7 0,-3-2 23 16,-5-4-18-16,-3-9 9 0,-4-2 14 0,-3-4 5 16,-5-10 49-16,-1-5-45 0,-4-2 1 0,0-2 0 0,-3-3 4 15,-1-2 18-15,0 0 14 0,-2 5 15 16,1 2 35-16,-3 5 35 0,0 6 16 0,0 8-8 16,0 3 24-16,4 12-24 0,1 4 1 0,5 6-29 0,0 4-12 15,3 5-22-15,3 6 0 0,1 5 4 0,11 3 33 16,-15 7 13-16,8 6 8 0,5 5-1 0,3 10 59 15,6 12-79-15,6 7 65 0,8 10-63 0,3 5-13 16,5 4-8-16,5 3-9 0,8 12 5 0,1 2-11 16,-5-16 54-16,1-1-79 0,-1-2 53 0,-1-3-79 15,-2-3 66-15,-1-4-83 0,-2-3 71 0,-3-3-76 16,-5-9 55-16,-3-2-87 0,-3-2 5 0,-1-3-1 16,-4-5-22-16,-1-3-19 0,-3-3 2 0,-1-2-3 15,0-5 3-15,-3-1 70 0,0-1-50 16,-1-3 14-16,-4-9-36 0,5 14-18 0,-5-14 0 0,0 0-19 15,0 0 2-15,0 0 62 0,0 0-29 0,-8-12 62 16,2 4-26-16,-1-5 57 0,-1 1 30 0,-2-1-43 16,0-2 65-16,-2-1-7 0,1 1 56 0,-3 2-67 0,1 0 91 15,-1 0-69-15,-1 1 78 0,2 1-47 0,1 3 80 16,3-1-68-16,0 2 53 0,0-1-100 16,3 2 51-16,6 6-89 0,-10-10 55 0,10 10-74 0,0 0 51 15,8-16-123-15,7 9-3 0,6-4-138 0,10 1-66 16,14-4-106-16,2 1-119 0,15-1-163 0,3-1-311 15,4 0-576-15</inkml:trace>
  <inkml:trace contextRef="#ctx0" brushRef="#br0" timeOffset="139970.2761">10974 16368 219 0,'-31'-42'662'0,"7"6"-102"0,0 1-65 0,1 1-25 15,2 4-70-15,2 1-13 0,2 6-31 0,2 2-45 16,3 5-33-16,2 1-51 0,1 4-60 0,0 0-38 15,3 5-29-15,6 6-6 0,0 0-2 0,0 0-6 16,-8 11 17-16,10 5-9 0,0 7-11 0,3 10-6 16,1 8-9-16,2 3-16 0,1 2 45 0,1 4-75 15,4-2-5-15,1 8-3 0,2-2 21 0,1-1-54 16,-1-8 32-16,0-4 0 0,4 0-3 0,0-4-9 16,0-2-7-16,2-3-2 0,-2-4-13 0,-2-6-27 15,-1-3 53-15,-2-4-70 0,0-2 83 0,-2-5-79 0,0-3 36 16,-1-3-75-16,0-3 53 0,0-5-82 0,0-2 14 15,1-6 13-15,-1-4 16 0,-1-6 48 0,-1-1-56 16,-1-2 73-16,-1-4-50 0,-1 2 63 0,1 0-47 16,-3 1 66-16,0 6-40 0,-2 1 78 0,-1 6-56 15,1 0 48-15,-1 3-63 0,1 0 50 0,-2 3-59 16,-2 9 60-16,3-13-58 0,-3 13 63 0,0 0-61 16,0 0 63-16,10-3-63 0,-10 3 61 0,12 9-59 15,-3-3 64-15,2 1-61 0,5 0 59 0,0 1-60 16,8 1 64-16,3 0-66 0,3 0 61 0,5-3-65 15,3 0 44-15,8-1-89 0,0-2 22 0,4-1-71 16,-8-1 25-16,2-2-49 0,2-1 48 0,-6-2-28 16,-1-1 58-16,-7-2-33 0,-1-1 58 0,-9 0-37 0,-3-3 71 15,-5 1-47-15,-4-3 50 0,-6-1-43 0,-3 1 74 16,-4-3-29-16,-5-3 73 0,-5 0-27 16,-3-2 19-16,-3-1 16 0,-4 3 12 0,-2 2 22 15,2 0 24-15,-1 3 7 0,0 1-9 0,3 4-23 0,4 1-18 16,-2 2-20-16,3 4-12 0,1 2-5 0,0 2 70 15,-1 4-73-15,3 3 71 0,-1 3-96 0,3 2 60 16,4 0-84-16,2 2 68 0,2 0-79 0,0 3 64 16,6 0-70-16,1 2 1 0,3 0 2 15,3-1 1-15,0-1 4 0,5 3-9 0,-1-1-8 0,3-2-28 16,2-1-20-16,-3-4-13 0,3-1-7 0,-1-1-7 16,0-2 8-16,1-2 15 0,-2-2 14 0,-2-1 10 15,-3-3 19-15,-12-2 6 0,23 0 7 0,-23 0 41 16,16-7-40-16,-10-1 53 0,-1-2-58 0,-3-3 56 15,0-3-56-15,-2 0 70 0,-1-3-40 0,-1 0 79 16,1 1-29-16,-4 0 5 0,2 0 10 0,0 1 13 16,0 2-12-16,-1 1-1 0,1 0 23 0,1 3 0 15,-2 0-23-15,4 11-22 0,-2-17-13 0,2 17-8 16,-5-13-9-16,5 13-6 0,0 0 1 0,0 0-6 16,0 0-1-16,0 0 0 0,0 0-3 0,14 5-4 15,-6 3-18-15,4 2-15 0,1 2 37 0,2 1-94 16,1 1 18-16,5 1-83 0,-1 0 39 0,1 0-66 0,-1-2 35 15,-1-3-49-15,2 2 54 0,-1-4-30 0,-2 2 58 16,0-4-32-16,-4-1 68 0,2-1-31 16,-4-1 69-16,-12-3-38 0,23 0 60 0,-23 0-34 0,16-8 63 15,-9 1-35-15,-3-1 65 0,-1-4-39 16,-3-1 88-16,0-1-26 0,-2-3 64 0,0 1-26 0,-1-1 81 16,-1-1-30-16,0 2 10 0,2 2 35 0,-2 1-11 15,2 3-24-15,0 0-34 0,2 10-29 0,-4-17-25 16,4 17-18-16,-1-13-13 0,1 13-9 0,0 0-5 15,0 0-3-15,7-6-2 0,-7 6 1 0,12 8-6 16,-5-2 0-16,3 3-7 0,1-1-2 0,1 4 0 16,1 0 14-16,1 1-22 0,-1 1 1 0,3 1 0 15,-3-1-6-15,1 0 0 0,-1 1-9 0,0 1-15 16,-1-3-10-16,-1 3-6 0,1-4 2 0,-1 3-6 16,-3-3-7-16,1-1 5 0,-2 0 4 0,0-2 1 15,-3-1 5-15,1-2 5 0,1 2 10 0,-6-8 6 16,8 12 5-16,-8-12 11 0,6 9 0 0,-6-9-2 15,0 0-15-15,9 6-30 0,-9-6 45 0,0 0-73 0,6-10 58 16,-6 10-82-16,8-13 47 0,-5 1-52 16,1 0 71-16,2-2-44 0,-1-1 59 0,1-1-46 15,0 0 66-15,0 1-47 0,-1-2 68 0,-1 2-57 16,2 1 100-16,-3 0-60 0,1 0 63 0,1 4-56 0,-3 0 61 16,-2 10-66-16,5-16 51 0,-5 16-74 0,4-12 56 15,-4 12-70-15,4-10 64 0,-4 10-64 16,0 0 5-16,0 0 62 0,7-5-65 0,-7 5 63 0,0 0-63 15,12 11 60-15,-12-11-62 0,13 10 68 0,-7-4-70 16,2 1 63-16,0 0-73 0,1 0 58 0,0-1-76 16,1 1 52-16,1 0-59 0,2-1 56 0,-2 0-56 15,-2 0 36-15,3-2-44 0,-1-1 54 0,-2 2-41 16,2-3 61-16,-11-2-53 0,20 3 58 0,-20-3-50 16,20-1 63-16,-20 1-56 0,19-6 56 0,-9 2-50 15,-1-1 54-15,0-2-48 0,1 0 54 0,-2-1-53 16,1-1 60-16,1-1-4 0,-2 1 90 0,-1 0-78 15,0 1 47-15,0 0-65 0,-1 1 73 0,1 0-61 16,-7 7 57-16,9-12-84 0,-9 12 49 0,10-9-69 16,-10 9 63-16,12-6-69 0,-12 6 62 0,17-1-66 15,-17 1 64-15,24 4-70 0,-10 0 66 0,1 1-64 16,3 0 67-16,0 2-72 0,2 0 68 0,3 0-66 16,0 1 63-16,-2-2-70 0,4 1 59 0,0-1-82 15,0-1 55-15,-3-1-75 0,3 0 54 0,0 0-67 0,0-1 58 16,-3-2-47-16,-2 0 59 0,0-2-44 15,-2 0 59-15,2-3-58 0,-3 0 67 0,-2-3-55 16,1-3 40-16,-3-3-53 0,1-1 13 0,-5-3 11 0,-1-3 6 16,-3-1-5-16,-1-2 7 0,1-2 5 15,-5-2 4-15,-3 2 21 0,1 0 1 0,-2 2 23 16,1 0 10-16,-3 3 5 0,-1 2 5 0,1 2-3 0,-2 4-1 16,0 2 6-16,-1 3 5 0,-1 2 17 0,10 5 3 15,-15 1 6-15,6 4 20 0,0 7 0 0,2 2 5 16,-1 7 9-16,5 2-8 0,3 5-2 0,3 4-16 15,3 1-13-15,3 6-13 0,7 2-10 0,1-2-1 16,11 9-48-16,1-4-76 0,4-1-78 0,4-1-72 16,1-3-93-16,2-3-73 0,0-2-54 0,-6-8-90 15,5 0-506-15,-4-4-662 0</inkml:trace>
  <inkml:trace contextRef="#ctx0" brushRef="#br0" timeOffset="140171.4973">14390 16631 726 0,'5'-8'844'0,"-5"8"-237"0,8-10-80 16,-8 10-86-16,0 0 31 0,0 0 0 0,-10 9-30 15,1 0-54-15,-6 6-35 0,-3 4-45 0,-5 5-76 16,1 5-6-16,-3 1-48 0,0 5-34 0,1 0-32 16,1 3 14-16,1 2-67 0,2 0-10 0,-1-1-95 15,6 1-25-15,0-3-152 0,2 1-48 0,3-8-165 16,-2 6-80-16,5-6-89 0,3-1-236 0,0-6-319 0,1-5-776 15</inkml:trace>
  <inkml:trace contextRef="#ctx0" brushRef="#br0" timeOffset="140822.2481">15518 16234 160 0,'0'0'686'15,"-14"-8"-151"-15,14 8-110 0,-19-6-50 0,19 6-35 16,-23-2-37-16,11 1-8 0,-5 2-13 0,4-1-21 15,-1 0-28-15,3 2-37 0,11-2-40 0,-23 2-29 16,23-2-32-16,-14 3-21 0,14-3-13 0,-9 5-7 16,9-5-11-16,0 0-9 0,12 7-1 0,-1-4-29 15,6 0-27-15,2-1-14 0,3-2-13 0,5 0-20 16,-1-2-16-16,3 0-4 0,-5-2 0 0,1 1 2 16,0-2 5-16,-4-1 1 0,-3-3-3 0,-3-1 11 15,-3-1-6-15,-2-2 16 0,-5-1 27 0,-3-2-11 0,-4-1 26 16,-3-2-18-16,-4-1 13 0,-4 0 6 15,-2 1 27-15,-5 1 20 0,-2 1 4 0,-4 3 15 0,-1 1 5 16,-2 6 10-16,2 1 0 0,-3 5 12 16,1 2-4-16,-7 4 12 0,-4 5 11 0,0 6-12 0,-2 3-4 15,3 3 4-15,-6 7-17 0,4 5 1 0,3 0 45 16,8-3-76-16,2 1 49 0,3 2-69 0,5-1 57 16,4 0-76-16,5-4 62 0,6-1-72 0,5-1 66 15,4-2-70-15,6 1 67 0,10 2-78 0,7-4-24 16,7-2-33-16,6-3-48 0,10-4-55 0,13 0-70 15,5-4-20-15,4-2-19 0,4 0-47 0,-1-4-36 16,0-1-108-16,-12-3-255 0,-3-2-258 0</inkml:trace>
  <inkml:trace contextRef="#ctx0" brushRef="#br0" timeOffset="141972.1761">16048 16218 249 0,'-5'-32'704'0,"-2"0"-71"0,-1 2-53 16,2 7 1-16,0 1-39 0,1 2-75 0,1 4-20 15,1 2-108-15,-1 3-40 0,0-1-93 0,2 3-8 0,2 9-70 16,-4-13 18-16,4 13-23 0,0 0 10 16,0 0-51-16,0 0-4 0,5 21-12 0,1-5 22 15,0 5-54-15,3 4 27 0,0 4-12 0,3 0-9 0,2 6-6 16,1-1-8-16,1 1-8 0,0-1-19 0,0 0-20 16,1-2-25-16,-3-6-27 0,0-1-10 0,-1-4-15 15,-4-3-19-15,1-1 13 0,-2-5 17 16,-1 0 12-16,-2-2 18 0,0-1 5 0,-5-9-38 0,9 10-48 15,-9-10 31-15,0 0-57 0,9-4 56 0,-9 4-46 16,4-18 56-16,-3 1-36 0,0-2 21 0,-1-3 22 16,1-3 15-16,-1 0 28 0,2-1 35 0,-1 2 28 15,2 1 20-15,-2 4 9 0,0 0 36 0,0 2 24 16,0 4 22-16,-1 0-13 0,2 1-6 0,-2 12-38 16,1-20-2-16,-1 20-19 0,2-14-5 0,-2 14-14 15,5-9 21-15,-5 9-4 0,0 0 20 0,16 1-20 16,-8 2 7-16,3 4-3 0,2 3 10 0,2 0-31 15,1 3-4-15,0 2-7 0,3 3-4 0,-2 0 0 16,2 0-6-16,-3 0-4 0,0-1-25 0,-2-1-9 16,0 0-29-16,-2-3 29 0,1 2-69 0,-4-4 68 15,0 0-79-15,1-1 61 0,-4-2-44 0,1-1 76 16,-7-7-51-16,11 10 71 0,-11-10-90 0,0 0 49 0,14 0-59 16,-14 0 51-16,10-11-49 0,-3-1 61 15,1-3-41-15,0-3 17 0,1 0 19 0,0-1 18 16,1-1 43-16,-2 2 16 0,1 1 16 0,-1 2 12 15,-1 1 10-15,-1 2 14 0,-1 2-10 0,0 2-22 0,-1-2-1 16,-4 10-15-16,8-15-5 0,-8 15-12 0,7-9-6 16,-7 9 2-16,0 0 1 0,13-1 7 0,-13 1 3 15,15 8 1-15,-6 0-9 0,3 1-3 0,1 4-2 16,1 1-1-16,3 1-4 0,3 1-5 0,1 3 9 16,3-1-7-16,5 1-3 0,1 0-2 0,2-2-6 15,-2-3-12-15,0-2-23 0,0-2-3 0,1-1 43 16,-1-2-80-16,-5-2 62 0,2-2-61 0,-3-2 71 15,-2-1-60-15,0-1 74 0,-5-2-65 0,5-3 69 16,-2-1-57-16,-3-5 65 0,0-1-62 0,-3-3 10 16,-2-1 8-16,-1-2 7 0,-2-2 14 0,-1 0 11 15,-2 0 18-15,-1 0-5 0,-2 3 13 0,0 1 10 16,-2 1 11-16,0 3-23 0,-1-2 13 0,-2 3-24 16,0 2 13-16,-2 1-23 0,-1 0 15 0,5 9-22 15,-15-8 2-15,15 8 17 0,-21-2-18 0,7 6 17 16,0 2-22-16,-1 3 32 0,-1 1-22 0,0 2 2 15,3 3-9-15,0 1-1 0,2 0 2 0,3 2-3 16,2-2-2-16,2 0 0 0,4 0 4 0,1 1-3 0,4-2-2 16,1 1-14-16,3-5-13 0,2 1-6 0,5-2-15 15,3-1 63-15,-3-4-98 0,3 0 49 0,0-2-66 16,1-1 69-16,0-3-68 0,-2-1 62 16,2-2-46-16,-1-3 64 0,0-2-45 0,-2 0 10 0,-2-3 14 15,-1-1 8-15,-3-4 8 0,-2 1 13 0,-2-3 9 16,-1 2 20-16,-3 0 12 0,-2 0 21 0,-1-1 49 15,-1 1-31-15,-2 0 27 0,1 2-21 0,-2 2 17 16,2 1-40-16,0 1 19 0,2 11-43 16,-3-18 19-16,3 18-40 0,-3-16 17 0,3 16-25 0,0 0 22 15,-2-10-29-15,2 10 32 0,0 0-33 0,4 8 23 16,-4-8-16-16,7 17 17 0,1-6-1 0,-1 1-16 16,2 1-25-16,5 1-13 0,0-1-30 0,1 1-14 15,0-1-12-15,3-1-15 0,0 0-3 0,1-1 0 16,-1-3 8-16,1 0 11 0,-2-1 21 0,0-3 17 15,-1-1 8-15,-3-1 16 0,1-2 10 0,-14 0 16 16,21-5 30-16,-10 0 30 0,-1-3 10 0,-2-4 13 16,-2-1 0-16,1-1 28 0,-4-4-8 0,-1-1 6 0,-2-2-17 15,0-1 48-15,-2 0-25 0,1-1 16 0,-2 3 80 16,1 4-27-16,-1 2-7 0,2 0-67 0,-1 3 0 16,2 11-54-16,-2-17 15 0,2 17-49 15,0 0 41-15,0 0-32 0,0 0 12 0,0 0-6 0,4 19 5 16,1-5-5-16,2 4 23 0,0 2-38 0,1 1 23 15,4 4-8-15,-1-2-29 0,2 2-61 16,2 0-62-16,-1-3-73 0,4 1-85 0,-1-2-75 0,-1 1-115 16,1-3-68-16,-4-2-162 0,0-1-563 0,-3-3-869 15</inkml:trace>
  <inkml:trace contextRef="#ctx0" brushRef="#br0" timeOffset="142155.6523">17488 15656 1181 0,'-37'-40'799'16,"-1"1"-120"-16,7 7-126 0,2 2-71 0,2 2-28 15,3 3-69-15,5 7-78 0,5 4-65 0,0 0-54 16,4 4-62-16,1 2-64 0,3 0-21 0,6 8-25 16,0 0-47-16,0 0-69 0,16 3-82 0,4 8-92 15,3 7-115-15,10 4-14 0,3 5-166 0,8 6-548 16,-1 0-732-16</inkml:trace>
  <inkml:trace contextRef="#ctx0" brushRef="#br0" timeOffset="142421.3206">17990 15545 1181 0,'-6'-40'807'0,"0"8"-104"0,0 3-101 0,1 6-103 16,1 3-101-16,1 2-90 0,0 6-64 0,3 12-21 15,-1-16 9-15,1 16 61 0,0 0-11 0,17 10-11 16,-2 11-22-16,6 9-26 0,8 16-63 0,2 8-4 16,2 7-57-16,2 3 6 0,1 4-40 0,1 2-10 15,-2-3-8-15,1-1-59 0,-1 1 13 0,-2-5-17 16,0-4-23-16,-1-3-12 0,-2-3-3 0,-2-2-42 16,-2-2-50-16,-6-9-32 0,-2-3-45 0,-2-1-53 15,-3-7-36-15,-2-1-16 0,-2-3-47 0,0-2-39 16,-2-4-9-16,-2-2-80 0,0-2-82 0,-1-3-407 15,0-2-587-15</inkml:trace>
  <inkml:trace contextRef="#ctx0" brushRef="#br0" timeOffset="142641.0519">18620 16106 779 0,'-8'-11'812'0,"0"0"-138"15,3 3-126-15,-1-1-96 0,1 1-49 0,-1 1-51 16,6 7-33-16,-6-12-65 0,6 12-42 0,3-16-38 16,2 9-34-16,6-2-28 0,2 0-18 15,6 0-19-15,6 2-30 0,7-2-69 0,4 3-81 0,8 1-98 16,-3 3-139-16,1 0-53 0,0 2-189 0,0 3-610 16,-1 0-803-16</inkml:trace>
  <inkml:trace contextRef="#ctx0" brushRef="#br0" timeOffset="143356.153">21348 14489 381 0,'-15'-45'571'0,"-9"-2"-106"0,-9 6-135 0,-7 7-33 16,-11 8-95-16,-8 4-42 0,-8 9-20 0,-7 5-7 0,9 8 14 15,-16 6 0-15,-2 3 10 0,0 6-11 0,4 5 0 16,2 4-25-16,7 6 14 0,5 6 0 0,8 6-3 16,8 10-1-16,9 7 3 0,8 6-5 0,8 7-9 15,10 6-10-15,9 4-17 0,7 8 17 0,9 18 8 16,10 7-5-16,4-1-8 0,7 2-13 16,5 0-36-16,5 3 8 0,8 1 28 0,0 1-17 15,3 2-11-15,2-3-17 0,1-1-12 0,-2-2-17 0,-1-3 15 16,-3-2 18-16,-4-6-31 0,-5-5-7 0,-6-7 35 15,-9-19-80-15,-2-4 41 0,-6-5-83 0,-5-5 69 16,-5-13-91-16,-6-3 62 0,-4-9-125 0,-2-1 16 16,-5-4-111-16,-4-5-15 0,-2-1-110 0,-4-6-52 15,-3-2-70-15,1-7-44 0,2-8-366 0,-2-4-480 16</inkml:trace>
  <inkml:trace contextRef="#ctx0" brushRef="#br0" timeOffset="143788.4011">20210 16368 83 0,'-29'-39'606'0,"3"6"-143"0,1 1-36 16,1 1 7-16,1 3 6 0,6 4-48 0,0 2-47 15,3 0-68-15,3 5-46 0,2-1-46 0,5 3-39 16,3 1-33-16,5 0-21 0,5-2-20 0,8 0-16 16,6 0-16-16,12-2-19 0,2 2-13 0,6 2-20 15,3 0-16-15,2 2-13 0,3 2-3 0,0 1 1 16,-2 2-2-16,0 1 1 0,-4 1 10 0,-7 3 4 15,-2 0 1-15,-7 1 6 0,-2 1 3 0,-1 1 1 16,-4 1 3-16,-1 0 4 0,0 3 10 0,0 1 24 16,0 2 39-16,0 2 9 0,3 4 30 0,2 1 32 15,4 6-11-15,1 2-10 0,-1 0-1 0,2 1-6 0,1 4-5 16,-1-3-8-16,0 3 0 0,-1-2-20 0,-1-1-13 16,-3-1-11-16,-4-5-5 0,-4 0-8 15,0 0-6-15,-4-5 0 0,-1 2-15 0,-2-2-2 0,-2-2-3 16,-3-1-1-16,-1-2-1 0,-1 0-3 0,-5-9 5 15,2 13-8-15,-2-13-2 0,0 0-11 16,-10 4-21-16,10-4-13 0,-17-13 5 0,9-1 14 16,-1-3-4-16,1-5-4 0,1-7 3 0,4-1-1 0,2 2 6 15,3-4-2-15,3 0 17 0,4 3-3 0,0 1-3 16,3 0-3-16,2 3-12 0,1 2-25 0,3 2-35 16,1 1-54-16,-1 3-46 0,1 4-58 0,0 3-44 15,1 3-18-15,-1 2-10 0,0 3-32 0,1 4-41 16,-1 1-415-16,1 3-343 0</inkml:trace>
  <inkml:trace contextRef="#ctx0" brushRef="#br0" timeOffset="144572.6766">21718 16124 102 0,'0'0'645'16,"0"0"-96"-16,0 0-65 0,4-11-6 0,-4 11-51 16,-4-14-33-16,4 14-20 0,-3-19-36 0,3 19-2 15,-1-22-52-15,3 11-29 0,0 0-55 0,2-1-11 16,0 1-68-16,3 4 6 0,1-3-55 0,2 1 11 15,1 3-46-15,1 2 19 0,0 1-42 0,3 2 21 16,-2 1-33-16,4 4 4 0,-2 0-25 0,2 4-14 0,-2 3 9 16,0 1 15-16,-4 3-29 0,1 1 7 15,-4 0-6-15,-4 1-4 0,0 0 3 0,-3-1 3 0,-2 2 9 16,-1-2 3-16,-1 0 7 0,-3-1 2 16,-1 1 2-16,-3-1 66 0,-1-1-75 0,-3 0 70 15,1-2-73-15,-3-1 72 0,3-3-78 0,-1-1 72 0,-1-1-73 16,1-2 71-16,2-2-86 0,12-2 41 0,-23-2-75 15,12-2 53-15,2-2-87 0,1-4 9 0,0-1 17 16,5-2 16-16,2 1 12 0,2-4 12 0,2 0 7 16,4 0 10-16,2-2 13 0,0 1 14 0,4 0 8 15,-1 1 12-15,2 2 17 0,0-1 5 0,1 3 24 16,1 2-18-16,-2 1-2 0,1 2 6 0,0 2 0 16,4-1-8-16,-6 5 20 0,2 1-19 0,0 1 14 15,2 4-16-15,-2 0 13 0,2 2-25 0,-3 0 15 16,4 3-22-16,-1 2 13 0,-1-2-4 0,-1 3-5 15,-1-2-5-15,-3 1-4 0,1-2 0 0,-2 0-6 16,0 1-1-16,1-3-4 0,-3 2-6 0,-1-3-9 0,0 0-10 16,0-1-2-16,-7-6 3 0,9 10 3 15,-9-10 7-15,9 9 8 0,-9-9-1 0,8 6-2 16,-8-6-31-16,0 0-11 0,0 0 8 0,14-5 10 16,-14 5 5-16,8-10 4 0,-8 10 5 0,9-16 5 15,-4 7-1-15,-1 0 3 0,1-1-5 0,-1-1 15 16,1 1-6-16,0 0 52 0,0 1-10 0,-1 1 29 0,0 0-28 15,-4 8 25-15,8-15-37 0,-8 15-4 0,6-10-5 16,-6 10-9-16,8-9 28 0,-8 9-31 16,9-5 3-16,-9 5-1 0,0 0 35 0,18 2-38 0,-18-2 35 15,18 7-39-15,-8-2 27 0,0-1-32 0,1 3 33 16,0 1-39-16,1 0 30 0,-1-1-26 0,2 2 24 16,-2-2-42-16,-1 0 19 0,1-1-16 0,-3 1-9 15,1-2-2-15,-9-5 2 0,14 10 12 0,-14-10-2 16,12 7 5-16,-12-7 0 0,12 2-21 0,-12-2 0 15,13-6 3-15,-5 0 4 0,1-2 2 0,1-4-6 16,-1 0 13-16,0 0 0 0,2-4 13 0,-2 1-2 16,-1 1 47-16,0 0-19 0,1 0 24 0,-3 1-11 15,1 2 60-15,-2-1-8 0,-1 4 60 0,2 0-68 16,-6 8 22-16,8-15-57 0,-8 15 20 0,5-10-49 16,-5 10 29-16,7-9-52 0,-7 9 49 0,0 0-46 15,18 0 38-15,-8 6-44 0,4 0 7 0,0 3-1 16,5 0-78-16,2 3-48 0,4 1-68 0,3 0-77 15,5 5-126-15,2-1-63 0,4 1-119 0,1-2-622 16,-1 2-817-16</inkml:trace>
  <inkml:trace contextRef="#ctx0" brushRef="#br0" timeOffset="146356.5198">24702 15854 180 0,'-9'-18'346'0,"-1"-2"-93"16,0 2-54-16,-1-1-32 0,-3-2 0 0,-1 0-4 15,1 4 42-15,0-1 21 0,0 2 46 0,1 1 17 16,1 0 42-16,2 4 10 0,0 0-43 0,1 3-56 0,1 0-54 15,8 8-13-15,-13-3 37 0,13 3 23 16,-11 12 13-16,2 0-13 0,4 8 22 0,-1 5-48 16,2 7 22-16,3 7-57 0,1 7-1 0,1 5 8 0,2 6-58 15,5 11 3-15,2 3-26 0,1 1-15 0,1 0-19 16,3-2-15-16,1-2-10 0,3-1-38 16,1-5 30-16,1-3-33 0,0-4 29 0,-2-11-23 0,-2-5-27 15,-1-5-25-15,-4-7-13 0,0-3-1 0,-4-6 20 16,-1-3 9-16,-2-6 0 0,-5-9-50 0,7 7-18 15,-7-7-38-15,3-11 42 0,-5-4-31 0,-3-8 30 16,-2-10-10-16,-5-12-5 0,-5-14-16 0,-3-7-8 16,2-4 1-16,-5-6 19 0,1-5 8 0,-2-18 8 15,1-4 8-15,-1-2-6 0,4-1-2 0,3-2 18 16,5 22 25-16,2-3 15 0,4 5 4 0,1 2 14 16,3 6 15-16,2 5 9 0,3 15 16 0,3 3 1 15,2 7-3-15,3 4-3 0,3 5-3 0,6 6-9 16,2 6 2-16,3 10-2 0,2 4 0 0,5 5-2 15,-1 6 6-15,7 7 1 0,5 8 4 0,6 9-2 16,1 5-3-16,-1 6 6 0,-4 5 0 0,-3 5-2 16,-3 4 0-16,-3 2-5 0,-7 3-3 0,-4-2-4 0,-5 1-9 15,-8-6-9-15,-8-1-20 0,-4-1-17 16,-11 1-29-16,-5-2-32 0,-11 2-19 0,-7 0-15 16,-6-5 29-16,-5-5-16 0,-2-4 48 0,-5-3-20 15,0-6 55-15,5-7-28 0,0-1 56 0,2-6-34 0,6-3 47 16,1-6-33-16,2 0 45 0,1-5-44 15,4-3 9-15,3-2 6 0,4-1 6 0,6-2 10 16,2-1 35-16,5 1 16 0,1 2 37 0,3 0 6 0,4 1-21 16,3 10 7-16,-1-13 19 0,1 13 15 0,8-6 13 15,-8 6 13-15,19 5 11 0,-5 2 3 0,6 5-13 16,5 5-17-16,4 6-16 0,5 2-9 16,0 2-10-16,8 6-8 0,3 1-7 0,2 2-10 0,1-1-8 15,3-1 58-15,0 1-80 0,3-1 56 0,3-3-73 16,-1-1 48-16,1-3-85 0,0-2 38 0,1-2-89 15,-1-4 27-15,-9-5-53 0,-1-2 51 0,0-1-45 16,-4-3 54-16,-6-3-43 0,-6-4 68 0,-3-2-50 16,-1-2 45-16,-3-4-47 0,-3-1 47 0,-5-5-40 15,-1-3 55-15,-4-1-42 0,-2-2 15 0,-6-3 14 16,-2 0 4-16,-2-3 17 0,-2 1 27 0,-3 0-4 16,-1-2 31-16,-4 0 11 0,1 2 15 0,0 4 40 15,0 1-2-15,-1 3-14 0,2 1-16 0,-2 4-17 16,2 0-15-16,0 4-8 0,-1 3 12 0,10 4 15 0,-21-1-2 15,12 6 12-15,-2 2 11 0,2 6-3 0,0 5 2 16,1 2-17-16,4 1 4 0,2 4-5 16,2 2 0-16,2 5 8 0,5-1-12 0,5 4 4 15,3 0-4-15,7 0-6 0,1-2-8 0,4-2-2 0,4-2-10 16,3-4-10-16,0-3-5 0,0-1-2 0,3-4 0 16,-1-3-5-16,-6-4-3 0,3-4-20 15,-4-3-9-15,-2-2-8 0,0-4-3 0,0-1-13 0,-1-6 63 16,-2-2-68-16,-2-6 46 0,-4-2-90 0,-3-5 72 15,-3-4-80-15,-3-3 10 0,-4-2-8 0,-3-4 11 16,-2 2 16-16,-5-7 6 0,-4 2 17 0,-1 3 11 16,-4 1 6-16,-3 4 5 0,-2 2 5 0,-1 4 4 15,2 6 2-15,0 0 4 0,3 6-4 0,1 1-1 16,5 4-8-16,0 1 5 0,0 5 9 0,9 4 0 16,0 0 3-16,0 0 3 0,-3 8 5 0,12 3 3 15,7 6 12-15,9 6 6 0,7 4-4 0,10 7-4 16,5 2 3-16,-2 0-4 0,4 1-4 0,0-2 68 15,-1 1-81-15,-1-4 49 0,-2 0-63 0,-11-4 67 16,1-3-72-16,-5 0 48 0,-3-3-73 0,-5-3 62 16,-4-2-71-16,-2-4 68 0,-7-1-61 0,-1-2 70 15,-2-1-59-15,-6-9 65 0,-3 14-63 0,3-14 64 16,-13 10-63-16,2-8 64 0,-1 0-59 0,-3-2 57 0,-2-1-57 16,0-1 67-16,-4-2-71 0,6 0 64 0,-3-2-90 15,2 1 29-15,5-2-86 0,0-2-3 0,3 1-106 16,4 0-6-16,4 8 8 0,0-18 26 0,8 4 28 15,2-1 23-15,2-1 15 0,6-3 30 0,2 0 22 16,0-1 22-16,5-4 6 0,0-1 10 0,-2 2 29 16,2-2 21-16,-6 4 17 0,1-1 72 0,-4 0-20 15,2 1 30-15,-7 2 19 0,0 1-8 0,-4-1 4 16,-2 3 12-16,-1 0-6 0,-4-2-11 0,-2 3 5 16,-3-1-1-16,-1 0-5 0,-4 0-6 0,-3 1-13 15,1 3-4-15,-1 1-8 0,2 2-7 0,-3 0-18 16,4 3-10-16,-2 4-6 0,12 2 23 0,-20 2 2 15,11 4-3-15,-2 5-3 0,4 2-15 0,0 4 16 16,1 5 1-16,3 3-7 0,3 3-6 0,3 5-11 16,3 0-6-16,5 5-7 0,0 1-3 0,6-1 66 15,3-2-88-15,0-1 62 0,4-2-73 0,3-2 65 16,1-2-78-16,3-4 64 0,1-2-78 0,-1-2 52 16,3-4-79-16,-5-5 65 0,2-2-69 0,0-3 80 0,-5-3-67 15,1-3 85-15,-6-1-78 0,4-3 78 16,-2-3-74-16,0-3 71 0,-4-2-67 0,-1-3 72 15,-4-2-71-15,2-4 8 0,-3-2 6 0,-3 3 0 16,-2-2 14-16,-3 0 5 0,-1 2 12 0,-4 2 0 0,0 0 2 16,0 1-2-16,-2 3 2 0,-3 1-3 0,-3 0 2 15,0 2-4-15,0 4 1 0,-1 0-5 0,0 2-2 16,9 4 3-16,-18-3 1 0,18 3 1 0,-18 4 0 16,18-4-2-16,-16 8 0 0,8-2-1 0,2 1-3 15,2 1 5-15,4-8-3 0,-4 19 70 0,4-19-75 16,1 19 55-16,2-9-91 0,1-1 60 0,2 1-86 15,2 0 53-15,-1 1-80 0,3-3 63 0,0 1-79 16,-3-2 63-16,2-2-53 0,0 1 78 0,-9-6-50 16,13 8 73-16,-13-8-56 0,11 2 70 0,-11-2-66 15,8-6 72-15,-8 6-62 0,4-13 65 0,-4 13-59 16,-2-22 19-16,-1 7 30 0,-2 1 32 0,1 0 24 16,0 0 29-16,-1 0 8 0,1 5 5 0,0-2-11 15,1 2-50-15,3 9 19 0,-7-15-45 0,7 15 16 16,-4-10-13-16,4 10 0 0,0 0-3 0,0 0-2 15,0 0-5-15,0 0-6 0,0 0-1 0,4 14-8 16,3-5-37-16,2 1-65 0,2 3-70 0,3 0-22 16,1 0-124-16,1 0-34 0,0 1-39 0,0-3-64 0,1 3-42 15,2-3-16-15,-1 1-322 0,-3-2-372 16</inkml:trace>
  <inkml:trace contextRef="#ctx0" brushRef="#br0" timeOffset="147009.0259">27369 16356 30 0,'0'-16'485'0,"-2"1"-62"0,-1-1-42 0,-2-1 2 0,1-2-23 15,-1-2 13-15,-1 2 13 0,2 2-4 0,-1-1 2 16,0 3-59-16,3 0-22 0,0 3-70 0,0 1-35 16,2 11-62-16,1-15-5 0,-1 15-44 0,12-7 3 15,-12 7-32-15,22 1 24 0,-6 5-5 0,2 2-7 16,7 6-14-16,0 1-5 0,0 1-8 0,2 7-8 16,-1 0-9-16,-3 0-9 0,-3-2 52 0,1 0-86 15,-6 2 48-15,3-3-76 0,-7-1 67 0,0-2-72 16,-1-1 74-16,-4-1-69 0,-2-2 72 0,-3-1-54 15,-1-12 47-15,-3 19-72 0,-3-12 75 0,-1-1-71 16,-2-2 81-16,-1-1-89 0,-2-4 68 0,-2-1-97 16,3-1 52-16,-3-3-79 0,1 0 46 0,2-3-89 15,1-1 56-15,3-3-97 0,1-1 23 0,6-3-68 16,0 1 29-16,6-7-48 0,3-2 14 0,3-5 26 16,4-4 21-16,2-2 41 0,4-6 37 0,0-6 16 15,1-5 21-15,0-2 18 0,-1-4 21 0,-2-3 31 16,-1-4 23-16,-4-2 24 0,-2-1 14 0,-3-2 46 15,-4 2 10-15,-2 2 62 0,-2 10 4 0,-4 3 33 16,-2 0 46-16,-2 6-4 0,-3 3 14 0,1 5 10 16,2 9-16-16,1 6-72 0,1 3-17 0,0 5-36 0,-1 3-26 15,5 14-18-15,-8-8 8 0,8 8-14 0,-6 12 49 16,2 5-37-16,2 8 17 0,2 10 29 0,2 11-39 16,2 5 15-16,2 14-18 0,4 4-21 15,-1 1-7-15,2 4-13 0,3-2-8 0,1 0-23 0,1 0 15 16,-1-2-2-16,2-1-12 0,-2-4-6 0,4 1-18 15,-5-7-7-15,1 0-5 0,-3-11-16 0,-1-3-13 16,-1-4-5-16,-1-4-9 0,-2-7-13 0,0-5 5 16,-1-3-5-16,-3-2 17 0,3-5 14 0,-2-1 14 15,-1-3 13-15,-3-11-5 0,10 13 6 0,-10-13 2 16,0 0-7-16,19-7-3 0,-9-3-1 0,3-4-2 16,0-4 7-16,1-3 11 0,-1-1-8 0,3 0 4 15,-5 2 26-15,1 4 47 0,-1-1-10 0,-3 4 10 16,0 1 3-16,-1 1-17 0,-1 1-12 0,-2 3-12 15,1-2-7-15,-5 9-7 0,9-12-8 0,-9 12 1 16,6-9-4-16,-6 9 2 0,0 0 1 0,14 5-2 16,-6 1 0-16,2 2-10 0,1 3-46 0,3 2-54 15,0 0-92-15,4 2-62 0,1 1-116 0,1 2-44 0,1-2-85 16,-2 1-162-16,-2-5-538 0,-1 1-814 0</inkml:trace>
  <inkml:trace contextRef="#ctx0" brushRef="#br0" timeOffset="147740.6346">29670 15244 467 0,'17'-48'414'0,"-6"4"-52"0,-3-1-43 0,-5 0-37 15,-5-1-2-15,-4 4-12 0,-5 1-31 0,-9 1 8 16,-5 5-3-16,-14-2-26 0,-6 6-13 0,-7 5-29 0,-4 5-4 16,4 10 8-16,-3 3-9 0,2 6-15 0,0 7-19 15,3 3-13-15,4 8-1 0,5 5 24 16,0 11-19-16,6 5-7 0,12 1 1 0,6 1-31 0,9 8 30 16,8 4-36-16,8 15-2 0,12 3 21 0,8 6-17 15,16 17-14-15,11 0-18 0,5 2-8 0,6-2-17 16,3 2 2-16,1 0-4 0,-3 1-4 0,-2-3-10 15,-5-5 35-15,-5-5-76 0,-7-4 35 0,-12-17-53 16,-4-6 59-16,-5-3-52 0,-7-12 6 0,-5-1 10 16,-1-5 30-16,-7-4 3 0,-4-7 13 0,-3-3 18 15,-3-2-4-15,-4-2-1 0,-6-1-3 0,-2-3-5 16,-6-3-3-16,-1-4-3 0,-5-3-5 0,-2-3 43 16,-4-4-80-16,-2-2 20 0,-3-6-93 0,1-4 26 15,4-1-95-15,2-3 39 0,4-4-110 0,4-5 24 0,7-2-78 16,3-4 28-16,7 3-63 0,4-4 39 15,6-6-22-15,6-1 27 0,3-1 32 0,10-10 24 16,3 2 6-16,5-2 45 0,2-1 10 0,0 1 52 16,2-2 29-16,-2 1 63 0,-3 1 24 0,-2 3 51 0,-3 3 81 15,-7 8 16-15,-3 2 61 0,-3 3 23 0,-4 8 17 16,-1 4 12-16,-3 1-16 0,-2 3-10 0,0 4-39 16,-1 2-15-16,-2 2-49 0,1 12-8 0,-2-17-20 15,2 17 34-15,0 0-10 0,0 0 42 0,-10 3-2 16,7 8 4-16,0 7-12 0,3 5-27 0,0 6-25 15,3 8-21-15,4 9-16 0,1 1-18 16,6 12-12-16,2 1-3 0,1 1-68 0,2 2-57 0,-1-1-59 16,3-1-65-16,0-3 24 0,-1-2-127 0,-2-5-32 15,-2-9-67-15,-2-3-47 0,-1-3-69 0,-4-6-37 16,-1-3-54-16,-4-7-251 0,-1-2-413 0</inkml:trace>
  <inkml:trace contextRef="#ctx0" brushRef="#br0" timeOffset="148208.7054">29903 16329 521 0,'-12'-17'496'0,"1"1"-53"0,1 0 42 16,0-1 2-16,1 3-24 0,2 0-38 0,1 2-72 16,0 0-40-16,0-2-35 0,3 4-60 0,1-1-45 15,2 11-35-15,-2-17-31 0,2 17-23 0,10-15-19 0,-3 8-18 16,3 3-29-16,5 0-42 0,1 0-28 16,2 3-28-16,2 0 34 0,0 1-75 0,1 0 36 15,-1 1-42-15,0 0 53 0,1 1-34 0,-2 0 61 16,0-1-36-16,-2 0 57 0,-2 1-38 0,-2-1 54 0,-1 1-36 15,-12-2 60-15,20 1-36 0,-20-1 61 16,16 2-44-16,-16-2 68 0,13 3-11 0,-13-3 77 16,10 4-76-16,-10-4 59 0,0 0-45 0,7 10 76 0,-7-10-79 15,2 12 75-15,-2-12-97 0,3 13 64 0,-3-13-86 16,5 17 62-16,-5-17-81 0,5 20 70 0,0-9-78 16,1 0 71-16,0 1-82 0,3 0 67 0,2-1-86 15,-1 1 49-15,3-1-89 0,0-3 49 0,-1 3-71 16,2-4 70-16,-2 0-59 0,-1-1 77 0,1-3-62 15,-12-3 81-15,20 0-76 0,-11-4 59 0,-1-5-61 16,-2-1 81-16,-1-5-70 0,-1-2 67 0,0-6-57 16,-1 0 66-16,-2-1-43 0,0 2 47 0,1 2 48 15,-2 1 19-15,1-1-5 0,-1 4 12 0,1 2-10 16,-1 2-13-16,0 12-20 0,0-22-6 0,0 22-22 16,0-16-3-16,0 16-7 0,0 0 0 15,4-12-1-15,-4 12-2 0,0 0 7 0,9 7-18 0,-1 0 15 16,1 4-7-16,2 3-15 0,3 3 6 0,2 2-145 15,3 1 1-15,0 2-128 0,3 3-33 0,1 0-83 16,-2-3-65-16,-1-1-83 0,1 0-463 0,-2-2-602 16</inkml:trace>
  <inkml:trace contextRef="#ctx0" brushRef="#br0" timeOffset="149641.4995">30918 15481 515 0,'-2'-51'490'0,"-2"5"-27"0,0 3 69 16,0 9-24-16,2 6-24 0,0 3-144 0,0 3-17 16,0 2-128-16,1 7 18 0,1 13-99 15,-2-16 57-15,2 16-48 0,0 0 12 0,0 0 2 0,0 14 4 16,2 3 27-16,0 9-8 0,2 7-17 0,2 12-20 16,-1 3 33-16,1 2-73 0,1 13 37 0,2-1-66 15,2 3 40-15,0 0-69 0,4 1 5 0,0 1-10 16,2 0 49-16,1-2-61 0,0-1 41 0,-2-2-61 15,3-3 15-15,-5-13-74 0,0-3 54 0,0-4-41 16,0-4 56-16,-4-7-40 0,0-3 40 0,-2-6-56 16,-2-2 72-16,1-3-49 0,-2-2 62 0,2-5-59 15,-7-7 52-15,9 10-58 0,-9-10 58 0,0 0-66 16,3-10 64-16,-6 2-57 0,-3-7 57 0,-5-3-61 16,-3-4 63-16,-4-1-60 0,-5-5 65 0,-2 3-63 0,-2-4 5 15,-2 3 6-15,0 2 3 0,-1 2 8 16,-1 2-1-16,5 5 2 0,-1 2-4 0,1 1 21 15,5 5-21-15,-2 2 4 0,5 4 12 0,0 1 0 16,-1 3-2-16,4 3 1 0,0 2 8 0,1 5 3 0,2 1 62 16,6 1-69-16,1 1 58 0,5 2-62 0,2 0 55 15,4 3-59-15,6 3 54 0,3-1-59 0,8 2 57 16,3 0-64-16,4-4 38 0,1 0-90 0,2-4 26 16,1 1-20-16,1-4-27 0,-4-3 10 0,0-2 10 15,0-2 9-15,-5-4 17 0,-1 0 9 0,-3-3 11 16,-1-3 6-16,1-1-3 0,-1-4 19 0,-1-2-6 15,-2-2 4-15,-2-3 3 0,-1-2-3 0,-4-1-64 16,2-4 82-16,-3 2-55 0,-2 0 102 0,-1 0-46 16,0 2 83-16,-2 2-70 0,-2 2 69 0,1 1-75 15,0 2 57-15,-1 2-90 0,-3 9 67 0,4-17-82 16,-4 17 72-16,0 0-73 0,2-10 68 0,-2 10-70 16,0 0 74-16,0 0-75 0,4 10 78 0,-4-10-78 15,6 16 85-15,-1-6-87 0,1 2 75 0,-1 0-77 16,2 1 78-16,2 0-80 0,-1 0 72 0,0 0-74 15,2-1 65-15,-2 0-98 0,0 0 62 0,0-2-4 16,1 0-4-16,-2 0 8 0,-1-3 0 0,0 0 8 0,-6-7 3 16,12 12 4-16,-12-12 1 0,11 4-2 0,-11-4-2 15,12-1 6-15,-12 1-7 0,16-9 1 16,-9 1 5-16,2-3-6 0,1-3-6 0,0-2-59 0,-1-1 75 16,3-1-63-16,-3-1 72 0,1 2-65 0,0 0 71 15,-2 2-66-15,-1 1 70 0,0 1-72 0,1 1 71 16,-2 1-63-16,-6 11 70 0,8-16-72 0,-3 9 59 15,-5 7-72-15,8-12 70 0,-8 12-67 0,7-7 79 16,-7 7-74-16,0 0 68 0,14 1-65 0,-14-1 74 16,15 11-68-16,-7-4 62 0,1 2-1 0,1 0-7 15,0 2-5-15,1-1-3 0,3 4 1 0,0 0-2 0,2 0-4 16,-2-2-4-16,3 2 6 0,-1-1-9 0,0-2-5 16,0 1-1-16,-2-4 0 0,-2 1 6 15,-1-2 11-15,0-2 1 0,-11-5 5 0,17 6-1 0,-17-6 4 16,14-3 21-16,-7-3 5 0,-3-1 23 0,0-5-57 15,-2-4 71-15,-2-4-66 0,0-5 71 0,-2-1-52 16,-1-10 53-16,0-6-49 0,1-4 44 0,0-1-61 16,0-2 44-16,3-2-59 0,1-2 51 0,1 1-67 15,2 0 58-15,0 5-52 0,0 4 80 0,-1 10-25 0,-1 6 45 16,-1 4-66-16,1 2 28 0,-2 6-61 16,0 1 39-16,-1 14-45 0,2-14 40 0,-2 14-44 0,0 0 41 15,-1 12-47-15,1 0 47 0,-1 7-46 16,2 7 45-16,1 6-52 0,1 4 44 0,2 6-45 0,2 3 44 15,0 2-40-15,2 1 48 0,-1 2-38 0,2-1 36 16,-1 2-67-16,0-2 24 0,-1-2-31 0,0-1-19 16,-2-4-20-16,-2-8-10 0,0-2-2 0,-2-5-15 15,1-3 30-15,-1-5 23 0,-1 0 10 0,1-5 16 16,-1 0 10-16,-1-14 0 0,0 17 12 0,0-17 3 16,0 0 0-16,0 0 13 0,0 0-10 0,0 0 0 15,-8-12 11-15,7 0-4 0,0-2 6 0,2-4-6 16,0-1-66-16,1-3 80 0,3 0-60 0,0 0 84 0,1 1-74 15,-1 2 75-15,1 3-72 0,2 0 81 0,-1 1-80 16,1 2 68-16,2 1-68 0,2 2 75 0,1 0-87 16,6 0 74-16,0 2-75 0,3 2 71 0,2-2-90 15,2 3 64-15,0 1-81 0,0-2 48 0,1 1-30 16,0 2 3-16,-2-3 4 0,0 2-11 0,-1-2-2 16,-2 0 9-16,-1 0-7 0,-2-1 14 0,-3 1 1 15,0-1 13-15,-4-2 7 0,-1 1 7 0,-1-2 6 16,-2 1 23-16,-2 1-25 0,-2-2 27 0,-4 10-29 15,2-17 34-15,-2 17-29 0,0-17 30 0,0 17-28 16,-3-15 24-16,3 15-27 0,-6-12 25 0,6 12-31 0,-6-8 25 16,6 8-20-16,0 0 2 0,0 0 8 0,-16 6 0 15,16-6 5-15,-5 18-2 0,4-5 3 0,1 4 14 16,1 1-2-16,2 6 2 0,4 4 32 0,0 2-24 16,1 2 21-16,3 5-5 0,3 0 27 0,0 0-7 15,3-1 49-15,2 1 17 0,4-2 6 0,0 2-3 16,1-3-5-16,-2 0 1 0,0-1-15 0,0-2 9 15,-4-1-27-15,-2-7-8 0,-5-2-12 0,-2-2-2 16,-1-1 12-16,-4-4-2 0,-3-1-2 0,-2 2 3 0,-3-3 7 16,-5 1 0-16,-7-1-16 0,-5-2-5 0,-6 1-47 15,-15-3 29-15,-2-1-41 0,-8-2 11 0,-5-2-111 16,-6-1-37-16,-2-2-208 0,-13 1-158 0,-2-1-180 16,-3-3-906-16,3 2-1236 0</inkml:trace>
  <inkml:trace contextRef="#ctx0" brushRef="#br0" timeOffset="151108.6505">8853 17770 119 0,'-14'-3'204'0,"2"-2"-43"0,0-1-21 0,1 2 21 16,-1 0 5-16,2-1 25 0,0 0-10 15,-1 0-30-15,2 1 13 0,1 0-6 0,8 4-10 0,-16-8-18 16,16 8-26-16,-12-5-25 0,12 5-15 0,0 0-16 16,-13-3-4-16,13 3-3 0,0 0-2 0,0 0 3 15,0 0-15-15,0 0 15 0,0 0 22 0,12 8 5 16,2-7 16-16,6 0-6 0,8 0-7 15,12-3-1-15,11 0-10 0,7-3 9 0,18-2-1 0,13-5 19 16,10-1-2-16,30-3-3 0,4 1-7 0,10-2 3 16,4 3-37-16,9-1 39 0,5 1-6 0,0 3-8 15,2 0-4-15,3 1-6 0,-1 2-14 0,0 2-8 16,-4 2-3-16,-2 0-2 0,-4 0-50 0,-2 1 46 16,-2-1-2-16,-6 0-5 0,-3 1-6 0,-8-2-3 15,-4 2 3-15,-23 0-3 0,-2-1-3 0,-3 0 1 16,-4-1-6-16,-4 0-4 0,-4 1-25 0,-7-2-18 15,-4 0-24-15,-8 0-17 0,-12 0-11 0,-5 1-20 16,-6-1-24-16,-13 0-13 0,-3-1-16 0,-7 1-18 0,-3 0 24 16,-2-3-16-16,-7 1 8 0,-1 0-29 0,-1 1-35 15,-3-1-14-15,0 0-43 0,-3 0-239 16,3 0-36-16</inkml:trace>
  <inkml:trace contextRef="#ctx0" brushRef="#br0" timeOffset="151691.3383">14976 17376 145 0,'-30'3'444'0,"0"-2"-122"0,1 0-36 16,3 1-62-16,-1-1-18 0,0 0-49 15,1-1-20-15,0 0 10 0,-1-2-8 0,1 0 22 0,2 2 0 16,2-1-1-16,2 0-6 0,2-1-13 0,4 2-21 15,1-1-28-15,13 1-18 0,-25-2-20 0,25 2-9 16,-18-1-10-16,18 1 13 0,0 0 8 16,0 0 7-16,0 0-7 0,0 0 2 0,14 0-8 0,9-1-6 15,6-1-12-15,18-1 1 0,8-2-5 0,17 1 2 16,6 0-7-16,6-4 0 0,11 1-6 0,8-1-5 16,28-2 2-16,3 0-2 0,7-3 0 0,6 1 6 15,5 1 0-15,3-1 0 0,3 3-1 0,-1 0 2 16,0 1-2-16,-1 2-1 0,-2 4-1 0,-4-3 9 15,-5 2 13-15,-8 0 6 0,-3 0-17 0,-27 0-4 16,-4 3 1-16,-1-1-3 0,-4 1-3 0,-3 1 2 16,-3-1-6-16,-4 3-2 0,-3-1-2 0,-7 0-2 15,-2 0 1-15,-13 0-2 0,-2-1 2 0,-6 1-1 16,-2 1-5-16,-4-2 3 0,-10 0-2 0,-7 1-14 16,-3-1-22-16,-6 0-12 0,-3 0-2 0,-1 0 3 15,-4-1-1-15,0 0-24 0,-15 0-43 0,23 0-47 16,-23 0-53-16,18 0-35 0,-18 0-37 0,17 0-55 15,-17 0-37-15,13 0-71 0,-13 0-180 0,15 0-138 16</inkml:trace>
  <inkml:trace contextRef="#ctx0" brushRef="#br0" timeOffset="152349.9895">22339 17535 281 0,'-14'5'208'0,"-2"1"-53"0,0-1-37 0,-1 0-23 16,-2 0-20-16,-3-1-20 0,-3 0-13 0,-3 1-4 15,-6-2-8-15,-3 0-6 0,-3 0 22 0,-1-1 13 16,-1-1 3-16,0 0 21 0,0-1 20 0,2 1-19 16,2-1 10-16,4 0 0 0,4 0 13 0,0 0 9 0,7 0 3 15,0 0-4-15,5 0-6 0,1 0-19 16,3 1-9-16,-1-3-11 0,3 3-7 0,12-1 11 15,-18 2 23-15,18-2 36 0,0 0 7 0,-11 3 16 16,11-3 1-16,0 0-7 0,13 5-10 0,1-2-2 0,3-2-11 16,9 2-6-16,5-2 3 0,9 3-5 15,12-2-16-15,9 1-3 0,18 0-1 0,7 0-12 0,12-1-6 16,7 1-12-16,28 1-17 0,6-1-66 0,8-2 61 16,4 2-10-16,9-1-8 0,3-2-62 0,7-2 96 15,9-1-70-15,6-1 69 0,1-2-68 0,1-1 71 16,4 0-72-16,-3-2 76 0,-3 3-73 0,-2-2 70 15,-5 1-54-15,-2 0 74 0,-4 0-85 0,-7 1 75 16,-6 0-69-16,-6 0 71 0,-4 0-70 0,-7 1 68 16,-6-1-64-16,-6 1 65 0,-24 0-57 0,-7 1 55 15,-3-2-53-15,-6 3 63 0,-4-1-49 0,-8-1 51 16,-3 1-41-16,-15 1 42 0,-6 0-60 0,-2 1 42 16,0 1-60-16,-10-1 47 0,-1 2-59 0,-3 0 41 15,-2-1-49-15,-5 2 47 0,-1-1-50 0,-2 2 45 16,-2-2-48-16,-5 1 45 0,2 1-47 0,-2-1 49 15,-2 1-57-15,0-2 50 0,-3 3-71 0,-1-1 22 16,-4-1-99-16,3-1 16 0,-14 0-141 0,22 1 6 16,-22-1-50-16,16 0-47 0,-16 0-80 0,0 0-105 0,13-1-184 15,-13 1-329-15,0 0-654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01:29.3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5539 2352 253 0,'0'0'304'0,"0"-20"-16"16,0 20-50-16,-1-16 9 0,1 16-55 0,-3-20-1 15,3 20-23-15,-4-19-21 0,-1 9-1 0,1 0-1 16,1 2-49-16,-3-1 24 0,1 1-54 16,-2 0 49-16,-1 1-64 0,0 3 45 0,8 4-69 0,-16-6 58 15,16 6-61-15,-23 1 21 0,7 5 15 0,0 5 69 16,-6 5-50-16,-2 9 58 0,0 4-13 0,-1 3-11 15,2 6-11-15,-2 9-8 0,1 4-57 0,5 0 51 16,0 4-56-16,8-7-2 0,-1 1-3 0,5 1-1 16,3-2-4-16,2 1 0 0,2-5 4 0,3 0-2 15,2-3-3-15,4-3-3 0,-1-6-5 0,3-2-2 0,1-3 57 16,2-1-65-16,1-2 0 0,2-5 54 16,2 0-58-16,-3-6 57 0,2-2-67 0,0-3 6 15,1-2 0-15,0-3 4 0,0-3 0 0,0 0 2 16,1-4 5-16,2-2-3 0,0-3-3 0,2-3 4 0,-2-4-4 15,-1-2 4-15,1-2 0 0,2-5-4 16,-2-1-3-16,0 0-2 0,0 0 4 0,-5 4 7 0,1 0 22 16,-2 2-7-16,2 1 5 0,-5 5 14 0,2-1-2 15,-2 2-9-15,2 1-12 0,-4 3-7 0,3 3-5 16,-3 2 5-16,1 2-10 0,1 1 8 0,-1 2-3 16,2 3 5-16,-1 1-3 0,0 3-2 0,1 0 4 15,-2 4 1-15,1 1-1 0,-2 2 5 0,-1 0-4 16,0 2 1-16,-3-1-7 0,-2 0 5 0,0-1 0 15,-1 2-5-15,-2-3 3 0,-1 1 3 0,-1-1-2 16,-2 1-3-16,-1-1 8 0,-2 0-4 0,-1 0 0 16,-3-4-2-16,-1 0 0 0,-1-1-2 0,0-2 0 15,-3-1 10-15,2-3-11 0,-2-1 0 0,2-3-1 16,-2-3-13-16,0-1-10 0,2-3-7 0,-1-2-23 16,4-3-17-16,0-4-18 0,1 3-1 0,4-4-5 15,2 1 2-15,2-1 10 0,2 0 10 0,3-3 10 16,3 1 10-16,1 1 3 0,2 1 2 0,2 0 6 15,3-1 9-15,1 5 51 0,-1-1-56 0,2 2 49 16,1 4-47-16,-1 0 60 0,1 4-49 0,-1 1 59 0,1 3-38 16,1 2 13-16,-2 1 16 0,4 4 18 15,-2 1-1-15,0 1 10 0,0 2 13 0,-1 1 9 16,-1 1-10-16,-1 1-6 0,-1 1-7 0,0-1-10 0,-2 2-7 16,0-2-8-16,-2 1 7 0,0 0-7 15,-2-3 3-15,-1 1-10 0,-2-3-3 0,1 1-3 0,0-2-5 16,-3 1 6-16,-5-9-4 0,10 12 0 0,-10-12 0 15,7 8 10-15,-7-8 19 0,8 7 5 0,-8-7-6 16,0 0-13-16,0 0-11 0,12-2-9 16,-12 2-6-16,8-15-13 0,-3 5-15 0,1-3-5 15,0-1-4-15,2-1-2 0,0-1 10 0,2-1 1 0,1 1 3 16,-2 1 3-16,1 3 8 0,0-1 0 0,-2 2 0 16,1 1 4-16,-3 1 1 0,1 2 60 0,-1 1-68 15,1 0 17-15,-7 6 2 0,13-6 23 0,-13 6 10 16,15-1-3-16,-15 1 0 0,19 4-1 0,-10-1 3 15,2 3 3-15,1 0-6 0,-1 1-3 0,1 1-22 16,0 0 17-16,-1 1-26 0,1 2 29 0,0-2-28 16,1 1 18-16,-2 0-23 0,-1-1 18 0,2 0 18 15,-3-1-48-15,1 0 30 0,0-1-9 0,-3-1-7 16,0 0-11-16,-7-6 6 0,14 9-1 0,-14-9 7 16,9 6 2-16,-9-6-32 0,0 0-15 0,13-2-22 15,-13 2-1-15,9-10-1 0,-9 10 6 0,7-16 5 16,-4 5-4-16,0 0 7 0,-1-1 7 0,1 0 10 15,0-1 7-15,0-1 3 0,-1 1 7 0,2 1 11 0,-1-1 12 16,-1 3 72-16,0-2-65 0,-2 12 59 0,2-22-57 16,-2 22 73-16,4-16-78 0,-4 16 56 0,3-13-80 15,-3 13 57-15,3-10-70 0,-3 10 69 0,0 0-61 16,10-5 69-16,-10 5-68 0,14 5 8 0,-4-1 4 16,3 2 3-16,1 3 4 0,4-1 6 0,0 3-6 15,3-1 4-15,5 1-1 0,1 0 0 0,1-1-9 16,1 1-26-16,2-2-11 0,0-1 1 0,1 1 4 15,0-3 1-15,-1 0-9 0,-2-2 4 0,-4 0 14 16,0-2-3-16,-4-2 21 0,-2 0 3 0,-1-2 6 16,-2-2 7-16,-4-4 0 0,0-1 3 0,-2-3 16 15,-3-4 9-15,-4-2 65 0,-1-4-72 0,-4-5 67 16,-3-6-75-16,-4-8 75 0,-4-2-58 0,-2-3 73 16,-4-6-47-16,-2 0 67 0,2 0-57 0,0 8 22 15,4 5 43-15,-2 3 22 0,3 3 4 0,2 8 1 0,3 2-13 16,0 6 15-16,1 2-83 0,2 2 16 15,0 2-73-15,6 11 42 0,-10-8-56 0,10 8 6 16,-6 9 10-16,3 4 14 0,4 6-2 0,3 7 47 0,1 8-32 16,4 12 42-16,7 8-42 0,2 4-10 15,4 0-5-15,2 0-5 0,1-2-23 0,2 0 39 0,1-4-41 16,-1 0 32-16,0-2-37 0,0-3 34 0,-5-7-36 16,-2-4 30-16,1 0-31 0,-2-5 32 0,-4-6-37 15,-1-2 30-15,-2-5-34 0,-2-2 41 0,-2-3-34 16,0 0 42-16,-2-5-25 0,0 1 29 0,-6-9-46 15,9 4 31-15,-9-4-36 0,7-10 27 0,-7 10-59 16,3-22 17-16,-3 4-58 0,1-1 30 0,-1-2-49 16,-1-1 54-16,1 1-23 0,0 1 46 0,0 1 11 15,0 1-8-15,0 1-2 0,0 3-2 0,0 3-4 16,2-1-11-16,0 2-1 0,2 1 4 0,2 3 7 16,2 2 2-16,4 1 6 0,1 2 13 0,4 3-7 15,0 1-33-15,5 4 23 0,0 2-9 0,-1 1 41 16,0 1-43-16,1 3 39 0,-5 0-2 0,3 3 3 15,-3-2-5-15,-3 0 0 0,-1 1 2 0,-1 0 0 16,-3-3-10-16,-2 0-1 0,0 0 8 0,-6-1-2 16,0-1 1-16,-3 1 4 0,-4-2 5 0,-2 0-7 0,-3-1 3 15,-3-1 2-15,-3-1 0 0,-4-1-3 16,1-2 1-16,1-1 5 0,-1-2-1 0,2-1-4 16,2 0-32-16,2 0 40 0,1 0-43 0,13 0 19 0,-19-5-90 15,19 5 37-15,-8-7-85 0,8 7 2 0,9-10-28 16,1 5-35-16,4-2-35 0,6-1-25 0,4 0-24 15,4 0 10-15,3 0-5 0,0-1 49 0,3 1 30 16,0-2 37-16,5 1 30 0,-7-2 19 0,-1 1 37 16,-2 0 37-16,-3-1 3 0,-8 3 85 0,0-4-11 15,0 1 88-15,-4 0 23 0,-2 2 43 0,-2-3 38 16,-2 2 12-16,-3 0 27 0,0 1 11 0,-1-1 7 16,-4 10-35-16,5-18 23 0,-5 18-3 0,2-15-26 15,-2 15-42-15,2-11-36 0,-2 11-29 0,0 0-31 16,2-14-24-16,-2 14-15 0,0 0-6 0,0 0-15 15,0 0-5-15,0 0-39 0,7 8 38 0,-7-8-34 16,10 16-6-16,-4-5 20 0,2 0-79 0,0 0-10 16,2 0-79-16,0 0-28 0,0 1-61 0,0 0-88 0,-1-1-137 15,-1-1-20-15,-2-1-130 0,1-2-552 16,-7-7-788-16</inkml:trace>
  <inkml:trace contextRef="#ctx0" brushRef="#br0" timeOffset="184.8611">8060 2557 753 0,'-12'-19'751'0,"2"0"-27"0,1 1-130 0,-3 4-8 0,6 0-175 16,1 1-7-16,0-1-153 0,1 5 1 0,1-1-118 16,3 10 9-16,-5-16-167 0,5 16-14 0,4-10-123 15,-4 10-10-15,11-3-129 0,-11 3-47 0,23 7-65 16,-9 1-97-16,5 3-443 0,-2 2-536 0</inkml:trace>
  <inkml:trace contextRef="#ctx0" brushRef="#br0" timeOffset="550.4747">8471 2709 549 0,'11'-2'801'15,"-11"2"9"-15,0 0-134 0,7-6-56 0,-7 6-69 16,0 0-86-16,0 0-82 0,0 0-81 0,8-7-59 15,-8 7-51-15,0 0-33 0,0 0-18 0,0 0-1 16,14 7-19-16,-6-1-22 0,0 1-12 0,2 3-23 16,2-1-10-16,1 4-8 0,1 0-11 0,0 1-4 15,0-1-7-15,0 0 0 0,-1 1-41 0,0-2 36 16,-2 0-34-16,0-1 40 0,1-2-42 0,-3 1 29 0,1-1-64 16,-2-2 32-16,-1 0-36 0,0-1 53 0,-7-6-30 15,11 8 41-15,-11-8-49 0,12 3 26 16,-12-3-79-16,13-6 46 0,-5 0-8 0,-2-1 8 0,1-4 1 15,0-1 9-15,0 0 4 0,1 0 6 0,-2 0 6 16,-1-1 8-16,1 1 6 0,-1 3 24 0,0-1 13 16,-1 2 7-16,-4 8-11 0,7-14-9 0,-7 14-32 15,5-11 22-15,-5 11-4 0,6-7-2 0,-6 7 2 16,13-1-3-16,-13 1 6 0,20 6 2 16,-5 1-33-16,3 0-56 0,2 3-77 0,1 1-61 0,4 2-58 15,0 1-68-15,2-1-70 0,0 1 43 0,-1-1-76 16,2 2-13-16,0-1-44 0,2-1-370 0,1-2-432 15</inkml:trace>
  <inkml:trace contextRef="#ctx0" brushRef="#br0" timeOffset="1024.2148">9940 2020 122 0,'-5'-41'697'0,"-2"1"-103"0,2 6-10 16,1 3-43-16,1 1-49 0,-1 3-14 0,1 2-26 16,0 2 37-16,2 4-99 0,-2 1 24 0,0 2-79 15,1 1-23-15,0 3-100 0,1 0-11 16,1 12-93-16,-2-14 15 0,2 14-61 0,0 0 38 0,0 0-29 16,11 20 50-16,-2 0-27 0,7 16 20 0,1 7-40 15,5 8-104-15,0 10 109 0,5 2-34 0,0 4 40 16,2 3-16-16,1 0-4 0,1 4-11 0,-1-3-12 15,1 1-3-15,0-5-44 0,-2-2 34 0,0-4-34 16,-2-3 39-16,-2-7-48 0,-2-1 52 0,-2-10-52 16,-2-5 51-16,-4-2-50 0,-1-7 38 0,-2-4-40 15,-3-3 38-15,-2-4-41 0,1-2 45 0,-1-1-37 16,-2-3 46-16,-1 0-47 0,-4-9 48 0,5 10-58 16,-5-10 36-16,0 0-51 0,0 0 0 0,0 0 1 15,-6-12 33-15,1 4-41 0,-1-3 39 0,-1-2-36 16,-2 0 24-16,-1-5-34 0,0 2 39 0,-1 0-3 15,0-1 1-15,2-1 2 0,-2 3 0 0,3 0 6 16,-1 2 1-16,2 0-2 0,-1 2-1 0,2 2 1 0,1 0-1 16,0 1-4-16,1 0-9 0,4 8-15 0,-9-12-32 15,9 12-37-15,-5-10-38 0,5 10-38 0,-6-8-45 16,6 8-61-16,0 0 8 0,-4-9-106 0,4 9 14 16,0 0-109-16,0 0-19 0,0 0-155 0,0 0-513 15,0 0-781-15</inkml:trace>
  <inkml:trace contextRef="#ctx0" brushRef="#br0" timeOffset="1634.3302">9330 2737 208 0,'0'0'527'0,"-11"-4"-141"16,11 4-80-16,0 0-50 0,0 0-14 0,-12 5 6 15,12-5 19-15,-7 6-34 0,7-6-28 0,-6 10-22 16,6-10-16-16,-4 12-22 0,4-12-17 16,-2 13-9-16,2-13-21 0,0 15-13 0,0-15-9 0,3 14-16 15,-3-14-5-15,7 16-11 0,-2-8-10 0,1-1-4 16,0-1-2-16,3 1-8 0,0-2-3 0,0 1-11 15,1-2-22-15,-1 0-12 0,-9-4-10 0,18 6 4 16,-18-6 6-16,16 2 7 0,-16-2-4 0,13-2-9 16,-13 2 3-16,12-7 1 0,-12 7 6 0,6-15 6 15,-6 15 1-15,0-18 5 0,-3 7 7 0,-2-1 46 16,0 0-53-16,-4 0 69 0,1 1-43 0,0 1 56 16,-1 1-53-16,-1 1 44 0,1 4-56 0,0 0 60 15,-3 2-60-15,12 2 59 0,-22 3-45 0,8 1 69 16,1 4-53-16,0 1 14 0,2 2 17 0,-1 4 11 0,3 0-2 15,2-1-7-15,1 3 0 0,3-2-11 0,1 2 5 16,4 0 10-16,1 0-7 0,4 2-5 16,4-1-4-16,7 1-10 0,3-2-7 0,3 0-13 15,5-4-69-15,8 1-105 0,2-3-117 0,3-1-125 0,3-1-81 16,0-3-172-16,2-3-376 0,-5-1-628 0</inkml:trace>
  <inkml:trace contextRef="#ctx0" brushRef="#br0" timeOffset="1917.7698">10211 2598 296 0,'-4'-19'731'0,"0"3"-36"0,-1-1-102 16,0 3 0-16,0 1-126 0,0-2-79 0,-2 6-68 16,2-3-52-16,-1 4-57 0,-1 0-36 0,-1 3-42 15,-3 1 46-15,11 4-107 0,-20 1 57 0,7 4-87 16,-1 4 70-16,-1 3-82 0,-3 7 73 0,1 3-70 15,-1 2-1-15,2 5 13 0,-2 2 10 0,3 1 3 16,2-5 3-16,2 3-4 0,2-3-27 0,0-1 46 16,1 1-37-16,2-3 5 0,3 0 35 0,0-1-39 15,2-3 34-15,1-1-42 0,2 0 30 0,2 0-41 16,3-1 31-16,3 0-45 0,2-2 31 0,5-1-94 0,1-3-47 16,8 1-130-16,2-5-109 0,2 0-132 0,4-1-70 15,0-3-127-15,4 0-609 0,0-2-888 0</inkml:trace>
  <inkml:trace contextRef="#ctx0" brushRef="#br0" timeOffset="2806.9985">4629 3889 417 0,'0'0'383'0,"0"0"-75"0,0 0-42 0,-11 3-42 16,11-3-22-16,0 0-14 0,0 0-13 0,-13 3-1 0,13-3-9 15,0 0-13-15,0 0-7 0,0 0-1 16,0 0 13-16,0 0 2 0,11 4 7 0,9-3 5 16,8-3-13-16,12-1 9 0,17-1 10 0,19-2-11 15,13-1 1-15,12-1-15 0,29-3-14 0,9 0-35 0,9 1 3 16,9-2-31-16,8 1 3 0,6 0-35 0,4-1-7 16,7 1-4-16,5 0-8 0,1 0 21 0,-1 1-36 15,0 0-1-15,-1 0-23 0,-2 1 13 0,-6-4-18 16,-6 2 14-16,0 1-19 0,-8 0 29 0,-3-1-11 15,-6 1 1-15,-5 0-1 0,-5-1-8 0,-7 1 14 16,-4-1 1-16,-4 2 5 0,-4-1-9 0,-25 3 3 16,-3-1-6-16,-5 0 7 0,-5 0-4 0,-8 0 8 15,-6 1 8-15,-14 1-10 0,-7 0 0 0,-5 2 2 16,-11-1 3-16,-8 1 2 0,-4 1 4 0,-1 0 7 16,-4 1-10-16,-4 0-3 0,1-1-16 0,-6 0-44 15,1 0-47-15,-12 3-45 0,15-6-41 0,-15 6-56 16,6-5-63-16,-6 5-13 0,0 0-40 0,0 0-77 15,0 0-537-15,5-9-563 0</inkml:trace>
  <inkml:trace contextRef="#ctx0" brushRef="#br0" timeOffset="4135.8673">13080 2356 632 0,'-12'-26'515'0,"-1"1"-95"0,-1 1 26 0,-2 1-76 16,-2 1 1-16,1 0-97 0,-4 3-2 0,0 0-95 15,0 0 39-15,-2 3-95 0,-4 2 33 0,-2 0-81 0,0 3 41 16,-3 3-78-16,-1 2 45 0,-1 3-73 16,2 3 59-16,-4 3-74 0,-1 3 58 0,-5 5-59 15,3 3 52-15,3 0-59 0,0 4 4 0,6 1 50 0,2 3-57 16,7-2 55-16,5 1-61 0,3 3 60 0,8-1-59 16,3 2 69-16,6 4-67 0,8 6 59 15,10-2-55-15,5 2 56 0,13 4-59 0,4-1 59 16,6-1-55-16,5-1 4 0,3-2 1 0,1-1 5 0,1 1 0 15,-1-3-1-15,-5-2 6 0,-3 0-7 0,-10-6-13 16,-5 0-6-16,-3-2 12 0,-5 0-20 0,-7-4-4 16,-5-1 1-16,-3-1 10 0,-5-1 10 0,-6-2 1 15,-4 0 4-15,-5 2 5 0,-4 0 0 0,-6 1 3 16,-9-1 1-16,-3-1 0 0,-8 2-2 0,-3-3 3 16,-2-1-2-16,-3-1-1 0,4-3-9 0,3-3-12 15,1-1-6-15,0 0-15 0,7-1 1 0,4-1 3 16,3-1-10-16,3 2-29 0,3-1-46 0,1-2-24 15,16 1 3-15,-21 1 10 0,21-1 20 0,0 0 26 16,0 0 15-16,0 0 5 0,0 0 8 0,16 2 2 16,-1-2-1-16,6 0 0 0,6 0 2 0,4-2-7 15,7 0-7-15,3 0-4 0,6-2 4 0,3-1 12 16,1-1-6-16,-1 0 9 0,2-3 15 0,-1-1 3 16,-2 0 23-16,-2-5 23 0,-1 0 26 0,-4-2 9 0,-3-1 13 15,-3-3 17-15,-5-1-2 0,-4 0 3 16,-3-3-2-16,-6 3 3 0,-1 0 22 0,-4 0 10 15,-5 1 40-15,-1 2-9 0,-2 2-7 0,-5 1-4 0,2 1-5 16,-4 0 29-16,-3 1-71 0,0 0 36 0,-3 2-64 16,-1 1 40-16,-5 2-53 0,1 1 42 0,-3 4-52 15,1 0 53-15,0 4-59 0,-2 2 50 16,1 3-52-16,1 1 54 0,-2 5-43 0,4 1 64 0,0 2-56 16,6 0 2-16,3 4 20 0,4 0 20 0,2 0-17 15,6 2 5-15,6 4-4 0,2-1 3 0,7 3-15 16,4-2 5-16,6-1-15 0,1-2-1 0,4 0-4 15,3-5-7-15,1-1-2 0,0-2-7 0,2-4-1 16,0-2-2-16,-8-3-3 0,3-1-3 0,-6-3-1 16,1-3 2-16,0-3-11 0,-3-2 12 0,-2-3-4 15,-1-2 11-15,-6-5-2 0,-2-2-2 0,0-5 3 16,-4-6 0-16,-3-4 64 0,-6-2-77 0,0-4 79 16,-7 3-70-16,-1-8 71 0,-5-2-86 0,0-2 3 15,-6 0 0-15,-2-6 13 0,-4 0-3 0,3 12 17 16,-3 1 83-16,2 5-78 0,-2 1 71 0,1 5-76 15,0 7-3-15,4 0 53 0,1 7-74 0,0 2 53 0,-1 4-68 16,1 2-2-16,-1 4-3 0,1 3 69 0,-1 1-72 16,2 4 2-16,-5 2 0 0,4 2 3 0,-1 3 9 15,2 0 6-15,-1 3-39 0,3 1 41 0,1 0-2 16,1 2 4-16,2 1-1 0,0-1 5 0,3 1-8 16,2 0 4-16,0-1-1 0,2 0-12 0,0 1-7 15,2-3-4-15,-2-1-7 0,2-2-8 0,-2-1-6 16,1 1 77-16,-3-10-81 0,6 15 81 0,-6-15-70 15,4 11 75-15,-4-11-75 0,3 8 13 0,-3-8-2 16,0 0-5-16,9 6 58 0,-9-6-84 0,0 0 68 16,0 0-89-16,9-6 8 0,-9 6-112 0,0 0 9 15,7-11-63-15,-7 11-52 0,4-8-42 0,-4 8 8 16,0 0 12-16,2-11-52 0,-2 11-31 0,0 0-485 16,0 0-432-16</inkml:trace>
  <inkml:trace contextRef="#ctx0" brushRef="#br0" timeOffset="4718.8796">13814 2158 354 0,'-8'-14'437'0,"2"0"-61"0,-1 0-53 16,1 0-8-16,-2 1 24 0,0-1-57 16,1 2-61-16,-1-2-20 0,0 2-21 0,0 1-16 15,-1-1-20-15,2 3-28 0,-2 0-24 0,0 2-17 16,2 0-19-16,7 7-13 0,-16-5 3 0,16 5-6 0,-13 7 1 15,4 1 5-15,2 2-46 0,-2 3 70 16,3 2-39-16,-1 1 14 0,-1 5 13 0,2 0 5 0,0 1 8 16,3 2 17-16,-1 3 8 0,0 4 12 0,2 1 3 15,1 2 67-15,2 4-86 0,1-1 7 0,2 5 15 16,3 2-9-16,4-3 0 0,5 1-6 0,1 1 0 16,10 6-11-16,2-4-46 0,3-1 50 0,3-2-49 15,4-3 1-15,0-2-4 0,3-3 50 0,3-2-55 16,0-3 31-16,-7-5-51 0,3-2 36 0,1 0-48 15,-2-4 32-15,1-1-120 0,0-2-16 0,-2-1-93 16,0 0-72-16,-9-4-88 0,1-2-103 0,-5-1-35 16,-3-1-84-16,2-2-566 0,-7-1-757 0</inkml:trace>
  <inkml:trace contextRef="#ctx0" brushRef="#br0" timeOffset="5185.8346">14840 2719 443 0,'0'0'576'0,"-6"7"-141"0,6-7-99 15,0 0-59-15,0 0-20 0,0 0-4 0,0 0 49 16,0 0-69-16,0 0 37 0,0 0-92 0,0 0 19 15,0 0-88-15,0 0 28 0,0 0-80 0,0 0 41 16,13 2-71-16,-13-2 45 0,18-2-69 0,-18 2 48 16,20-5-71-16,-20 5 40 0,21-5-71 0,-13 2 49 15,4-3-71-15,-4 1 42 0,-1-1-66 0,2-1 51 16,-1 0-53-16,-3-4 53 0,-2-2-42 0,1 1 53 16,-3-2-44-16,-2-1 69 0,-1 0-50 0,-3 1 54 15,-2-3-42-15,-2 4 67 0,-1 1-42 0,-1 1 54 16,-3 2-37-16,0 2 54 0,-2 1-46 0,1 1 64 15,0 5-21-15,-3 2 61 0,2 2-51 0,0 2 64 16,-2 3-56-16,2 2 87 0,-1 2-71 0,3 1 68 16,0 2-77-16,3 1 85 0,0 2-51 0,4 0-5 15,2-3-11-15,2 1-1 0,2 0-19 0,2 1-11 16,2 0-2-16,4 2-8 0,2-2-8 0,5-1-32 16,5 2 30-16,4-1-43 0,8-1-55 0,5 0-66 0,4-4-87 15,2 0-80-15,3-1-83 0,0-4-22 16,2 0-99-16,-2-2-72 0,1-2-313 0,-5-2-441 15</inkml:trace>
  <inkml:trace contextRef="#ctx0" brushRef="#br0" timeOffset="5735.6273">15667 2596 524 0,'-1'-19'495'0,"-1"4"-60"16,-3-1 56-16,0 2-57 0,-1 1-26 0,-2-1-93 15,0 3 20-15,-2 0-96 0,-1 4 47 0,0 0-123 16,-1 2 33-16,12 5-88 0,-19-1 71 0,8 4-79 15,-2 5 63-15,3 3-75 0,1 2 61 0,1 5-98 16,0 3 68-16,3 0-91 0,2 3-3 0,2 1 1 16,3 0-2-16,4 0 0 0,2 1-1 0,3 1-5 15,3-3-24-15,2 0 27 0,5-2-28 0,5 0 33 16,-2-4-33-16,2-3 29 0,3-2-31 0,-1-3 37 16,2 1-40-16,0-4 34 0,-3-6-34 0,1-1 33 15,-3-2-31-15,0-3 31 0,-4-4-30 0,4-3 30 16,-3-5-8-16,-3-2-2 0,-1-6 0 0,-2-6-4 15,-2-3-3-15,-6-6 3 0,-2-1-13 0,0-3-2 16,-5-2-3-16,-2-3 1 0,-2 1 9 0,-1 0 0 0,-2-2-1 16,0 3 59-16,-2 1-71 0,0 5 82 0,1 7-47 15,1 5 62-15,0 5-59 0,1 2 58 0,-1 4-82 16,2 4 50-16,-1 6-65 0,-2 3 55 0,7 5-55 16,-11 1 61-16,3 6-52 0,1 7-2 0,1 6 18 15,0 6 20-15,4 6 12 0,1 5-9 0,4 9 1 16,3 1 8-16,3 4-14 0,5 7-4 0,0 3-3 15,2-4 0-15,1-1-3 0,1-1-65 0,0-2-44 16,-1-7-15-16,-1-4-21 0,1 0 16 0,-3-5-13 16,2 0 14-16,-5-11 16 0,1 0 23 0,-3-6 10 15,-2-3 16-15,-1-2 32 0,1-2 40 0,-3-3-6 16,0-2 31-16,-4-8-27 0,5 9 33 0,-5-9-48 16,0 0 36-16,0 0-43 0,0 0 1 0,-3-18 4 15,0 7-3-15,0-2 33 0,0-1-42 0,0-3 42 16,0 0-49-16,2-1 51 0,1 1-36 0,1-1 43 15,3 0-13-15,3-1-6 0,1 0-11 0,6 1 10 16,3-1-18-16,6 0-34 0,7-1-53 0,4 2-46 0,3 1 0 16,2 2-130-16,2 0-33 0,1 2-120 0,1-1-38 15,2 3-105-15,-2 2-550 0,1-4-717 16</inkml:trace>
  <inkml:trace contextRef="#ctx0" brushRef="#br0" timeOffset="6786.0834">18408 2357 530 0,'15'-22'420'0,"-1"1"-35"0,-5 1-4 0,-2-1 22 0,-2 0-51 15,-4 1 44-15,-2 1-92 0,-3-5 35 0,-3 4-72 16,-4-4 43-16,-5 3-107 0,-2 2 46 0,-3 2-105 16,-4 3 44-16,-1 4-97 0,0 3 64 15,-2 5-88-15,0 4 60 0,-7 5-82 0,2 3 11 0,-3 5-3 16,1 4 5-16,3 5-37 0,2 4 31 0,5 2 15 15,2 3-9-15,7 1-1 0,6-3-16 0,3 0-1 16,5-4-2-16,5 6-8 0,6-3-6 0,5 3-4 16,3-2 5-16,5-3-13 0,3-3 0 0,3-2-1 15,2-3 6-15,-3-6-16 0,1-1-5 0,2-2-3 16,-2-3-15-16,-3-3-8 0,-1-1 5 0,-2-2 3 16,-1-2 0-16,-3-3 9 0,1-1 4 0,-4-3 9 15,1-1-12-15,-2-5 1 0,-1-2-4 0,-3-4 5 16,-1 0 0-16,-1-2 28 0,-2 0-20 0,-2 1-8 15,-1 1 7-15,-2 0-28 0,0 1 54 0,-1 1-35 16,-1 3 54-16,0 1-35 0,0 1 35 0,0 1-42 0,1 11 38 16,-2-18-10-16,2 18-6 0,-2-14-14 15,2 14 1-15,0 0-9 0,-3-11 4 0,3 11-1 0,0 0-3 16,0 0 11-16,5 13-11 0,-1-5-1 0,2 0-9 16,4 4-7-16,0 0-16 0,5 1-13 15,2 0-33-15,5 2-37 0,2 1-44 0,0-3-27 16,3 0 41-16,1 0-71 0,1-2 45 0,0-1-50 0,-1-2 20 15,-3-1-13-15,-2-3 26 0,1-1 44 0,-4-1 32 16,-1-2 21-16,-1-2 14 0,-1-2 42 0,-4-3 27 16,0-2 15-16,-2-2 38 0,-3-1 33 0,0-2 41 15,-1 1 10-15,-3-2 35 0,0 0 23 0,-2 4 42 16,1-1-1-16,-1 2-10 0,-2 10-62 0,4-19 20 16,-4 19-69-16,2-14 8 0,-2 14-71 0,2-11 28 15,-2 11-56-15,0 0 37 0,0 0 1 0,7-8-10 16,-7 8-16-16,0 0-6 0,8 12 5 0,-8-12-7 15,10 15-4-15,-5-7 15 0,3 3-19 0,0 0-4 16,0 1 0-16,1 0 3 0,2-1-7 0,-1 1 0 16,0 0-2-16,1 0-10 0,1-1-39 0,-1-1-27 15,0-2-3-15,1 1 6 0,1 0 13 0,-2-2 5 16,-1-2 12-16,1-1 12 0,-2 1 4 0,-9-5 7 0,18 0 3 16,-9-5 8-16,-1 0-1 0,-1-2 3 15,3-6 7-15,-3 1-8 0,-1-2-11 0,-1-3 17 16,-1 1 13-16,1-1 24 0,-3 2 20 0,0 0 24 15,0 3-49-15,0-1 54 0,0 3-34 0,-2 10 27 0,2-19-60 16,-2 19 33-16,3-15-58 0,-3 15 38 0,2-10-51 16,-2 10 46-16,0 0 0 0,8-6-10 0,-8 6-1 15,12 6-1-15,-2-2-2 0,5 4-3 0,2 1-2 16,5 1-26-16,4 1-55 0,2 1-66 0,2 0-67 16,5 1-27-16,1 1-146 0,0-2-60 0,-5-1-58 15,-1 1-157-15,-1-3-390 0,-4 0-663 0</inkml:trace>
  <inkml:trace contextRef="#ctx0" brushRef="#br0" timeOffset="7236.0115">19936 1770 345 0,'2'-37'797'0,"-1"3"-30"15,-1 6-43-15,0 2 16 0,1 5-149 0,-1 3-45 0,0 0-165 16,0 4-31-16,0 3-109 0,2-1-10 15,-2 12-87-15,6-12 46 0,-6 12-32 0,15 3 34 16,-1 6-33-16,5 10 27 0,5 9-30 0,5 6 14 0,3 11-47 16,2 5-18-16,-1 3-10 0,-1 5-17 0,0 0-44 15,0 4 31-15,-4 1-40 0,0 1 20 0,-4-3-64 16,0 0 9-16,-3-4-10 0,0-2-14 0,-5-10-24 16,-2-1-17-16,1-3 7 0,-2-4-8 0,-1-3 3 15,-1-6 7-15,-3-7 3 0,0-1 8 0,-2-5 16 16,1 0 11-16,-2-2 15 0,-1-3 14 0,-4-10 15 15,7 12-9-15,-7-12-2 0,0 0 2 0,0 0-4 16,6-12-1-16,-8-1 4 0,-3-3-2 0,-2-5-7 16,-3-8 0-16,-7-4 2 0,0-1-3 0,0 1-2 15,-4-1-3-15,1 4-26 0,-3 1 34 0,0 4-3 16,1 5 0-16,0 2-2 0,-2 5 2 0,-2 1-1 16,2 5-7-16,-1 5 4 0,4 2 2 0,-3 4-2 15,0 5 5-15,0 3 0 0,3 3 4 0,2 3 1 16,4 2 5-16,3-2 7 0,4 1 3 0,3 0 6 15,4 0-2-15,4 0 2 0,4 1-2 0,8 3-4 16,2-3-3-16,10 2-14 0,4-3-58 0,4-1-88 0,4-4-107 16,3-1-104-16,3-3-65 0,2-1-144 0,3-2 6 15,2-1-203-15,2-5-468 0,2-1-839 16</inkml:trace>
  <inkml:trace contextRef="#ctx0" brushRef="#br0" timeOffset="8011.7233">22339 2033 677 0,'-23'-51'555'0,"-2"1"-83"0,4 8 42 16,0 3-8-16,2 1-80 0,-1 3 50 0,3 5-114 15,2 5 41-15,2 3-105 0,3 4 19 0,1 1-111 16,2 5-16-16,0 2-68 0,0 4 28 16,7 6-57-16,0 0 94 0,-16 8-63 0,11 6 43 0,0 9-48 15,-1 11 31-15,-1 11-49 0,5 6-14 0,3 7-9 16,2 19-29-16,4 6 27 0,4 5-12 16,6 20-8-16,5 1-12 0,4-1-37 0,4 0 37 0,5-2-36 15,3-2 26-15,3-5-50 0,-1-7 20 0,0-7-47 16,-7-21 30-16,-2-4-46 0,-2-8 34 0,-4-5-31 15,-5-12 29-15,-4-4-30 0,-3-7 52 0,-2-5-30 16,-2-3 45-16,-3-4-27 0,0-3 31 0,-6-9-36 16,6 7 35-16,-6-7-42 0,0 0 32 0,1-18-49 15,-3 3 25-15,-3-7-51 0,-2-10 4 0,0-9-59 16,-2-6-24-16,0-3 5 0,-3-12 38 0,0-1 2 16,-1-2 18-16,2 1 6 0,0 2 25 0,0 2 2 15,2 10 8-15,0 4 10 0,0 3 6 0,2 4 7 16,1 8 6-16,2 4 8 0,0 5-6 0,2 3-2 0,-1 2-16 15,2 0-30-15,0 5-27 0,2 1 78 0,4 2-68 16,3 3 78-16,3 2-60 0,4 3 74 16,6 4-62-16,4 4 70 0,7 3-62 0,6 6 69 15,0 4-64-15,1 2 8 0,-1 1 8 0,-1 1 4 0,-2 2 6 16,-2-1 2-16,-2 1 4 0,-2-2 9 0,-5-1-6 16,-5-4 4-16,-5-4 18 0,-2 1 17 15,-4-3-3-15,-3 0 23 0,-2-1-22 0,-3-12 19 0,-4 20-30 16,-4-10-2-16,-3-1 22 0,-6 4-31 0,-4-7 26 15,-2 0-36-15,-4-1 22 0,-2-1-25 0,-2-3 15 16,-1-1-30-16,-3-1-14 0,0-1-43 0,2-2-45 16,7-2-56-16,1 1-97 0,4-2-62 0,6 1-45 15,4-1-23-15,5 0-107 0,6 7-12 0,6-12-283 16,6 4-330-16</inkml:trace>
  <inkml:trace contextRef="#ctx0" brushRef="#br0" timeOffset="8353.9435">23218 2626 793 0,'7'-15'694'0,"-1"0"-83"0,-1 2 53 0,1 0-97 15,-2 0-31-15,-1-2-77 0,0 5-53 0,1-2-20 16,-4 12-36-16,4-19-63 0,-4 19-60 0,4-15-46 16,-4 15-54-16,5-9-30 0,-5 9-17 0,0 0-13 0,15 3-12 15,-5 5-13-15,5 3-5 0,0 4-8 16,4 3-13-16,2 1-38 0,-1 1-22 0,1 3-35 15,0-4-10-15,-1 1-12 0,0 1 0 0,0-2-43 0,-2-1 29 16,-2-2 5-16,-2-2 1 0,0-3 10 0,-4 1 24 16,0-4 10-16,-2 0 20 0,-1-1 32 15,0-1 43-15,-7-6-27 0,8 6 37 0,-8-6-37 16,0 0 42-16,0 0-34 0,3-9 43 0,-3 9 13 0,-6-18-1 16,2 7-6-16,-2-3-1 0,0 0 4 0,0-1-8 15,1-1-10-15,1 0-9 0,1 1 1 0,0 1-15 16,2 1-6-16,-1 1-6 0,2-1-22 0,2 2-52 15,1-1-53-15,4 0-51 0,3 2-40 0,2 1 9 16,2 1-100-16,6 0-59 0,2 2-37 0,0 2-20 16,2 1-53-16,-1 2-10 0,1 1-36 0,3 1-287 15,-2 0-324-15</inkml:trace>
  <inkml:trace contextRef="#ctx0" brushRef="#br0" timeOffset="8887.6265">24010 2549 418 0,'0'0'577'0,"10"-5"-66"0,-10 5 44 0,7-9-100 16,-7 9 6-16,5-15-42 0,-5 15 60 0,4-20-134 15,-1 8-1-15,-1 1-29 0,0-1-33 0,2-1-42 16,0 2-29-16,1-3-41 0,1 4-38 0,2 0-26 16,-1 1-14-16,1 2-32 0,4 2-9 0,4 2-16 0,0 2-7 15,4 2-6-15,2 4-1 0,1 1-10 16,-1 4-5-16,3 3-11 0,0 2-27 0,-3 1-17 16,-2 1-13-16,-1 1-10 0,0 1-31 0,-6-2-7 15,-3-2 4-15,1 2 7 0,-5-4 18 0,-1 0 16 0,-4 0 11 16,-2-1 11-16,-2-1 10 0,-5 0 3 15,-2 0 15-15,-3-2-3 0,-3-2 4 0,0-1 1 16,-3-1 4-16,0-3 0 0,-2 0 2 0,-1-2 7 16,2-2-11-16,0 0 5 0,0-3-7 0,4 0-24 0,0-1 5 15,4-2-108-15,3-2-3 0,2 1-78 0,5-2 26 16,3-1-68-16,3-2 40 0,7-1-31 0,3-1 17 16,5-3 18-16,3 0 37 0,6-2 8 0,3-2 50 15,2 0 30-15,-2 1 16 0,0-1 35 0,-3 1 45 16,0 0 30-16,-5 3 53 0,-3 1 92 0,-4 5 82 15,-1-2 62-15,-1 3 35 0,-2 3-20 0,-3 0-29 16,-1 1-45-16,-1 0-77 0,-7 8 6 0,14-11-79 16,-14 11 16-16,11-6-37 0,-11 6 77 0,15 6 3 15,-4 3 62-15,6 7-10 0,5 8-11 0,4 8-6 16,6 9-36-16,1 6-12 0,4 6 4 0,0 3-56 16,0 2 23-16,-1 5-54 0,-5 4 2 0,1 3-12 0,-3 3-10 15,-2-1 20-15,-4 0-50 0,-3 0 29 16,0-3-59-16,-7 0-3 0,1 2-8 0,-5-6-2 0,-3-3-58 15,-2-9 57-15,0-3-44 0,-8-1 58 16,0-6-6-16,0-2-6 0,-7-5 5 0,-3-2-2 0,-1-9-7 16,-4-2-16-16,-3-6-31 0,-4-2-20 0,-3-5-47 15,-3-4-75-15,0-5-92 0,-7-4-96 0,-5-5-146 16,0-6-63-16,0-3-245 0,-5-11-517 0,4-5-971 16</inkml:trace>
  <inkml:trace contextRef="#ctx0" brushRef="#br0" timeOffset="9087.6181">24792 1933 1037 0,'-6'-39'766'0,"-1"0"-163"0,-2 5-115 16,2 5-87-16,-1 2 42 0,3 6-151 0,-2 0 3 15,3 5-139-15,1 0 40 0,-1 2-134 0,3 4-15 16,1 10-101-16,-2-12 34 0,2 12-50 0,0 0-80 15,14 7-67-15,0 2-102 0,2 6-56 0,5 5-38 16,6 6-29-16,1 3-18 0,1 2-260 0,0 2-225 16</inkml:trace>
  <inkml:trace contextRef="#ctx0" brushRef="#br0" timeOffset="9438.1449">25259 2487 265 0,'2'20'482'0,"-1"-4"-43"0,-1-3-53 16,1 0 3-16,-1-13 19 0,1 21-16 15,-1-21 71-15,1 16-93 0,-1-16-20 0,3 12-59 16,-3-12-65-16,6 9-51 0,-6-9-35 0,12 4-27 16,-12-4-35-16,25 0-32 0,-12-1-22 0,3-2-26 0,0-2-8 15,2 1 46-15,-3 0-89 0,0-4 55 0,-1-1-67 16,1-2 37-16,-2-3-73 0,-2 0 66 16,-2 0-47-16,-4-2 62 0,1 2-48 0,-4-3 15 15,-4 4 9-15,0-2 11 0,-4 1 6 0,-1 2 13 0,-5 0 9 16,-3 2 5-16,-2 1 21 0,-2 2 30 0,-1 5 64 15,-1 2-72-15,-3 5 81 0,-1 1-64 0,-2 5 70 16,-2 3-58-16,0 5 75 0,1 3-80 16,8-3 10-16,1 4 23 0,2-1-14 0,6 3 5 0,2-3-5 15,2-1-10-15,5 2-5 0,4-2-4 16,3 1-12-16,6 3-42 0,2-1 37 0,7-3-47 0,6 3 35 16,5-3-93-16,2-2-60 0,4-4-68 0,6 1-82 15,1-4-74-15,4-1-34 0,0 0-57 0,5-4-58 16,-2-1-37-16,3-2-68 0,-2-2-262 0,-2-5-401 15</inkml:trace>
  <inkml:trace contextRef="#ctx0" brushRef="#br0" timeOffset="10053.8485">26222 2576 414 0,'17'-34'461'0,"-4"0"-45"16,-4 6-54-16,-2-1-14 0,-5 4-4 0,0 0-20 16,-4 1-1-16,-2 1 9 0,-3 1-45 0,-2 3-25 15,-2 0-25-15,-5 2 43 0,2 4-125 0,-4 3-30 16,1 5-3-16,-1 1-9 0,2 5 11 0,-2 5-15 15,0 3-16-15,0 5-5 0,-1 5-4 0,5 3 2 0,3 4-2 16,1 2 0-16,3 3-25 0,5-1-14 0,2-1-6 16,4 5-10-16,3-2 1 0,7 5-8 15,1-4 7-15,6 2-13 0,4-3-45 0,2-3 19 16,4-2-54-16,1-2 34 0,3-6-46 0,1 0 14 16,0-5-21-16,2-2 25 0,-7-3 1 0,1-5 10 0,-3-1 4 15,-2-4 11-15,-2-3 10 0,0-3 1 16,2-6 5-16,-5-4 2 0,3-8 87 0,-3-6-80 15,-5-7 71-15,-2-5-81 0,1-14 85 0,-5-4-71 0,-2-3 22 16,-5-5 19-16,0-5 67 0,-4-1-60 0,0-1 50 16,-4-2-41-16,2 1 61 0,-3 2-46 0,-1 5 67 15,-1 4-36-15,3 17 70 0,-1 5 7 0,0 11 11 16,3 1-62-16,-2 8-8 0,2 7-56 0,-1 3 10 16,-1 6-36-16,4 8-4 0,0 0 29 0,-16 7-40 15,9 8 35-15,1 8-35 0,1 8 28 0,1 6-36 16,4 12 22-16,0 1-31 0,4 5-4 0,1 13 14 15,1 3-5-15,1 4 3 0,2 0-2 0,0 1-3 0,0-1-30 16,0-1-37-16,0-5-33 0,-2-2-24 0,-3-3-3 16,1-13-41-16,-1-2 53 0,-4-6-20 15,2-7 53-15,-2-8-16 0,-2-2 49 0,2-3-22 0,0-4 83 16,-2-3 6-16,-1-1 58 0,-1-7-18 16,4-8 44-16,-11 10-35 0,11-10 33 0,-16-5-23 0,7-4 27 15,-1-4-33-15,0-5 23 0,3-3 9 0,1-2-7 16,6-6-7-16,4-4-15 0,7-8-13 0,7 1-13 15,14-3-20-15,10 1-5 0,12 2-38 0,9 4 23 16,9 5-20-16,11 2 20 0,25 2-26 0,2 7 25 16,-14 6-34-16,4 5 35 0,-1 2-38 15,1 4 11-15,-1 6-21 0,0-2-22 0,0 3-17 0,-5 1-44 16,-5-1-30-16,-11 2-19 0,-16-1-9 0,-10-2-26 16,-5 1-38-16,-10-2-43 0,-10-1-26 0,-8-1-162 15,-19 0-58-15,17-1-21 0,-17 1-121 0,-15-5-541 16,-11-1-820-16</inkml:trace>
  <inkml:trace contextRef="#ctx0" brushRef="#br0" timeOffset="10837.9402">13492 3769 297 0,'-27'1'307'0,"6"0"-54"15,-2-1-18-15,0 2-23 0,2-2-29 0,2 2-15 16,-2-1-15-16,6 0-13 0,-3-1-10 0,5 2-7 15,-1 0 39-15,1-1-60 0,1 2 31 0,1 0-65 0,2 0 39 16,-2 0-59-16,2 1 20 0,2 1 29 16,-3 1 6-16,2-1-11 0,1 2-10 0,-1 0-4 15,0 0-14-15,2 0-10 0,-1-1-1 0,7-6-11 16,-9 15-15-16,9-15 19 0,-6 10 22 0,6-10 37 0,2 11 16 16,7-6 25-16,6-2 7 0,14 1-1 15,14-4-17-15,20-3-2 0,25-1-18 0,15-3-13 16,36-6-4-16,9 1-30 0,14-2 44 0,9 1-34 0,11 0 40 15,6 1-46-15,7 2 6 0,6 2 0 0,3-1 5 16,-1 4-1-16,1-1-27 0,1 2-6 0,-2 1-7 16,-2-2-8-16,-10 3-7 0,-7 1 2 0,-5 0-12 15,-11-1 3-15,-9 1-5 0,-13-2 2 0,-11-1-4 16,-31 1-4-16,-7-3 0 0,-10 1 13 0,-11 1-18 16,-16 0 6-16,-8-1-1 0,-6 0 0 0,-11-1 1 15,-3 1 26-15,-6-1-26 0,-3 1 3 0,-3-1-77 16,-4 1 16-16,-1-1-74 0,-2 0-6 0,-2 1-66 15,-1 0-58-15,-2 1-59 0,-8 4-70 0,16-8-11 16,-16 8-34-16,13-7-79 0,-13 7-542 0,14-8-665 16</inkml:trace>
  <inkml:trace contextRef="#ctx0" brushRef="#br0" timeOffset="11337.6973">18945 3523 224 0,'-24'3'512'16,"4"-2"-112"-16,0 0-61 0,3 0-29 0,-1 0-6 15,3 0 11-15,2 0-4 0,13-1 25 0,-24 0-8 16,24 0-14-16,-18 0-22 0,18 0-41 0,-16-3-43 15,16 3-38-15,-12-3-6 0,12 3-52 0,0 0-17 16,-5-12-23-16,5 12-10 0,8-10-9 0,0 4-3 16,7 0 5-16,5-1-23 0,9-1 2 0,12-1-2 0,7 1 4 15,9 0 3-15,18 0-1 0,9 2 13 0,9 0-42 16,9 1 27-16,9 3-4 0,29 1 2 16,2 2-12-16,2 0-36 0,1 1 25 0,2 0-5 0,1 0-18 15,-1 0-17-15,-4-1-27 0,-5-1-18 0,-25 0-37 16,-3 0-33-16,-5-1-37 0,-8-1-49 0,-6-1-62 15,-7-1-52-15,-9 0-17 0,-17-1-63 16,-3-1-119-16,-5-2-360 0,-4-2-467 0</inkml:trace>
  <inkml:trace contextRef="#ctx0" brushRef="#br0" timeOffset="11888.6564">23455 3245 218 0,'-23'6'237'0,"1"0"5"0,0 1-58 0,1 0 16 16,1 2-40-16,0 0 6 0,2 0-22 0,-1 0-11 15,2 0-17-15,0 1-11 0,3-2-9 16,-1 2 5-16,3-3-12 0,-2 1-8 0,4-1-2 0,-1 0 10 16,1-2-6-16,2 1-14 0,1-2 2 0,7-4-3 15,-14 8 7-15,14-8 28 0,-9 7 24 0,9-7 28 16,0 0 24-16,0 0 13 0,6 10 4 0,8-9 5 15,10 0 2-15,15-1-8 0,19-1-7 0,19 0-17 16,12-1-11-16,13 0-13 0,34 0-20 0,11 1-23 16,9-1-19-16,9 1-35 0,11 2 15 0,9-1-17 15,5 0-10-15,7 1-38 0,4 3 22 0,2 0-11 16,-2-3-8-16,-4 3-19 0,-8-1 18 0,-7-1-2 16,-9 1 6-16,-14-3-8 0,-10 0 2 0,-11-1-2 15,-27-1-2-15,-3 2-10 0,-3-3-23 0,-4 1-14 16,-1 0-18-16,-9-1 7 0,-6-3 13 0,-8 3 8 15,-19-2 11-15,-6 1 15 0,-5-2 34 0,-11 1 28 16,-7 2-11-16,-2-1-7 0,-4 1-9 0,-5 0-20 16,-2-1-45-16,-3 3-51 0,1-1-52 0,-14 2-42 15,17-1-48-15,-17 1-40 0,0 0-37 0,0 0-6 16,0 0-27-16,0 0-104 0,-8 11-58 0,-1-6-252 16,-1 0-277-16</inkml:trace>
  <inkml:trace contextRef="#ctx0" brushRef="#br0" timeOffset="17173.9552">4072 6473 322 0,'-12'-16'621'0,"-4"-5"-193"16,2 0-53-16,0-1-81 0,1 0 15 0,2-2-67 15,0-1-16-15,3-1-47 0,1 2 5 16,3-1-29-16,1 0 7 0,3 0-35 0,4-2-19 15,3-2-25-15,3 1-11 0,7-3-18 0,2 2-2 0,7 0-23 16,3 3 4-16,4 3-17 0,3 3-4 0,5 4-4 16,1 4-2-16,4 3-1 0,-5 7-5 0,0 3 5 15,6 4 10-15,-1 5-12 0,-2 3 1 0,-2 5 6 16,-4 4 4-16,-1 4-15 0,-5 4 7 0,-5 2-8 16,-3 4 8-16,-4 0-12 0,-6 4 10 0,-4-1-10 15,-6-3 10-15,-4 1-10 0,-4 4 13 0,-6 0-12 16,-2-3 13-16,-5-1-10 0,-2 0 11 0,-4-5 3 15,-2-2-4-15,-3-1 10 0,-2-4 2 0,-1-3 6 16,-2-3 5-16,0-1 7 0,3-6 7 0,-1-4 7 16,0-2 4-16,2-1 4 0,0-5-7 0,0-3 9 15,-2-5 17-15,1-1 1 0,0-4-15 0,-1-4 10 16,1-2-15-16,3-5 10 0,2 0-30 0,2-5 17 16,4-1-31-16,3-3 15 0,3-1-34 0,5 3 24 15,4 0-29-15,4 3-5 0,5-2-5 0,3-1 3 16,4 4-5-16,2 3 1 0,6 2 6 0,1 2-2 0,2 3 1 15,4 3-1-15,0 4 3 0,-3 5-3 16,4 0-4-16,1 5 5 0,0 1-1 0,3 5 15 0,0 4-17 16,-1 2 17-16,1 5-17 0,-2 3 10 0,-4 3-28 15,-3 3 1-15,-2 3-21 0,-7-4 0 16,-2 3-9-16,-4 1-9 0,-1 0-4 0,-3-3 4 0,-3 1 8 16,-1-2-3-16,-3 0 7 0,0 0 5 0,-1-1 6 15,-2-2 8-15,-1-1 1 0,0-4 11 0,-3 0 5 16,2-3 3-16,-1-2 4 0,-1-2 3 15,0-1 0-15,0-5-5 0,-2 1 11 0,12-5-2 0,-22 0 0 16,10-3-4-16,0-3-7 0,-1 0 13 0,3-3-7 16,0 1 23-16,0-1 9 0,4 0 11 0,0 2-9 15,1 1-6-15,5 6-9 0,-8-15-11 0,8 15 2 16,2-10 3-16,-2 10-12 0,13-12 4 0,2 7-36 16,1 2-31-16,6-1-86 0,4 3-60 0,4 1-72 15,2 0-11-15,5 2-88 0,1 1-95 0,1 3-356 16,7-1-374-16</inkml:trace>
  <inkml:trace contextRef="#ctx0" brushRef="#br0" timeOffset="17356.4135">5296 6743 242 0,'3'16'698'0,"-3"-16"-175"16,-5 17-86-16,-1-7-37 0,-5 0-53 15,-2 3-29-15,-5 1-18 0,-3 4-21 0,-9 2-37 0,-2 3-31 16,-7 0-42-16,-7 5-29 0,-6 1-23 0,-4 3-31 15,-4 0-14-15,-4 0-18 0,-3 2-6 0,-3 1-19 16,0-1-17-16,-2 2-36 0,2-2-44 0,4-2-60 16,3 0-78-16,6-2-69 0,5-4-66 0,14-7-154 15,6-3-501-15,10-4-594 0</inkml:trace>
  <inkml:trace contextRef="#ctx0" brushRef="#br0" timeOffset="17892.552">7546 6296 223 0,'-4'-15'732'0,"0"1"-155"15,-1-1-60-15,-2-1-20 0,2 2-29 0,0-1-4 16,-1 1-59-16,0 0-29 0,-1 2 5 16,2 1-57-16,0 2 8 0,1-2-88 0,4 11-19 0,-7-13-80 15,7 13-3-15,-6-10-66 0,6 10 17 0,0 0-54 16,0 0 24-16,0 0-42 0,-11 9 33 0,11-9-6 15,0 22-16-15,0-7-6 0,2 1-1 0,-1 3-5 0,3 3-6 16,1 0-1-16,-1 0 0 0,1 0-25 16,0-1-55-16,2 1-67 0,1-3-57 0,-2 1-70 15,2 0-41-15,-1-2-102 0,0-1-63 0,0-1-70 0,-2-1-144 16,-1-1-424-16,-2-3-722 0</inkml:trace>
  <inkml:trace contextRef="#ctx0" brushRef="#br0" timeOffset="18073.4326">6958 6279 607 0,'-32'-26'771'0,"0"1"-152"0,4 0-55 15,1-2-25-15,3 1-58 0,6 5-85 0,2-1-82 16,5 1-75-16,4 2-53 0,5-1-36 0,0 1-31 16,11-3-28-16,8-2-21 0,11-1-19 0,8 2-22 15,15-2-27-15,7 4-54 0,3 5-48 0,3 4-55 16,-6 6-50-16,1 4-36 0,-1 3-82 0,-3 3 16 15,-1 6-58-15,-4 4-28 0,-5 2-50 0,-4 2-392 16,-8 3-373-16</inkml:trace>
  <inkml:trace contextRef="#ctx0" brushRef="#br0" timeOffset="18257.9214">7258 6461 604 0,'-32'23'528'0,"0"-3"-71"0,1-1-16 0,7-1-28 15,1-4-42-15,4-2-41 0,4 1-48 0,2-3-23 16,1 0-24-16,3-1-13 0,5 1-21 15,4-10-29-15,3 16-25 0,7-8-26 0,9 0-24 0,8-2-19 16,11-2-4-16,11-4-24 0,8 0-9 0,6-2-45 16,14-4-43-16,3 0-46 0,3-2-53 0,1 0-61 15,-2-1-65-15,-1 0-83 0,-2-1 13 16,-5-2-26-16,-4 1 30 0,-3-2-40 0,-16 1-435 0,-3-2-346 16</inkml:trace>
  <inkml:trace contextRef="#ctx0" brushRef="#br0" timeOffset="19073.9475">8441 6392 150 0,'6'-13'633'0,"-1"0"-91"15,0 2-15-15,-2-1-18 0,-1 1-61 0,1 0-35 16,-1 0 8-16,-2 11-8 0,4-19-14 0,-4 19-77 16,3-16-19-16,-3 16-89 0,2-12-13 0,-2 12-71 15,2-10 5-15,-2 10-57 0,0 0 29 0,8-7-48 16,-8 7 51-16,10 2-11 0,-10-2-3 0,14 11-17 16,-5-3-12-16,2 0-9 0,-1 3-11 0,2-1-5 15,1 4-2-15,0-1-13 0,-1 0-4 0,0 3-4 16,0-3-1-16,-1 0-14 0,-2 0-14 0,2-1-32 15,-2-1-14-15,1-1-18 0,-1 1-18 0,0-2-13 16,-2-2-10-16,0 1 10 0,2-3 9 0,-9-5-2 16,16 6-13-16,-16-6-18 0,19-2 1 0,-9-2-11 15,3-3-9-15,0-3 7 0,1-2 30 0,1-3 15 16,-2 1 16-16,2-3 16 0,-3 2 11 0,0 0 14 0,-1 0 23 16,-2 3 19-16,1 0 23 0,-2 2 23 0,-2 1 12 15,0 0-8-15,-1 2-4 0,-5 7-13 0,11-13-13 16,-11 13-8-16,8-8-4 0,-8 8-1 0,9-4-4 15,-9 4 4-15,0 0 3 0,18 3 2 0,-18-3 6 16,18 5-2-16,-7-1 10 0,2 2-4 0,2-2 2 16,0 2-4-16,2-2-3 0,0 2-8 0,3-1 1 15,2 1-2-15,-1-1-15 0,4-1-19 0,0 0-27 16,2 1-22-16,-1-3-4 0,1 3-11 0,0-4-5 16,0 0-2-16,0-1 4 0,-4-1 17 0,2 0 13 15,-3-4 11-15,1-1 10 0,-2-1 9 0,-1-3 6 16,-3-4 9-16,0 3 24 0,-3-6 14 0,-1 1 29 15,-2 0 23-15,-2-2 33 0,-3 3-24 0,0 1 26 16,-2-2-5-16,-3 4 2 0,1 1 9 0,-2-1-7 16,0 12-15-16,-3-20-26 0,3 20 16 0,-8-16-43 0,2 10-2 15,6 6-14-15,-17-6 4 0,17 6-7 16,-22 5 5-16,9 1-13 0,-1 1 15 0,1 4-18 16,0 2 14-16,2 0-21 0,1 3 20 0,2-1-24 0,3-1 14 15,0 3-15-15,3 0 17 0,2-1-23 0,2 1 25 16,3-1 2-16,4 1-8 0,5 0-18 15,2-3-41-15,7-1-43 0,3-1-28 0,2-3-38 0,3-1-15 16,2-2 6-16,1-2 35 0,3-1-3 0,-1-3-1 16,2-1 2-16,-3-3 13 0,-2 0 17 0,-1-2 8 15,-2-2 21-15,-2-1 14 0,-2-3 17 0,-2-1 7 16,0-2 16-16,-2-1 16 0,-2-3 14 0,-3 0 35 16,-1 0 24-16,-4 1 38 0,-1 1-8 0,-1-2 21 15,-2 3-21-15,-1 1 33 0,-2 1-6 0,0 0 3 16,-2 3-22-16,0 0-4 0,-3 11-27 0,3-19-13 0,-3 19-4 15,0-14-18-15,0 14-8 0,-3-11-8 16,3 11-8-16,-11-2-18 0,11 2 23 0,-16 5-8 16,5 1-6-16,-3 1 2 0,3 3-1 0,-2 0-6 15,1 3-1-15,-1 1-4 0,4-2 2 0,3 0-1 16,1 2 1-16,1-2 6 0,4 2 0 0,2-1 5 0,4 0 1 16,3-3-9-16,6 2 12 0,2-1-13 15,4-3 4-15,3-2-15 0,6 1 4 0,4-2-25 0,3-2-51 16,3 0-52-16,2-2-59 0,0-1-69 15,-2 0-81-15,1 0-47 0,-3 0-138 0,-8-3-104 16,0 0-339-16,-2 1-561 0</inkml:trace>
  <inkml:trace contextRef="#ctx0" brushRef="#br0" timeOffset="19574.1544">10869 5484 819 0,'-24'-25'748'0,"3"4"-67"16,3 1-52-16,3 5-19 0,1-2-77 0,2 4-17 15,1 3-118-15,1 0-42 0,3 3-111 0,-2 0-24 16,9 7-85-16,-11-7 6 0,11 7-61 0,0 0 30 16,-5 10-7-16,5 2-11 0,4 5-6 0,1 5-3 15,2 8 10-15,6 8 9 0,0 4-6 0,3 3 1 16,4 10-2-16,3-2-6 0,2 4-46 0,1 0 43 0,1-1-58 15,1 0 38-15,2-2-56 0,-3-1 32 16,2-3-70-16,-2-4 8 0,-4-9-5 0,-1 0-22 16,-3-5-6-16,-1-4-7 0,-4-5-1 0,-1-4-5 15,-2-2-1-15,-3-4 13 0,1-1 17 0,-2-1 20 0,-2-3 12 16,-5-8 9-16,7 8-7 0,-7-8 0 0,0 0-2 16,0 0 0-16,-7-10 0 0,-1 0 0 15,-5-3-33-15,-2-3 39 0,-3-4-39 0,-4 0 44 0,-3-4-35 16,-2 0 5-16,0 3 2 0,-1 1 37 0,3 4-40 15,-1 2 38-15,0 3-38 0,-1 1 34 0,2 4-37 16,-1 3 43-16,0 2-41 0,-1 2 37 0,3 4-36 16,-1 1 35-16,1 2-38 0,3 3 42 0,2 2-6 15,2 0-1-15,3 3-2 0,4-1 0 0,5 3 3 16,3-2-4-16,5 1 5 0,6 2 0 0,6 1-7 16,6-1-7-16,8 0-30 0,4 0-46 0,4-3-71 15,4-3-33-15,6-2-55 0,2-2-26 0,5 0-48 16,3-4-47-16,1-2-46 0,4 0-8 0,0-2-36 15,1-4-111-15,10-4-475 0,0-1-649 0</inkml:trace>
  <inkml:trace contextRef="#ctx0" brushRef="#br0" timeOffset="19807.4374">12362 5598 270 0,'-9'-25'640'16,"1"4"-59"-16,-1 1-41 0,0 2-42 0,2 3-69 15,1 2-77-15,1 3-73 0,1 1-58 0,4 9-43 16,-8-7 8-16,8 7 17 0,-6 7-23 0,4 4-2 16,1 6 5-16,2 3-22 0,1 6 15 15,4 6-13-15,-1 8 7 0,4 1 3 0,0 2-8 0,2 1-48 16,3 0 32-16,1 2-62 0,3 7 15 0,1-9-53 16,1 5 25-16,0-9-51 0,-1 0-28 0,2-2-132 15,0-2-76-15,-2-3-102 0,0-3-104 0,1-1-94 16,-7-6-136-16,1-5-709 0,-1-1-959 0</inkml:trace>
  <inkml:trace contextRef="#ctx0" brushRef="#br0" timeOffset="20158.4411">12443 6226 97 0,'-18'-11'765'0,"1"0"-131"16,-1-1-19-16,4 1-37 0,1 1 9 0,2-1-27 15,2 1-75-15,-1-1-1 0,4 3-114 0,3-1-40 16,1-2-101-16,2 11-12 0,4-19-77 0,6 8 14 0,3 2-76 15,6-2 16-15,5 1-54 0,7 1 24 0,1 2-47 16,6 1 31-16,0 1-48 0,2 3 13 0,2 1-49 16,8 2 15-16,0 0-40 0,-3 4 21 0,1 2-28 15,-4 0 32-15,-1 1-23 0,-7 1 33 16,-5-1-19-16,1 3 34 0,-5-3-29 0,0 4 34 0,-7 0-26 16,-2-1 42-16,-1 0-36 0,-2 2 41 0,-3-1-33 15,-2 0 35-15,-1 0-27 0,-5-1 40 0,1 0 7 16,-5-1-14-16,0-10 6 0,-3 21 0 0,-1-13 3 15,-5 0 0-15,0 1 0 0,-4-1 13 0,0-3-6 16,-4-1-2-16,-1-1-5 0,-2-1-4 0,0-4-6 16,-7 1-38-16,5-5 36 0,-3 1-35 0,2-2 41 15,3-1-33-15,1-2 31 0,2-2-43 0,4-1 9 16,1 1-77-16,6-1-27 0,4-1-60 0,4-3-69 16,4 4-43-16,6-5-92 0,5 4-81 0,6-2-58 15,0 2-164-15,4 1-453 0,-3 0-748 0</inkml:trace>
  <inkml:trace contextRef="#ctx0" brushRef="#br0" timeOffset="20724.4475">14339 5570 402 0,'16'-32'425'0,"2"0"14"0,-3-1-54 0,-3 3 8 15,-1 2 11-15,-2-2-6 0,-1-1-15 0,-2 2 2 16,-4 2-7-16,1 0-25 0,-4 2-33 16,-3 0-8-16,1 2-33 0,-4 1-12 0,0 3-48 0,-3 2-44 15,-2 3-36-15,-1 4-31 0,-4 1-15 0,-2 6-24 16,-3 5-13-16,-4 3-3 0,-5 7-16 15,-1 6-3-15,1 6-2 0,2 8-27 0,0 12 49 0,7 7 9 16,3 8 8-16,5 7 0 0,4 6 11 0,8 2-5 16,6 3-28-16,6 1 2 0,5 1 30 0,5 0-38 15,2-1 40-15,3 2-47 0,9 10 42 0,-3-16-55 16,0 0 46-16,1-2-59 0,3-1-2 0,-4-2 2 16,0-5-1-16,-4-2 0 0,-2-3-5 0,-5-3 37 15,0-3-73-15,-8-9 26 0,-2-5-68 0,-7-4 7 16,-2-6-78-16,-5 2-7 0,-2-3-87 0,-3-2-35 15,-5-4-8-15,-2-1-81 0,-1-7-24 0,-3-3-38 16,-1-3-32-16,-2-3-84 0,1-5-127 0,-2-5-411 16,-3-4-694-16</inkml:trace>
  <inkml:trace contextRef="#ctx0" brushRef="#br0" timeOffset="21041.2351">14002 6632 774 0,'-11'-21'824'0,"2"2"-131"0,0 3-95 16,0 1-5-16,2 1-41 0,1 1 3 0,2 1-83 15,-1 1-13-15,3 2-103 0,2 9-12 16,-2-21-112-16,6 12-9 0,3-3-86 0,6 2 10 16,5-1-65-16,9 0 12 0,2-1-95 0,9-1-24 0,0 2-83 15,6 3-2-15,-2-3-36 0,2 1-42 0,2 1-9 16,-2-2-19-16,1 2 1 0,-2 0 14 0,-2-1 17 16,-7 1 35-16,-3-1 28 0,-4 0 31 0,-3-2 33 15,-4-1 23-15,-3 2 60 0,-4-3 40 0,-3 2 18 16,-1-1 30-16,-4 0 40 0,-4 1 15 0,1-1 16 15,-4 1 6-15,1-1 10 0,-1 1-9 0,-2 2 19 16,-3-1 3-16,5 2-21 0,-3 0-35 0,5 9-33 16,-4-15-29-16,4 15-21 0,-5-10-22 0,5 10-12 15,0 0-9-15,0 0-4 0,0 0-6 0,-2 10-1 16,2-10-1-16,7 23 48 0,-1-8-112 0,1 3-14 16,5 1-101-16,1 3-25 0,3 2-77 0,1-3-82 15,0 1-88-15,2-1-106 0,1-2-94 0,1-2-173 16,-4-3-588-16,0-3-995 0</inkml:trace>
  <inkml:trace contextRef="#ctx0" brushRef="#br0" timeOffset="21241.9153">14728 5947 1351 0,'-7'-23'794'0,"0"2"-101"0,1 2-43 0,-1-1-28 16,2 3-92-16,1 2-73 0,0 1-69 0,-1 3-76 15,3 1-64-15,-1-1-61 0,3 11-100 0,-4-14-109 16,4 14-44-16,0 0-69 0,5-7-68 0,-5 7-78 16,15 7-77-16,-1 0-103 0,-1 2 25 0,3 3-83 15,1 3-97-15,2 1-391 0,1 0-607 0</inkml:trace>
  <inkml:trace contextRef="#ctx0" brushRef="#br0" timeOffset="21591.3233">15038 6011 182 0,'0'0'797'15,"0"0"-78"-15,0 0-57 0,11-4-41 0,-11 4-5 0,0 0-85 16,0 0-11-16,0 0-92 0,5-5-21 16,-5 5-103-16,0 0-25 0,0 0-95 0,0 0-12 15,0 0-67-15,0 0 8 0,0 0-53 0,13 7-9 16,-13-7-12-16,14 12-5 0,-7-4-6 0,1 2 28 16,3 1-42-16,-2 0 27 0,1 1-39 0,2 1 33 15,0 3-45-15,-1-3-3 0,3 1-75 0,-5-3 15 0,2 0-58 16,0-1 18-16,-1 0-14 0,-2-2 23 0,2-1 1 15,-10-7 36-15,15 8-3 0,-15-8 36 0,14 3-13 16,-14-3 31-16,15-3-19 0,-15 3 25 0,16-10-18 16,-10 1 26-16,1-3-14 0,-2-1 0 0,1-1 9 15,1 0 2-15,-1-1 13 0,-1 0 47 0,0 2-13 16,0 0 27-16,-1 2-32 0,1 0 50 0,-1 3-48 16,-4 8 31-16,6-16-54 0,-6 16 9 0,7-11-22 15,-7 11 33-15,9-8-40 0,-9 8 35 0,17-2-41 16,-17 2 38-16,25 4-39 0,-8-1-1 0,5 2 13 15,1 3-32-15,5 1-66 0,2-1-68 0,2 3-58 16,6 1-101-16,1 1-79 0,1-1-48 0,1-1-123 16,-2-2-734-16,-3 0-910 0</inkml:trace>
  <inkml:trace contextRef="#ctx0" brushRef="#br0" timeOffset="22041.6151">16264 5532 413 0,'0'-50'868'0,"-3"6"-104"0,-1-1-37 0,-2 4-52 16,0 6 3-16,0 4-74 0,0 2-28 0,2 6-26 16,-1 2-92-16,2 4-89 0,0 2-88 0,-1 2-71 15,1 4-46-15,3 9-39 0,0 0-19 0,0 0-27 16,0 0-69-16,-4 12 55 0,5 6-61 0,2 6 52 16,3 10-64-16,2 8 61 0,1 5-69 0,5 12 67 15,1 1-69-15,2 2 67 0,2 1-74 0,1-1 72 16,1-1-73-16,0-1 5 0,1-4 8 0,0-4 0 15,1-1 66-15,-3-12-71 0,2-1 71 0,-3-3-76 16,2-5 68-16,0-2-72 0,-5-6 80 0,0-2-78 16,-1-6 78-16,-1-1-75 0,-2-3 82 0,0-2-80 15,-1-3 89-15,-2-3-91 0,-9-2 16 0,18 0 10 16,-18 0-6-16,14-10 1 0,-10 1-7 0,-3-2-12 16,-2-3-9-16,-4 0-8 0,-5-7-3 0,-7-1-4 0,-5-3 53 15,-5 1-60-15,-3 4 53 0,-2 1-61 16,2 6 59-16,0 1-49 0,0 4 48 0,2 4-45 15,-1 3 53-15,0 2-46 0,-4 3 2 0,1 3 11 0,1 3 6 16,1 2 6-16,3 4 3 0,1-2 9 0,4 2 47 16,4 1-47-16,3 0 66 0,3 0-52 0,3 0 61 15,2-2-56-15,5 1 76 0,4-1-91 0,5-1 79 16,5 1-84-16,5-3 68 0,10 1-82 0,5-4 7 16,13 0-148-16,3-2-57 0,4-1-153 0,5-2-93 15,0-2-153-15,1-3-106 0,-3 0-998 0,-1-3-1398 16</inkml:trace>
  <inkml:trace contextRef="#ctx0" brushRef="#br0" timeOffset="26114.0911">17921 6365 488 0,'-7'-15'439'0,"0"1"-53"0,0 0-30 0,1 1 44 16,0-2-23-16,0 2-46 0,-1-2-43 0,1 1 14 0,1 0-8 15,-1-1 3-15,1 2-29 0,0 0-23 0,-1 0-33 16,2 1-13-16,2 1 9 0,-2 1-11 0,1 1-8 15,3 9-36-15,-6-14-24 0,6 14-30 0,-4-12-33 16,4 12-15-16,0 0-17 0,0 0-5 0,0 0-14 16,0 0 14-16,0 0 25 0,-2 18-36 15,5-4 28-15,0 2-36 0,1 4 31 0,0 0-41 16,1 4 41-16,0-3-49 0,0 2 39 0,2-1-42 0,-2 0 31 16,1-2-35-16,0 1 39 0,-1-1-36 0,1-4 33 15,-2 0-44-15,1-3 10 0,-2-1-45 0,1-2 26 16,-1-1-12-16,-3-9 44 0,6 14-33 0,-6-14 13 15,9 5-39-15,-9-5 8 0,11-5-21 0,-3-2 17 16,2-3-6-16,2-5-2 0,-1-3 2 0,3-4-9 16,-1-2 10-16,1-3-6 0,-1 1 21 0,0-1-7 15,-2 0 24-15,0 3-6 0,-1 3 22 0,-2 3-11 16,-2 3 17-16,1 1-17 0,0 2 8 0,-3 3-16 16,1 0 15-16,-5 9-7 0,10-8 19 0,-10 8-11 15,14 0 13-15,-14 0-11 0,17 8 21 0,-7 0-19 0,2 1 2 16,0 2 0-16,3 1 6 0,2 1 1 0,2 1 1 15,3 0 4-15,0 1 0 0,5-1-1 16,1-2 5-16,1 2 2 0,2-4-2 0,3-1-1 16,5 1 8-16,3-1-22 0,-6-3-14 0,1 0-13 0,0-2-18 15,0-2-2-15,-5 0 7 0,-2-2 9 16,-3-1 7-16,0-2 13 0,-2-1 0 0,-1-3 13 0,-3-3 4 16,-2-1 3-16,-1-3 15 0,-3-1 19 15,0-2 43-15,-5-2-18 0,0 1 26 0,-3-1 0 0,-2 3 1 16,-2 0-5-16,-1-1 9 0,-2 4 18 0,-1-1-31 15,-1 2 6-15,-2 0-39 0,-1 3 17 0,-2 0-34 16,0 2 17-16,-2 1-31 0,-3 5 3 16,12 1-4-16,-27 3 1 0,11 3 0 0,-2 3-7 0,1 1 4 15,-1 5 24-15,4-2-30 0,-2 1 21 0,4 3-37 16,2 0 30-16,0 1-26 0,5-2 26 0,1 1-33 16,3 0 34-16,1-2-35 0,4 0 22 0,1 1-52 15,5-3 0-15,2 1-25 0,5-2-6 0,1 0-7 16,4-3-21-16,1 1-7 0,0-4-13 0,2-1-5 15,-1-1 2-15,-3-1 8 0,-2-2 13 0,0-1 10 16,-2-1 16-16,0-2-10 0,-3-2 32 0,0-2 7 16,-3-2 12-16,-1 0 15 0,-2-2 23 0,-2-1 14 15,0-1 7-15,-3-1 8 0,-1 2 22 0,-2-2 30 16,1 3 11-16,-2-2 18 0,1 2-20 0,-1-1 13 16,1 12 9-16,-2-19-7 0,2 19-14 0,-2-16-15 15,2 16-13-15,-2-14-16 0,2 14-5 0,0 0-19 16,-1-14-4-16,1 14-18 0,0 0-12 0,0 0-6 15,3-11-8-15,-3 11-34 0,0 0-20 0,12 6-10 16,-12-6-43-16,14 8-17 0,-6-3-55 0,3 1-25 16,1 0-15-16,0 1-18 0,4-1-1 0,-2 1-9 15,2 1-22-15,0-2-33 0,2 0 5 0,0-2 11 16,-1 2 5-16,0-2 27 0,0-3 50 0,-2 0 88 0,0-2 74 16,-2-1 109-16,1-2 46 0,-1-2 45 15,-1-1 58-15,-2-3 6 0,0 2 48 0,-2-3 12 0,-1 0-2 16,-1 1 15-16,-2 1 34 0,2-2-20 15,-2 2 39-15,0 0-42 0,0 1-21 0,-4 8-34 0,5-16-36 16,-5 16-40-16,5-11-31 0,-5 11-43 16,4-8-12-16,-4 8-5 0,0 0-17 0,9-6-5 15,-9 6-10-15,0 0-3 0,14 6-4 0,-14-6-8 0,14 12-3 16,-8-5 6-16,3 3-8 0,-1 1-1 0,2 2-1 16,-1-2-1-16,1 4-3 0,1 1-2 0,-1-1 1 15,0-2 6-15,2 2-21 0,-4-2-2 0,1 0-21 16,-1-1-9-16,0 1-5 0,-1-2-3 0,0 0-1 15,-1-2 0-15,1-1 4 0,-1 0 4 0,-6-8 6 16,9 14 10-16,-9-14 13 0,9 7 4 0,-9-7 0 16,0 0-3-16,16 0 4 0,-16 0-2 0,13-8 1 15,-5 2 4-15,-2-1 3 0,1-1 2 0,-1 0 0 16,0 0 5-16,1 0 0 0,-2 0-5 0,-1 1 10 16,1-1 12-16,-5 8 10 0,9-14 4 0,-9 14 12 15,8-13-24-15,-8 13-3 0,6-9 8 0,-6 9-22 16,0 0-3-16,7-9-1 0,-7 9-3 0,0 0 0 15,0 0 3-15,10-5-1 0,-10 5 2 0,0 0-7 16,13 1-3-16,-13-1 0 0,8 5-8 0,-8-5-3 16,9 7 1-16,-9-7 1 0,11 8-15 0,-11-8-9 15,11 9-3-15,-11-9 9 0,13 10-3 0,-13-10-2 16,12 11-15-16,-12-11-6 0,12 11 6 0,-12-11 2 16,11 8 4-16,-11-8 16 0,10 6 12 0,-10-6 7 15,9 3 5-15,-9-3-2 0,12-2 0 0,-12 2 5 16,14-8-1-16,-6 0-9 0,0 1 19 0,0-3 3 15,0 0 7-15,0 1 23 0,-1-2 30 0,0-1-1 0,-2 4 0 16,0-2 10-16,-1 2 17 0,-4 8 26 16,10-16-22-16,-10 16 3 0,6-12-38 0,-6 12 2 15,6-10-34-15,-6 10 8 0,6-6-22 0,-6 6 12 0,0 0-19 16,16-1 14-16,-16 1-16 0,15 5 17 16,-3-1-22-16,0 2 2 0,4 0-2 0,-1 1 4 0,4 0-5 15,1 2-18-15,1-2-17 0,0-1-18 16,0 1-11-16,2-1-10 0,-2-1-1 0,2-1-1 0,-4 0 7 15,1-2-3-15,-2 0 28 0,0-2 7 0,-1-1 11 16,-1-2 9-16,0-1 5 0,-2-1 4 0,-1-2 13 16,0-2 4-16,-2-1 3 0,0-1 6 0,-3-1 18 15,0 0 2-15,-2-1 39 0,-1 1-24 16,1 1 34-16,-4 3-23 0,-2 8 10 0,3-19-31 0,-3 19 9 16,-3-15-30-16,3 15 21 0,-12-9-21 15,12 9 19-15,-18-2-7 0,5 4 21 0,0 4-23 0,-2 0 11 16,2 1-23-16,0 2 17 0,0 1-24 0,3 2 10 15,2 1-7-15,2 0-3 0,3 2 3 0,3 0 2 16,5-1-1-16,6 3-3 0,4-1-80 0,9 0-89 16,9 1-85-16,5-2-112 0,5-3-154 0,4 0-53 15,4-2-447-15,2-2-616 0</inkml:trace>
  <inkml:trace contextRef="#ctx0" brushRef="#br0" timeOffset="26660.0488">22022 5859 887 0,'18'-23'861'0,"-2"3"-107"0,-2 2-102 0,-3 4-42 15,0 0-65-15,-1 1-98 0,-2 3-84 0,-2 2-73 16,1 0-58-16,-7 8-48 0,14-8-22 0,-14 8-19 16,20 5-16-16,-2 6 3 0,4 5 2 0,6 7-19 15,1 5-21-15,1 2-52 0,5 9 34 0,-3 2-45 0,-5-6 21 16,-4 2-44-16,-2-1 32 0,-2 1-24 0,-4 0 14 15,-1 0-27-15,-7-6-20 0,-3-1-3 0,-3-4 1 16,-4-1-2-16,-4-3-4 0,-7 1-7 0,-4-1-20 16,-9 0-2-16,-4-4-37 0,-4-3 30 0,0-6-33 15,-1-3 6-15,-2-2-33 0,-1-4 30 0,0-4 3 16,-3-5 30-16,5-2-5 0,0-4 11 0,6-2-6 16,3-4-25-16,5-5 4 0,5 0-23 0,3-3-18 15,5 0-11-15,4-5-1 0,1-1 3 0,4-4 9 16,3-7 11-16,5-3 7 0,-1-1 28 0,2-2 7 15,2-10 25-15,1 0 6 0,-1-1 24 0,-1 1 19 16,1-1 29-16,-3 1 19 0,-2 7 9 0,-3-1-4 16,-1-1 10-16,-2 1-6 0,-2-1 12 0,-3-6-16 15,-3 2 17-15,-3 11-23 0,-3-4 9 0,-1 9-25 0,-1 5 13 16,-2 2-27-16,-2 4 13 0,0 4-26 16,-1 4 16-16,3 7-26 0,2 5 24 0,-2 7-29 15,3 4 20-15,-3 7-20 0,-1 7 22 0,-1 6-13 16,-2 12 51-16,4 6-3 0,4 6 18 0,3 5 12 0,6 6 9 15,5 4-31-15,5 14 48 0,7 4 1 0,4 1 1 16,8 1-5-16,4 1-3 0,10 12-19 16,3-3-9-16,5-2-42 0,1-2-2 0,5-2 34 0,0-5-46 15,2-2 32-15,-6-13-8 0,1-2-7 0,4-4-8 16,1-2-4-16,-1-4-24 0,1-4-79 0,-3-4-71 16,-3-4-57-16,-1-6-47 0,-13-6-104 0,-4-3-105 15,-6-5-61-15,-5-4-146 0,-3-4-609 0,-4-2-888 16</inkml:trace>
  <inkml:trace contextRef="#ctx0" brushRef="#br0" timeOffset="27343.2294">24295 5945 42 0,'0'0'148'0,"0"0"-42"0,0 0-13 16,0 0-34-16,0 0-5 0,0 0-13 0,0 0 1 15,0 0-17-15,9-6 9 0,-9 6-17 0,0 0 4 16,0 0-14-16,0 0-6 0,9-5-30 0,-9 5-30 16,0 0-132-16,0 0 55 0</inkml:trace>
  <inkml:trace contextRef="#ctx0" brushRef="#br0" timeOffset="29744.5576">24559 5986 622 0,'0'0'493'0,"0"0"-93"0,0 0-41 16,0 0-11-16,0 0-14 0,0 0 0 0,0 0-23 16,0 0 0-16,11 5-57 0,-11-5-6 0,0 0-50 15,0 0-11-15,0 0-48 0,0 0-9 0,0 0-34 16,0 0-4-16,0 0-11 0,0 0-1 0,0 0-18 16,0 0 2-16,0 0-19 0,0 0 1 0,0 0-8 0,0 0 0 15,9 4-10-15,-9-4 1 0,0 0-10 16,16 2 1-16,-16-2-7 0,19 0-1 0,-19 0-3 15,27 1 4-15,-10-1-12 0,1 0-12 0,2-1-26 16,1 1 3-16,0-2-15 0,0-1 11 0,0 1-11 0,-2-2 7 16,1 0 10-16,-4 0 5 0,4-5 11 0,-5 0-1 15,0-4 5-15,-4 0 2 0,0 1 9 16,-5-3 10-16,-1 0 4 0,-2 1-1 0,-2 0 4 16,-3-2-1-16,-2 2-1 0,-1 0 0 0,-2 1 0 15,-2 2 6-15,-3 1 9 0,-1 2 6 0,-2 3-8 0,-3 2 3 16,1 3 1-16,-2 2 4 0,-3 4 2 0,-2 2 6 15,-1 5 7-15,0 4-6 0,1 1 7 0,5 2-9 16,-1 1 11-16,5 1-16 0,2 3 3 16,4 0 24-16,5-1-33 0,2 0 25 0,6 1-29 15,4 3 21-15,9 4-31 0,4-2 28 0,8-2-41 0,6-2 32 16,5-4-49-16,10 2-18 0,5-5-59 0,-6-5-24 16,2-2-16-16,1-3-12 0,-3-4 3 0,0-1 11 15,-7-3 12-15,-4-2 18 0,-1-3 22 16,-3-2 20-16,-3-3 16 0,-3-3 19 0,-1-2 40 15,-5-3-13-15,-2-2 45 0,-2-3 0 0,-5-4 25 0,0 1-12 16,-2-2 18-16,-1 1 41 0,-4 2 24 0,0 2 6 16,-1 0-23-16,-2 4 68 0,2 1-6 0,-3 2-20 15,0 1-33-15,0 3-27 0,1 1-25 0,-3 10-24 16,5-17-19-16,-5 17-12 0,0 0-8 16,4-7-38-16,-4 7 47 0,5 8-36 0,-5-8 38 0,6 19-38 15,-2-6 7-15,2 3 2 0,-1 2-1 0,3 3 32 16,-1-2-38-16,2 2 36 0,2 3-39 0,0 1 37 15,1-1-42-15,-2 0 39 0,-1-4-41 16,0-1 36-16,1-1-11 0,-2-1-35 0,1-3-11 16,-3-1-3-16,2-1-1 0,-2-1 3 0,1-3 8 0,-2-1 6 15,-5-7 5-15,16 7 0 0,-16-7 4 0,20-6-41 16,-7-1 47-16,1-3-25 0,2-4 34 0,4-5-38 16,-3 0 45-16,0-1-29 0,0-2 52 0,-1 1-11 15,-2 1 54-15,-1 2-28 0,-2 0 66 0,0 2-36 16,-3 3 74-16,0 1-39 0,-1 0 66 0,-1 1-107 15,-1 3 56-15,2-1-95 0,-7 9 49 0,7-11-90 16,-7 11 58-16,7-9-70 0,-7 9 74 0,0 0-83 16,14 0 65-16,-14 0-68 0,13 7 4 0,-5-1 7 15,0 1 8-15,0 1-3 0,-1 2-5 0,2 0-14 16,0-1-15-16,0 3 23 0,-2-2-74 0,1 0 6 16,0 1-40-16,-2-2 3 0,-1-1-48 0,1 0 35 15,-2-1-37-15,-4-7 50 0,12 13-2 0,-12-13 63 16,7 10-17-16,-7-10 28 0,11 2-50 0,-11-2-6 15,12-6-3-15,-4 0 9 0,1-1 12 0,3-3 16 0,-3 0 19 16,2-1 2-16,2-1 21 0,-4 2-3 16,2 0 10-16,-1 1 9 0,0 0 13 0,-1 2 4 15,-4 0 12-15,4 1-8 0,-9 6 6 0,11-11-10 16,-11 11-3-16,9-7 2 0,-9 7 10 0,12-3-8 0,-12 3 19 16,0 0-1-16,17 1 1 0,-17-1 10 0,21 7-4 15,-11-5 4-15,5 3-7 0,0-1 1 0,5 0-10 16,3 1 6-16,4-1-7 0,5 0 0 0,3 0-6 15,3 0-23-15,0-1-17 0,-2-2-9 0,5 1-26 16,-3-1-2-16,-2-1-25 0,0-1 25 0,-1-1-25 16,0-2 24-16,-2 0-9 0,-3-2 31 0,-1 0-24 15,0-4 23-15,-3 1 11 0,-5-2 11 0,-1-1 12 16,-4-1 19-16,0-1 10 0,-1-1 4 0,-3 0 19 16,-3 1 20-16,-3-1 16 0,1 1 1 0,-5 1-9 15,0 3 0-15,-2 10-10 0,0-21-9 0,-4 12-4 16,4 9-3-16,-9-14 0 0,-2 10-4 0,11 4 6 15,-21-2-2-15,8 4-5 0,-1 0 3 0,-1 3-2 16,1 2 5-16,1 0-2 0,1 3-4 0,-1-2 1 16,4 4-9-16,-2 0 3 0,4 0-9 0,1 1 5 15,1-1-11-15,1 0 5 0,2 1 0 0,4-1 1 16,-2 1-2-16,4-1-3 0,-1 1-14 0,5 0-11 16,-1-1-17-16,2-1-10 0,-2-1-1 0,4 0-9 0,-2-2 7 15,4 0-15-15,-2-2 19 0,4-1-26 0,-3-2 23 16,2 0-10-16,0-3 28 0,-1 0-15 15,5-2 31-15,-2-2-22 0,-1-2 23 0,1-1-15 0,-2-1 21 16,-1-1-19-16,1 0 28 0,-3 0 20 0,1-1 3 16,-4 0 12-16,-1 1 19 0,1 1 12 15,-2-1 6-15,-6 9 5 0,10-13 8 0,-10 13-33 16,7-12 10-16,-7 12-27 0,7-8 8 0,-7 8-36 0,5-7 3 16,-5 7-15-16,0 0 13 0,0 0-15 0,11-4 7 15,-11 4-8-15,6 6 10 0,-6-6-17 0,9 10 11 16,1-3-14-16,-4-1-8 0,5 2-20 0,1-1-26 15,-1 0-7-15,2 1-30 0,3-1 11 0,-1-1-38 16,4 0 15-16,1-1-39 0,-2-1 4 0,4 0 18 16,-3-2 25-16,0-2 33 0,-1 0 16 0,-2-2 26 15,2-2 41-15,-4 0 31 0,1-2 29 0,-3-2 19 16,-1 0 14-16,-2-5 13 0,0 1 8 0,-3-2 2 16,1-1 13-16,-4-1 25 0,-1 1-7 0,0 2 10 15,-2 0 5-15,0 1 0 0,0 1-19 0,-2 0-29 16,0 1-20-16,2 10-30 0,-4-15-20 0,4 15-8 15,-8-9-16-15,8 9-5 0,0 0-4 0,-11 4-7 16,11-4-2-16,-6 12-2 0,6-12-21 0,0 20-62 0,2-8-74 16,2 2-39-16,0-1-37 0,3 2-68 15,3 1-60-15,-4-2-71 0,1 0-56 0,1-1-187 16,0-2-504-16,-1-2-781 0</inkml:trace>
  <inkml:trace contextRef="#ctx0" brushRef="#br0" timeOffset="29944.6419">27380 5429 822 0,'-15'-23'858'0,"2"1"-144"0,3 3-137 0,0 2-92 16,2 5-89-16,1 1-86 0,3 0-63 0,-1 3-49 15,5 8-55-15,-2-11-41 0,2 11-59 0,0 0-72 16,19-2-81-16,-4 7-98 0,2 6-107 0,8 3-141 0,0 4-118 15,4 2-426-15,-2 1-602 0</inkml:trace>
  <inkml:trace contextRef="#ctx0" brushRef="#br0" timeOffset="30311.4489">27950 5353 1108 0,'3'-22'837'16,"-1"2"-64"-16,0 3-13 0,-1 0-67 0,0 0-92 15,0 5-90-15,-1 0-98 0,0 12-87 0,1-20-73 16,-1 20-60-16,0 0-39 0,0 0-25 0,0 0-15 16,0 0-49-16,-6 18 39 0,6 2-40 0,0 8 11 15,2 7-9-15,2 9-12 0,1 4-7 0,4 2-4 16,1 0-10-16,2 7-6 0,4-1-41 0,-3-11 45 16,1 2-52-16,1-2-10 0,-1-4-107 0,0 0-8 15,-1-3-93-15,1-2-31 0,-3-6-6 0,0-4-66 16,-3-5-33-16,0-2-24 0,-3-2 23 0,1-3 64 15,-4-1 54-15,3-4 37 0,-5-9 40 0,0 0 15 16,-5 14 41-16,5-14 30 0,-11 0 19 0,3-5 18 16,-5-2 38-16,0 0 15 0,-3-5 31 0,-1-1 51 15,1-1 65-15,-1-1 38 0,0 0 26 0,2 0 17 16,1 1 17-16,1 0 15 0,4 3-8 0,0 0-24 0,0 0-36 16,6 1-42-16,3 10-32 0,0-20-27 15,5 11-20-15,5 1-52 0,5 0-54 0,7 0-73 16,3 2-86-16,8 0-115 0,4 3-108 0,3-1-167 15,8 0-704-15,-2-1-896 0</inkml:trace>
  <inkml:trace contextRef="#ctx0" brushRef="#br0" timeOffset="31195.8415">29900 5917 331 0,'0'0'544'0,"-16"0"-53"0,16 0-4 0,-18-6 13 16,8 0-14-16,0-2-24 0,2-4-24 0,-1-1 19 16,-1-3-17-16,2-2-27 0,1-3-43 0,2-1-38 15,1-3-41-15,3-3-47 0,4 2-30 0,1-5-24 16,1 0 4-16,4 2-29 0,2 1-36 0,7-3-6 16,2 3-40-16,-1 7-24 0,5 2-14 0,2 5-12 15,1 2-12-15,4 4-5 0,-3 5-4 0,0 3-6 16,4 6-3-16,-1 5 29 0,-2 2-40 0,2 6 30 0,-5 3-45 15,-1 2 23-15,-3 1-37 0,-5 0 18 16,-5 0-34-16,-3-1 26 0,-4-1-22 0,-3 0 9 16,-4-1 1-16,-3 1 11 0,-6 1 1 0,-6-2 2 0,-3-3 7 15,-7 4 3-15,-3-4 3 0,-2-2 1 0,1-5 2 16,1-3-32-16,3-4 39 0,0 0-39 0,3-3 43 16,3-2-13-16,2-3-13 0,1-1-35 15,5-3-24-15,2-3-36 0,3-2-27 0,5-2-6 0,6-4-15 16,5-6-12-16,8-7 12 0,8-3-3 0,9-9 34 15,4-1 8-15,2-2 41 0,3-1 1 0,0-2 18 16,1-1 18-16,-4 0 33 0,0 0 14 16,-5-1 38-16,-3 0 27 0,-3-1 21 0,-3-1-14 0,-4 0 52 15,-6 7 14-15,-2 0 12 0,-3 0-10 0,-3 0 40 16,-1 1-16-16,-3 8 48 0,0 1-24 0,-1 4-23 16,-1 6 27-16,0 5-23 0,-1 1-35 0,1 2-34 15,-1 4-39-15,0 14-7 0,1-14-15 0,-1 14-5 16,0 0 23-16,1 29-31 0,2 3 29 0,3 14-44 15,2 15 37-15,4 9-45 0,2 6 14 0,2 9-2 16,3 17 3-16,3 7 2 0,0-1-5 0,-1-2-5 16,0 5 3-16,1 3-47 0,-4 4 66 0,0 0 1 15,-4-2-11-15,-2-1-19 0,-5-22-79 0,-3 4 23 16,-3-2-64-16,-2-2 23 0,-4-1-16 0,-1-6-7 16,-1-5-1-16,-4-6 20 0,0-6 24 0,-3-8 8 15,1-12 17-15,-2-6 17 0,0-4 29 0,-3-7 25 16,2-9 24-16,-3-3 45 0,1-8 16 0,-2-2-36 15,0-7 77-15,1-5-65 0,-5-5 71 0,-1-7-61 16,-3-9 47-16,3-6-104 0,2-5 71 0,4-5-83 16,7-6 59-16,4-2-89 0,9-6 81 0,9-12-101 15,8-3 58-15,8 1-29 0,10-3 0 0,15-7 0 16,9 0 0-16,8 11 0 0,9 6 0 0,5 9-20 16,4 6-52-16,-8 13-21 0,1 3-34 0,2 5-32 0,1 5-29 15,-4 2-31-15,0 4-12 0,-5 3-75 0,-4 1-30 16,-12 4-69-16,-5 1-85 0,-11 3-76 0,-9 1-58 15,-3 1-185-15,-8 0-301 0,-7 0-725 0</inkml:trace>
  <inkml:trace contextRef="#ctx0" brushRef="#br0" timeOffset="36430.9">7186 7793 403 0,'7'-13'430'0,"-4"1"-15"15,0 0-68-15,-1 0-42 0,-2 12-22 0,-1-22-8 16,-1 10-40-16,0 1-6 0,-4-2-27 0,1 1-28 0,-3 1-19 16,1 1-20-16,-2 1-8 0,-1 0-17 0,1 3-29 15,0-1-11-15,-3 5-15 0,-1 0-4 0,-1 4-12 16,-2 3-2-16,-3 3-4 0,1 4-3 0,-5 4 8 15,1 5-2-15,-2 4 1 0,1 3-5 0,2 3-2 16,1 0-4-16,3 0-5 0,2 2 1 16,5-4-5-16,2-1-2 0,5-2-3 0,2 2-2 15,4-3-1-15,3 3-4 0,4-2 6 0,7 5-3 0,3 0-1 16,6-3 16-16,3-1-21 0,3-2 23 0,4 1-25 16,3-2 20-16,0-1-23 0,1-2 22 0,-1-1-24 15,1 1-2-15,-4-2 2 0,-2 0 2 0,-3 0 2 16,-5-4-2-16,-4 1 4 0,-6-3 4 0,0 1 14 15,-4-1 5-15,-4-1 24 0,-2 1 21 0,-3-1 23 16,-3-12 16-16,-6 25 3 0,-3-12-1 0,-4 3 12 16,-9 0-32-16,-8 4 23 0,-4-2 15 0,-4 2-36 15,-4-3-12-15,-1 0 3 0,-2-1-20 0,-1 0-43 16,0-2 29-16,2-1-35 0,0-2 25 0,1 0-42 16,2-2 33-16,7-1-42 0,3-2 34 0,6-2-48 0,4-1-53 15,2-1-62-15,3-2-79 0,2 0-73 16,3-4-84-16,3 0-44 0,3-3-46 0,5 7-85 0,3-22-562 15,6 3-731-15</inkml:trace>
  <inkml:trace contextRef="#ctx0" brushRef="#br0" timeOffset="36663.8673">7593 8046 376 0,'12'-18'643'0,"-3"0"-107"15,-2 5-28-15,0-2-25 0,-1 2-30 0,-3 1-31 16,1 4-33-16,-4 8-45 0,7-18-52 0,-7 18-67 15,4-14-46-15,-4 14-36 0,0 0-28 0,6-8 21 16,-6 8-3-16,4 10-7 0,-4-10-17 0,4 21-16 16,-2-5-14-16,1 0-11 0,-1 6-39 0,2 3 23 15,-1-1-37-15,0 2 23 0,3 5-32 0,-2 0-21 16,2-1-45-16,0 0-45 0,0-1-55 0,2 0-31 16,0-2-54-16,1 1-39 0,2-3-42 0,0-1-12 15,1-3-40-15,1-2-68 0,0-5-41 0,1 1-440 0,-3-4-502 16</inkml:trace>
  <inkml:trace contextRef="#ctx0" brushRef="#br0" timeOffset="37132.8855">7828 8422 393 0,'-8'-7'521'0,"1"-1"-42"0,0 2-34 0,1 0 1 16,-1-1-43-16,1 0 31 0,0 0-44 0,-1 0-21 16,1-1-51-16,0 2-21 0,6 6-24 0,-10-13-47 0,10 13-14 15,-8-14-71-15,8 14-9 0,-3-14-44 0,3 14-6 16,5-15-33-16,1 7-2 0,3 0-50 0,3-1-29 15,6 0-28-15,2 0-45 0,3 2-25 0,7-2-14 16,1 1-23-16,2 0-12 0,2 4-4 0,0-3 13 16,-2 2 18-16,0 0 8 0,-6 1 26 0,-2 2 22 15,-5 0 19-15,-1 0 8 0,-2 1 23 0,-3-1 14 16,-1 2 19-16,-13 0 32 0,21 0 30 0,-21 0 33 16,14 5 42-16,-14-5 4 0,11 8-4 0,-11-8-12 15,7 10 7-15,-7-10-18 0,6 15 14 16,-6-15-25-16,5 16 1 0,-5-16-18 0,5 18 11 0,0-8-22 15,-2 1-5-15,2-2-18 0,-1 1 0 0,1-2-15 16,0 3 0-16,3-1-5 0,-1-1 4 0,2 2-12 16,0-3 0-16,1 0-23 0,1-1-10 0,-1 0-18 0,1-2 14 15,0-1-19-15,-1 1 23 0,1-2-10 0,-11-3 20 16,17 1-12-16,-17-1 16 0,17-3-5 16,-17 3 18-16,15-11-18 0,-7 3 17 0,-3 0-13 15,0-1 15-15,0 0 6 0,0 1 18 0,-2-1 16 0,-3 9 24 16,8-16 17-16,-8 16-10 0,6-12 7 0,-6 12-36 15,4-10 8-15,-4 10-33 0,4-8 15 16,-4 8-37-16,0 0 30 0,8-8-27 0,-8 8 15 0,0 0-22 16,17 1 15-16,-17-1-14 0,19 5 10 0,-7-2-30 15,3 1-37-15,2-1-57 0,2 2-41 0,3-1-107 16,1 0-67-16,2 2-81 0,0-3-180 0,2 3-628 16,-4-4-829-16</inkml:trace>
  <inkml:trace contextRef="#ctx0" brushRef="#br0" timeOffset="38800.7293">9114 7804 999 0,'-2'-35'740'16,"-2"4"-73"-16,1 0-36 0,-2 5-20 0,2 1 31 16,-1 2-124-16,1 5-22 0,0 2-60 0,0-1-127 15,1 6-26-15,0-1-106 0,2 12-1 0,-3-15-39 16,3 15-58-16,0 0 27 0,0 0-55 0,7 12 35 15,-2 1-43-15,3 9 35 0,2 7-51 0,3 10 37 0,0 5-50 16,0 2 42-16,4 11-54 0,-1 2 44 16,2 1-49-16,0 1-2 0,0 0-10 0,0-3-27 0,2-2-8 15,-1-2 28-15,-3-12-30 0,1 0 41 0,-1-3-30 16,0-5 41-16,-3-7-42 0,0-2 35 16,-4-5-37-16,0-2 44 0,-2-4-29 0,1 1 43 0,-2-5-29 15,-2 1 58-15,-4-11-43 0,8 7 34 0,-8-7-37 16,0 0 32-16,0 0-37 0,6-9 33 0,-6 9-38 15,-6-19 2-15,0 4 1 0,-2-2 3 0,-4-2-1 16,-2-3-4-16,-2-2 3 0,-1 2 31 0,-3 1-38 16,0 3 35-16,-3 0-38 0,-1 3 34 0,-1 1-44 15,-2 3 41-15,-1 2-37 0,3 3 39 0,-2 5-40 16,-1 1 38-16,0 3-41 0,1 2 41 0,-3 3-37 16,2 3 34-16,3 0-32 0,3 4 36 0,5-1-37 15,3 1 42-15,2 1-40 0,4-1 36 0,4 0-35 16,3-1 41-16,4 3-42 0,3-2 39 0,7 3 0 0,2-3-16 15,8 0-25-15,5-2-58 0,2-1 2 0,4-4-83 16,2-1 19-16,8-2 1 0,3 0 25 0,-5-4-32 16,1 0-15-16,6-2 9 0,0-3-14 15,-4 0 22-15,-1-3 16 0,-3-1 16 0,-7-2 19 0,-1 0 33 16,-3-3-3-16,-3 0 32 0,-1-3-21 0,-2 0 38 16,-4-2-16-16,-1-1 53 0,-1 0-4 0,-6 2 28 15,-1 1 16-15,-1-1 21 0,-2 3 8 0,-3 0 24 16,-1-1-8-16,-1 4 36 0,-1 0-32 0,-2 11 13 15,3-19-42-15,-3 19 15 0,2-15-14 0,-2 15-25 16,0 0-5-16,-3-13-45 0,3 13 37 0,0 0-46 16,0 0 32-16,0 0-35 0,-6 9 32 0,6-9-44 15,1 12 49-15,-1-12-44 0,6 16 9 0,0-7 0 16,1 3 3-16,2-2-22 0,0 1-7 0,3-2-10 16,0 2-14-16,1-1-36 0,-1-2-17 0,1 0 2 15,1 1-13-15,0-5 17 0,0 2-20 0,-1-1 21 16,0-4-11-16,0 2 31 0,1-3-3 0,-14 0 34 15,23-2-7-15,-11-2 35 0,-2 1-15 0,0-3 34 0,1-1-1 16,-2-2 23-16,0 0-19 0,-1-2 32 16,-1 0 7-16,0 0 25 0,-2-3-20 0,1 3 32 15,-1 0 8-15,-1 1-6 0,0 0 1 0,0 1-3 0,-4 9 10 16,6-17-30-16,-6 17 15 0,6-12-37 0,-6 12 13 16,4-11-35-16,-4 11 16 0,0 0-27 0,9-10 20 15,-9 10-24-15,0 0 18 0,15 2-23 16,-15-2 28-16,17 8-24 0,-8-3 16 0,0-1-19 0,3 3 19 15,-1 0-27-15,0 1 32 0,0 1-24 0,-1-2 0 16,2 1-14-16,-3-1-21 0,0 0-10 0,0-1-5 16,-9-6-10-16,16 11 14 0,-7-7 0 0,-9-4 24 15,15 8-7-15,-15-8 23 0,14 2 2 0,-14-2-11 16,14-4 7-16,-14 4 5 0,13-10 18 0,-8 2-10 16,-1-1 11-16,0-1 5 0,0-2 34 0,-2-1-6 15,1 2 72-15,-1-1-11 0,0-1-26 0,0 2 47 16,-1-3 5-16,1 4 20 0,-1 0-8 0,-1 10-11 15,2-17-20-15,-2 17-24 0,2-14-15 0,-2 14-26 16,2-11-11-16,-2 11-10 0,0 0-7 0,6-8-3 16,-6 8-2-16,0 0 0 0,15 6-4 0,-6-2 2 15,1 2-3-15,1 1-36 0,1 1 40 0,2 1-37 16,2 1 41-16,2 0-34 0,0 0 35 0,2 0-47 0,0 0 14 16,1-1-50-16,1-2 21 0,-1 1-40 0,0-2 41 15,-2-1-23-15,0-1 44 0,-2 0-27 0,1-2 45 16,-5-2-24-16,2 0 52 0,-4-1-11 0,1-2 44 15,-3-3-14-15,-3-1 53 0,-1-2-34 0,-2-3 34 16,-3-2-10-16,-2-6-29 0,-3-2 47 0,-3-7-6 16,-4-6-5-16,-1-4-7 0,-4 2-54 15,2-4 60-15,-3 1-50 0,1-1 56 0,1 0-46 0,1 5 6 16,-1 2 6-16,4 7 24 0,2 6-1 0,1 3-29 16,1 2-25-16,2 2-10 0,0 3-13 0,1 3-3 15,5 8 0-15,0 0 10 0,0 0-12 0,-7 6 0 16,7 7 79-16,3 6-95 0,1 5 77 0,2 6-64 15,2 3 0-15,0 5 0 0,4 5 0 0,0-2 0 16,0 0 0-16,3 1 0 0,-1-3 0 0,1-1-53 16,-1-1-16-16,0 0-9 0,0-1-1 0,1-3-25 15,-4-5-3-15,1-1 19 0,-2-2-44 0,-1-6 39 16,-1 0-30-16,-3-5 56 0,3 0-20 0,-3-3 51 0,-1 0-26 16,0-3 52-16,-4-8-23 0,5 12 37 0,-5-12-32 15,0 0 36-15,0 0-39 0,0 0 13 16,0 0 4-16,-9-14 0 0,3 5 3 0,-1-3 35 0,-2-1-39 15,-1-2 41-15,0-3-44 0,-1 3 38 0,3 1-4 16,-1 1 1-16,1 1 21 0,2-1-31 0,0 4-2 16,1-1-4-16,1 2-2 0,4 8-7 0,-4-14-2 15,4 14-6-15,3-14-10 0,-3 14-11 0,14-11-14 16,-5 4-25-16,5 2-40 0,0 0 14 0,2 1-26 16,0-1 34-16,0 1-14 0,0 1 27 0,2 0-1 15,-3-1 13-15,1 1 11 0,2 0 13 0,-2 0-6 16,1 1 9-16,0-2 11 0,1 2 3 0,-3-1 2 15,-1 1 7-15,-1 0 1 0,1 1 7 0,-14 1 0 16,22-2-2-16,-22 2 2 0,19-1 1 0,-19 1 1 16,17 0-2-16,-17 0 14 0,14 3-10 0,-14-3 1 15,16 4 2-15,-16-4 1 0,13 9-1 0,-13-9 4 16,12 10 3-16,-4-4-5 0,-2 3 5 0,0-1-3 16,1 3 5-16,0 0-8 0,2 0 5 0,-1 1-4 0,2 1 11 15,1 2-3-15,0 1-1 0,1 0 0 16,2 0-7-16,-1 0 2 0,2-1-1 0,0 0 4 0,1 0-4 15,-1 1 2-15,0-3-2 0,-1 1 0 0,1 0 7 16,-1-2-3-16,0 0-3 0,-3-2 3 0,-1 0-3 16,1-2 4-16,-3 1 0 0,-1-2 4 0,0 0 22 15,-7-7 2-15,11 12 15 0,-11-12-21 16,5 9 31-16,-5-9-32 0,-5 10 15 0,5-10-27 0,-19 9 15 16,5-5-27-16,-4 1 17 0,-3-3-32 0,-4 2-38 15,-2-3-64-15,-1-1-84 0,-2 0-92 0,0 0-104 16,2-1-53-16,1-1-189 0,3-2-553 0,6-1-801 15</inkml:trace>
  <inkml:trace contextRef="#ctx0" brushRef="#br0" timeOffset="39019.7652">11696 8349 1427 0,'11'-2'916'0,"-11"2"-156"0,20-2-44 15,-20 2-3-15,13-1-29 0,-13 1-46 0,0 0 3 16,16-1-105-16,-16 1-34 0,0 0-106 0,13-2-134 0,-13 2-262 16,0 0 0-16,0 0 0 0,12-3 0 0,-12 3 0 15,0 0 0-15,0 0 0 0,0 0 0 16,0 0 0-16,13-1 0 0,-13 1 0 0,0 0-259 16,0 0-298-16,0 0-171 0,0 0-158 0,10 1-932 15,-10-1-1524-15</inkml:trace>
  <inkml:trace contextRef="#ctx0" brushRef="#br0" timeOffset="41466.585">12661 8034 572 0,'-4'-19'491'16,"2"1"-58"-16,-1-1-26 0,1-1 0 0,0-2-60 15,0 3-18-15,0-1-1 0,-1 0-30 0,1 0 21 16,0 3-3-16,1-1-15 0,1 0-10 0,-2 3 4 16,0 3-76-16,2 1-10 0,0 11-86 0,-2-19-4 15,2 19-54-15,0 0 12 0,0 0-46 0,0 0 31 16,0 0-42-16,6 13 27 0,-1 6-36 0,2 5 28 15,0 5-33-15,0 2 28 0,3 8-34 0,2 0 29 16,-1-1-36-16,1 1 32 0,1 0-32 0,3-2-4 16,-1 1 15-16,1-2-6 0,2-3 1 0,2 3-5 15,-2-4 11-15,4-1-73 0,1-3-22 0,-3-1-23 16,1-6-13-16,1-1 3 0,-1-3-23 0,-4-4-2 16,1-1 6-16,-2-3 21 0,-2-1 15 0,1-3 18 0,-3-2 16 15,-12-3 15-15,21-1 15 0,-21 1 8 16,17-8 22-16,-11 1-5 0,-1-2 29 0,-1-1-5 15,-2-1 27-15,0-5-18 0,-2 0 36 0,2 0-3 16,-2 2 43-16,0 0 34 0,0 1-5 0,0 0 11 0,0 13-34 16,2-22 1-16,-2 22-39 0,0-17 2 0,0 17-37 15,2-10 10-15,-2 10-21 0,8-10 19 16,-8 10-35-16,16-5 28 0,-2 4-23 0,1 1 12 0,3 1-12 16,5 2-2-16,1 0-1 0,5-1-3 0,3 3-2 15,4-1-16-15,-2 0-14 0,4-1-19 16,0 1-14-16,0-1-7 0,3 1-24 0,-1-3 15 0,0 1-22 15,1 0 33-15,-5-2-6 0,-3-1 32 0,-5-1-4 16,-1 1 39-16,-4-3-17 0,-4-1 31 0,-3 1 6 16,-3-4 34-16,-4-3-3 0,0-1 12 0,-6-2-1 15,-3-4 2-15,-6-2 4 0,-4-2-6 0,-3-3-3 16,-6-6 19-16,-4 0-16 0,0 0 12 0,-2 4-3 16,0 0 39-16,0 2-33 0,7 5 34 0,0 2-39 15,2 3 23-15,3 3-49 0,4 2 19 0,-1-1-43 0,2 3-2 16,1 2-80-16,7 6-21 0,-11-9-10 15,11 9-33-15,0 0-48 0,0 0-38 0,-9 9-52 16,9-9-67-16,9 13-23 0,-2-4-40 0,4 1-72 0,7 2-71 16,0-2-370-16,4-1-485 0</inkml:trace>
  <inkml:trace contextRef="#ctx0" brushRef="#br0" timeOffset="42149.2955">13976 7884 35 0,'-7'-19'777'0,"0"1"-136"0,0 0-16 0,1 3-10 16,-1 1-44-16,3 0-16 0,-2 3-86 0,2 2-56 16,0 0-110-16,4 9-22 0,-7-16-91 0,7 16-13 15,-4-9-62-15,4 9 16 0,0 0-30 0,0 0 37 16,4 9-26-16,0 1 38 0,1 4-26 0,-1 3-9 16,4 4-16-16,0 2-12 0,-1 5-20 0,2 0-14 15,0 4-2-15,0 0-48 0,2 3 34 0,1-5-41 16,-2 2 35-16,-1-3-40 0,3 0-23 0,-3-1-29 15,2-3-18-15,1 0-22 0,0-5-22 0,-3-1-19 16,5-3-12-16,-3-1 3 0,3-1-14 0,-3-3 4 16,0-4 7-16,3-2-14 0,-1-2 27 0,1 0-17 0,-1-4 27 15,3-3-2-15,-2-1 26 0,0-3-8 0,1-3 30 16,-2-2-7-16,3 0 20 0,-3-2 5 16,-1-1 22-16,1 3 13 0,-3 0 32 0,-2 1 33 15,1 1 27-15,-2 3-1 0,0 1-13 0,-1 0-9 0,-6 7-11 16,9-11-5-16,-9 11 7 0,9-4 4 15,-9 4 19-15,0 0-10 0,18 5 4 0,-11 2-1 0,-7-7 6 16,14 11-18-16,-3-3 13 0,-1 1-18 0,3-1 13 16,3 0-25-16,1 4 15 0,4-3-22 0,2 0 13 15,5 0-24-15,1 1-2 0,0-3-36 0,2 0-1 16,-1 1-31-16,-3-5 26 0,-1 2-25 0,-1-3 29 16,-5 1-14-16,-1-1 36 0,0-1-14 0,-1-2 28 15,-1-2-18-15,-2 0 29 0,-2-2-24 0,2 1 17 16,-2-2 19-16,-2-1 11 0,2-1 19 0,-1 1 4 15,-1-1-3-15,1 1-11 0,0 0 6 0,-1 0-1 16,0-1-6-16,2 2-6 0,-5 2-4 0,3 0-6 16,1 0-3-16,-12 4 6 0,20-3-8 0,-20 3 12 15,20 3-14-15,-10 1 9 0,0 0-15 0,-3 0 15 16,2 3-16-16,-1 1 14 0,-3 1-20 0,0 0 19 16,0 0-7-16,-3 1-3 0,-2-10 2 0,3 19 2 15,-3-19 0-15,0 17 4 0,0-17-6 0,-5 17 3 16,5-17 0-16,-9 12-6 0,9-12 12 0,-13 13-3 0,13-13-2 15,-17 6-18-15,17-6 18 0,-23 3-10 0,10-3-5 16,-1 0 6-16,-2-2-3 0,-3-1-11 16,1 0 12-16,0-3-16 0,2 2-5 0,1-3-14 0,0 0-11 15,4-1-48-15,1 1-9 0,3-2-28 0,7 9-16 16,-5-15-20-16,8 5-24 0,4-2-43 0,4 3-44 16,3-4-56-16,5 1-137 0,4-1-539 0,4-2-611 15</inkml:trace>
  <inkml:trace contextRef="#ctx0" brushRef="#br0" timeOffset="43649.9889">15857 7668 1082 0,'-4'-24'796'0,"-3"2"-78"0,1-1-28 16,0 2-66-16,0 0-26 0,-1 2-82 0,2 3-40 15,0 1-49-15,0 2-116 0,1 2-37 0,1 2-98 0,3 9-1 16,-4-11-77-16,4 11 17 0,0 0-60 0,0 0 26 16,7 13-50-16,-1 1 2 0,6 6-8 15,1 6 33-15,7 7-43 0,0 4 33 0,2 1-48 0,6 6 40 16,0 0-48-16,0 1 42 0,1-3-42 0,-4-5 41 16,0-1-48-16,1-2 51 0,-2-2-51 0,1 0 40 15,-2-3-49-15,-1-2-11 0,-5-5-21 16,-1-2-3-16,-2-4-4 0,-1-1-3 0,0-2-4 0,-3-1 5 15,0-2 8-15,2-3 8 0,-3 0-18 0,2-3-5 16,-11-4 43-16,23 2-27 0,-9-7 39 0,-1 0-48 16,0-2 38-16,3-5-19 0,-2-1 13 0,1-1-29 15,-2-3 39-15,1 1-31 0,-2-1 42 0,0 0-28 16,-2 2 39-16,-2 3-32 0,0-2 40 0,0 4-34 16,-1 1 35-16,-2 0-44 0,-5 9 33 0,11-10-29 15,-11 10 35-15,14-4-30 0,-14 4 40 0,17 2-34 16,-6 2 43-16,3 2-37 0,1 0 37 0,3 2-30 15,3 1 36-15,1-1-39 0,0 2 38 0,5-2-36 0,1 1 32 16,0 0-35-16,2-2 36 0,-4-1-49 0,0 0 19 16,1-4-52-16,-1 2 21 0,-3-2-23 15,2-1 31-15,-2-1-15 0,-2-1 30 0,1-2-18 16,1 0 45-16,-1-4-40 0,-3 2 34 0,1-2-30 0,-4-1 24 16,1-4-21-16,-4 1 32 0,1-3-24 15,-5 0 31-15,-1-1-32 0,-1 0 21 0,-3-1-20 16,-2 1 30-16,-2 0-30 0,-1 3 27 0,-3-4-32 0,-3 4 34 15,0-1-28-15,-2 3 26 0,-1 2-32 0,-3 1 42 16,2 3-26-16,-3 3 30 0,1 1-26 16,-2 1 34-16,1 3-35 0,-2 3 29 0,3 1-27 0,1 2 43 15,1 1-35-15,1-1 33 0,2 5-41 0,0-2 36 16,4 1-41-16,1 0 35 0,1-1-42 0,3 1 42 16,1-3-39-16,2 4 33 0,2-2-41 0,0-1 35 15,2 0-50-15,1-2 23 0,1-1-47 0,-1 0 27 16,1-2-33-16,1-2 29 0,-2 1-22 0,0-4 35 15,-9-2-15-15,18 5 27 0,-18-5-15 0,16 0 27 16,-16 0-23-16,15-7 39 0,-15 7-13 0,13-13 36 16,-9 3-23-16,-1 2 45 0,2-6-19 0,-4 2 47 15,1-4-32-15,-2 0 47 0,0-1-18 0,0 0 51 16,0 2-41-16,0 1 50 0,-1-1-57 0,1 3 47 0,0-1-54 16,0 13 56-16,-1-21-91 0,1 21 48 0,-1-14-90 15,1 14 63-15,0 0-79 0,1-12 52 16,-1 12-61-16,0 0 58 0,7 6-61 0,-7-6 63 15,9 15-72-15,-3-6 70 0,2 3-70 0,0-1 65 16,1 1-62-16,0 1 59 0,3 2-67 0,-1 0 76 0,3-2-79 16,-1 3 71-16,1-3-82 0,-1 2 36 15,0-2-79-15,1-2 33 0,-1 0-51 0,-1-2 28 0,0 0-47 16,-1-1 38-16,1 0-30 0,-3-1 51 0,0-2-24 16,1 0 57-16,-10-5-29 0,16 5 49 0,-16-5-39 15,15-1 44-15,-15 1-36 0,13-5 41 0,-13 5-32 16,11-13 42-16,-5 4-44 0,-1-3 46 0,1 3-39 15,-3-1 43-15,1-1-37 0,-1-1 47 0,2 2-30 16,-1-1 53-16,-1 1-23 0,1 1 46 0,-4 9-36 16,5-16 36-16,-5 16-52 0,6-12 30 0,-6 12-47 15,5-9 39-15,-5 9-49 0,10-7 39 0,-10 7-39 16,0 0 39-16,19 2-38 0,-19-2 40 0,19 6-39 16,-9-1 44-16,3 1-43 0,-3 2 36 0,2 0-36 0,1 1 34 15,0 0-40-15,0 1 42 0,0-1-46 16,0 1 43-16,-1-1-75 0,-1-1 18 0,1 0-50 15,-1 1 30-15,0-1-46 0,-1-3 35 0,-1 1-35 0,-2 0 43 16,-7-6-22-16,17 8 48 0,-17-8-42 0,13 1 32 16,-13-1-30-16,14-3 51 0,-14 3-35 0,14-11 42 15,-8 6-33-15,2-4 39 0,-3 0-24 0,3-1 30 16,-1-2-36-16,-1 0 40 0,2 1-34 0,-2-2 55 16,0 2-53-16,1-1 38 0,1 4-32 0,-2-2 46 15,1 2-31-15,-1 1 38 0,1 0-39 0,1 0 39 16,0 1-41-16,1 1 36 0,1 1-37 0,1 1 33 15,1 1-36-15,1 0 34 0,0-1-32 0,2 3 29 16,0-1-36-16,4 1 37 0,0 0-33 0,1 0 36 16,2 0-42-16,-1 0 40 0,1 0 2 0,1-2-46 15,2 1 41-15,-2-1-37 0,2 0 44 0,-2-1-43 16,1-2 37-16,-3-1-38 0,0 1 43 0,-1 0-35 16,-1-4 48-16,-2 1-36 0,-1-2 41 0,-1 0-35 0,-3-2 38 15,0 0-42-15,-3 0 32 0,-2-1-33 0,0-1 1 16,-2-1 0-16,-2 3-4 0,-1 1 2 15,-1-1-1-15,-1 12 3 0,-1-21-6 0,-2 11-1 16,-1 1 0-16,4 9-8 0,-9-9 7 0,-1 5-4 0,10 4 4 16,-21 2 0-16,7 2 33 0,-2 4-39 0,0 2 37 15,1 2-31-15,-1 5 38 0,-1 2-21 16,2 2 53-16,4-4-34 0,1 4 62 0,1 0-29 0,4-1 45 16,0 1-42-16,5-1 65 0,2 2-59 0,6 0 78 15,1-1-80-15,7 1-3 0,2-2 1 0,3-2 2 16,4 1-3-16,0-4-7 0,3-1-25 0,1-1-38 15,2-2 0-15,2-3 0 0,0 0 0 0,2-2 0 16,-1-2 0-16,1 0 0 0,-5-1 0 0,0-2 0 16,0-1 0-16,-2-1 0 0,-3-1 0 0,0 1 0 15,-4-3-127-15,-2 3-104 0,-2-3-127 0,-1-1-69 16,-2 0-83-16,-4 0-142 0,-1-1-55 0,-9 6-223 16,9-13-419-16,-9 13-950 0</inkml:trace>
  <inkml:trace contextRef="#ctx0" brushRef="#br0" timeOffset="44838.163">20893 8063 148 0,'12'-2'135'0,"-12"2"-35"0,0 0-46 0,0 0 0 0,10-3-28 16,-10 3-8-16,0 0-41 0,0 0-18 16,14-1-110-16,-14 1 42 0</inkml:trace>
  <inkml:trace contextRef="#ctx0" brushRef="#br0" timeOffset="46667.6893">20679 7505 435 0,'0'0'395'15,"0"0"-53"-15,0 0-42 0,0 0-37 0,6 11-5 0,-6-11-24 16,0 0-22-16,0 0-24 0,0 0-2 15,0 0-19-15,0 0-16 0,0 0-8 0,0 0-22 16,0 0-7-16,0 0-15 0,2 11-4 0,-2-11-14 0,0 0 7 16,0 0-17-16,0 0 12 0,0 0-16 0,0 0 12 15,0 0-19-15,0 0 14 0,0 0-23 0,0 0 10 16,0 0-16-16,0 0 17 0,0 0-25 0,0 0 14 16,0 0-28-16,0 0 21 0,0 0-22 0,0 0 18 15,0 0-24-15,0 0 16 0,0 0-23 0,0 0 16 16,0 0-23-16,0 0 13 0,0 0-9 0,0 0 15 15,0 0-21-15,0 0 21 0,0 0-19 0,0 0 15 16,0 0-16-16,0 0 14 0,0 0-14 0,0 0 17 16,0 0-17-16,0 0 13 0,0 0-9 0,0 0 13 15,0 0-21-15,0 0 19 0,0 0-16 0,0 0 16 16,0 0-18-16,0 0 21 0,0 0-22 0,0 0 22 16,0 0-20-16,0 0 17 0,0 0-19 0,0 0 18 15,0 0-16-15,0 0 15 0,0 0-15 0,0 0 16 16,0 0-17-16,0 0 19 0,0 0-18 0,0 0 17 15,0 0-12-15,0 0 12 0,0 0 1 0,0 0 13 16,0 0-8-16,0 0 11 0,0 0-3 0,2 11 7 16,-2-11 4-16,0 0-1 0,0 0 6 0,0 0 1 15,0 0 19-15,0 0-29 0,0 0 17 0,0 0-20 16,0 0-5-16,0 0 20 0,0 0-26 0,0 0 10 16,0 0-17-16,0 0 7 0,0 0-23 0,0 0 18 15,0 0-25-15,0 0 26 0,0 0-20 0,0 0 18 16,0 0-18-16,0 0 15 0,0 0-13 0,0 0 26 0,0 0-17 15,0 0 29-15,0 0-32 0,0 0 41 0,0 0-37 16,0 0 35-16,0 0-34 0,0 0 33 16,0 0-36-16,0 0 35 0,0 0-44 0,0 0 28 0,0 0-34 15,0 0 33-15,0 0-38 0,0 0 36 0,0 0-42 16,0 0 38-16,0 0-38 0,0 0 33 0,0 0-36 16,0 0 34-16,0 0-35 0,0 0 38 0,0 0-38 15,0 0 32-15,0 0-30 0,0 0 35 0,11 1-31 16,-11-1 4-16,14 3-3 0,-14-3 9 0,22 3 2 15,-4-1-2-15,6 1-2 0,3 1 10 0,8 1-1 16,2-1-3-16,10 4 4 0,5-1 0 0,3 1 0 0,12 3 24 16,3-1-32-16,2 2 27 0,0 1-38 15,1 0 24-15,1-1-45 0,-3 1 1 0,-3-1-29 16,-4 0 16-16,-10 0-12 0,-3-3 9 0,-3 1-5 16,-3 0 4-16,-4-2 10 0,-6 0 10 0,-3-1 1 0,-6-2 14 15,-1 1-10-15,-3-1 11 0,-3 0 2 0,-1-2 5 16,-2 3-5-16,0-2 5 0,-3 0 0 15,0-1 5-15,-2 1-2 0,-1 0 5 0,1 0-2 16,-3 2 5-16,1 1-2 0,0 0 16 0,-2 0 1 0,-2 2 16 16,-1 1-10-16,-2 2 30 0,-1 0-33 0,-3 4 23 15,-4-2-21-15,-4 7 36 0,-6 3-41 16,-8 1 33-16,-5 1-30 0,-4-1 23 0,-11 6-28 16,-7 0 28-16,-3-1-29 0,-6-1-3 0,-3-1-2 0,-5 1 6 15,-1-1 0-15,0 0 1 0,-2-1 10 0,1-1-3 16,1-1-4-16,1-1 33 0,4 0-37 0,4-1 30 15,4-2-45-15,11-4 41 0,1-1-42 0,4-1 33 16,4 0-38-16,7-5 34 0,5-1-36 0,2-1 34 16,3-2-36-16,3 0 31 0,2 0-45 0,2-1 44 15,1-3-46-15,2 2 20 0,9-4-50 0,-17 7-4 16,17-7-12-16,-14 4-10 0,14-4-20 0,-11 2-45 16,11-2-53-16,0 0-71 0,-14-2-51 0,14 2-48 15,-5-10-25-15,5 10-69 0,1-11-118 0,2 1-425 16,5-1-611-16</inkml:trace>
  <inkml:trace contextRef="#ctx0" brushRef="#br0" timeOffset="48119.8664">22602 7368 49 0,'-10'-2'674'0,"-4"-1"-201"16,0 0-10-16,-2-1-19 0,0 1-17 0,-1-1-30 15,1-1-19-15,-1 2-12 0,5-2-12 0,-1 4-12 16,2-2-23-16,11 3-21 0,-20-4-23 0,20 4-17 16,-13-4-50-16,13 4-33 0,-12-4-30 15,12 4-34-15,0 0-17 0,0 0-13 0,0 0-17 0,18-3-9 16,2 2-14-16,6 1-7 0,8 0-1 0,6 1-14 16,3-1-1-16,8 2-3 0,2-1-41 0,-1 1 38 15,0 1-27-15,0 0-25 0,-4 0-13 0,-6-2-38 16,-3 1 31-16,-2-1-16 0,-7 0 40 0,-1-1 0 15,-5 2-11-15,-4-1 42 0,0-1 20 0,-2 2 29 16,-4-2 21-16,0 0 10 0,-14 0-1 0,22 1-10 16,-22-1-10-16,18 1-10 0,-18-1-13 0,14 1-9 15,-14-1-5-15,11 5-6 0,-11-5 2 0,5 14-34 16,-5-14 51-16,-1 23-28 0,-1-4 44 0,-1 4-22 16,-3 2 9-16,3 8 50 0,-2 1-38 0,0 7 33 15,1 2-47-15,1 0 35 0,3-4-46 0,-2-1 32 16,2-1-44-16,1 1 35 0,0-2-40 0,3-1 35 15,-1-2-44-15,1 0 34 0,0-3-38 0,1-3 32 16,0-4-72-16,0 0-22 0,0-1-112 0,-2-3-41 0,3 0-68 16,0-3-97-16,0-2-65 0,0 0-73 15,-1-1-101-15,1-5-149 0,-1 0-376 0,-5-8-768 16</inkml:trace>
  <inkml:trace contextRef="#ctx0" brushRef="#br0" timeOffset="48319.8628">22954 7968 680 0,'-20'-10'762'0,"1"3"-132"0,4 0-43 0,-1 1-19 15,4 0-11-15,0 2-65 0,3-3-23 16,0 2-96-16,0 0-19 0,9 5-102 0,-10-12-16 16,10 12-85-16,0 0 3 0,8-15-74 0,6 10-9 0,7 0-101 15,10-1-41-15,6-1-88 0,9 1-68 0,4 1-48 16,1 0-80-16,2 1-59 15,0-1-41-15,0 2-137 0,-1-2-617 0,0-1-819 0</inkml:trace>
  <inkml:trace contextRef="#ctx0" brushRef="#br0" timeOffset="48885.5578">24502 7354 157 0,'18'-11'889'0,"-1"0"-204"0,-4 3-56 0,1-2-54 15,-3 3-35-15,0-1-50 0,0 0 4 0,-4 1-78 16,0 2 6-16,-7 5-42 0,14-11-43 0,-14 11-92 16,10-8-12-16,-10 8-81 0,7-7 9 0,-7 7-72 15,0 0 17-15,7-9-60 0,-7 9 29 0,0 0-61 16,0 0 27-16,-11-8-53 0,11 8 11 0,-22 0-23 16,7 0-32-16,-3 0-30 0,-6 3-20 0,-1 1-8 15,-4 0-12-15,-4 2-3 0,-4-1 15 0,3 3 13 16,-6 2-1-16,0-1 34 0,4 3-5 0,2 0 27 15,4 0-10-15,-3 3 23 0,7 2-5 0,-5 1 24 0,7-1-12 16,3 2 9-16,0 2 1 0,4 1 9 0,0 0 3 16,2 0-12-16,1 1 13 0,4-2 17 0,1-2-18 15,1 3 15-15,1-1-13 0,2-1 18 0,1-2-23 16,2 1 19-16,-1-2-36 0,2 2 41 0,0-4-20 16,1 1 19-16,0-2-20 0,1-2 46 0,0 1-48 15,1-2 27-15,1 0-29 0,0-1 40 16,-1-1-27-16,4-2 27 0,2 1-30 0,1-2 23 0,2 0-29 15,4-4 29-15,0 1-31 0,4-3 24 0,1 2-31 16,4-4 12-16,3 2-32 0,3-1 7 0,-3-1-14 16,2 1 18-16,-2 0-14 0,0 1 22 0,-5 0-9 15,1 0 38-15,-1 1-39 0,-1 2 8 0,-1-2-8 16,-1 3 13-16,-1 1-5 0,3 3 13 0,-1-1-9 16,-2 2 5-16,0 1-4 0,-2 2 10 0,1 0-4 15,-3 3 14-15,0 0-5 0,-2 3 10 0,-3-1-5 16,0 1 17-16,-1 0-20 0,-3 0 23 0,-3-2-11 15,-2 0 23-15,-3 2-13 0,-4 1 8 0,-4-1-5 16,-7 1-12-16,-5 0 6 0,-7 1-6 0,-5-4-2 0,-3 2-4 16,-5-3-8-16,-4-2 4 0,1-1 0 15,-6-2-12-15,2 1-17 0,1-4-40 0,3-1-35 16,8 0-63-16,4-3-93 0,7 0-143 0,5-2-183 0,5-1-851 16,17 0-1037-16</inkml:trace>
  <inkml:trace contextRef="#ctx0" brushRef="#br0" timeOffset="49137.8716">25395 7475 867 0,'12'-18'844'0,"-2"3"-138"0,-1 2-123 0,-2 1-101 15,1 2-89-15,-3 3-73 0,1-2-66 0,-6 9-47 16,8-9-18-16,-8 9 85 0,0 0-38 0,0 0 55 15,4 10-83-15,-6 2 22 0,-2 3-72 0,-2 1-28 16,-2 6-21-16,1 7-17 0,-1 1 17 0,-2 8-53 16,3 1 29-16,-2 2-53 0,0 2 30 0,2 2-48 15,1-4 20-15,1 2-117 0,3-6-38 0,0-2-91 16,2-2-68-16,2-3-70 0,-2-2-110 0,2-3-54 16,-2-1-140-16,0-4-709 0,1-2-964 0</inkml:trace>
  <inkml:trace contextRef="#ctx0" brushRef="#br0" timeOffset="49486.1835">25067 7682 872 0,'-14'-25'758'0,"3"0"-100"0,2 6-59 16,0-1-21-16,1 3-13 0,2 1-103 15,0 3-41-15,1 0-104 0,1 1-29 0,0 3-104 0,4 9-12 16,-5-13-70-16,5 13 13 0,0 0-60 0,0 0 38 15,0 0-65-15,11 8 2 0,-6 1-72 0,3 2-20 16,-2 3-17-16,2 1-25 0,-1 2-9 0,1 2 2 16,-3 1 5-16,-1-3-4 0,-1 0 17 0,-2-1 16 15,0-4 15-15,-2 2 6 0,-1-2 15 0,-2-2 10 16,-1 1 8-16,-1-2 5 0,-3-2 7 0,-1-1 6 16,-1-3-2-16,0 0 31 0,-3-2 15 0,2-2 22 15,-2-2 6-15,2 0 10 0,-1-3 19 0,2-1-32 16,0 0 4-16,2-2-24 0,2-2-11 0,2 1-9 15,3-2-24-15,2 1-11 0,2-3-27 0,3 0-29 16,3 2-22-16,6-1-48 0,2 0-16 0,5 1-66 16,5 1-44-16,4 3-52 0,3 1-49 0,3 3-108 15,0 2-108-15,3 4-370 0,-1 2-534 0</inkml:trace>
  <inkml:trace contextRef="#ctx0" brushRef="#br0" timeOffset="49852.4551">25887 8020 979 0,'15'-7'773'0,"-8"0"-106"0,-1 0-73 15,2-1-42-15,2-2-98 0,-1-1-30 0,1-1-45 16,1 1 13-16,-1 0-67 0,2 1-9 0,-1 0-93 16,0 1-8-16,1 2-84 0,-1 1 4 0,1 3-64 15,1 1 22-15,0 2-59 0,3 3 31 0,-1 2-52 16,1 2 36-16,1 2-50 0,-2 2 40 0,1 1-45 15,-1 1 37-15,-4 1-43 0,1-1 38 0,-3 1-39 16,1 0 35-16,-4-1-36 0,0-1 37 0,-1 2-41 16,-3-4 41-16,0 2-37 0,-2-12 40 0,0 20-40 15,-5-10 40-15,-1-2-33 0,-4-1 37 0,-1 0-41 0,-4-2 36 16,-1-3-38-16,-4 0 39 0,2-3-39 16,-5 0 37-16,-2-3-38 0,0 0 38 0,2-4-42 15,0 0 41-15,0-1-38 0,4-1 43 0,0 0-3 0,1-1-8 16,5-2-40-16,4 2 31 0,1-1-35 0,5 1-52 15,2-1-67-15,3 1-30 0,3 2-67 16,5-3-69-16,2 1-65 0,5 3-76 0,2-2-42 0,0 2-133 16,1 0-700-16,-2 0-931 0</inkml:trace>
  <inkml:trace contextRef="#ctx0" brushRef="#br0" timeOffset="51320.473">28796 7835 79 0,'-4'-11'730'0,"2"-2"-147"0,-1 2-65 0,-1-1 2 0,-1 1-34 15,2-1-33-15,0 0-38 0,0 3-28 0,0-2-42 16,3 11-32-16,-7-15-79 0,7 15-17 0,-4-14-76 16,4 14-2-16,-4-8-53 0,4 8 7 0,0 0-36 15,0 0 16-15,-16 7-39 0,11 0 25 0,1 2-49 16,1 2 33-16,-1 4-9 0,1 0-6 0,2 3-5 16,1 0 7-16,1 0-11 0,4 4-3 0,0-1-7 15,1 1-30-15,1-1-68 0,1 0-42 0,1-2-56 16,1-1-40-16,-2 0-41 0,1-4-71 0,-3 0-46 15,1-2-53-15,-3-3-101 0,-4-9-572 0,6 13-727 16</inkml:trace>
  <inkml:trace contextRef="#ctx0" brushRef="#br0" timeOffset="51519.5423">28355 7515 831 0,'-10'-29'776'15,"-1"2"-122"-15,1 0-68 0,0 2-60 0,1 4-20 16,3 0-75-16,-1 2-85 0,1 2-46 0,2 2-48 0,0 3-52 16,1 1-38-16,0 1-97 0,3 10-76 15,-5-13-19-15,5 13-26 0,0 0-47 0,0 0-54 16,13 4-49-16,-3 4-58 0,2 6-88 0,2 1 12 16,6 7-81-16,4 3-89 0,0 2-485 0,3 0-594 15</inkml:trace>
  <inkml:trace contextRef="#ctx0" brushRef="#br0" timeOffset="51919.6293">28991 7655 862 0,'12'-6'784'0,"-3"1"-85"0,-2-1-55 16,-7 6-32-16,14-8-80 0,-14 8-47 0,10-5-132 16,-10 5-34-16,8-7-104 0,-8 7-18 15,0 0-73-15,13-2 9 0,-13 2-61 0,8 8 35 16,-8-8-71-16,11 14 32 0,-3 0-17 0,-2 1-7 0,2 2-14 15,0 2-1-15,0 3-6 0,1 0-22 16,0 5-35-16,-1-1-17 0,2 0-37 0,-2 1-20 0,-2-5-28 16,1 0 2-16,1-3 3 0,-1-1 1 0,-2-3 12 15,0-1 23-15,0-3 23 0,-1-1 23 16,1-1 16-16,-5-9 7 0,11 11 5 0,-11-11 5 0,15 2 8 16,-6-7 5-16,1 3 6 0,3-6 0 0,-1-2 4 15,2-1 5-15,1-3 3 0,2-6 1 0,-2 5-1 16,-2-2 12-16,0 1 27 0,-2 0 8 0,1 2 18 15,-3 3 16-15,-1 0 0 0,-1 3-17 16,-2-1-13-16,2 1-30 0,-7 8-16 0,10-9-4 0,-10 9-6 16,10-5 1-16,-10 5-5 0,13 0 8 0,-13 0-6 15,21 6 9-15,-5-2-6 0,5 5 20 0,1-1-19 16,8 0 1-16,2 3-6 0,9 0-2 0,0 0-36 16,1 1-64-16,3-3-64 0,-2 2-78 0,0-2-81 15,-8-2-115-15,0-1 0 0,-2 0-167 0,-6-3-564 16,-4-2-780-16</inkml:trace>
  <inkml:trace contextRef="#ctx0" brushRef="#br0" timeOffset="52604.0322">27158 8232 462 0,'22'-17'527'16,"-4"-1"-98"-16,-4 3-56 0,-5 2-24 0,-1 1-20 15,-3-1-25-15,-3 1-8 0,-2 12-15 0,-2-19-24 16,-3 9-24-16,-4 2-16 0,-3 1-15 0,-3 1-19 15,-3 4-24-15,-1 3-20 0,-7 1 0 0,-5 8-11 16,-5 2-15-16,1 7-6 0,-2 4-17 0,3 2-12 16,-4 10-16-16,2 5 10 0,3 1-10 0,3 3 7 15,4 3-29-15,5-5 15 0,6 0-32 0,1 1 14 16,3 0-29-16,2-1 30 0,7-5-33 0,0-2 20 16,4 1-25-16,4-2 19 0,3 3-21 0,7-3-1 15,2-3-10-15,5-2-11 0,4-3-8 0,4-4-11 0,2-4-18 16,1-3-11-16,0-4 1 0,1-4 4 0,-1-2 3 15,3-4-5-15,-6-1 27 0,3-2-9 0,0-4 21 16,-5-2-6-16,2-2 24 0,-4-4-5 16,-3-2 26-16,-3-3-13 0,1-1 13 0,-4-3 25 15,-2 0 13-15,-3-1 39 0,-1 1 0 0,-3 3 68 0,0 2-12 16,-2 1 32-16,-3 4-46 0,1-1 47 0,-1 2-59 16,0 3 11-16,0-1-61 0,-4 10 13 15,5-13-56-15,-5 13 31 0,0 0-44 0,10-5 36 16,-10 5-44-16,8 11 38 0,-3-3-44 0,4 4 36 0,0 3-39 15,4 2 40-15,4 2-44 0,-1 2 22 16,3 0-97-16,2-1-39 0,0-1-89 0,5 3-79 16,1 0-79-16,0-3-116 0,-2-1-72 0,-4-1-114 15,2-3-605-15,-2-2-887 0</inkml:trace>
  <inkml:trace contextRef="#ctx0" brushRef="#br0" timeOffset="52953.5793">27899 8818 352 0,'4'-15'864'0,"0"1"-175"0,-2 1-65 0,1 2-54 0,-1 0-41 16,3 1-31-16,-5 10-104 0,5-18-47 15,-5 18-104-15,6-11-13 0,-6 11-69 0,9-8-2 0,-9 8-55 16,18 0 16-16,-7 5-53 0,5 0 28 0,1 2-56 16,2 5 23-16,4 1-40 0,0 1 22 0,0 2-57 15,-2-1 18-15,-1 3-45 0,0-2 3 0,-2-1-39 16,-3-3 19-16,0 1-16 0,-4-3-1 0,-1 0 8 15,0-2 14-15,-2 0 17 0,-1-2 3 0,-7-6 27 16,13 11 40-16,-13-11-8 0,6 7 46 0,-6-7-30 16,0 0 29-16,0 0-32 0,0 0 28 0,0 0-39 15,-2-13 41-15,-2 5-34 0,-2-2 42 0,-1-2-46 16,1-1 43-16,0-1-41 0,1 1 37 0,-1-1-45 16,2 0 33-16,0 0-46 0,2 3 29 0,1-2-51 15,1 13 27-15,0-22-70 0,3 11-3 0,1 2-82 16,6-2-33-16,1 3-26 0,4-1-65 0,7 3-56 15,3 2-58-15,1-1-39 0,3 4-58 0,0 1-107 16,1 0-536-16,0 1-731 0</inkml:trace>
  <inkml:trace contextRef="#ctx0" brushRef="#br0" timeOffset="53321.503">28817 8725 681 0,'0'0'764'0,"5"-8"-98"15,-5 8-49-15,4-11-46 0,-4 11-33 0,-1-12 24 16,1 12-96-16,-3-13-10 0,3 13-95 0,-5-12-16 15,5 12-96-15,-7-11-17 0,7 11-87 0,-5-7 3 16,5 7-65-16,0 0 19 0,-13 0-54 0,13 0 25 16,-16 12-52-16,7-4 38 0,1 3-16 0,0 0-10 15,0 2-40-15,2 0 40 0,1 3-47 0,1-1 28 16,1-1-60-16,1 3 29 0,1-4-46 0,1 1 22 0,1-1-48 16,1 0 21-16,1-1-48 0,1-1 27 15,-1 0-34-15,3-1 39 0,-2-1-19 0,3-2 43 0,-2-1-14 16,-5-6 37-16,13 8-13 0,-13-8 36 0,13 2-23 15,-13-2 39-15,12-4-32 0,-12 4 35 0,12-12-30 16,-9 5 32-16,4-4-37 0,-2-1 42 0,-1-1-35 16,1-1 46-16,-2 1-12 0,0 2 51 0,0-1-30 15,0 2 51-15,0 0-40 0,-3 10 39 0,3-15-59 16,-3 15 25-16,5-13-55 0,-5 13 39 0,0 0-45 16,6-9 39-16,-6 9-40 0,0 0 37 0,14 5-39 15,-14-5 43-15,16 10-42 0,-6-1 31 0,4-2-75 16,2 5-33-16,2-2-79 0,0 0-78 0,3 2-78 15,4 1-92-15,2-1-52 0,0 0-71 0,1-1-147 0,1-2-420 16,0 1-724-16</inkml:trace>
  <inkml:trace contextRef="#ctx0" brushRef="#br0">29491 8701 526 0,'-1'-35'747'0,"-2"1"-101"0,0-1-8 0,0 1-1 16,-1 1 9-16,0 2-64 0,-1 0-28 0,1 7-63 15</inkml:trace>
  <inkml:trace contextRef="#ctx0" brushRef="#br0" timeOffset="55155.2102">31568 8415 1006 0,'-1'-19'926'0,"0"3"-178"0,1 3-64 16,0 13-130-16,-1-23-86 0,1 23-102 0,-1-18-75 15,1 18-66-15,2-14-45 0,-2 14-38 0,5-8-31 16,-5 8-68-16,14 3-91 0,-5 2-90 0,4 4-90 16,2 2-73-16,0 6-128 0,2 3-18 0,-2 3-118 0,0 0-559 15,-2 0-739-15</inkml:trace>
  <inkml:trace contextRef="#ctx0" brushRef="#br0" timeOffset="55738.4794">31843 8676 376 0,'0'0'788'0,"13"-1"-132"15,-13 1-20-15,7-9-21 0,-7 9-22 0,8-10-85 16,-8 10 28-16,10-13-44 0,-10 13-83 0,9-12-31 16,-9 12-87-16,9-9-43 0,-9 9-86 0,9-6-8 15,-9 6-60-15,11-2 11 0,-11 2-54 0,16 8 24 16,-6-1-46-16,0 5 24 0,-1-2-35 0,-1 3 20 15,-1 2-47-15,1-1 19 0,-3 1-16 0,0 1-39 16,-2 1 30-16,-2-1-36 0,0-2 41 0,-2-1-30 0,0 0 40 16,-3 1-35-16,-1-1 38 0,0-2-27 0,-2-2 31 15,-1-2-28-15,0 0 32 0,-2 0-33 0,-1-4 36 16,-1 0-36-16,-1-2 39 0,0-2-39 0,-1-1 31 16,1-3-44-16,-1-1 22 0,0-1-37 0,2-1 24 15,0-3-31-15,2 0-9 0,2-1-10 0,2-3 3 16,1 0-21-16,3-2-45 0,1-1 55 0,2 0-32 15,1-1 56-15,3 5-31 0,-2-3 65 0,1 3-35 16,2 1 68-16,0 1-46 0,2 0 55 0,1 3-40 0,1 0 50 16,1 6-40-16,1 0 40 0,1 2 3 15,1 2-1-15,2 4 7 0,1 2-13 0,1 1 1 0,0 2-5 16,0 2-3-16,-1 1 4 0,0-1-4 0,-2 2-3 16,2 1-2-16,-3-2 1 0,1 1-2 0,-3 0-3 15,-2-1 0-15,2-1-2 0,-3-1-3 0,-1-2 5 16,-2 0-3-16,2-2-7 0,-2 1-6 0,-6-8-19 15,11 11 25-15,-11-11 7 0,8 8 6 0,-8-8 0 16,0 0-4-16,11 6-2 0,-11-6 5 0,0 0-7 16,13-4 1-16,-13 4 2 0,13-12-4 0,-5 5 0 0,1-2-2 15,3-2 2-15,-1 0-1 0,2-2 3 0,0 1 25 16,-2 2 9-16,1-1 23 0,-2 3 23 0,-2 1 6 16,0-1-9-16,0 3-18 0,-8 5-12 0,13-10-14 15,-13 10-11-15,13-4-2 0,-13 4-8 0,13 1 2 16,-13-1-2-16,14 8-3 0,-5-3-5 0,0 1 1 0,-1 1-6 15,3 2-26-15,-1 0-51 0,0 0-54 16,2 0-85-16,-1 1-76 0,-1-1-31 0,1 0-147 16,-1-2-69-16,0 1-71 0,0-1-135 0,-2-2-338 0,-8-5-700 15</inkml:trace>
  <inkml:trace contextRef="#ctx0" brushRef="#br0" timeOffset="57676.2808">29541 8399 174 0,'-2'-16'536'0,"-1"3"-74"0,1 1-23 16,-2-3-1-16,0 0-8 0,0 0-1 0,-2 2 37 0,3-1 7 15,-2 2-11-15,2 0-39 0,0 1-32 0,-1 3-56 16,4 8-56-16,-5-15-57 0,5 15-46 16,-4-12-38-16,4 12-34 0,0 0-19 0,0 0 1 0,0 0 9 15,0 0 9-15,0 0-26 0,6 18 49 0,0-3-39 16,1 5 22-16,3 7-52 0,5 6 47 0,-2 4-65 15,4 3 38-15,-1 3-10 0,2 0-13 0,4 8-9 16,0 0-55-16,1-2 50 0,-3-6-55 0,3 5 54 16,-3-7-58-16,0-2 52 0,0 0-55 0,-2-1 12 15,1-3-1-15,-2 0-7 0,0-3 32 0,-4-7-46 16,0-2 41-16,-3-4-51 0,-2-3 40 0,0-1-45 16,-2-3 45-16,0 1-36 0,-1-4 54 0,-1-1-44 15,-4-8 49-15,7 13-38 0,-7-13 37 0,0 0-49 16,0 0 38-16,0 0-42 0,0 0-2 0,0 0-11 15,-3-20-11-15,-2 10 12 0,0-3-50 0,-2-2 37 16,0-2-26-16,-3-1 45 0,2 0-36 0,-2-1 51 16,0 0 3-16,1 1 4 0,-1 1 8 0,-2 0-5 0,2 1 3 15,-1 0 1-15,-3 3 0 0,2 0 3 16,-2 1-1-16,1 3 4 0,-1 0-2 0,0 1 0 16,-1 3-2-16,-2 1 3 0,-2 2 0 0,1 2 3 15,-2 2-2-15,2 2-1 0,-3 3 3 0,1 3-1 0,1 1-1 16,2 2 3-16,1 3-34 0,1 1 41 0,4-1-33 15,0 1 40-15,3 3-31 0,3 0 37 0,2-2-35 16,2 1 39-16,3-1-41 0,3 4 35 0,2-2-36 16,4-1 41-16,0-1-32 0,5 1 31 0,3-1-41 15,3-2 40-15,2-1-50 0,0-3 25 0,4-1-60 16,0-2 33-16,3-2-37 0,0-1 30 0,-3-3-29 16,1-1 37-16,1-3-34 0,-1-3 33 0,2-2-15 15,-1-1 3-15,-1-3-29 0,-2-2 27 0,0-3-15 16,-4-1 23-16,0-1-7 0,-3-1 30 0,-2-1-26 15,-1 0 38-15,-5 0-4 0,0 1-4 0,-2-1 13 16,-3 1 7-16,0 2 14 0,-1 1 25 0,-2 2 4 16,0 0-3-16,0 2 6 0,-2 0-1 0,1 2 0 15,-3 9-18-15,4-16-8 0,-4 16-4 0,3-12-11 0,-3 12-2 16,0 0-2-16,0 0-2 0,0 0 11 16,0 0-2-16,0 0 5 0,0 0-7 0,3 12 19 15,-3-12 12-15,2 17-11 0,0-8-37 0,1 1 37 0,1 2-40 16,1 0 39-16,2 1-43 0,1-1 38 0,0 1-37 15,1-1 29-15,2 0-59 0,2 0-4 0,1-1-47 16,2-1-12-16,-2 0-28 0,2-3 9 16,-2 0 13-16,2-2 11 0,-2-1 14 0,0-2 21 0,-2-1 17 15,-12-1 6-15,23-5 9 0,-12 1 2 0,-3-2 7 16,0-3 4-16,-1-1-2 0,0-4 5 0,-3-1-2 16,0-1 3-16,0 1-1 0,-2-2 12 0,0 1 17 15,-2 2 8-15,1 0 32 0,-1 1 2 0,0 1 6 16,0 12-4-16,0-19-8 0,0 19-12 0,0-14-18 15,0 14-5-15,0 0-4 0,0-14 6 0,0 14 14 16,0 0 5-16,0 0-8 0,0 0-6 0,-1 12 1 16,1-12 8-16,4 15 8 0,-1-6 3 0,1 1-7 15,2 1-36-15,3 0 33 0,0 2-37 0,3 0 39 16,3 1-45-16,1-2 40 0,1 1-40 0,1 0 33 0,3-1-42 16,-1-2 12-16,1-1-53 0,0 0 24 15,0-1-34-15,-1 0 25 0,2-2-21 0,-2-2 26 16,-3 0-8-16,2-2 23 0,-4-2-10 0,1 0 25 15,1-2-17-15,-1-2 23 0,-2 0-18 0,0-4 22 0,-1-1 1 16,-3-1 4-16,0 0-12 0,-2-3 6 16,1 1-6-16,-3-1 5 0,-2 1 0 0,-2 0 2 15,0 0 7-15,-2 0-6 0,0 12 4 0,-2-21-4 0,-1 11 1 16,-1 1-2-16,-1 0 9 0,-2 2 11 0,0 1 0 16,-1 2-4-16,-3 1 12 0,11 3 8 15,-22 0 2-15,9 2-1 0,1 2 2 0,-2 2-13 0,2 0-1 16,1 3 1-16,0 1 4 0,1 1-38 0,2 0 45 15,3 0-40-15,-2 1 37 0,6 0-41 0,0 0 51 16,2-1-52-16,1 2 37 0,4-1-42 0,1 0 13 16,2-1-55-16,1-1 9 0,2 2-6 0,0-4-15 15,0 0-26-15,1 0 23 0,-1-3-3 0,0-2 18 16,-2 1 13-16,2-2 8 0,-12-2 1 0,20-2 8 16,-9-1-6-16,-2-1 26 0,0-3-13 0,1-3 9 15,-1 1 42-15,-1-4-42 0,-2-2-4 0,0 1 2 16,1-2 26-16,-3 1 4 0,0 1 31 0,0 0 17 15,-2 3 9-15,2 0-1 0,-4 11-10 0,4-17-15 0,-4 17-11 16,3-13-14-16,-3 13-4 0,0 0-4 16,6-12-5-16,-6 12-1 0,0 0-2 0,0 0 0 15,10 7-2-15,-10-7 0 0,11 13 2 0,-2-6 16 0,1 3-36 16,1-1-65-16,3 1-59 0,2 1-62 0,1 0-63 16,0-1-72-16,0 0-81 0,1 1-24 15,-1-2-76-15,4 2-15 0,-1-2-106 0,3 1-259 16,2-2-453-16</inkml:trace>
  <inkml:trace contextRef="#ctx0" brushRef="#br0" timeOffset="57972.6918">31519 8526 41 0,'-10'-39'645'0,"1"-1"-106"0,-2 1-69 0,1 3 45 16,3 5-59-16,-1 0-13 0,-1 2-42 0,1-1 3 0,4 7 18 15,-3-1-109-15,2 2 22 0,-1 3-52 0,0 5 12 16,2-1-87-16,0 1-16 0,1 5-80 16,3 9 11-16,-7-11-39 0,7 11 12 0,0 0-39 15,-13 6 37-15,8 5-15 0,0 4 29 0,0 4-30 0,1 5 19 16,0 6 9-16,2 3-6 0,1 4-6 16,2 2 4-16,1 9-4 0,3-2 12 0,1 3-57 15,2 2 25-15,1-1-50 0,2 1 0 0,0-2-25 0,0-2-46 16,1-2-53-16,-1-2-44 0,0-4-55 0,-1-2-61 15,-3-5-22-15,1-5-44 0,1-5-51 0,-3-1-70 16,1-3-86-16,-2-3 28 0,0-1-46 0,-2-4-78 16,-3-10-387-16,6 12-625 0</inkml:trace>
  <inkml:trace contextRef="#ctx0" brushRef="#br0" timeOffset="58139.0275">31373 8886 657 0,'-9'-10'540'16,"2"4"11"-16,7 6 8 0,-11-13-39 0,11 13-10 0,-8-10-98 15,8 10 6-15,-7-12-68 0,7 12-25 16,-4-10-100-16,4 10-3 0,0 0-86 0,1-14 10 16,-1 14-79-16,13-10-4 0,-3 8-97 0,2-1-29 0,3 1-69 15,2 1-55-15,3 1-63 0,1 0-77 0,-1 1-41 16,1-1-31-16,-1 2-47 0,-2-1-78 16,0 2-408-16,-4-3-506 0</inkml:trace>
  <inkml:trace contextRef="#ctx0" brushRef="#br0" timeOffset="58506.1229">31759 8788 662 0,'0'0'570'16,"0"0"-15"-16,-1-12-17 0,1 12-47 0,0 0-14 16,-2-13-17-16,2 13-9 0,0 0-70 0,-3-13 21 15,3 13-30-15,0 0-76 0,-2-12-20 0,2 12-81 16,0 0-11-16,0 0-74 0,-2-12 5 0,2 12-25 16,0 0-41-16,0 0 6 0,0 0-15 0,-5 10 30 15,5-10-32-15,-2 14 35 0,2-14-41 0,-1 21 31 16,1-10-25-16,1 2 24 0,1 2-30 0,0 0 22 0,2 1-37 15,0 0 31-15,1 1-42 0,0 0-1 0,3-1 1 16,-2-2-3-16,1 2 0 0,0-3-41 0,1 0-54 16,-1-1-61-16,-2-2-65 0,1-1-48 0,-1-2-36 15,-5-7-34-15,10 16-24 0,-10-16-116 0,5 8-15 16,-5-8-204-16,0 0-533 0,0 0-835 0</inkml:trace>
  <inkml:trace contextRef="#ctx0" brushRef="#br0" timeOffset="58674.2908">31790 8443 395 0,'1'-21'791'0,"-1"0"-139"15,0 5-14-15,0 0-46 0,0 2-61 0,1 0-112 16,-1 1-35-16,0 0-128 0,0 13-14 0,1-21-92 16,-1 21-29-16,0-16-129 0,0 16-130 0,1-10-53 15,-1 10-66-15,0 0-82 0,0 0-36 0,0 0-149 0,0 0-517 16,9 8-656-16</inkml:trace>
  <inkml:trace contextRef="#ctx0" brushRef="#br0" timeOffset="59790.3369">32939 8220 56 0,'0'-34'671'0,"1"1"-114"0,1-2-22 0,2 0-40 15,0 1-49-15,3-8-128 0,2 5 50 0,3-1-71 0,0 3 45 16,2-1-82-16,1 3-44 0,3 2-40 0,-1 2-3 16,0 5-24-16,-1 2-35 0,2 3-17 15,0 0-15-15,-3 6-21 0,3 1-17 0,-2 2 5 0,1 3-24 16,-2 3-14-16,0 2-2 0,-2 2 66 16,2 6-83-16,-3 1 64 0,-1 1-70 0,-1 6 65 0,-4 1-64 15,-2 6 56-15,-3 2-69 0,-3 4 65 0,-4 4-64 16,-5 6 67-16,-1 3-73 0,-6 1 66 0,-2 0-63 15,-6 5 63-15,0 2-60 0,-4-3 0 0,2 1 4 16,-1-2 6-16,0 2 3 0,6-11 6 0,-2 4-1 16,1-3 64-16,1 1-71 0,0 0 62 0,5-2-63 0,1-1 65 15,2-1-77-15,6-4 45 0,0 0-37 16,4-4 62-16,4 2-59 0,2-2-5 0,5 4 67 16,7 0-118-16,4 4-6 0,6-2-145 0,5 0-45 0,2-1-146 15,1-3-27-15,0 0-96 0,3-1-655 0,-4-3-803 16</inkml:trace>
  <inkml:trace contextRef="#ctx0" brushRef="#br0" timeOffset="59989.9041">33028 9278 1634 0,'0'0'1132'0,"0"0"-110"0,-11-2-36 0,11 2-140 15,0 0-86-15,0 0-56 0,0 0-55 16,0 0-191-16,-4-8-458 0,4 8 0 0,0 0 0 0,0 0 0 15,0 0 0-15,0 0 0 0,0 0 0 0,7-5 0 16,-7 5 0-16,0 0 0 0,0 0 0 0,0 0 0 16,0 0 0-16,0 0 0 0,12-1 0 0,-12 1-343 15,0 0-692-15,0 0-1111 0,0 0-1920 0</inkml:trace>
  <inkml:trace contextRef="#ctx0" brushRef="#br0" timeOffset="64508.7603">7507 12307 156 0,'0'0'746'0,"-3"-18"-173"15,3 18-52-15,-3-20-16 0,-1 10-66 0,0-1 3 16,2 2-32-16,2 9-7 0,-5-17-43 0,5 17-20 16,-4-14-25-16,4 14-96 0,-3-12-39 0,3 12-34 15,-3-9-44-15,3 9-19 0,0 0-20 0,0 0-7 16,0 0 4-16,0 0 15 0,6 16-10 0,-1 0 35 16,2 5-37-16,2 5 45 0,-1 6-39 0,2 7 43 0,2 1-47 15,0 2 34-15,-1 3-52 0,1-1 28 0,1 1-47 16,-1-1 30-16,0 2-46 0,1 0 0 15,1-2 0-15,-2 0-3 0,2-2 33 0,-2-2-42 16,0-2 25-16,1-1-70 0,-3-6 0 0,-1-3-79 0,1 1-32 16,-3-4-64-16,-2-2-52 0,0-2-76 15,0-3-79-15,-3 1-74 0,-1-2-71 0,0-3-178 0,-2-1-424 16,0-2-786-16</inkml:trace>
  <inkml:trace contextRef="#ctx0" brushRef="#br0" timeOffset="64775.2065">8040 12433 1002 0,'5'-22'832'16,"-1"4"-143"-16,-1 3-175 0,2-1-78 0,-3 6-83 16,1-2-45-16,-3 12-46 0,5-13 17 0,-5 13 16 15,0 0-35-15,12-4 33 0,-12 4-56 0,16 16 8 16,-5-2-61-16,4 6 14 0,1 4-59 0,3 7 13 15,1 3-61-15,1 2 21 0,0 3-59 0,0 1 27 16,-2-1-51-16,1 2-4 0,-2-1-9 0,1-1-13 16,-1-1-27-16,0-2-1 0,-1 0-24 0,-1-1-21 0,0-2-103 15,-5-6-21-15,3-2-31 0,-3-1-82 0,-2-4-53 16,-1-2-64-16,1 1-31 0,-3-4-45 16,-1-3-113-16,-1-2-538 0,-4-10-765 0</inkml:trace>
  <inkml:trace contextRef="#ctx0" brushRef="#br0" timeOffset="65176.5165">6778 12306 507 0,'-61'-9'478'0,"8"3"-98"0,0-1-86 0,0 1-6 16,1 2-26-16,3-2 9 0,3 2 14 0,8-1-9 16,4 2 29-16,6 0-36 0,3 0 0 0,5 1-56 15,2 2-27-15,2-1-52 0,2 0-18 0,3-1-39 16,11 2 14-16,-16 1 14 0,16-1 24 0,0 0 19 16,0 0-7-16,23 2 44 0,6-2-34 0,14 0 27 15,18-4-44-15,24 0-11 0,14-2 19 0,30-3-61 0,10 0-8 16,5 0-20-16,7 0-10 0,5 1 34 15,3 2-60-15,-3 0 16 0,-4 1-68 0,-7 1-28 16,-4 1-7-16,-9 2 46 0,-24-1-32 0,-6 0 32 16,-5 1-29-16,-6 1 20 0,-8 0-23 0,-7 0 3 0,-13 0 3 15,-8 0 1-15,-5-1-5 0,-10 1 7 0,-5-2-1 16,-5 2 9-16,-4-2 14 0,-4 2 2 0,-4-1 3 16,1 1-29-16,-5-1-43 0,0-1-68 0,-3-1-39 15,0 0-77-15,-11 3-65 0,16-4-69 0,-16 4-160 16,0 0-556-16,7-8-742 0</inkml:trace>
  <inkml:trace contextRef="#ctx0" brushRef="#br0" timeOffset="67225.9904">9414 13018 156 0,'-8'-10'742'0,"1"-1"-130"0,1 3-24 0,1 0-65 16,-1-1-38-16,0 2-55 0,1-1-12 0,5 8-21 16,-9-14-50-16,9 14-16 0,-8-9-38 0,8 9-40 15,-5-8-46-15,5 8-46 0,0 0-26 0,-7-7 0 16,7 7 2-16,0 0 8 0,0 0 16 0,2 15-20 16,5-6-19-16,-5 6-14 0,3 0-3 0,3 5 46 15,0 1-72-15,2 5 47 0,0 0-82 0,0 3 48 16,2-1-70-16,-1 2 50 0,2 4-69 0,-3-5 56 15,3 1-69-15,-2-4 68 0,-1 1-78 0,0-1 60 16,0-5-62-16,-1-1 62 0,-1-1-81 0,1-2 35 0,-1-3-70 16,-1 0 28-16,0-3-49 0,-1 1 39 15,2-4-31-15,-2 0 31 0,1-2-40 0,-7-6 24 16,16 2-46-16,-16-2 22 0,20-6-43 0,-8-3 37 0,-1-2-26 16,1-5 16-16,2-5-24 0,-1-3 6 0,1-2 7 15,-1-2 40-15,-1 0-14 0,2 0 17 16,-3 1 22-16,0 1 7 0,-1 4 19 0,-2 2 1 15,1 1 10-15,-3 5 11 0,0 1 1 0,-1 0-5 0,0 3 8 16,0 2 8-16,2 1 5 0,-7 7 9 0,14-7 18 16,-14 7 35-16,17 2-7 0,-8 4 42 0,2 1-34 15,3 6 54-15,-1 2-53 0,1 1 34 0,2 4-51 16,3 2 34-16,-1-1-45 0,6 4 30 0,1 0-45 16,2-1 30-16,3-2-42 0,0-1 34 0,4-2-45 15,0-1 33-15,3-3-41 0,0-2 28 0,2-3-66 16,-4-2 19-16,-1-2-56 0,0-1 27 0,-4-2-45 15,0-1 25-15,-2-4-20 0,0 0 47 0,-1-1-13 16,-5-3 46-16,1-3-41 0,-3 0 36 0,-3-5-17 16,-2-1 20-16,-3-2-13 0,-1-2 21 0,-4-2-14 15,-1 0 24-15,-3-1-16 0,-2 3 27 0,-2-1-18 16,0 1 37-16,-2 1-28 0,-3-1 11 0,0 1-1 16,-4 2 13-16,2 1-19 0,-2 5 3 0,-2 0 5 0,-1 0 0 15,-2 3-3-15,0 3 9 0,-3 2 8 0,0 3 47 16,-1 2-33-16,-3 4 29 0,2 1-34 15,-3 6 35-15,2 2-32 0,3 3 38 0,0 0-49 0,5 3 32 16,2-2-41-16,3 0 42 0,4 3-36 0,2-3 35 16,3-1-40-16,3 3 34 0,3 0-41 0,3-2 35 15,2-1-45-15,4 0 35 0,2-1-43 16,2-1 39-16,-2-6-46 0,2 0 37 0,0-2-64 0,0-1 22 16,1-2-50-16,-5-1 37 0,3-3-45 0,-2 0 43 15,-3-2-34-15,-1-1 48 0,0-2-38 0,-2-2 30 16,0-2-40-16,-3-2 36 0,-2-1-30 0,-1-3 34 15,-2-2-33-15,-2-1 38 0,-1-2-30 0,-1-1 43 16,-1 0-31-16,-1-3 38 0,-1 3-32 0,1 1 45 16,-1 1-38-16,0 0 44 0,1 3-17 0,-2 0 50 15,1 2-38-15,2 2 37 0,2 10-46 0,-5-18 27 16,5 18-46-16,-3-11 39 0,3 11-35 0,0 0 42 16,0 0-35-16,0 0 45 0,0 0-40 0,0 0 37 15,6 11-40-15,-6-11 33 0,11 17-7 0,-5-6-5 16,2 0-4-16,2 0-4 0,1 1-4 0,1 1-43 15,1 1 14-15,2-3-86 0,-1 2-4 0,2-2-47 16,-2-2-11-16,0-1-5 0,0-1-29 0,0 0 4 0,-1-2 10 16,-1-2 17-16,-1 1 26 0,-11-4 22 15,21 1 24-15,-21-1 19 0,16-6 7 0,-8 2 19 0,-1-2 12 16,-2-4 11-16,0-1 12 0,-2-2 9 0,-1-3 36 16,0 1 34-16,-1-3 7 0,0 2 29 0,-1 1 24 15,0 0 1-15,0 0 6 0,-1 2 21 0,0 0-2 16,1 13 2-16,0-20-4 0,0 20-32 15,-2-17-25-15,2 17-17 0,0-14-20 0,0 14-4 0,0 0 8 16,0 0 40-16,0 0-33 0,0 0 40 0,12 8-36 16,-5 2 30-16,-1 1-34 0,2 2 28 0,3 1-45 15,-1 3 31-15,0 0-49 0,2-1 35 0,0 3-47 16,-1-2 33-16,3 1-48 0,-1-3 38 0,1 2-42 16,-2-1 35-16,0 0-45 0,1-1 32 0,-3-4-52 15,1 1 11-15,-2-2-46 0,0-1 27 0,-1-1-37 0,0-1 38 16,-1-1-31-16,-7-6 40 0,13 9-43 15,-13-9 33-15,12 3-41 0,-12-3 43 0,10-3-30 16,-10 3 41-16,8-10-29 0,-8 10 41 0,7-13-37 0,-7 13 52 16,7-16-36-16,-7 16 40 0,7-17-29 15,-7 17 35-15,7-17-23 0,-7 17 48 0,5-14-33 0,-5 14 38 16,7-13-38-16,-7 13 40 0,5-10-46 16,-5 10 39-16,6-7-42 0,-6 7 52 0,9-4-40 0,-9 4 42 15,0 0-35-15,19 2 33 0,-19-2 2 0,18 5-6 16,-9 0-9-16,0 0-6 0,0 0-4 0,1 2-5 15,1 0-18-15,0 0 20 0,0 2-7 0,0-2-2 16,0 1-22-16,1-1-16 0,-3-2-49 0,0 2 49 16,1-2-59-16,-2 0 47 0,1 1-39 0,-9-6 46 15,15 4-26-15,-15-4 39 0,16 0-44 0,-16 0 35 16,14-7-31-16,-8 0 30 0,1-1-24 0,-2-4 34 16,1 0-17-16,-1-2 37 0,0-1-31 0,-1 0 33 15,-1 1-23-15,0-2 35 0,0 5-3 0,-1-1 52 16,0 1-17-16,-2 11 37 0,4-18-55 0,-4 18 31 15,4-14-53-15,-4 14 36 0,6-10-22 0,-6 10 48 16,0 0-41-16,0 0 36 0,14 6-46 0,-14-6 33 16,15 11-36-16,-6-3 40 0,0 1-39 0,3 0 32 15,0 1-41-15,3 2 34 0,0-2-44 0,1 2 38 0,-1-1-35 16,3-1 31-16,0-1-42 0,1-1 40 16,3 0-42-16,-2-1 25 0,2-1-55 0,1-2 18 0,1 0-45 15,-4-2 27-15,1-1-45 0,-2 0 28 0,1-3-34 16,-1 1 37-16,-1-4-27 0,0 1 27 0,-2-3-12 15,2-2 7-15,-3-2-4 0,-1-2 7 0,-2-1 2 16,-1-4 6-16,-2-1 5 0,-3-2 10 0,-2-2 6 16,-1-1 1-16,-1-1 12 0,-2 5 4 0,-2-4 1 15,0 5 10-15,-2-2 13 0,-1 4 3 0,0 2 5 16,-1 1 0-16,-4 3 3 0,1 2-7 0,1 3 14 16,-4 3 9-16,12 3 7 0,-19 3 15 0,9 2 3 15,1 3 17-15,1 4 31 0,1 1-47 0,1 2 45 16,2 1-48-16,4 2 35 0,0 0-47 0,1 2 26 15,6 1-44-15,1 1 29 0,6 1-43 0,4 1 15 16,4 2-101-16,3-4-62 0,4 1-92 0,3-4-89 16,4 0-96-16,-3-1-103 0,2-2-102 0,2-2-795 15,-3 0-1014-15</inkml:trace>
  <inkml:trace contextRef="#ctx0" brushRef="#br0" timeOffset="67444.4157">12873 13409 668 0,'0'0'910'0,"10"-9"-141"0,-10 9-139 0,8-7-63 0,-8 7-3 16,0 0-69-16,0 0 3 0,0 0-71 0,0 0 29 15,0 0-84-15,0 0 5 0,-3 9-120 0,-2 0-27 16,1 1-34-16,0 3-35 0,-1 2-26 0,-1 1-29 16,-2 3-19-16,2 0-10 0,-1 2-40 0,-1 1 31 15,1-2-57-15,-3 3-32 0,2-4-38 0,1 1-80 16,-3 0-98-16,2 0-101 0,1-2-43 0,1-2-130 15,-4 1-148-15,3-3-147 0,1-3-761 0,-1 0-1212 16</inkml:trace>
  <inkml:trace contextRef="#ctx0" brushRef="#br0" timeOffset="69310.1309">13825 13091 399 0,'-9'-7'778'0,"-2"1"-161"0,0 0-125 0,2 2-74 16,-1 0-61-16,10 4-7 0,-19-4-44 0,19 4 8 16,-16-2-28-16,16 2-28 0,-14 1-44 15,14-1-22-15,-14 3-18 0,14-3-16 0,-10 6-19 16,10-6-20-16,-9 9 9 0,9-9-51 0,-2 9 19 0,2-9-53 16,0 0 23-16,2 16-43 0,-2-16 29 0,11 12-42 15,-3-8 26-15,4 0-57 0,-1 1-18 0,0-2-36 16,5 1-20-16,0-2-15 0,-1-1-19 0,-1 1 16 15,2-4-12-15,-3-1 28 0,1-2-23 0,-1-1 28 16,-1-2-12-16,-3-4 39 0,-3 0-7 0,0-2 33 16,-3-3-9-16,-1-2 24 0,-4 2-11 0,2-1 30 15,-4-1-11-15,-1-2 38 0,-2 4-5 0,-1 0 26 16,-2 3-19-16,1 1 17 0,-2 2-14 0,-2 3 24 16,-1 1 3-16,-2 3 15 0,-1 3-1 0,-2 3 21 15,-3 3 2-15,0 3 18 0,-3 5 8 0,-6 6-5 16,4 3 11-16,0 4-10 0,0 2 30 0,4 3-32 15,3 3 25-15,4 1-48 0,1 2 43 0,5 0-52 16,4-5 25-16,3 1-55 0,3 0 28 0,5 0-45 0,4-2 32 16,5 2-42-16,4-2-6 0,4-4 3 0,7-4-5 15,2-1 31-15,3-6-60 0,5-3 3 16,1-3-65-16,-2-4 5 0,0-4-71 0,3-3 34 0,-1-2-35 16,4-4 6-16,-2-1 0 0,-2-6-3 0,-3 0 17 15,-3-5-2-15,-2-3 15 0,-3-3-21 0,-2-1 30 16,-4-5-3-16,0-1 35 0,-6-2-6 0,-3 0 37 15,-5-2-12-15,0 4 26 0,-5 1 31 0,-1 4-3 16,-1 0 44-16,-2 2-3 0,0 2 24 0,-2 3 3 16,2 1 21-16,-3 2 25 0,2 3-4 0,0 3-11 15,0-1-31-15,1 12 27 0,-2-16-22 0,2 16 24 16,0 0 16-16,0 0-8 0,0 0-5 0,0 0-1 16,-4 11-12-16,6 0-6 0,2 2-9 0,-1 2-6 15,4 2 22-15,0 2-46 0,3 0 24 0,0 4-47 16,4-1 34-16,-2 1-50 0,2 1 36 0,-1-3-45 15,-1-3 23-15,-1 1-72 0,2-2 16 0,-1-3-60 16,-1 0 14-16,-1-3-49 0,-1 0 30 0,-1-1-21 0,-1-3 45 16,0-2-25-16,-7-5 10 0,15 7-14 0,-15-7 16 15,13-3-3-15,-13 3 14 0,12-12 10 16,-8 4 13-16,-1-6 5 0,1 0-2 0,-2-3 18 16,1-1 0-16,-1 0 19 0,1-1 1 0,1-1 9 0,-4 3 38 15,3 0 18-15,0 3 11 0,-2 1-6 0,1 1-8 16,-2 12-9-16,2-18-3 0,-2 18 7 15,8-12 7-15,-8 12 34 0,11-2 17 0,-11 2-3 0,13 5 22 16,-7 1-41-16,4 2 35 0,-1 2-40 0,-1 2 49 16,2 1-56-16,1 2 22 0,0 1-41 0,0 0 35 15,-2 1-50-15,2-1 27 0,0 1-42 0,-1-2 28 16,-2-1-43-16,1 0 36 0,1-3-45 0,-2 1 39 16,0-2-52-16,1 1 23 0,-3-3-48 0,1-2 40 15,-3 0-41-15,-4-6 14 0,14 9-34 0,-14-9 16 16,13 2-57-16,-13-2 34 0,15-6-49 0,-5 0 35 15,-3-1-36-15,1-5 31 0,0 1-22 0,-2-2 40 16,1-1 4-16,-3 1 25 0,3-1-6 0,-2 0 26 16,-1 2-7-16,0 1 25 0,0 1-5 0,-3 1 42 15,-1 9-11-15,6-15 34 0,-6 15-31 0,4-13 27 16,-4 13-40-16,3-10 28 0,-3 10-41 0,0 0 43 16,0 0-29-16,8-4 50 0,-8 4-36 0,6 5 33 0,-6-5-35 15,9 11 40-15,-3-2-39 0,3-1 33 0,0 4-40 16,0-1 34-16,5-1-43 0,1 3 31 0,2-2-39 15,2 0 39-15,2 1-50 0,0-3 28 16,4 2-49-16,-2-3 7 0,2 1-67 0,0-4 19 0,-1 0-24 16,-1-1 22-16,1 1-20 0,-4-3 31 0,0-1-10 15,-1-1 28-15,-1 0-4 0,-1-3 12 0,0-2 6 16,-4-2 12-16,1 0-1 0,-1-5 9 0,-2-1 1 16,-1-1 8-16,-3 0 8 0,-1-2 29 0,-2 0-7 15,-2 1 23-15,-1-2-3 0,-2 4 10 0,-1-2 15 16,-2 0 1-16,-1 2 1 0,-2 0-9 0,-2 3-3 15,-1 0-11-15,-1 2 1 0,-2 2 5 0,3 2 6 16,-2 3 1-16,-1 1 0 0,0 0-3 0,-1 4 6 16,1 2 3-16,-1 3 28 0,2 1-43 0,0 3 35 15,0 2-55-15,3 0 33 0,1 0-48 0,0 0 34 16,4 2-45-16,1 0 36 0,2-1-44 0,2 1 42 16,1-3-48-16,1 3 42 0,2-4-46 0,2 0 40 15,1 0-49-15,1-2 30 0,4-2-54 0,-1 1 21 0,2-3-53 16,1-1 36-16,1-2-38 0,0-2 45 0,0 1-33 15,-2-3 43-15,1-1-37 0,0-1 32 16,-1-3-37-16,0-2 43 0,-2 0-37 0,1-4 33 0,-3 1-45 16,1-5 37-16,1-1-32 0,-4-1 40 0,-1-2-28 15,1 1 36-15,-4 0-24 0,0 0 3 0,-1 3 12 16,-1-1 13-16,0 2 0 0,-2 1 6 16,1 2 21-16,-1 11 10 0,0-20 8 0,0 20-1 0,1-16-13 15,-1 16-1-15,0 0 16 0,-2-12 14 0,2 12 6 16,0 0 6-16,0 0 1 0,-3 13 29 0,3-13-46 15,4 16 30-15,-1-7-45 0,2 2 39 0,2 1-55 16,0 0 35-16,2 2-45 0,1 0 37 0,5 0-46 16,-1-1 22-16,2-1-64 0,1-1 11 0,1 0-72 15,2-2 3-15,0-1-52 0,1 0 35 0,0-3-24 16,-3 1 36-16,1-3 4 0,-3 0 33 0,0-3 3 16,-2 0 29-16,0-1-7 0,-1-2 26 0,-1-1-9 15,-1-2 23-15,-1-3-13 0,-1-2 22 0,-2 0-10 0,-2-3 23 16,-1-1-12-16,-2 0 8 0,-1 1 25 15,-1 0 28-15,-1 0 14 0,1 0 20 0,-2 3 11 16,2 11-6-16,-2-21-2 0,2 21-17 0,-2-17-11 16,2 17-16-16,0 0 15 0,-3-12 15 0,3 12 7 0,0 0-10 15,0 0-12-15,0 0-10 0,0 17 26 16,0-17-49-16,4 20 37 0,-1-8-59 0,2 1 34 16,2 2-56-16,1 2-5 0,1 0-104 0,0 0-22 0,2-1-100 15,-1 0-29-15,1-2-47 0,2 1-88 0,-4-4-85 16,2 0-53-16,-1-3-110 0,-2-1-685 0,-1-1-938 15</inkml:trace>
  <inkml:trace contextRef="#ctx0" brushRef="#br0" timeOffset="69509.7459">15712 12822 432 0,'-22'-39'773'0,"3"2"-119"16,-1 2-71-16,4 5-23 0,2 7-38 0,4 4-46 15,0 0-79-15,1 5-59 0,2 2-91 0,1 1-26 16,1 0-74-16,5 11 0 0,-4-11-64 0,4 11 14 16,0 0-53-16,13 1-54 0,-3 3-69 0,4 3-77 15,4 3-69-15,2 3-55 0,2 3-65 0,0 3-46 0,0 0-112 16,0 1-150-16,0 0-310 0,-3 0-552 16</inkml:trace>
  <inkml:trace contextRef="#ctx0" brushRef="#br0" timeOffset="69776.8013">16049 12657 542 0,'4'-24'811'0,"-1"0"-50"0,0 1-63 0,0 3-58 0,-2 1-25 15,0 1-16-15,-1 3-41 0,0 1-43 0,0 1-72 16,1 1-86-16,-1 12-85 0,1-17-52 0,-1 17-18 16,0 0 5-16,0 0 14 0,0 0 1 0,8 10 4 15,-4 5-144-15,4 6-82 0,0 8 0 0,3 6 0 16,0 5 0-16,2 2 0 0,0 1 0 0,3 1 0 15,0 10 0-15,2 0 0 0,0-1 0 0,1 1 0 16,-3-10 0-16,1 0 0 0,0-1 0 0,-2-4 0 16,2 1 0-16,-2-4 0 0,2-1 0 0,-2-3 0 15,0-6-12-15,-2-1-342 0,3-2-73 0,-3-7-37 0,1 0-8 16,0-2-71-16,-1-2-37 0,-1-3-51 16,0-1-194-16,-3-6-400 0,-9-2-832 0</inkml:trace>
  <inkml:trace contextRef="#ctx0" brushRef="#br0" timeOffset="70765.4524">18121 12358 42 0,'0'0'411'0,"0"0"-110"15,6-9-30-15,-6 9 1 0,0 0-3 0,0 0-31 16,8-8 15-16,-8 8-13 0,0 0-40 0,0 0-37 16,0 0 18-16,0 0 38 0,0 0 22 0,14 6 39 0,-14-6 11 15,8 18 6-15,-5-6-13 0,0 2-36 16,1 4-6-16,-2 1-33 0,1 3 11 0,-2-2-55 15,-1 1 11-15,-2 4-59 0,-1 0 26 0,-3 4-49 0,-3-2 25 16,-2 3-57-16,-4 1 30 0,-4-3-56 0,-2 0-8 16,-1-1 1-16,-5-3-2 0,-2-2-9 0,-3-1-2 15,-2-2 3-15,-5-2-6 0,-2-2-4 0,-3-2 2 16,-3-1-5-16,-2-3-1 0,0-1-2 0,-2-3 3 16,1-1-1-16,1-2 0 0,6-2-1 0,1-3-5 15,4-1 8-15,4-3-1 0,3-1-3 0,4-2 35 16,6-1-46-16,5-1 30 0,3-4-43 0,6 0 34 15,5-1-39-15,5-5 35 0,9-3-32 0,7-6 36 16,10-1-38-16,15-4 35 0,8 2-30 0,11 0 50 16,10 2-16-16,26-2 61 0,9 4-41 0,11 4 40 15,6 5-43-15,7 3 39 0,3 3-37 0,4 5 32 16,1 4-27-16,0 1 43 0,-5 5-29 0,-24 2 17 16,-4 2 17-16,-3 2 52 0,-3 0-71 0,-6 3 67 0,-6 0-78 15,-8-1 79-15,-3 3-99 0,-9-3 77 0,-14-2-99 16,-7 1 83-16,-4 1-89 0,-9-4-1 15,-8 0 50-15,-2-2-57 0,-5 3 0 0,-1-4 0 16,-2 2 0-16,-4 0 0 0,-1-2 0 0,-12-1 0 0,22 3 0 16,-22-3-60-16,19 2-11 0,-19-2-68 0,13 2 1 15,-13-2-71-15,12 1 3 0,-12-1-72 0,0 0-21 16,16 3-33-16,-16-3-68 0,0 0-79 0,0 0-64 16,12 0-107-16,-12 0-744 0,0 0-998 0</inkml:trace>
  <inkml:trace contextRef="#ctx0" brushRef="#br0" timeOffset="72445.2567">20440 12814 100 0,'5'-8'583'0,"-5"8"-121"0,7-15-59 0,-7 15-23 16,6-15-20-16,-6 15-40 0,2-18-21 16,-2 18-27-16,0-22-17 0,-2 12-22 0,0-1-25 0,-1 0-30 15,-1 0-19-15,-1 2-23 0,-1-1-25 0,-2 2-19 16,-1 0-14-16,1 2-12 0,-4 2-10 0,1 3 2 16,-1 1 4-16,-4 6 6 0,-3 2 15 0,-4 7 4 15,-5 6 10-15,-1 5-6 0,0 2 2 0,0 4 0 16,-3 7 9-16,0 4-9 0,2 1 28 0,1 1-51 15,2 2 18-15,3-1-42 0,5-4 29 0,1-3-47 16,3 1 28-16,2 0-40 0,3-2 31 0,3-6-43 16,2-1 36-16,3-3-40 0,2-1 40 0,1-1-46 15,2-2 32-15,1-1-38 0,2-2 25 0,2-2-50 16,2-2 2-16,0-2-43 0,0-3 0 0,2-1 0 0,1-4-5 16,1-2-3-16,-1-2 10 0,-1-3 6 15,2-1 14-15,0-4-7 0,0 0 11 0,-3-3 6 16,1-2 12-16,-1-3 1 0,-1-2 1 0,-1-2 6 0,0-1-2 15,-2-1 14-15,-1 1 2 0,-1 1 7 0,0 2 28 16,0 0 10-16,-1 2 27 0,-2 1 13 16,1 2-11-16,0 1-4 0,-3 9-29 0,4-15 0 0,-4 15-23 15,0 0 16-15,5-9-4 0,-5 9 22 0,0 0-24 16,5 9 22-16,-5-9-34 0,5 16 23 16,-3-5-26-16,0-2 20 0,2 3-21 0,0 0 11 0,-1 2-42 15,3 0-30-15,-1 0-52 0,3-2-94 0,1 1-84 16,1-2-66-16,4 1-46 0,2-1-120 0,1 0-168 15,1-1-309-15,1-2-601 0</inkml:trace>
  <inkml:trace contextRef="#ctx0" brushRef="#br0" timeOffset="73167.1828">20544 13391 645 0,'-3'-14'773'16,"0"2"-91"-16,0 0-49 0,1 2-48 0,0 0-34 15,2 10-59-15,-4-19-61 0,4 19-116 0,-4-12-30 16,4 12-98-16,-2-11-6 0,2 11-69 0,0 0 13 16,0 0-60-16,0 0 23 0,14 6-56 0,-5 3 34 15,1 1-13-15,3 4-47 0,1 0 23 0,1 2-74 16,0 1 2-16,2 1-42 0,-1 1 9 0,-1-4-38 0,-2 2-9 16,1-2 14-16,-2 0-8 0,-3-2 30 0,2-3-11 15,-3 0 32-15,-1-1-1 0,-1-2 33 0,1 1-4 16,-7-8 29-16,7 8-8 0,-7-8 18 0,0 0-8 15,0 0 16-15,0 0 21 0,0 0 12 0,0 0-6 16,0 0 5-16,-5-13-10 0,1 4-3 0,0-1-8 16,2-2-2-16,0-2-8 0,0-3 2 0,0 2-1 15,3-2-7-15,1 1-3 0,2 0-6 0,1 1-24 16,4-1-21-16,0-1-29 0,5 3-37 0,0 1-32 16,3 0-42-16,0 2-23 0,2 2-25 0,1 1-27 15,1 1-9-15,1 1-11 0,0 2-13 0,-3 1-35 16,1 1 17-16,0 0 14 0,1 2 14 0,0 0 55 15,-2 0 32-15,1 2 55 0,-1-2 49 0,-1 1 74 16,-2-1 57-16,-2 0 46 0,0 1 67 0,-14-1 9 16,23 0 79-16,-23 0 26 0,20-2-1 0,-20 2 10 15,16-5 16-15,-16 5 6 0,11-6 5 0,-11 6 1 16,7-9-6-16,-7 9-37 0,4-10-21 0,-4 10-18 16,0 0-25-16,-3-13 22 0,3 13-41 0,-7-7 19 0,7 7-51 15,-10-5 19-15,10 5-58 0,-14 0 25 0,14 0-58 16,-17 6 37-16,8-2-53 0,1 3 32 0,0 0-52 15,0 1 30-15,-1 4-45 0,3-1 32 0,1 0-10 16,1 0-43-16,1 0 37 0,1 1-40 0,1 1 33 16,2-2-41-16,1 0 24 0,1 0-61 0,1-1 24 15,1 0-51-15,1-2 24 0,3-1-48 16,-1 0 22-16,1-2-18 0,0 1 24 0,-9-6-5 0,19 6 28 16,-19-6-6-16,18 0 31 0,-18 0-25 0,17-6 16 15,-9 0-5-15,0-1 16 0,0-3-4 0,-2-2 14 16,1 0-12-16,-1-3 23 0,0-1-10 0,-2 1 17 15,0 2 1-15,0-2 56 0,-1 3-9 0,-1 2 35 16,1-1-37-16,-3 11 26 0,5-15-53 0,-5 15 25 16,3-13-42-16,-3 13 28 0,0 0-41 0,5-10 33 15,-5 10-38-15,0 0 40 0,7 6-42 0,-7-6 34 16,8 12-47-16,0-3 7 0,0 1-82 0,3 1-31 16,4 2-62-16,1-1-67 0,5 2-64 0,3-1-73 0,2 1-11 15,-1-3-77-15,4 0-107 0,-1-1-433 0,-2-3-637 16</inkml:trace>
  <inkml:trace contextRef="#ctx0" brushRef="#br0" timeOffset="73628.0658">21861 12896 298 0,'-1'-38'742'0,"-1"1"-83"0,0 3-28 15,-1 2-62-15,-1 7-23 0,2 3-45 0,1 3-39 16,-1 2-130-16,0 3-39 0,1 3-94 0,1 11-1 15,0-13-28-15,0 13 64 0,0 0-8 0,5 7-54 16,1 5 35-16,0 4-55 0,3 5 26 0,2 7-49 16,4 7-17-16,-1 3-9 0,2 5-11 0,0 1 35 15,0 0-71-15,2 10 36 0,-2-10-63 0,1 0 42 16,-2-4-59-16,0 0 42 0,-2-2-58 0,0-4 38 16,-1-4-72-16,-2-3 41 0,0-1-47 0,-1-4 46 15,-1-3-49-15,-2-2 43 0,0-3-47 0,0-1 43 0,-2-1-17 16,0-4 24-16,2 3-34 0,-6-11 46 15,5 15-39-15,-5-15 40 0,0 0-45 0,0 0 35 16,0 0-46-16,0 0 19 0,0 0-44 0,-5-10 14 16,-1-1-40-16,-1-1 44 0,-3-5-54 0,-1 1 44 0,0-3-22 15,-3 1 50-15,2 1-28 0,-4 1 45 16,0 1-35-16,-1 2 42 0,0 2-40 0,-4 3 51 0,0 1-34 16,-2 3 36-16,2 3-35 0,-1 3 43 0,-3 2-1 15,0 4 1-15,0 3-1 0,-1 2 9 0,4 3-3 16,1 0 5-16,6 0 6 0,1 0-1 0,3 1-2 15,4 1-4-15,2-1 1 0,5-1-38 16,1 0 38-16,5-1-33 0,3 1 31 0,6-2-63 0,2-1-23 16,6 1-98-16,4-4-17 0,2-1-60 0,5-1-104 15,0-1-121-15,2-1-70 0,1 0-188 0,1-4-541 16,-1 1-874-16</inkml:trace>
  <inkml:trace contextRef="#ctx0" brushRef="#br0" timeOffset="73862.2018">22543 13452 733 0,'-5'7'837'0,"5"-7"-181"0,0 0-140 0,0 0-45 16,-12 3-5-16,12-3 17 0,0 0-60 15,0 0 6-15,-10 4-37 0,10-4-48 0,0 0-54 0,0 0-61 16,0 0-39-16,0 0-42 0,0 0-28 15,16 5-59-15,-2-5 24 0,6 0-94 0,1-1-32 16,2 0-96-16,3-2-57 0,1 2-46 0,-1 0-66 16,0-2-70-16,-5 1-95 0,0 1-54 0,-1-2-236 0,-3 0-440 15,0 0-810-15</inkml:trace>
  <inkml:trace contextRef="#ctx0" brushRef="#br0" timeOffset="74846.4191">22984 13052 1161 0,'-15'-22'715'0,"0"1"-83"16,4 3-66-16,0 3-63 0,1 3-60 15,1 0-57-15,2 0-94 0,1 5-35 0,6 7-62 0,-11-12 49 16,11 12-22-16,0 0-2 0,-7 7 9 0,9 4-7 15,0 3-22-15,4 8-25 0,3 8 21 0,2 8-64 16,1 4 17-16,2 2-68 0,0 3 30 0,-1-1-61 16,0 1 40-16,1-1-64 0,-1 0-3 0,-2 0 0 15,2-1-6-15,-2-3-2 0,-2-2-8 16,1-2-4-16,-2-4 44 0,-2-1-61 0,0-4 38 0,0-6-56 16,-1 0 21-16,-1-3-55 0,-1-3 37 0,1-3-46 15,-1-2 51-15,-1 1-31 0,-2-13 50 0,4 17-40 16,-4-17 30-16,5 8-41 0,-5-8 38 0,0 0-40 15,0 0 27-15,3-11-43 0,-3 11-17 0,-4-23-19 16,1 6-16-16,-2-6 33 0,-3-7-42 0,0-2 30 0,-2-7-14 16,-1-5 24-16,0-1-2 0,-2-3 20 15,-1-8 11-15,-1 0 17 0,-2 1 8 0,0 2 4 0,3 9 10 16,-1 1 0-16,1 2 9 0,-1 1 2 0,2 3 4 16,-1 3 0-16,3 6 4 0,2 3 3 0,2 6 25 15,-1 0-25-15,2 5-15 0,2 3-11 0,4 11 1 16,-1-17 5-16,1 17 4 0,8-6 6 0,-8 6 0 15,24 5 11-15,-3 1 0 0,5 6-1 0,1 1-3 16,8 6 1-16,-1 1 0 0,-1 2 7 0,-1-2-3 16,0 4 1-16,-1-1-1 0,-4-1 1 0,0 1 1 15,-7-4-2-15,-3-6 0 0,-4 2 4 0,1 0 0 16,-6-2 4-16,-2-1-1 0,-2-1 11 0,-4-11-3 16,0 20 3-16,-3-12-3 0,-3 1-1 0,-2-2 2 15,-3 1-6-15,-2-3 4 0,-3 1-7 0,-1-3-1 16,-2 2-3-16,0-4-8 0,0 1-7 0,-1-1-3 15,2-1 0-15,0 2-5 0,3-2-12 0,1 0-12 16,14 0-22-16,-25 0-30 0,25 0-12 0,-16 0-10 16,16 0 10-16,0 0 20 0,0 0 17 0,0 0 11 15,0 0 16-15,9-3 8 0,-9 3 6 0,26 0-2 16,-8-2 0-16,1 2-5 0,3-1 0 0,3-2 7 0,2 0 3 16,-1 0 3-16,2-1 6 0,4-1 3 0,0-1 0 15,-1-1-1-15,0-1 6 0,0-2-3 0,-2 0 4 16,-1 0 6-16,-1-4-3 0,-2-1 5 15,-1 0 7-15,-4-2-3 0,-1 0 18 0,-3 1-13 0,-3-1 43 16,-2 1-15-16,-1-1 29 0,-3 2-19 0,-2 1 32 16,-1-1-29-16,-2 3 17 0,-3-1-29 0,-1 1 22 15,-1 1-24-15,-2 2 12 0,-2 1-30 0,-3 2 4 16,-1 2 25-16,0 2-10 0,11 2 19 0,-27 4-14 16,13 1 27-16,1 3 6 0,0 2 5 0,2 4 4 15,1 2-1-15,3 1 15 0,1 0-25 0,3 1 25 16,3 1-31-16,2 0 17 0,2 3-12 0,4-1-14 15,1 0-6-15,5 2-9 0,2-3-39 0,3 0-96 16,2-2-110-16,1-1-101 0,2 0-121 0,0-3-89 16,0-1-248-16,-1-4-372 0,-2-1-750 0</inkml:trace>
  <inkml:trace contextRef="#ctx0" brushRef="#br0" timeOffset="75195.9051">23894 13111 271 0,'-6'-17'757'16,"-1"3"-114"-16,2 0-19 0,0 1-33 0,1 1-56 0,0 4-70 16,1-1-82-16,3 9-86 0,-5-15-69 15,5 15-47-15,0 0-14 0,0 0-10 0,0 0-8 16,13 0-21-16,-2 9 12 0,6 3-59 0,3 5 23 0,1 1-55 16,1 1 23-16,3 5-16 0,-1 0-12 0,-2 0-12 15,-3-3-22-15,-1 0-17 0,-1 0-19 16,-1-1-9-16,-5-2-15 0,0-3-13 0,-2-1 1 0,-2-2 11 15,-1 0 12-15,-2-2 15 0,-4-10-1 0,2 16 7 16,-2-16 4-16,-4 9 4 0,4-9 9 0,-10 2-4 16,10-2 10-16,-16-3-9 0,7-2-3 0,-2-2 11 15,0-3-14-15,1-1 23 0,1-2-13 0,-3-2 14 16,4-2-18-16,0 0 12 0,0-2-10 0,4 3 1 16,0-1-12-16,1 2-17 0,2-1-26 0,1 3-36 15,1 1-26-15,2-1-70 0,1 1-28 0,4 1-57 0,0 2-20 16,2 0-42-16,3 2-28 0,1-1-52 15,1 4-58-15,3 0-433 0,0-1-472 0</inkml:trace>
  <inkml:trace contextRef="#ctx0" brushRef="#br0" timeOffset="76346.0817">24462 13016 379 0,'10'-6'629'0,"-2"0"-79"16,-8 6-51-16,11-13-3 0,-11 13-47 0,6-14-18 0,-6 14-44 15,8-13-31-15,-8 13-60 0,0-14-60 0,0 14-41 16,-5-11-38-16,5 11-17 0,-9-8-29 0,9 8-3 15,-14-3-32-15,14 3 2 0,-19 5-14 16,9 1-4-16,-1 2 0 0,2 1 19 0,-1 3-31 0,2 2 29 16,0 0-38-16,2 1 30 0,2 2-43 0,1-1 30 15,2 1-3-15,1 0-14 0,3 1-1 0,0 0-11 16,5 1 13-16,1-2-21 0,2-1-7 0,2 1-1 16,3-1-17-16,0-1-32 0,3-3-47 0,0-1 16 15,1-1-32-15,0 0 11 0,1-3-14 0,-1 0 2 16,-1-3 11-16,-1-1 14 0,-1-1 9 0,-1-2 12 15,-2 0 4-15,3-3 8 0,-4-2 12 0,0 1 5 16,1-5 5-16,-5 2 2 0,0-5-3 0,0 0 14 16,-3-2 2-16,-1-1 10 0,-2 0-8 0,-1 0 16 15,0 0 5-15,-2 1 15 0,0 1 5 0,-1 1 16 0,0-1-6 16,-1 1-8-16,0 2 4 0,2 10-9 16,-3-19-5-16,3 19-7 0,-4-14-1 0,4 14-1 15,-4-7 3-15,4 7 15 0,0 0 8 0,-12 3 24 0,12-3-38 16,-7 9 26-16,7-9-35 0,-7 14 28 15,5-2-36-15,0-3 33 0,0 3-35 0,2 0 24 0,0 0-35 16,2 1 32-16,0-1-36 0,2 2 28 0,0 1-48 16,2-3 6-16,1 0-43 0,1 1-7 0,1-5-14 15,-1 3-8-15,2-4-6 0,-1 0-9 0,0-1 21 16,-1-1 15-16,-8-5 15 0,16 3 12 0,-16-3 7 16,15-2 11-16,-15 2 7 0,13-7 10 0,-7 1 0 15,1-3 6-15,-2 0 7 0,0-3-1 0,1-1-1 16,-2 1 10-16,0-1 1 0,1 0 20 0,-1 3-11 15,0-1 17-15,0 2-4 0,-1 0-4 0,1 1 2 16,-4 8-19-16,4-13-3 0,-4 13-4 0,6-9 4 16,-6 9-6-16,8-7-1 0,-8 7-3 0,0 0 5 15,16-2-10-15,-16 2 9 0,14 4-11 0,-14-4 4 16,15 7-5-16,-7-2 4 0,1 0-6 0,0 1 11 16,0 0-8-16,0 0 6 0,1 0-1 0,-1-1 1 15,-1 1 0-15,2-1 2 0,-2 0-5 0,1 0-5 16,-9-5-14-16,16 8 1 0,-16-8-1 0,11 7 6 0,-11-7 5 15,11 5-17-15,-11-5-14 0,0 0 2 0,16-1 10 16,-16 1-2-16,11-5 5 0,-11 5 0 16,14-6 3-16,-14 6 2 0,13-10 9 0,-8 4-3 15,-5 6 8-15,13-11-6 0,-13 11 17 0,10-11 11 0,-10 11 15 16,8-8-6-16,-8 8-2 0,8-6-9 0,-8 6-3 16,0 0-5-16,10-6 2 0,-10 6-2 0,0 0 5 15,0 0-2-15,11 6 5 0,-11-6-8 0,8 6 8 16,-8-6 1-16,9 8 0 0,-3-1 1 0,2-1 0 15,4 0-4-15,0 2 0 0,3-2-7 0,0-1 10 16,2 1-8-16,0-1-1 0,-1-2-3 0,-3 0 12 16,2-1-13-16,-2-1 7 0,0-1-2 0,-1-1 40 15,-1-1-18-15,0-3 39 0,-2-1-41 0,-3-1 27 16,1-1-8-16,-3-5 43 0,-2-2-28 0,1 0 14 16,-3-4 0-16,-2-2 10 0,-1-3-5 0,1-3 37 15,-2-5-50-15,-1 0 36 0,1-1-50 0,0-2 32 16,0-1-41-16,-2-5 39 0,4 5-41 0,-2 1 48 15,1 3-30-15,1 6 49 0,0 2-60 0,0 4 46 16,0 3-75-16,1 1 33 0,0 4-66 0,1 12 46 16,-3-16-53-16,3 16 44 0,0 0-43 0,0 0 43 15,-4 14-47-15,4 0 47 0,0 5-44 0,0 5 44 16,2 3-38-16,0 7 11 0,5 7 10 0,-1 3 8 0,6 0-3 16,-1-1 51-16,0 1-64 0,1-1 49 0,1-3-60 15,-2 1 34-15,3-3-63 0,-3-3 41 16,0-7-60-16,-2-2 39 0,-2-5-4 0,-1-2 4 15,-1-3 3-15,2-2 5 0,-3-2 10 0,-1-1 7 0,-3-11-6 16,4 14 5-16,-4-14-1 0,0 0-40 0,0 0 45 16,0 0-42-16,0 0 50 0,-11-7-44 15,2-1 45-15,2-4-47 0,-2-2 36 0,-4-3-47 0,4-2 27 16,0 1-54-16,0-1 5 0,1 0 14 0,4 3-1 16,0 1 6-16,-1 2 4 0,3 1-2 0,2 12 2 15,2-19 3-15,3 9 5 0,3 1 0 0,5 2 6 16,4 0-4-16,4 1-21 0,3 1-5 0,3 1-70 15,2 2-22-15,6-1-44 0,2 0-71 0,1 1-60 16,0 0-96-16,-1 0-52 0,-1 2-166 0,-1-2-672 16,-7 0-911-16</inkml:trace>
  <inkml:trace contextRef="#ctx0" brushRef="#br0" timeOffset="77248.5061">26760 12306 458 0,'-14'-6'408'0,"3"0"-30"0,2 1-47 16,-3-1-28-16,2 1-21 0,1-1 5 0,-1 0-16 16,1 2-5-16,1-2-19 0,-1 0 5 0,0 1-38 0,2 0-2 15,-2-1-41-15,3 0 6 0,6 6-27 16,-14-9-3-16,14 9-21 0,-11-7-1 0,11 7-17 15,-12-7-13-15,12 7-9 0,-7-5-11 0,7 5-14 16,0 0-13-16,-8-6-9 0,8 6 5 0,0 0 4 16,0 0-4-16,22 6 8 0,-4-1-15 0,11 2 15 0,14 2-26 15,6 1 8-15,3 0-14 0,13 5 5 16,2 0-12-16,1 1 8 0,2-1-19 0,-3 1 26 0,0 1-23 16,-4 0-1-16,-2-1 5 0,-11-3-9 0,-4 0-6 15,-5-1-3-15,-7-3-2 0,-3-1-1 0,-9 0-3 16,1-3 2-16,-5 0-3 0,-3 1 5 0,0-2 4 15,-5 1 7-15,-3 0 10 0,-7-5 5 0,8 10 7 16,-8-10 25-16,-10 13 24 0,-1-3 21 0,-7 2 3 16,-7 2 8-16,-9 3 3 0,-2 2-3 0,-4 1-1 15,-10 5 2-15,-4 2-5 0,-4 3-4 0,2 1-47 16,-5 2 33-16,-3 0-43 0,3 2 36 0,-2 2-47 16,2-2 31-16,-1 3-44 0,3-1 37 0,1 0-48 15,1 0 38-15,5-1-9 0,1-2-6 0,2-1-3 0,6-2-3 16,4-4-9-16,6-2 2 0,1-1-6 15,5-4 1-15,3-1-4 0,4-2-14 0,1-4-28 16,4-1-38-16,3-3-28 0,1 0-33 0,1-1-39 16,2-2-40-16,1 0-50 0,7-6-102 0,-10 5-96 0,10-5-94 15,0 0-55-15,0 0-184 0,0 0-297 16,4-14-712-16</inkml:trace>
  <inkml:trace contextRef="#ctx0" brushRef="#br0" timeOffset="77815.4901">27803 12323 132 0,'-11'-7'673'0,"1"0"-165"0,1 1-95 0,3 1 13 15,-4 1-22-15,3-1-14 0,7 5-17 16,-13-8-14-16,13 8-26 0,-10-6-44 0,10 6-50 16,-10-6-28-16,10 6-46 0,0 0-24 0,-7-7-32 15,7 7-14-15,0 0-21 0,0 0-6 0,0 0-23 0,18 3 3 16,-2-2-13-16,1 4-2 0,6-1-12 15,4-1 3-15,2 2-20 0,3 1-4 0,2-1-24 0,-1-1-11 16,2 1-11-16,-6-2 0 0,1-1 4 0,-5-1 11 16,2 0 11-16,-5-2 5 0,-3-2 5 0,-1 0 9 15,-4-1 7-15,0-1-2 0,-5 0 6 0,-2-1 9 16,-1-1 2-16,-6 7 3 0,6-12 4 16,-6 12 0-16,0-14-2 0,0 14 20 0,-6-10-8 0,6 10 13 15,-8-8-24-15,8 8 3 0,-9-4 6 0,9 4 50 16,-16 8-18-16,10-1 62 0,-3 4-32 0,-2 5 42 15,-1 3-25-15,1 6 40 0,-1 2-9 0,3 4 6 16,-1 0-18-16,0 7-14 0,2 2-8 0,1 0-52 16,0-1 31-16,1-4-59 0,1-1 44 0,2 1-60 15,-1-2 37-15,1 1-48 0,1 0 1 0,-1-2 45 16,2-5-55-16,-1 1 43 0,0-3-63 0,2-1 6 16,0-3-103-16,0-2-13 0,2 1-67 0,0-3-87 15,0-1-37-15,1 0-30 0,1-3-34 0,0 0-53 16,0-3-25-16,0-1-14 0,-4-9-118 0,7 11-588 0,-7-11-798 15</inkml:trace>
  <inkml:trace contextRef="#ctx0" brushRef="#br0" timeOffset="78013.9167">27880 12920 643 0,'-10'-6'572'0,"-1"0"-32"0,1 0 12 15,1 0-34-15,2 0-8 0,-2 1-26 0,9 5-46 16,-13-9-23-16,13 9-86 0,-8-7-18 0,8 7-90 15,-9-7-7-15,9 7-49 0,0 0-35 0,0 0-24 16,12-9-23-16,-12 9-64 0,26-1-8 0,-7 0-88 16,6 1-14-16,4 0-49 0,3 1-54 0,-1-1-46 15,7 0-58-15,3 0-77 0,-1 0-25 16,-1 0-67-16,2-1-96 0,0-3-503 0,-2 1-683 0</inkml:trace>
  <inkml:trace contextRef="#ctx0" brushRef="#br0" timeOffset="78564.4258">29027 12441 440 0,'15'-8'559'0,"-5"2"-90"16,2-2 34-16,-2 1-31 0,-1 1-33 0,1-1-13 0,-1-1-14 16,-2 3-22-16,0-3-43 0,2 2-36 0,-3 0-25 15,-6 6-30-15,11-12-36 0,-11 12-26 16,9-11-31-16,-9 11-42 0,6-9-26 0,-6 9-20 15,0 0-17-15,1-13-11 0,-1 13-12 0,-10-6-3 0,10 6-13 16,-19-5-42-16,5 4 19 0,0 0-47 0,-3 1 19 16,-1 1-32-16,-2 1 24 0,1-1-20 0,-1 2 25 15,0 0-13-15,-1 1 36 0,1 3-9 16,-1 0 1-16,3-2 1 0,-2 6 3 0,3-2 2 16,1 2 1-16,0 1 7 0,0 1 2 0,2 4-8 0,1-3 9 15,1 3-4-15,-1 0 1 0,2 1 2 0,0-1 3 16,2 2 0-16,0-1 0 0,1 0 4 0,0-1-1 15,3-2 1-15,0 1 0 0,-1-1 0 0,2 0 3 16,2-1 1-16,0-1-2 0,1-1 0 0,1 0 6 16,0-12-7-16,0 22-3 0,0-22 2 0,3 19 5 15,1-10 0-15,2-1-6 0,1 0 0 0,3 0 4 16,1-1-11-16,0 0-28 0,3-2 17 0,-1 0-13 16,2-1 14-16,-1 0-10 0,3-1 11 0,-2 0-18 15,1 1 26-15,-1-1-16 0,-1-1 20 0,-2-1-1 16,0 3-3-16,0-2 1 0,-2 3 1 0,0-3 2 15,1 3 8-15,-3-1-6 0,0 2 47 0,-1 2-18 16,1-1-12-16,-2 1 26 0,-1 0-13 0,-1 2 27 16,-1 1-39-16,-3-11 43 0,1 21-33 0,-1-9 22 15,-2 0-33-15,-3 0 33 0,-1 1-39 0,-2 0 33 16,-4 0-6-16,-2-1-6 0,-2 1-9 0,-2-2-3 16,-2-1-7-16,-2-1-9 0,-5 0-32 0,-1 0-65 15,-6-2-61-15,0-2-71 0,2-3-64 0,1 1-91 16,0-2-106-16,0-1-79 0,1-2-745 0,1 0-912 15</inkml:trace>
  <inkml:trace contextRef="#ctx0" brushRef="#br0" timeOffset="79446.961">29699 11278 443 0,'3'-13'405'0,"0"-1"-24"0,-1 4-96 0,-2 10 3 15,0-22-66-15,0 22 19 0,-2-19-85 0,2 19 11 16,-8-11-20-16,8 11 42 0,-17-4 16 0,2 6 24 15,-7 5 6-15,-8 6 12 0,-9 5 13 0,-10 8-5 16,-4 7-28-16,-3 5-11 0,-1 5 19 0,1 4-14 0,1 3-18 16,2 6-25-16,4 0-10 0,5 3-12 15,5 1-19-15,7 0-11 0,5 1-31 0,9-1 33 16,8 3-36-16,9-10 36 0,9 10-45 0,10 2 30 0,9-1-20 16,9-2-18-16,9 0-14 0,16 7-12 0,5-5-7 15,3-5-41-15,-12-13-68 0,2-3-79 16,0-3-85-16,-2-6-57 0,-2-2-121 0,-4-3-118 0,-11-7-70 15,-3-2-189-15,-5-3-523 0,-7-4-912 0</inkml:trace>
  <inkml:trace contextRef="#ctx0" brushRef="#br0" timeOffset="81581.1195">29638 11951 304 0,'-5'-11'615'15,"1"2"-129"-15,4 9 22 0,-7-16-33 0,7 16-57 16,-4-14-46-16,4 14-63 0,-5-10-57 0,5 10-48 16,0 0-16-16,0 0-6 0,0 0 10 0,0 0-16 15,0 0-14-15,0 12-8 0,3-1-7 0,1 3-11 16,0 1-17-16,1 3-35 0,-1 3 12 0,1 0-36 15,2 2 17-15,-3 1-36 0,-1-2 13 16,1 3-30-16,-1 0 17 0,-1-1-7 0,0 1 1 0,0-2-15 16,-1-3-5-16,0 0-4 0,-1-2 4 0,1-2-9 0,-1-1 5 15,1-2-10-15,-1-1 2 0,0-12 8 16,0 20 7-16,0-20-10 0,-1 15-3 0,1-15-4 16,0 0 5-16,-4 11-3 0,4-11-2 0,0 0 0 0,-10-5 6 15,10 5-7-15,-9-15-3 0,2 3 0 0,1-2-21 16,0-1 29-16,-2-6-30 0,0-1 19 0,0-5-8 15,0 0-9-15,1-4 1 0,-1 0-3 16,2-1-17-16,0-2-3 0,1 0 1 0,1 0 6 0,3-1 10 16,0 1 3-16,1 4 4 0,1 1 6 0,3 0-1 15,0 0 5-15,2 4 0 0,0 1 1 0,3 2 3 16,-1 1 1-16,2 2 1 0,2 3-3 0,0 0 3 16,1 3-3-16,2 2 0 0,-1 3 1 0,2 2-2 15,-2 5 0-15,2 1-1 0,-1 3 7 0,2 2 0 16,-3 3-3-16,2 5 4 0,-3 1 0 0,0 3 31 0,-2 0-38 15,0 2 36-15,-2 2-33 0,-2 0-6 16,-1 1 8-16,-3 0 1 0,-1-3-5 0,-2 1-5 16,-2-1-3-16,-3 2-8 0,-1 1-5 0,-3-3-8 15,-1 0-13-15,-3-3-6 0,-1 1-13 0,0-3 0 0,-1 0-3 16,0-3 7-16,2-2-3 0,-2-2 7 16,2-1 14-16,1-1-7 0,1-2-8 0,0-1 3 15,11-2-10-15,-18-1 8 0,18 1-17 0,-14-6 10 16,14 6-18-16,-8-10 20 0,8 10 5 0,-4-11 16 0,4 11-2 15,0 0 21-15,3-14-10 0,-3 14 21 16,0 0-2-16,11-6 39 0,-11 6 3 0,9 5 21 16,-9-5 15-16,10 11 8 0,-5-3-1 0,2 0-10 0,0 4-2 15,1 1-4-15,0 1 10 0,3 3-4 0,-1 0-6 16,2-1-8-16,2 1-5 0,0 0-10 0,2-1-5 16,2 1-3-16,-1-3-3 0,4 1-2 0,-2-2-1 15,1-2 1-15,2 0-13 0,-2-2 18 0,3-1-19 16,-1-3 9-16,0 1-9 0,-3-4 4 0,1 1-5 15,-2-3 4-15,0-1-11 0,-1-2-9 0,-1-3 0 16,-1 0-9-16,0-1-5 0,-2-5-4 0,0 1 1 16,-3 0-3-16,-1-2 11 0,0-1-12 0,-2 0-5 15,-1 0 11-15,-1 0 1 0,-1-1 8 0,1 3-2 16,-3 2 5-16,0 0 0 0,-2 10 7 0,1-18-2 0,-1 18 5 16,-1-13-3-16,1 13 1 0,-8-8-1 15,8 8 9-15,-11-4-4 0,11 4 5 0,-16 2 0 16,5 1 4-16,2 3 0 0,-2-1 12 0,-1 4 7 15,3 0 19-15,-1 1 6 0,1 1-2 0,1 2 4 0,1 0-5 16,3 0 7-16,1 2 0 0,0-2 0 16,5 1-3-16,1 0 5 0,3 1-19 0,2 0 7 15,3-1-16-15,4 1 4 0,1-2-14 0,3-1 10 0,2-2-24 16,-1 1 18-16,1-4-15 0,1 0 13 0,1-1-15 16,-5-4 15-16,2 1-16 0,-2-3 14 0,0-1-14 15,-1-2 14-15,0-1-16 0,-1-3 2 16,-2-2-5-16,2-3 4 0,-3 1-5 0,-1-4 1 0,-1-2 0 15,-2 0-4-15,0-2-2 0,-1-2 0 0,-1 2-2 16,-2-1 11-16,-1 2-13 0,-1 0 13 16,0 2-12-16,-1-1 14 0,0 1-13 0,-2 5 14 0,1-2-10 15,1 3 9-15,-2 10-27 0,3-19-18 0,-3 19-20 16,2-13 6-16,-2 13 12 0,0 0 8 0,4-10 7 16,-4 10 5-16,0 0 7 0,9 6 4 0,-9-6 3 15,10 12 0-15,-1-4 3 0,0 2 2 0,1 1 10 16,4 3 2-16,0 0 3 0,2 1 3 0,3 3-4 15,0-1 2-15,1 2-4 0,-1-1 0 0,0 0-3 16,-1-1 4-16,-2-2-5 0,-2-2-1 0,-1-1-3 16,-3 0 1-16,-1-3-3 0,0-2 1 0,-3 1 2 15,-1-1 2-15,-5-7 6 0,4 12-5 0,-4-12 1 16,0 0 0-16,-9 9 1 0,9-9 0 0,-12 5-1 16,12-5 1-16,-18 0-7 0,18 0 17 0,-20 0-20 15,9-3 1-15,11 3-4 0,-22-4-6 0,22 4-22 16,-17-7-23-16,17 7-21 0,-14-9-1 0,14 9-12 15,-5-10-5-15,5 10-11 0,2-12-3 0,3 5-9 16,3-1 0-16,3-2 12 0,1 0-22 0,4 1 54 16,1-4-32-16,1 1 45 0,1-2-20 0,2-1 53 15,0 1-35-15,0-3 54 0,-3 2-35 0,-1 0 53 16,-2 0-32-16,1-1 60 0,-2 1-37 0,-1-1 43 16,-2 0 7-16,0-1-2 0,-1 0-12 0,-2 0 4 15,-2 2 7-15,-1 0-3 0,-1 0-14 0,0 2 0 16,-2 0 1-16,-1 1 7 0,-1 12-7 0,1-21-2 15,-1 21-13-15,-4-17 5 0,4 17-4 0,-8-12-7 16,8 12 10-16,-12-5 4 0,12 5 7 0,-16 2 13 16,6 3-2-16,-1 0 2 0,-1 4 11 0,0 3 5 15,1 1-1-15,-3 3-6 0,3 2 6 0,-1 0-10 16,3 0 6-16,1 2-13 0,2 1 5 0,0 0-1 16,4 1-5-16,0-3-9 0,3 1 4 0,2 2-8 0,3 0-1 15,0-1-5-15,2-1 0 0,3-1-6 16,3 0-3-16,2 1 0 0,4-2 0 0,1-3-3 15,0 0 0-15,2-1-1 0,3-1-3 0,-4-5-8 16,0-1-6-16,1-1-3 0,0-2-2 0,-3-2-5 16,-1 0 3-16,0-2-5 0,-1-2-2 0,0 0-4 0,-1-3 10 15,-1-1-3-15,-1-2 11 0,-2 0-8 0,-2-1 16 16,1 0-9-16,-3-1 11 0,-2 0-11 16,0 0 14-16,-2-1-15 0,-1 2 17 0,-4 9-12 15,3-19 12-15,-3 19-15 0,0-16 17 0,0 16-13 0,-4-14 12 16,4 14-10-16,-8-12 12 0,8 12-12 0,-9-8 14 15,9 8-11-15,-10-4 17 0,10 4-14 16,0 0 14-16,-16 2-14 0,16-2 4 0,-9 7-3 16,9-7 14-16,-6 9-14 0,6-9-2 0,-3 11 3 15,3-11 12-15,1 14-12 0,-1-14 7 0,7 14-21 16,-2-5-5-16,1-2-27 0,2 1 1 0,0-1-35 0,-1-1 6 16,2 1-20-16,1-1 31 0,-2-1-7 0,-8-5 39 15,17 7-15-15,-17-7 31 0,13 4-16 0,-13-4 24 16,0 0-12-16,18-1 27 0,-18 1-8 0,9-8 26 15,-9 8-15-15,7-10 21 0,-7 10-22 16,4-16 20-16,-4 16-1 0,3-16 10 0,-3 16-5 0,1-15 26 16,-1 15-20-16,1-13 8 0,-1 13-24 0,0 0 6 15,0-16-19-15,0 16 11 0,0 0-17 16,-3-10 7-16,3 10-9 0,0 0-2 0,0 0 13 16,0 0 6-16,0 0-11 0,-5 8 11 0,5-8-15 15,0 0 10-15,3 13-14 0,-3-13 7 0,6 12-32 0,-6-12-46 16,11 14-73-16,-11-14-18 0,10 11-73 0,-4-3-28 15,1-2-84-15,0-1-76 0,1 1-354 0,-8-6-293 16</inkml:trace>
  <inkml:trace contextRef="#ctx0" brushRef="#br0" timeOffset="82514.9046">31547 12191 342 0,'0'-13'447'0,"1"0"-32"0,-1 1-5 16,0 0-47-16,1 0 32 0,0 1-40 0,-1 11-23 15,3-21-27-15,-3 21-40 0,2-16-48 0,-2 16-46 16,2-12-33-16,-2 12-29 0,7-8-16 0,-7 8-27 0,10-3-7 16,-10 3-6-16,17 4-7 0,-8 0-5 0,3 2-7 15,1 1-2-15,-1 3-12 0,2-2 3 16,0 4-2-16,0 1-1 0,-1-1-10 0,-1 1 0 0,2 2 5 16,-3 0-8-16,-1-3-8 0,-1 1-6 0,-2-1-11 15,1-1-6-15,-2-1 1 0,-2-1-3 0,1 0 7 16,-5-9 2-16,6 13 3 0,-6-13 7 0,3 11 1 15,-3-11 4-15,0 0 2 0,0 0 15 0,-5 10-8 16,5-10 13-16,0 0 12 0,-11-6 10 0,11 6-7 16,-10-9 2-16,10 9 0 0,-8-14 5 0,8 14-16 15,-5-17 10-15,5 17-18 0,-2-18 5 0,2 18-15 0,2-20-18 16,1 8-19-16,1 1-16 0,3-3-47 16,2 2-28-16,0 1-26 0,3-3-20 0,2 1-53 0,3 2-26 15,2-1 1-15,2 0 7 0,2 0 23 0,0 2-24 16,4 1-49-16,-3 0 25 0,1 4-37 0,-1 0 52 15,0 0-2-15,-1 1 42 0,-2 1-9 0,-2 2 72 16,-1-1 7-16,-3 1 96 0,0 0 14 0,-15 1 96 16,23 0 19-16,-23 0 78 0,18-2-6 0,-18 2 36 15,16-2 2-15,-16 2-9 0,11-2 12 0,-11 2-3 16,0 0 9-16,9-5 12 0,-9 5 5 0,0 0-8 16,0 0-1-16,0 0-26 0,0 0-5 0,0 0-9 0,-9-6-21 15,9 6-11-15,0 0-14 0,-14 6-6 0,14-6-4 16,-11 11 3-16,5-4-6 0,1 2-19 0,0 0-14 15,-2 4-32-15,4 0 12 0,1 1-30 0,2 1 18 16,1 2-30-16,3 0 20 0,3 2-4 0,0 2-10 16,2-2-4-16,1-1-18 0,2-1-6 0,0 0-30 15,1-2-9-15,0-3-22 0,-2 0-29 0,3-3-9 16,-2 0 1-16,1-2 4 0,-1-4 1 0,-1-1 11 16,-11-2 20-16,24-1 6 0,-13-3 14 0,-2-2 7 15,1-2 6-15,-2-3 11 0,0-3 1 0,0-2 9 0,-1-3 5 16,-1-2 13-16,0-3 62 0,0-4-63 0,-1-2 76 15,0-2-63-15,-1 0 76 0,0-2-66 0,-1-1 73 16,1 1-62-16,0-2 62 0,-2 9-57 0,0 1 13 16,0 3 20-16,-1 4-8 0,0 3-17 0,0 1-14 15,0 3-13-15,-1 12-11 0,1-18-1 0,-1 18-2 16,0 0-3-16,0 0-1 0,0 0-5 0,0 0 6 16,-6 14 2-16,5-1 9 0,1 5 11 0,0 1 4 15,1 3 20-15,0 4-9 0,1 1-6 0,1 1-1 16,0 3-46-16,1 1 50 0,0-1-11 0,1 0-7 0,0 0-8 15,-1-1 4-15,-2-4-6 0,2-1-3 16,0-2-3-16,0-1 0 0,-1-4-1 0,1 0-5 0,-1-4-3 16,-1-2 0-16,0 0-6 0,0-2 2 0,-2-10 2 15,4 16-7-15,-4-16-11 0,7 11-10 0,-7-11 4 16,11 3 3-16,-11-3-9 0,12-5-2 0,-3 1-11 16,1-2 2-16,-1-3 4 0,1-1-2 0,1 0-1 15,0-2 7-15,0-1 7 0,1 0 7 0,-1 2 15 16,-2 2 14-16,1-1 20 0,-3 2 15 0,0 1 3 15,0 1-7-15,-7 6-6 0,14-10-2 0,-14 10 9 0,15-4-1 16,-15 4 2-16,23 0-2 0,-7 4-4 0,1-1-6 16,6 4-4-16,3-1-5 0,5 5-7 0,8 0-7 15,0 1-60-15,3 1-86 0,0-1-30 0,1 1-136 16,-1-2-60-16,-2-1-99 0,-8-3-72 0,-6-1-115 16,-5-3-423-16,-4 0-690 0</inkml:trace>
  <inkml:trace contextRef="#ctx0" brushRef="#br0" timeOffset="83205.2735">30291 12643 165 0,'14'-10'583'0,"-3"2"-154"0,3-1 8 16,-3-1-39-16,2 1 13 0,-1-1-55 16,-1 1-3-16,-1-4-2 0,0 5-21 0,-1-2-21 15,0 2-58-15,-2-2-18 0,-1 3-47 0,-1 0-18 16,-5 7-30-16,9-13-27 0,-9 13-25 0,0 0-17 15,-3-13-12-15,3 13-13 0,-16-5-5 0,16 5-6 0,-26 1-11 16,9 3-3-16,0-2-8 0,-1 2 1 0,1 0-6 16,0 0 7-16,1 2-9 0,0 0-1 0,2 0 0 15,0 1-3-15,3 1-3 0,1 0-4 0,1 1 40 16,3 0-47-16,4 1 34 0,2-10-45 0,2 21 32 16,3-10-36-16,1 1 30 0,7 3-34 0,0-1 23 15,2-1-21-15,0 1 0 0,1 1 8 0,1 0 1 16,0-2 3-16,-1 0 9 0,1 2-5 0,0 0 4 15,-1-1 3-15,1 0 3 0,-2 0-1 0,2 0 0 16,-3-3 5-16,0 1-2 0,-2-3 0 0,-2 1 2 16,0-2 0-16,-2-1 7 0,-1-1 10 0,-7-6 8 15,10 12 3-15,-10-12 6 0,8 8 1 0,-8-8 15 16,0 0-23-16,-3 14 15 0,3-14-18 0,-17 8 8 16,4-4-21-16,-4 1 11 0,-3-3-24 0,-3 1 14 15,-4-1-34-15,0 0-44 0,0 0-36 0,-1-1-47 0,1 0-56 16,4-1-63-16,1 0-75 0,1 0-51 15,2-1-136-15,5 0-609 0,2-4-754 0</inkml:trace>
  <inkml:trace contextRef="#ctx0" brushRef="#br0" timeOffset="83449.7459">30768 12645 675 0,'9'-12'730'0,"-1"0"-53"0,-2 5 4 0,0-3-81 16,-1 2 4-16,-5 8-125 0,10-13-65 0,-10 13-121 16,8-9-29-16,-8 9-93 0,0 0 9 0,0 0-48 15,0 0 15-15,12 8-50 0,-12-8 22 0,5 21-56 16,-3-6 27-16,1 3-34 0,1 4 9 0,-1 1-42 16,2 1 1-16,0 1-1 0,1 3-5 15,1 1-37-15,2-1-70 0,-2 0-43 0,2-1-46 0,1-1-34 16,-3-6-68-16,1 3-54 0,-1-4-49 0,1-2 1 15,-2-2-53-15,-1-1-41 0,-1-3-3 0,-1-1-35 16,-3-10-341-16,2 12-401 0</inkml:trace>
  <inkml:trace contextRef="#ctx0" brushRef="#br0" timeOffset="83915.9089">30849 12987 335 0,'-8'-8'558'0,"2"1"-105"0,6 7 42 0,-12-11 5 0,12 11-38 15,-11-14-28-15,11 14-8 0,-9-14-36 0,9 14-15 16,-7-14-57-16,7 14-47 0,-3-11-39 0,3 11-63 15,2-13-36-15,-2 13-28 0,10-12-22 16,-1 7-18-16,1-1-16 0,4 2-16 0,3 0-44 0,0 1-28 16,3 0-17-16,-1 1 11 0,-1-1-30 0,2 2 23 15,-3 0-16-15,2-1 27 0,-2 1-9 0,-2 0 25 16,-1 1-10-16,-1 0 21 0,-13 0-11 0,23-1 21 16,-23 1-15-16,17 0 21 0,-17 0-12 0,15 0 36 15,-15 0 5-15,12 2 63 0,-12-2-35 0,9 7-1 16,-9-7 11-16,8 7 3 0,-8-7 17 0,6 11 9 15,-6-11-8-15,5 16-10 0,-1-8-15 0,1 3-12 16,2-1 5-16,0 3-24 0,0-3-5 0,2 3 26 16,2-1-40-16,-2 0 11 0,1-1-67 0,1-1 17 15,0 0-59-15,-1-1 22 0,1-1-50 0,-1-3 43 16,0 0-43-16,0-1 41 0,0-1-16 0,-10-3 46 0,20 2-22 16,-20-2 18-16,18-5-13 0,-8-1 35 15,-1 0-22-15,1-4 10 0,0 0 8 0,0-1 8 16,-2-1 0-16,1-1 25 0,0 1-20 0,-1 0 42 15,-1 1-13-15,-1 2 46 0,0 0-32 0,-1 1 49 16,-1 0-51-16,-4 8-6 0,8-12-7 0,-8 12-5 16,6-9-6-16,-6 9-1 0,0 0 1 0,9-6 4 0,-9 6 4 15,0 0 2-15,11 5 6 0,-11-5-1 0,11 8 0 16,-2-2 0-16,-1 1-3 0,3 2 0 16,2-1-8-16,0 1-39 0,3 2-50 0,1 0-56 0,1-2-100 15,-1 2-99-15,1-3-93 0,-1 3-63 0,-3-4-88 16,1 0-522-16,-2-1-719 0</inkml:trace>
  <inkml:trace contextRef="#ctx0" brushRef="#br0" timeOffset="85116.1917">31802 12793 108 0,'6'-28'649'0,"-1"4"-76"0,-1-1 18 16,1 3-5-16,-1 0-30 0,0 5-27 0,-1 1-22 15,0-1-58-15,-1 5-80 0,0-1-77 0,0 3-64 16,-2 10-37-16,4-12-48 0,-4 12-3 0,0 0 3 15,0 0 6-15,0 0-11 0,15 8-4 0,-10 0-2 16,1 4-11-16,0 4-8 0,2 1-5 0,1 2-39 16,1 2 26-16,2 4-48 0,1 0 23 0,0 1-44 15,1 0 29-15,-1 1-39 0,2-1 19 0,-2 1-52 16,-1-2 23-16,2 0-52 0,-2-2 11 0,-1-4-19 0,-2-1-21 16,-1-1 0-16,-1-5-15 0,0 1-3 0,-2-2 2 15,0-2 10-15,-1 0 17 0,-4-9 18 0,7 13 5 16,-7-13 5-16,0 0 3 0,0 0 5 0,0 0-33 15,0 0 50-15,0 0-34 0,-15-5 42 16,5-2-44-16,-1-2 40 0,-2-3-38 0,-3 1 41 0,1-2-37 16,-2 1 45-16,1 0-41 0,-2 0 40 0,0 2-35 15,0 0 39-15,-1 2-37 0,1-1 42 0,0 3-40 16,0 4 42-16,1-3-38 0,-2 4 38 0,1 1-39 16,0 0 4-16,2 1 5 0,0 4 4 0,2-3 0 0,0 4 8 15,1 2 0-15,2-1 8 0,3 3-8 0,2-2 6 16,1 1 36-16,5-9-42 0,-1 19 40 0,5-9-46 15,3 1 39-15,4 0-16 0,6 2-43 0,2-1-55 16,5 1-37-16,2-2-31 0,2-1-33 0,-1 0-8 16,2-1 4-16,-4-2 13 0,0-2 11 0,-1-1 15 15,0 1 14-15,-4-3 19 0,-1 0 8 0,-1-2 17 16,0-2 22-16,-3 1 14 0,3-3 9 0,-6 0 10 16,2-3 11-16,-2-2 7 0,-2 2 6 0,1-3 8 0,-2 0 22 15,-1 0 12-15,-2 2 40 0,0-2 11 16,-1 2-19-16,-1-1-2 0,-4 9 11 0,7-16 7 0,-7 16 0 15,6-12-8-15,-6 12-13 0,4-8-12 0,-4 8-11 16,0 0-4-16,6-10 27 0,-6 10 1 0,0 0 7 16,0 0-7-16,0 0-11 0,0 0-2 0,0 16-1 15,0-16-5-15,0 12-6 0,0-12-7 0,2 14-4 16,-2-14-6-16,2 17 0 0,-2-17-8 0,5 17-13 16,-2-8-36-16,0-1-23 0,2 2-38 0,-1-3-5 15,2 1 1-15,-1-1 4 0,2-1 0 0,-7-6 10 16,12 12 17-16,-12-12 10 0,13 6 10 0,-13-6 8 0,13 4 13 15,-13-4 6-15,15-1 10 0,-15 1 3 0,15-5-1 16,-7 0 4-16,1-1 5 0,-1 0 2 0,-1-1 6 16,1-3-1-16,0 2 16 0,-2 1 17 0,0 0 15 15,0 0 5-15,-6 7 7 0,10-13 6 0,-10 13-11 16,7-10-9-16,-7 10-4 0,7-7-9 0,-7 7-9 16,0 0-6-16,9-9-10 0,-9 9 2 0,0 0-2 15,11-3-3-15,-11 3 1 0,9 3-1 0,-9-3-1 0,12 8 0 16,-4-3 66-16,-1 1-78 0,1 1 61 15,1 1-64-15,3 1 58 0,-1 1-65 0,1 0 58 16,0-1-61-16,0 2 61 0,3 0-68 0,-2-1 73 0,2-2-74 16,-3 1 65-16,1-2-67 0,-1 0 69 15,-2-2-61-15,0 1 66 0,-10-6-62 0,14 4 75 0,-14-4-68 16,12 2 64-16,-12-2-70 0,0 0 72 0,13-6-56 16,-13 6 73-16,4-11-68 0,-4 11 88 0,-2-17-55 15,0 6 8-15,0-3 11 0,-1 0 0 0,0-3 0 16,-1-1 4-16,0 0 2 0,-1-5-8 0,2 0 4 15,1 1 4-15,0-1 2 0,1 4 14 0,0 0 17 0,-1 1 14 16,2 4-6-16,-1 0-11 0,0 3-23 0,0-1-16 16,1 12-19-16,-1-17-10 0,1 17-4 0,0 0-5 15,0 0 5-15,0 0 10 0,0 0 5 0,0 0 7 16,-9 14 18-16,9-14 16 0,-1 25 23 0,2-11 14 16,0 2-15-16,2 2 0 0,0 2-14 0,1 1-14 15,0 0 0-15,2 2-13 0,1-2-11 0,0 0-5 16,0 0-21-16,0-1-36 0,0-1-1 0,0-1-60 15,0-2 3-15,-1-1-77 0,-1-3 36 0,0 1-73 16,-1-4 1-16,-1 0 78 0,-3-9-43 0,7 15 83 16,-7-15-62-16,0 0 76 0,2 11-74 0,-2-11 85 0,0 0-76 15,-13-3 89-15,13 3-61 0,-15-9 86 16,7 2-65-16,-2 1 78 0,1-3-62 0,1 0 81 16,-1-1-51-16,2 3 50 0,1-1 11 0,1 0 63 0,5 8 8 15,-8-15 29-15,8 15 6 0,-5-11-25 0,5 11-21 16,5-11-14-16,-5 11-16 0,15-11-3 0,-4 8-17 15,5-1-7-15,1 1-10 0,4 0-7 0,4 2-1 16,3 1-27-16,1-1-61 0,3 1-64 0,1-1-83 16,4 1-33-16,1 0-152 0,2-1-69 0,-3 0-58 15,-2-1-115-15,-2-3-501 0,-7 1-759 0</inkml:trace>
  <inkml:trace contextRef="#ctx0" brushRef="#br0" timeOffset="85483.9874">32915 11124 234 0,'-3'-15'471'0,"2"3"-89"0,1 12-50 0,3-14 3 0,-3 14 4 16,11-2 8-16,0 5-8 0,2 6-13 0,4 2 17 15,5 8-56-15,6 7 68 0,1 4-93 0,7 10 30 16,0 6-90-16,-1 6-17 0,2 5-15 0,-5 6 23 16,-2 6-85-16,-4 3 36 0,-4 3-78 0,-5 3 34 15,-6 2-60-15,-6 3-5 0,-7 1 46 0,-6 0-54 16,-8 1 35-16,-2-4-61 0,-8 0 54 0,-6 10-58 16,2-19 4-16,0-1 11 0,1-2 14 0,0-3 18 15,1 0 4-15,1-2 13 0,3-3 42 0,1-2-61 16,0-2 39-16,2-3-59 0,0-4 44 0,3-7-60 15,1-3 42-15,-2 0-51 0,-1-2 40 0,0-3-70 0,-2-1-2 16,-4-3-129-16,-3-3-111 0,-4-2-79 16,-6-3-193-16,-12 1-27 0,-5-6-155 0,-6-3-532 0,-6-3-870 15</inkml:trace>
  <inkml:trace contextRef="#ctx0" brushRef="#br0" timeOffset="108342.2738">5639 14929 771 0,'-1'-16'643'0,"0"4"-122"0,1 12-12 0,-2-19-62 16,2 19-49-16,-3-17-67 0,3 17-73 0,-2-13-45 15,2 13-47-15,0 0-23 0,0 0-14 0,0 0 4 16,0 0-22-16,-10 13 22 0,7 4-35 0,1 2 17 16,2 7-42-16,0 2-13 0,1 7-9 0,3 8-5 15,1 1-2-15,1 1-12 0,1-1-10 0,0 2 27 16,2-2-40-16,-1-1 31 0,-2-1-43 0,1 0 41 15,1-3-47-15,-2-7 42 0,-1 0-48 0,0 0 40 16,-1-9-39-16,0 0 41 0,-2-4-43 0,1-1 44 16,0-3-39-16,-1-1 53 0,-1-3-30 0,-1-11 53 15,0 18-51-15,0-18 44 0,-2 9-51 0,2-9 41 16,0 0-50-16,-11-3 46 0,11 3-52 0,-9-19 19 16,4 3-64-16,-1-8 27 0,0-5-44 0,2-2-7 0,0-6 4 15,1-7 4-15,1-3 12 0,1-5 4 16,0 4 17-16,2-5-12 0,0 0 21 0,2 0-7 15,0 2 17-15,1 3-10 0,3 4 24 0,0 5-10 16,-2 7 28-16,-1 8-19 0,0 4 21 0,1 3-11 0,2 5 45 16,-1 4-6-16,2 3 25 0,-8 5 20 0,21 3 13 15,-8 3 19-15,3 6 5 0,2 6 55 16,3 5-39-16,2 5-9 0,0 5-11 0,2 1-19 0,-1 4-15 16,6 7-11-16,-1 2-8 0,0 0-19 0,-1-1 20 15,0-1-44-15,-6-5-2 0,2-2-71 0,-2-2-33 16,0-1-83-16,-3-2-20 0,1-1-81 15,-5-7-78-15,-1-1-61 0,-3 0-66 0,-3-5-10 0,-1-3-43 16,-3-1-81-16,-2-3-469 0,-2-12-688 0</inkml:trace>
  <inkml:trace contextRef="#ctx0" brushRef="#br0" timeOffset="109065.102">5997 15579 164 0,'-13'-6'837'16,"2"1"-173"-16,2-1-67 0,-1 3-58 0,10 3 9 0,-15-7-67 15,15 7-51-15,-13-6-68 0,13 6-73 16,-10-5-52-16,10 5-43 0,0 0-53 0,-9-5-20 16,9 5-31-16,0 0 19 0,10-3-69 0,0 0-22 0,6 0-101 15,5-1-33-15,3-1-56 0,3-1-54 16,4 0-58-16,1-1-56 0,0 1 24 0,-1 0-58 16,-1 0 7-16,0-1 17 0,-4 1 21 0,0 0 50 0,-2-1 58 15,-2 1 39-15,-1 0 86 0,-4 2 79 0,-2-1 103 16,-2 1 11-16,-3-1 93 0,-1 3 44 0,0-3 75 15,-9 5 54-15,12-8 26 0,-12 8 4 16,10-5 16-16,-10 5 1 0,8-6-9 0,-8 6-34 0,0 0-42 16,8-6-39-16,-8 6-59 0,0 0-49 0,0 0-28 15,0 0-4-15,13 2 4 0,-13-2 9 0,10 12-19 16,-4-6-28-16,0 3-16 0,3 1-24 0,0 1-8 16,-1 1-14-16,2-1-13 0,-1 3 7 0,2-1-15 15,-2 0-9-15,0-1 1 0,1 3-19 0,-1-5-14 16,0 1-25-16,0-1 4 0,-2 0-75 0,-1-2 4 15,0 0-49-15,-6-8 21 0,11 12-37 0,-11-12 37 16,8 10-44-16,-8-10 19 0,6 6-85 0,-6-6 6 16,0 0-29-16,13-3 7 0,-13 3 9 0,10-10 29 15,-4 3 47-15,-1-1 26 0,0 0 34 0,0 0 26 0,1 0 23 16,-6 8 43-16,8-12 35 0,-8 12 27 16,7-11 8-16,-7 11 19 0,5-8-20 0,-5 8 8 15,0 0-30-15,9-8 14 0,-9 8-3 0,0 0 53 16,11-2-28-16,-11 2 30 0,11 5-45 0,-11-5 39 0,17 6-59 15,-7-1 40-15,0 1-53 0,4-1 33 16,-1 1-44-16,5 0 38 0,-2 1-48 0,5-1 45 0,0-1-59 16,2 0 33-16,-1 1-58 0,-2-3-2 15,0 0-12-15,-1 0 20 0,1 0 2 0,-2-2-7 0,1-1 11 16,-3 0 9-16,-3 0 7 0,0-2 6 0,-1-1 14 16,-2 0 8-16,-3-4 23 0,1 0-20 0,-2 2 54 15,-2-5-17-15,-4 10 21 0,4-17 72 0,-4 17-27 16,1-16 51-16,-1 16-14 0,-2-16 29 0,2 16-31 15,-2-15 2-15,2 15-2 0,-3-12-10 0,3 12-20 16,0 0-25-16,-3-14-15 0,3 14-22 0,0 0 0 16,0 0 11-16,0 0 7 0,0 0-2 0,0 0-6 15,10 8-6-15,-5 1 26 0,1 0-53 0,2 2 27 16,0 0-47-16,1 0 32 0,1 1-48 0,-1 0 38 16,2-1-73-16,0 0-24 0,-1 1-101 0,0-2-38 15,2 0-119-15,-3-1-54 0,-1-3-89 0,-1 1-80 16,1 0-72-16,-8-7-15 0,10 9-132 0,-10-9-475 0,0 0-844 15</inkml:trace>
  <inkml:trace contextRef="#ctx0" brushRef="#br0" timeOffset="109242.6262">6985 15300 535 0,'-18'-29'818'0,"1"6"-157"0,0-1-51 0,1 2-8 16,0 0-44-16,1 1-25 0,0 3-104 0,3 3-74 0,-1 0-41 15,4 3-43-15,0 0-52 0,1 2-53 0,2 1-37 16,6 9-28-16,-7-10-32 0,7 10-55 16,0 0-69-16,0 0-92 0,0 0-90 0,18 6-88 0,-6 1-82 15,5 4-88-15,0-2-56 0,5 7-153 0,1-1-377 16,-1 0-700-16</inkml:trace>
  <inkml:trace contextRef="#ctx0" brushRef="#br0" timeOffset="109658.9331">7373 15072 936 0,'1'-16'835'0,"-1"0"-62"16,-1 3-31-16,0 1 35 0,-1 1-49 0,1-2-75 15,1 13-106-15,-1-17-101 0,1 17-98 0,-2-14-79 16,2 14-23-16,0 0 20 0,0 0-68 0,0 0 61 16,11 12-91-16,-4 3-168 0,2 6 0 0,4 4 0 15,3 7 0-15,4 4 0 0,0 0 0 0,3-1 0 16,6 9 0-16,0 1 0 0,1-2 0 0,1 0 0 0,1-2 0 15,-5-6 0-15,1 0 0 0,0-5 0 0,-3 0 0 16,0 0 0-16,-1-4 0 0,-5-3 0 0,-2-4 0 16,1-2 0-16,-6-2 0 0,1-1-68 15,-4-3-130-15,-1-1-15 0,-1-4 72 0,0 2-14 0,-7-8 46 16,10 9-56-16,-10-9 13 0,0 0-31 0,0 0 52 16,0 0-34-16,0 0 41 0,0 0-27 0,0 0 71 15,-5-19-24-15,-1 12 55 0,-3-3-27 0,1-1 54 16,-1 0-22-16,-1 0 58 0,1 1-23 0,0 1 69 15,-2 1-29-15,4 0 60 0,0 2-17 0,0 0 39 16,7 6-44-16,-11-11 22 0,11 11-41 0,-6-8 40 16,6 8-21-16,0 0 30 0,7-10-43 0,4 6 23 15,4-1-50-15,7-1 23 0,4 0-38 0,6 0 18 16,5-1-113-16,7-2-45 0,1 2-127 0,-1 0-86 16,2 1-131-16,-7 1-141 0,-2 0-142 0,1 1-624 0,-3 3-977 15</inkml:trace>
  <inkml:trace contextRef="#ctx0" brushRef="#br0" timeOffset="111044.2987">7498 15980 122 0,'0'0'437'0,"-7"-7"-106"16,7 7-59-16,-4-10-39 0,4 10-39 0,0 0-31 16,1-15-24-16,-1 15-10 0,6-17-3 0,-2 9 30 15,2-1-55-15,0 0 37 0,0 0-55 0,1-2 42 16,1 3-1-16,-3-1 32 0,1 0 34 0,0 2 44 16,-6 7 25-16,9-13 4 0,-9 13-21 0,8-10-29 15,-8 10-33-15,6-7-31 0,-6 7-11 0,0 0 76 0,0 0-38 16,10 5 36-16,-10-5-35 0,4 14 20 15,-1-3-58-15,-1-2-4 0,1 4-13 0,0 0-18 16,0-2-13-16,1 3-8 0,1 0-14 0,2-1 0 16,1 0-10-16,1 0-10 0,4 1 22 0,2-3-40 0,1-1 28 15,3-2-42-15,3-1 25 0,0-4-35 16,4 1 25-16,0-3-35 0,1-3-1 0,0-2-6 0,0-1-10 16,2-3 27-16,-2-3-37 0,-2-1 31 0,-2 0-49 15,-4-2 25-15,-3-4-49 0,-2 1 34 0,-5-4 0 16,-3-2 3-16,-4-3 9 0,-3-6-2 0,-6-7 4 15,-5-3 5-15,-4-2-32 0,-9-6 45 0,-4-2-29 16,-4 1 16-16,-2-2 0 0,-3 3-2 0,-4-3 4 16,-1 2 1-16,-4-1 7 0,-1 1 32 0,-3 1-40 15,0 1 38-15,2 3-39 0,1 2 40 0,4 4-35 16,3 3 43-16,8 9-24 0,4 1 51 0,3 6-33 16,5 4 30-16,5 5-48 0,1 0 24 0,3 4-46 15,1 3 37-15,11 5-35 0,-15 4 37 0,7 5-26 16,2 7 41-16,2 5-27 0,2 4 45 0,3 9-25 15,4 9 5-15,5 2 11 0,5 11 2 0,6 3 25 16,3 0-30-16,5 2 26 0,2 0-34 0,5-1 28 16,2 1-44-16,4-4 25 0,4 0-38 0,3-3 27 0,1-2-33 15,2-4 28-15,2-3-33 0,1-2 6 0,2-4-35 16,0-2-15-16,-1-5-112 0,0 0-37 16,-2-6-108-16,-3-3-73 0,-8-4-106 0,-3-4-60 15,-3 0-75-15,-6-5-166 0,-2-3-419 0,-4-2-813 0</inkml:trace>
  <inkml:trace contextRef="#ctx0" brushRef="#br0" timeOffset="112326.5112">10307 15233 19 0,'0'-14'767'0,"0"2"-175"0,-2 1-28 16,2 11-27-16,-2-21-22 0,2 21-23 0,-4-17-67 15,4 17-41-15,-3-15-75 0,3 15-67 0,-2-12-50 16,2 12-39-16,0 0 37 0,0 0 27 16,0 0 22-16,-6 14-6 0,5 1-33 0,-1 5-58 0,-1 7 18 15,0 6-29-15,-1 10-21 0,1 1 9 0,-1 0-51 16,2 0 15-16,-1 0-46 0,3-5 28 0,0-1-49 15,1 0 26-15,1-4-37 0,0-1 1 0,0-6-5 16,2-1 2-16,-2-2-3 0,0-5 3 0,0-1 2 16,0-2 4-16,0-4 3 0,-1 0 4 0,-1-12 9 15,1 17-8-15,-1-17-5 0,0 0-2 0,0 0-3 16,0 0-2-16,0 0 18 0,-5-13-49 0,1-3-2 16,0-5-49-16,-4-7-9 0,1-5-54 0,-1-9-11 15,-1-2-5-15,-1-3-1 0,2-3 9 0,-1-11 25 16,0-3 12-16,3 1 9 0,0-1 13 0,3 7 20 15,1 0 13-15,2 2 11 0,0 1 8 0,2 2 14 16,1 4 15-16,1 7 25 0,-1 8-4 0,0 7-1 16,1 5-4-16,2 4 14 0,0 3 0 0,2 6 22 0,1 4 35 15,-9 4 18-15,27 7 22 0,-10 5 13 0,3 6-43 16,3 9 37-16,0 4-40 0,1 3 22 16,-2 3-37-16,0 2-13 0,4 10-6 0,0 0-8 0,1 0-7 15,1 2-9-15,-2 0 13 0,2 0-81 0,1 1-41 16,1-2-115-16,0-3-44 0,-1-1-100 0,-4-9-91 15,-1-1-86-15,-3-2 26 0,-1-2-76 0,-4-7-87 16,-2-3-446-16,-4-2-717 0</inkml:trace>
  <inkml:trace contextRef="#ctx0" brushRef="#br0" timeOffset="112509.9085">10463 15571 643 0,'-20'-9'686'0,"3"4"-137"0,1 0-89 0,3 0-81 16,1 1-79-16,2 1-63 0,10 3-45 0,-15-7-29 16,15 7-41-16,0 0-17 0,6-9-28 0,8 5-45 15,10-1-49-15,8-2-99 0,13-3-40 0,6 2-77 16,5 1-50-16,10-2-98 0,5-1-488 16,-3 1-420-16</inkml:trace>
  <inkml:trace contextRef="#ctx0" brushRef="#br0" timeOffset="113176.9457">11509 15163 928 0,'-2'-17'687'0,"0"4"-87"0,-3-1-53 15,0 0-22-15,-1 3-66 0,-2 1-53 0,-2 0-65 16,0 2-50-16,0 4-24 0,-4 2-21 16,-2 1-15-16,-3 4-27 0,-2 3-31 0,-2 1-27 15,-4 5-22-15,2 5-13 0,1 0-20 0,1 0-52 0,2 5 33 16,2 1-15-16,3 1-11 0,2 2-7 0,4-1-7 15,3-2-3-15,3 0-6 0,2 2-6 0,2-6-4 16,3 3 26-16,2-2-37 0,2 0 29 0,2-3-32 16,4-1 18-16,-1-1-46 0,2-7 23 0,-2 3-40 15,2-4 30-15,2-1-43 0,-5-2 30 0,3-2-31 16,-14-2 33-16,19 0-42 0,-9-5-4 0,-1 1 10 16,-3-3-1-16,-1-2 2 0,1-3 2 0,-4 1 10 15,0-2 8-15,-1-1 2 0,-2-2-4 0,-1-1 25 16,0 2-19-16,-2 0 31 0,-1 0-14 0,0 1 33 15,2 1 12-15,-2 2 8 0,0 2-3 0,5 9 0 16,-7-17-14-16,7 17-6 0,-5-13-9 0,5 13 0 16,-3-8 1-16,3 8-1 0,0 0-22 0,0 0 31 15,0 0-19-15,0 0 23 0,3 8 3 0,-3-8 0 0,12 13-6 16,-6-6-2-16,2 0-4 0,1 2 1 0,2-1 19 16,0 1-23-16,2 1 2 0,0-3 7 15,3 0-18-15,0-1-13 0,2-1-9 0,-1 0-5 0,2-1 5 16,0-2 3-16,2-2-9 0,1-2-11 0,-3-2 7 15,3-1 14-15,0-2-8 0,-3-3 13 0,0-3 1 16,1-3 6-16,-4-5-4 0,0-3 14 0,-5-2-3 16,-2-3 3-16,1-9 1 0,-4-5 0 0,-4-1 1 15,0-4 5-15,-4 0-5 0,0-2 2 0,-4 0 5 16,-1 1-9-16,-5 2 48 0,1 3-17 0,-6 5 27 16,-2 2-28-16,-4 5 31 0,-3 2-3 0,-4 6-5 15,-5 5 0-15,-5 6-6 0,-5 7 3 0,2 6-29 16,-10 8 36-16,-12 7 7 0,-3 8-14 0,-2 6 6 15,1 7 28-15,0 4-29 0,-8 12 28 0,18-5-28 0,4 3 27 16,7 5-33-16,7 2-1 0,9 3 13 16,10 5-8-16,9 0-7 0,10 4 9 0,10-2-18 15,9 2 17-15,10-5-35 0,8-3 28 0,8-4-40 16,7-3 0-16,7-7-8 0,6-3-39 0,6-4-24 0,3-6-29 16,3-6-49-16,-1-6-44 0,3-4-48 0,0-5-63 15,0-6-45-15,0-2-60 0,-1-3-88 16,-10-4-16-16,8-3-127 0,-1-2-520 0,-5-5-772 0</inkml:trace>
  <inkml:trace contextRef="#ctx0" brushRef="#br0" timeOffset="114845.1178">12672 15377 579 0,'-4'-15'730'0,"-5"2"-162"0,-2-3-77 16,-5-1-59-16,-3 1-17 0,-2 0-23 0,-4 2-42 15,0-1-36-15,-4 1-35 0,2 3-20 0,-3 2-19 16,2 0-36-16,2 4-35 0,0 0-22 0,3 3-30 16,3 2-20-16,-1 4-10 0,0 2-8 0,4 3-31 15,0 4 40-15,6-1-8 0,1 2-11 0,6 3-12 16,2 1-8-16,2 0-12 0,2 0-2 0,5 2 25 16,2 2-48-16,4 0 32 0,2-2-40 0,2 0 34 0,1-1-42 15,-4-5 27-15,2-1-39 0,-1-2 27 16,-1-2-35-16,-1-2 35 0,1-1-33 0,-3-2 33 0,-11-4-36 15,20 0 9-15,-20 0-3 0,20-5-1 0,-12-2 8 16,2-2 3-16,-1-3 7 0,-3-2-7 0,-1-1 3 16,2-5 3-16,-2-2-31 0,-3 0 40 0,2-2-4 15,-2 2 6-15,-1 0-10 0,1 2 4 0,0 3 11 16,-2 0 8-16,2 5-3 0,-2-1-12 0,0 13-6 16,7-17-1-16,-7 17 9 0,9-7 6 0,-9 7 23 15,17 5-36-15,-2 4 53 0,2 1-45 0,2 9 35 16,3 7-7-16,0 4-8 0,-1 3-4 0,1 4 11 15,-1 4 42-15,5 7-42 0,-3 2 20 0,1 0-41 16,1 2-6-16,-5-1 2 0,0-7-9 0,-6 0 1 16,2 0 1-16,-3-2-6 0,-3-3 4 0,-2-1 24 0,-3-4-31 15,-3-6 24-15,-3-3-35 0,-3 0 29 16,-4-2-48-16,-4-1 25 0,-4-2-55 0,0-5 24 16,-3-2-57-16,-2-5 25 0,-2-2-58 0,4-4 30 15,-2-3-49-15,-2-5-29 0,2-3-1 0,0-5-21 0,3-4 9 16,2-5 8-16,5 0 12 0,4-5 26 15,3-2 0-15,4-2 18 0,2-3 11 0,2-6 22 16,8-1 27-16,-1-2 4 0,2 0 20 0,3 1 3 0,3-1 12 16,1-4-1-16,2 4 18 0,-3 4 9 0,2 3 22 15,0 2 38-15,-1 3 19 0,-2 2 9 0,-2 7 16 16,-3 2 28-16,-2 4 3 0,-1 2-7 16,-2 2-11-16,1 2-17 0,-2 2-14 0,-2 2 35 0,-5 7 12 15,15-7 52-15,-15 7-24 0,16 0 26 0,-16 0-14 16,18 7-20-16,-6 0-16 0,-2 2-5 0,1 1-6 15,1 1-14-15,1 3-12 0,1 0-15 0,-1 1-14 16,1 0-12-16,1 2 24 0,-2-1-50 0,2 0 22 16,-2-1-38-16,3 1 22 0,-3-1-63 0,1-2 7 15,-3-3-55-15,0 0 12 0,0-1-44 0,-2 0 39 16,0-3-29-16,-2 0 43 0,-7-6-37 0,16 8 6 16,-16-8-64-16,14-5-6 0,-6-1 1 0,-1-3 7 15,1-2 26-15,2-4 22 0,-3-2 11 0,1-1 22 16,1-1 12-16,-1-1 14 0,0 4 15 0,-3 0 29 0,1 0 33 15,0 3 4-15,-2 2 42 0,0 0-19 16,1 1 39-16,-5 10-50 0,6-16 27 0,-6 16-58 16,4-13 30-16,-4 13-36 0,8-7 36 0,-8 7-27 0,0 0 42 15,13-3-43-15,-13 3 45 0,13 5-9 0,-13-5-7 16,20 7-9-16,-9 0-9 0,1 1-4 16,1-1-6-16,1 0-4 0,-1 2-6 0,1-3-3 0,-1 2 0 15,0 0 0-15,1 1-6 0,-1-2-1 0,0 1-8 16,0-2-16-16,1-1-7 0,-1 1-9 0,-1-1-9 15,0-1-14-15,-1-1-10 0,0-1-21 0,3-1-10 16,-1-1-2-16,1 2 4 0,1-4 8 0,-1 1-14 16,0 1 3-16,2-4 9 0,1 2 12 0,-1-3 9 15,-1 2 3-15,2-1-1 0,-2 1 9 0,-1-3 7 16,1 2 10-16,1-1 4 0,-2-2 9 0,0 4 3 16,-1-3 5-16,1 2 3 0,-1-3 7 0,0 3 3 15,1-2 0-15,-3 1 6 0,3 0 0 0,-3-2-3 16,0 2 5-16,0 0-2 0,3-2 3 0,-3 1 0 15,2 1-1-15,0-1 0 0,-1 1-7 0,-1 1 9 16,1-1 0-16,-1 1 1 0,0 1 0 0,1-1 1 16,-4 1 4-16,1-1 4 0,-9 4 7 0,16-3 8 15,-16 3 11-15,13-5 17 0,-13 5 8 0,12-4 4 16,-12 4 6-16,0 0-23 0,9-7 10 0,-9 7-46 16,0 0 28-16,0 0-26 0,-7-10 28 0,7 10-30 15,-12-4 17-15,12 4-27 0,-13-3 19 0,13 3-1 0,-16-3-7 16,16 3-24-16,-15 0 22 0,15 0-20 0,-18 3 18 15,18-3-15-15,-16 9 15 0,16-9-16 16,-16 10 23-16,11-3-8 0,-1 1 7 0,6-8-5 0,-6 16-5 16,6-16 6-16,-2 17 4 0,2-17-11 0,2 18-3 15,-2-18 2-15,8 17 2 0,-3-8-5 0,1 0-8 16,1-2-14-16,3 0-25 0,0-1-14 16,1 0-9-16,-1-1-2 0,1 0 6 0,3 0 9 0,-3-2 7 15,0-2 18-15,-11-1 3 0,20 3 8 0,-20-3 5 16,20-3 4-16,-20 3 7 0,16-7-3 0,-8 2 12 15,0-2-1-15,-2 0-3 0,-1 0 7 0,1 0 15 16,-1-1 16-16,-5 8-9 0,10-15 7 0,-10 15-8 16,8-10 26-16,-8 10-19 0,5-11 18 0,-5 11-33 15,6-8 14-15,-6 8-30 0,0 0 19 0,8-8-20 16,-8 8 19-16,0 0-18 0,0 0 42 0,0 0-23 16,14 5 35-16,-14-5-37 0,7 5 29 0,-7-5 1 15,14 10-9-15,-7-5-3 0,3 0-10 0,2 0-5 16,1 1-4-16,2-1-3 0,0 1-2 0,5-2-13 0,-3-1-35 15,2 0-35-15,2 1-33 0,-1-3-28 16,0 1-13-16,3-2-12 0,-2 0 0 0,0-2 20 16,-2-1 21-16,0 2 27 0,-1-5 18 0,-3 1 12 0,0-2 14 15,-2-3 9-15,-1 0 16 0,-4-3 11 0,1-2 23 16,-3-3 19-16,-2-4-4 0,-1-1 10 16,-3-3 3-16,-3-2 0 0,0-8 21 0,-2-6-18 0,-1-2 0 15,-2-3 1-15,-1 0 6 0,-1 2 31 0,0 1 17 16,-2 2 9-16,0 3-24 0,0 4 44 0,-1 7-38 15,2 2 39-15,4 5-51 0,-2 3 23 0,2 4-61 16,1 0 24-16,-1 4-47 0,3 2 39 0,4 8-26 16,-14-4 47-16,14 4 20 0,-13 11 0 0,5-1 3 15,2 6-6-15,2 5 2 0,1 2 12 0,3 5 7 16,2 4 12-16,1 2-9 0,1 7-6 0,5 1-89 16,0-2 70-16,0 1-90 0,3-2 71 0,1 0-88 15,-2 0 64-15,3-1-56 0,1-1 0 0,1-1 0 16,-1-2-15-16,0-1-69 0,-3-8-72 0,1 2-98 15,-2-2-109-15,-1-6-65 0,2-1-85 0,-2 2-109 16,1-4-81-16,-1 0-157 0,-1-2-470 0,-1-2-932 16</inkml:trace>
  <inkml:trace contextRef="#ctx0" brushRef="#br0" timeOffset="116347.3924">5935 16566 61 0,'-8'-12'496'0,"2"1"-72"0,-2-1-40 16,2 1 12-16,0 0 16 0,-2 0-45 0,2 0-20 15,1 1 68-15,0 1-72 0,1 0-12 0,0 1-4 16,4 8-19-16,-8-15-39 0,8 15-39 0,-6-11-53 0,6 11-40 16,0 0-23-16,-6-8 4 0,6 8 28 15,0 0 12-15,1 13-3 0,0-3 3 0,3 4-11 16,0 3-18-16,2 5-18 0,1 0-14 0,0 6-12 0,1 0-15 15,1 2-30-15,1-1 24 0,3 6-39 16,-2-5 21-16,-1-1-8 0,1 1-6 0,1-3-8 0,-1 2 0 16,-1-4-6-16,1 1-4 0,-2-6-4 0,-2-1 3 15,1-2-5-15,-1-3 0 0,-1-2-3 0,-2 0 2 16,1-5 5-16,-1 2 3 0,-4-9-2 0,4 12-3 16,-4-12-1-16,0 0 0 0,0 0-3 0,0 0-2 0,0 0-1 15,-8-9-2-15,1 0-1 0,-1-2 0 16,-3-6-32-16,0 1 39 0,-6-6-28 0,0-3 28 0,-2-4-28 15,-2-4 25-15,0-3-10 0,-1 0-6 0,-1-2-7 16,4-1-2-16,1 1 5 0,3 0-2 0,2 0 0 16,3 1-11-16,3 8-4 0,3 2-10 0,3 2-6 15,1 5-8-15,2-4-4 0,2 3-4 0,3 1-1 16,2 0 2-16,3 3-34 0,2 1 42 0,2 2-1 16,0 1-1-16,3 3 6 0,0 2 8 0,0 3 11 15,1 3-2-15,-1 2 8 0,2 4 0 0,2 1 4 16,-2 4 1-16,4 3 10 0,-2 3-1 0,-1 3 15 15,-3-1-15-15,-2 1 8 0,-3-1-1 0,0 1 1 16,-3 0 9-16,-2-1-1 0,0 1 7 0,-3-2-3 0,-1 0 3 16,-2 1-4-16,0-1 0 0,-1-2 0 15,-2 0 6-15,1 0-6 0,-1-1-4 0,1-2-2 16,-1-11 1-16,0 23-2 0,0-23 2 0,1 23-1 0,-1-23 3 16,4 20-13-16,-2-9-8 0,1-2 1 0,1 1-12 15,1 0-8-15,1 1-11 0,1 0-45 0,2-1 38 16,1 0-46-16,1 2 17 0,2-3-14 0,2 2 2 15,1 0 9-15,0-1-3 0,1-1 11 0,-1 0 14 16,2 1 16-16,0-1 6 0,-2 0 11 0,1 0 2 16,-2 0 20-16,-1-1 3 0,0 1 19 0,-2 0 12 15,1 3 26-15,-2-3 21 0,-1 2 11 0,-1 0 7 0,-2-1 19 16,-1-1 26-16,-3 2 13 0,2-2 21 16,-5-9 15-16,-3 20-5 0,-1-9 28 0,-4 0-45 0,-2 0-16 15,-5 1-12-15,0-2-10 0,-5 3-21 0,-4-1-20 16,-2 1-16-16,-2-1-11 0,-3 0-11 0,-2-1-5 15,1 0-16-15,-1-2-20 0,1-2-50 0,0 2-83 16,5-6-39-16,2 2-171 0,1-1-77 0,4-1-232 16,4-2-95-16,3-2-834 0,13 1-1226 0</inkml:trace>
  <inkml:trace contextRef="#ctx0" brushRef="#br0" timeOffset="117228.367">7078 16905 361 0,'-13'-7'730'16,"4"-1"-185"-16,0-1-108 0,0-1-29 0,0 1-15 15,2-2 19-15,1 0-5 0,1 1-48 0,-1-2-49 16,2 2-11-16,2 0-7 0,-1-1-25 0,3 11-26 15,-3-19-19-15,3 19-34 0,-1-16-35 0,1 16-34 16,3-12-21-16,-3 12-16 0,9-10-18 0,-9 10-10 16,18-7-6-16,-18 7 0 0,24 0-7 0,-11 1-7 15,3 2 2-15,0 3-9 0,4 1-6 0,0 2 4 0,-1 2-12 16,1 2-1-16,3 1-1 0,-4 1 4 0,1 1-9 16,-5 0-8-16,0 1-8 0,-2-1 11 0,-2 0-13 15,-3 1-8-15,-2-2 5 0,-2 0 39 0,-3-2-42 16,-1 0 40-16,-3 1-44 0,-3 0 43 0,-1-2-45 15,-5 0 45-15,-1 0-42 0,-4-2 42 0,-2-1-46 16,-1-2 40-16,-2-1-42 0,3-3 47 0,-1-2-46 0,1-1 44 16,1-2-78-16,1-4-23 0,3 0-24 0,0-3-27 15,4-4-37-15,1-1-18 0,4-1-25 0,0-3-8 16,7-4-16-16,1-2-2 0,4-5-12 0,5-7-26 16,3 1 6-16,3-1 1 0,2-1 26 0,1-2 33 15,-1 1 39-15,1-2 27 0,-1 1 23 0,-2-1 30 16,-2 0 16-16,-3 1 21 0,0 1 34 0,-4 1 31 15,-3 5 42-15,-1 1 52 0,-3 3 58 0,-1 3 14 16,-2 1 43-16,0 4 21 0,-1 0 0 0,-1 2-15 16,0 2 4-16,0 1-41 0,1 2-13 0,-1 3-59 15,3 10-1-15,-3-14-23 0,3 14 74 0,0 0-25 16,0 0 52-16,-5 13-10 0,7-2 4 0,2 8-6 16,2 4 1-16,5 6-24 0,4 6-16 0,1 1-6 0,5 3-12 15,1 1-8-15,3 7-12 0,2-3-45 0,-4-6 29 16,5 6-38-16,-4-7 28 0,-2 0-46 15,1 0 28-15,0-2-37 0,-2-1 24 0,-2-2-5 0,-1-2-10 16,-3-4-25-16,-1-2 21 0,-1-3-8 0,-2-3-4 16,-2-1-9-16,-1-3 2 0,0-3-4 0,-1 0 2 15,-1-2-1-15,-1 0 9 0,-5-9 1 0,9 11 2 16,-9-11-9-16,6 7-1 0,-6-7-4 0,0 0-13 16,8-8-18-16,-8 8 7 0,3-16-40 0,-3 16 22 15,0-22-26-15,0 9 31 0,-1-3-32 0,0 0 32 0,1-1-17 16,0 1 35-16,0 1 6 0,0 2 0 0,2 1-5 15,-1-1-12-15,1 1-3 0,1 1-11 0,0 2 0 16,3 0 5-16,2 2 8 0,2 1 7 0,1 3-3 16,3 1 6-16,1 1 4 0,4 2 4 0,-1 2 0 15,5 2 6-15,-1 1 0 0,1 0 0 0,-2 2-3 16,1 0 2-16,-1 1 9 0,-2-1-9 0,1 3 4 16,0-2-2-16,-4 1 4 0,-1-2-2 0,-3 1 4 15,-2 0 3-15,1-2 13 0,-4 2 3 0,-3-1 10 0,-4-8 0 16,1 17 4-16,-5-8-1 0,-4 0-10 0,-8 2-5 15,-3 0 0-15,-8 1-7 0,-4 0-24 0,-8-1-65 16,-1 1-118-16,-3-3-144 0,0 0-157 0,-2 0-149 16,9-5-124-16,-1 0-747 0,2 0-1147 0</inkml:trace>
  <inkml:trace contextRef="#ctx0" brushRef="#br0" timeOffset="117394.7075">7625 18291 39 0,'-32'29'494'0,"-11"6"-364"0,-2 0-219 0,-2 1-92 0,-3 0 51 15</inkml:trace>
  <inkml:trace contextRef="#ctx0" brushRef="#br0" timeOffset="119195.9819">6336 18102 109 0,'0'0'275'0,"-15"-8"-8"0,6 4 2 16,9 4 13-16,-16-9 2 0,7 3-18 0,0 0 26 16,0-1-45-16,-2-1 30 0,1 0-32 0,-1-1 37 15,0 1 15-15,1-2 16 0,-1 2 45 0,3 1 1 16,1-2-59-16,-1 2-35 0,0 0-25 0,8 7-42 0,-11-11-39 16,11 11-38-16,-9-8-28 0,9 8-19 0,0 0-10 15,-7 7-1-15,7-7-3 0,3 23-6 0,1-5 4 16,3 8-2-16,2 5-7 0,3 8-50 0,1 2 52 15,0 1-53-15,0 3 46 0,1 0-1 0,3 9-9 16,-4-6-4-16,4 7-2 0,-4-8-11 0,1-1 1 16,-2-4-8-16,1-2 0 0,-3-1-12 0,-1-8 13 15,1-1-3-15,-4-7-2 0,2-1-4 0,-2-1 6 0,-2-4-1 16,2-3 7-16,-3 1 11 0,-1-5 45 0,1-1 47 16,-3-9-15-16,2 13-18 0,-2-13-19 0,0 0-13 15,0 0-11-15,-12-6-8 0,4-4-15 0,-3-6-35 0,-4-7-22 16,-2-8-37-16,-2-2-13 0,-2-4-6 0,-1-1-4 15,-4-11-75-15,0-1 104 0,0-1-54 0,4-2 66 16,-1-1-2-16,1-1-3 0,4 1 3 0,2 9 10 16,5-1 6-16,-1 1-45 0,7 3 70 0,3 4-51 15,3 2 67-15,3 4-57 0,5 0 61 0,2 3-51 16,3 2 70-16,4 4-32 0,4 3 32 0,-1 3-50 16,3 4 57-16,4 4-48 0,-2 4 56 0,2 5-46 15,1 2 63-15,5 6-53 0,3 6 51 0,0 2-6 0,-1 4-8 16,1 2-4-16,-3 3-6 0,-3 1-59 0,-1 5 62 15,-1-2-50-15,-4 3 48 0,-2 0-58 0,-4 1 61 16,-4 2-52-16,-5-4 58 0,-5 0-66 0,-3-3 51 16,-6 1-6-16,-1 2-11 0,-5 0 0 0,-2-3-5 15,-5 3-28-15,-2-1 31 0,-4-3-7 0,-1-2-3 16,2-6-6-16,0-2-4 0,0-3-11 0,2-3-9 0,3-1-28 16,1-6-42-16,1-1-71 0,1-4-3 0,2-1-51 15,1-2 55-15,-1-3 6 0,3-3 54 0,3 2-6 16,2-2 48-16,0 1-13 0,4 9 43 0,3-19-16 15,-3 19 16-15,7-18 17 0,-2 11 16 0,-5 7 9 16,13-11 14-16,-13 11 27 0,20-5 37 0,-20 5 26 16,24 4 6-16,-8 0-11 0,4 5 6 0,0 0 12 15,3 4-3-15,4 2-5 0,4 3 4 0,2 2-9 0,0-1-20 16,6 0-20-16,3-1-2 0,0-1-8 0,3-1-2 16,-2-5-11-16,2 1-14 0,-1-4-4 0,1 0-1 15,0-1-17-15,-7-4-9 0,-1-2-17 0,-6-1 0 16,7-1-7-16,-10-2 16 0,-3 0-4 0,-2-2 17 15,-1 0-13-15,-6-3 0 0,1 0 6 0,-6-3 2 0,-1 2 1 16,-3-5 2-16,-2-1-1 0,-4 0 1 0,0-2-2 16,-4-1 1-16,-3-1 6 0,-1-3-74 0,-3 2 94 15,-2-3-75-15,-2 6 87 0,-2-2 4 0,1 2 2 16,1 5-3-16,-3 0-68 0,3 4 89 0,-3 2-77 16,2 3 79-16,-1 2-61 0,3 2 69 0,-4 3-48 15,2 4 62-15,-1 3-3 0,2 1-3 0,2 5 7 0,2-1-18 16,3 3-2-16,2 3-12 0,3-3 1 15,2 2-21-15,2 1 2 0,2 2-9 0,3-3 4 0,1 1-16 16,3-2 10-16,0-1-16 0,2-3 15 0,1 0-3 16,1-2-13-16,1-3 13 0,2 0-7 0,0-3-11 15,-1-3-42-15,-1 1 28 0,2-4-3 0,-4-2-3 16,4-2 8-16,-4-2-5 0,2-1 5 0,-4-2 2 0,1-1 1 16,-3-3-1-16,-1-2 5 0,-1-1-2 0,-2-3-5 15,-2 1 2-15,-1-5 0 0,-3 0-1 0,0 0-56 16,-3-2 74-16,0-1-63 0,-1 0 67 0,0 2-34 15,-3 1 83-15,4 5-39 0,-2 0 70 0,3 4-55 16,-2 1 37-16,2 1-59 0,2 10 37 0,-4-17-65 16,4 17 54-16,0 0-50 0,-3-10 41 0,3 10-54 15,0 0 60-15,0 0-51 0,3 14 49 0,-3-14-50 0,6 16 46 16,-2-8 1-16,1 3-17 0,2-1-21 0,2 2-25 16,-1 0-24-16,1-2-24 0,2 0-26 0,0-1-35 15,1 0-44-15,2-1-1 0,-1-2-62 0,2 0 21 16,0-3-19-16,-1-1 45 0,0 0-3 0,0-2 60 0,-2-2-2 15,-1 0 52-15,1-2 6 0,-3-2 69 16,-1-1 0-16,-1-2 48 0,0-3-10 0,-2-1 29 0,0 1 27 16,-2-3 31-16,-1 0 35 0,0-1 37 15,-1 2 26-15,0 1-80 0,0 1 86 0,-1 12-59 0,1-23 43 16,-1 23-83-16,0-18 20 0,0 18-81 0,2-14 34 16,-2 14-63-16,0 0 47 0,8-6-50 0,-8 6 60 15,9 6-52-15,-2 1 55 0,0 3-56 0,2-2 48 16,1 3-44-16,-2-1 46 0,3 2-12 0,-3-1-6 0,1 2-3 15,2-1-7-15,-3 2-4 0,1-1-11 0,-1-1 0 16,0 1-8-16,0-2-2 0,-1 0-5 0,1 0 2 16,-1-3 0-16,-1-1-9 0,-1 1-4 0,-5-8-2 15,10 13-12-15,-10-13-13 0,8 10-13 0,-8-10-4 16,8 7-15-16,-8-7-19 0,0 0-28 0,14 4-17 16,-14-4-27-16,12-7-17 0,-12 7 2 0,14-11 9 15,-7 4 10-15,1 0 23 0,-2-1 25 0,2 0 22 0,-2 2 9 16,0-2 34-16,0 1 35 0,-6 7 35 0,10-10 25 15,-10 10 4-15,8-9-4 0,-8 9-86 0,7-6 80 16,-7 6-85-16,0 0 77 0,11-9-77 0,-11 9 88 16,0 0-12-16,13-1 3 0,-13 1-13 0,0 0-3 15,18 2 2-15,-18-2-4 0,13 5-8 0,-13-5-5 0,16 5-3 16,-16-5 1-16,18 8-3 0,-8-3-8 16,-1-1 0-16,0 0 0 0,1 0-1 0,-10-4-4 0,17 7 0 15,-17-7 2-15,15 7-4 0,-15-7 0 0,12 4 3 16,-12-4 1-16,0 0-10 0,17 1 7 0,-17-1-1 15,13-4 2-15,-13 4-42 0,12-12-46 0,-4 5 72 16,-2-3-65-16,1-2 79 0,0 1-75 0,-1-2 85 0,2 1-66 16,-2 1 86-16,-1 2-50 0,0 0 92 0,-1 0-38 15,-4 9 49-15,8-12-66 0,-8 12 49 0,7-11-62 16,-7 11 44-16,6-7-61 0,-6 7 57 0,0 0-59 16,12-3 48-16,-12 3-51 0,13 2 55 0,-13-2-54 15,15 5 50-15,-15-5-62 0,22 6 32 0,-6-3-112 0,2 0 29 16,6 0-170-16,3-1-22 0,8-1-90 15,3 0-85-15,4 0-104 0,1-1-151 0,-1-1-379 0,10 0-693 16</inkml:trace>
  <inkml:trace contextRef="#ctx0" brushRef="#br0" timeOffset="120329.1581">10522 16584 657 0,'0'0'629'16,"-4"-17"-59"-16,0 6-20 0,0 3 32 0,0-3-49 15,-1 3 6-15,1 0-66 0,-1-1-73 0,0 3-56 16,5 6-57-16,-10-13-60 0,10 13-44 0,-9-6-30 15,9 6-20-15,0 0 2 0,-11 6 1 0,6 2-2 16,3 4-11-16,1 6-15 0,1 2-6 0,2 5-48 16,2 5 21-16,3 3-39 0,0 0 22 0,2 5-33 15,3-2 17-15,-2-1-10 0,2 1 3 0,-2-6-8 16,1-1-7-16,0-1-7 0,2-3 1 0,-3 0 0 0,1-2-2 16,0-5-5-16,-3-1-7 0,1-4-21 15,-2-1-4-15,-1-1 7 0,-1-1 2 0,-5-10 9 0,6 14-1 16,-6-14-10-16,0 0-4 0,0 0 4 0,0 0-2 0,0 0-4 15,0 0 1-15,-10-14-2 0,2 1-13 16,-3-2-15-16,0-4-13 0,-4-5 6 0,1-3-53 0,-3-6 32 16,1-3-4-16,0-1-13 0,4-5 13 0,1 2-3 15,2-3 3-15,4-2-8 0,3 0 2 0,4-1-11 16,5 1-4-16,5-1 11 0,3 2 14 16,5 3-6-16,4 3 14 0,1 2 9 0,3 4-4 0,2 4 24 15,1 3-5-15,-1 4 23 0,-2 7-13 0,7 0 17 16,-8 5-9-16,-3 5 18 0,-3 1-14 0,-1 3 19 15,1 3 6-15,-3 0-4 0,-2 4 2 0,-3 1 28 16,-1 2-8-16,-4 1 13 0,-2 2 17 0,0 1 12 16,-5-2 0-16,-2 1 7 0,-2 4-1 0,-3-3 6 15,0 1-5-15,0 0-9 0,-1-1-7 0,-1 0-7 16,2-1-8-16,0-1-6 0,0 2 0 0,2-3-11 16,1 0-6-16,1 1 0 0,4 0-4 0,-1 1-3 15,5 0 9-15,1 0 0 0,4 2-13 0,4-1-16 16,6 3-13-16,1-2-9 0,5 0-48 0,5 2 22 0,0 1 0 15,2 0-2-15,1-2-2 0,0 1 4 0,-2 0 1 16,-1 0 9-16,0-1-1 0,-4-2 11 16,-1 2 0-16,-4-2 9 0,1 1 7 0,-2-1 9 0,-5-1 1 15,0 0 11-15,-1-1 19 0,-2 1 16 16,-2-2 10-16,-3-2 19 0,0 3 19 0,-2-1 19 0,-2-3-5 16,-2 3 9-16,-3-11-7 0,1 16-6 0,-4-6-13 15,-5 0-12-15,-1 0-3 0,-7 1-12 0,-3 1-6 16,-9 0-11-16,-7 2-4 0,-6-1-8 0,-2 1-21 0,-6 0-58 15,-1 0-115-15,-2-3-82 0,-9 4-249 0,10-3-105 16,5-3-841-16,2 0-1070 0</inkml:trace>
  <inkml:trace contextRef="#ctx0" brushRef="#br0" timeOffset="121145.9343">12150 16462 712 0,'0'0'611'0,"-6"-15"-145"0,6 15-89 0,-8-17-61 16,4 10-33-16,-1-1-38 0,-4 1-29 0,2 3-31 15,-1-2-17-15,8 6-18 0,-19-5-3 0,19 5-14 16,-22 0-17-16,11 3-14 0,-2 2-15 0,0 2-15 16,1 2-7-16,1 0-9 0,1 2-5 0,1 1-3 15,2 1 21-15,1 1-40 0,0 0-3 0,2 0-4 16,4-1 3-16,-2 0-7 0,4 0-4 15,-2-2-1-15,2 1-2 0,4-2 1 0,-2 0-2 0,0-2 6 16,3 0-9-16,1-1 2 0,1-1-4 0,1-1-22 16,1-2-7-16,3-2-14 0,-3 1-12 0,-11-2 7 15,25-2 9-15,-15-1-4 0,2 0-10 0,-2-3 1 0,0-1 3 16,2 0 59-16,-5-1-58 0,-1-1 56 16,-1 1-48-16,2-2 57 0,-7 10-31 0,5-16 84 15,-5 16-49-15,3-17 59 0,-3 17-69 0,0-13 65 0,0 13-55 16,-1-13 25-16,1 13 8 0,-2-11 2 0,2 11-12 15,0 0-8-15,-1-13-7 0,1 13-6 0,0 0-3 16,-4-9-9-16,4 9 1 0,0 0-9 16,0 0-5-16,0 0-1 0,0-13-1 0,0 13-3 0,0 0 2 15,0 0 2-15,0 0 1 0,0 0 2 0,9-6-1 16,-9 6-4-16,15-1-8 0,-15 1-2 0,21-3-2 16,-9 1-17-16,3-1-1 0,-1 0 5 0,3 0 4 15,-2-1-1-15,-1-2-2 0,-1 0 0 0,3-1-2 16,-5-2 6-16,3 0 4 0,-5-4 4 0,-1 0 1 15,1-3 2-15,-1-4 6 0,-4-1-1 0,-2-1 3 16,-2-2 0-16,-2-3 2 0,-2 2 17 0,-4-3-3 16,-1 0 32-16,-1 2-20 0,-6-1 21 0,1 4-5 15,-2 1 19-15,-2 1-22 0,-4 4 21 0,0 2-26 16,-2 2 19-16,-2 4-20 0,1 4 37 0,-1 4-35 16,-5 2 10-16,-3 5 19 0,-6 7 21 0,0 4 21 0,2 3 11 15,0 5-48-15,-3 8 38 0,3 3-8 16,3 5 4-16,5 0-13 0,6-2-13 0,3 1-2 0,5 2-6 15,4 1-8-15,5 0-9 0,4-1-6 0,4-4-31 16,4 5 33-16,5-2-32 0,3-2 36 16,6-1-36-16,4-3 24 0,5-2-33 0,4-3 34 0,3-2-2 15,12 2-25-15,-3-10-49 0,1-1-72 0,5-3-86 16,2-5-88-16,2-2-85 0,1-2-71 0,0-2-94 16,-2-5 5-16,2-3-70 0,-2 0-102 0,-5-3-330 15,2-2-636-15</inkml:trace>
  <inkml:trace contextRef="#ctx0" brushRef="#br0" timeOffset="122897.766">13438 16646 128 0,'-8'-16'608'0,"1"1"-162"0,0 1-106 0,-2-1 18 16,2 0 1-16,1 0-37 0,-3 2-17 0,1 1-30 15,-2-1-35-15,-1 3-14 0,1 0-37 0,-3 2-11 16,-3 1-17-16,1 4-9 0,-2 2-17 0,-2 1-14 16,1 2-3-16,0 6-24 0,-4 1-13 0,3 1-9 15,2 3-1-15,0 1-7 0,2 2-6 0,3 0 11 16,1 1-23-16,3 0-2 0,0-1-1 0,4-2-3 15,2 2-32-15,2-3 34 0,0 0-33 0,2-2 31 16,2 0-32-16,2-2 36 0,0-1-41 0,3-2 38 0,-1 0-34 16,4-3 39-16,-1 0-41 0,-11-3 45 0,21 0-38 15,-10-1 58-15,0-4-11 0,0 0 1 0,-2-2 3 16,-2-1-10-16,2-3-5 0,-2-1-7 0,-3-1-5 16,-2-1 0-16,1-2 7 0,-1 1 11 0,0 2 15 15,-2 1 40-15,0 0 14 0,0 12-13 0,0-18-24 16,0 18-28-16,2-14-13 0,-2 14-5 0,0 0-11 15,10-7-3-15,-10 7-7 0,13 7 7 0,-4 1 1 16,4 3 2-16,1 3 12 0,4 5-32 0,-1 2 31 16,4 4-32-16,2 4 2 0,2 0 35 0,-2 0-41 15,0 2 27-15,2 0-5 0,-2-1-2 0,-1 1-11 16,-2-1-5-16,-1 0-3 0,-4-6-2 0,-1-2-6 0,-3-1-2 16,-3-2-2-16,2-1 6 0,-6-3-2 0,1-1-4 15,-3-1 7-15,-4-2 2 0,2-11-8 0,-5 19-5 16,1-11-13-16,-3-2-19 0,0-1-15 0,-2-2-22 15,9-3-21-15,-20 4-21 0,20-4-9 0,-20-4-3 16,8 1-7-16,4-3-29 0,-3-3-22 16,3-1 0-16,2-2-30 0,-1-2-8 0,5-3-1 0,0-1-3 0,2-2 0 15,2-5-10-15,2 0 27 0,3-5-16 16,1 0 23-16,2 1 47 0,-1-1 16 0,2-1 34 16,1 1 26-16,-1-5 20 0,-1 6 18 0,0-1 49 0,-1 2 46 15,-3 5 63-15,1-1 42 0,0 4 33 16,-4 2 19-16,1 3 13 0,-2 1-1 0,2 2-24 0,-2 2-33 15,1-1-25-15,-3 11-22 0,2-12 20 0,-2 12 16 16,0 0 19-16,0 0 24 0,0 0-34 0,12 2-16 16,-12-2-6-16,6 15-10 0,-1-8-18 0,-1 2-26 15,2 1 8-15,0 1-7 0,2 0-17 0,-1 0-7 16,0 0-1-16,4 0-20 0,-4-1-7 0,2 0-6 16,-3-3 1-16,2 1-10 0,0-1 0 0,-1-1-4 15,0-1-3-15,-7-5-6 0,14 8-8 0,-14-8-10 16,12 3-19-16,-12-3-11 0,14-1-23 0,-14 1-1 15,14-10-7-15,-8 2 9 0,2 1 4 0,-2-5-2 16,1-1-4-16,1 0 8 0,0-2 9 0,0 0 12 16,-1 1 13-16,0 0 1 0,2 0 9 0,-2 1 6 15,-1 2 14-15,-2 2 4 0,1 1-7 0,-1 0 4 16,-4 8-5-16,8-10 6 0,-8 10 16 0,11-5 3 16,-11 5 0-16,0 0-2 0,18 2 10 0,-18-2-1 15,15 7-4-15,-6-2 0 0,1 0-4 0,3 4-3 0,-2-2 0 16,2 1 0-16,0 0-6 0,0 1-4 0,0-1 4 15,7 1-9-15,-7 0 2 0,3-3-5 16,-1 1-11-16,0 0-15 0,-2-2-14 0,3-1-9 16,-1 0-7-16,1-2 3 0,-5-1-37 0,2-1 14 0,1-3-1 15,0 1-9-15,1-4-6 0,-2 1 12 0,0-3 13 16,0-1 14-16,-2-2 9 0,0 0 11 0,0-1 14 16,-2-1-6-16,2 1 8 0,-4-1 5 0,0 1 16 15,-1 0 7-15,1 3 8 0,-4 0 16 0,1-1-1 16,-4 10 0-16,6-14-4 0,-6 14-6 0,3-11 0 15,-3 11-8-15,0 0 2 0,0-12-7 16,0 12 0-16,0 0 3 0,0 0-6 0,0 0-1 0,0 0 3 16,0 0 1-16,0 0-1 0,-13 3 1 0,13-3 2 15,0 0 0-15,-2 13 2 0,2-13-1 0,0 0 4 16,2 17-11-16,-2-17 1 0,4 11-1 0,-4-11 0 16,7 12 0-16,-7-12 0 0,9 12 4 0,-9-12-4 15,14 10-3-15,-6-5 3 0,-8-5-2 0,18 7 2 16,-9-4 3-16,-9-3-7 0,20 4 4 0,-20-4-2 0,18 0 0 15,-18 0 0-15,19-3 5 0,-19 3-2 0,17-5-5 16,-17 5 1-16,18-9 0 0,-18 9 0 16,14-11 2-16,-7 4-3 0,-7 7-4 0,9-13-2 15,-9 13 7-15,4-13-3 0,-4 13 4 0,2-14-2 0,-2 14-2 16,-4-14-6-16,4 14 3 0,-7-14 2 16,7 14-2-16,-14-10 7 0,5 5 16 0,9 5 7 0,-20-6 2 15,20 6 10-15,-21-1 14 0,8 4 19 0,0 0 15 16,-1 2 6-16,-1 2-10 0,2 0 10 0,-1 4-10 15,1-3-2-15,1 4-5 0,1 3 5 0,3-4-4 16,-2 3-7-16,5 0-4 0,-1 0-12 0,2-2-10 16,2 2-7-16,2-2-31 0,0 1 26 0,2-1-35 15,2 1 40-15,1-1-44 0,1 0 30 0,5-1-34 16,-2-2 23-16,2 2-57 0,1-4 11 0,1-1-5 16,3 0-37-16,-1-1-17 0,1-2-13 0,-4-1 11 0,4 0 11 15,-3-2-13-15,-2 0 40 0,3-2 6 16,-3-2 6-16,1-1 1 0,-2-1 12 0,-1-2 4 15,-1-2 1-15,0-1 4 0,-3-2 6 0,-1-1-3 0,1 0 3 16,-2-1 17-16,-2-2-14 0,-1 0 4 16,2 2 1-16,-2-1 4 0,0 3 6 0,0 1 7 15,0 0-10-15,0 12 30 0,-2-21 0 0,2 21-6 16,0-15-8-16,0 15-4 0,0-12-5 0,0 12-3 0,0 0 3 16,0 0 12-16,0 0 3 0,0 0 10 0,0 0 1 15,0 0-2-15,14 6 0 0,-7 1 1 0,-1 1-4 16,2 0-4-16,2 2-3 0,1-1-1 0,3 1-3 15,2 0-8-15,1 0-6 0,-1-1-13 0,2 1-18 16,-3-4-12-16,2 1-22 0,-2-2-1 0,1 1-2 16,-2-2 2-16,0-1 10 0,-2-1 10 0,-1-1 11 15,-11-1 6-15,22-1 10 0,-22 1 3 0,17-8 6 16,-17 8 5-16,13-10 10 0,-8 1 13 0,-1 1 1 16,-1-3 11-16,0 1 1 0,-2-2 3 0,0 0 0 15,-1 0 9-15,0 12 22 0,1-21 10 0,-1 21-8 16,0-16-11-16,0 16-9 0,0-16-12 0,0 16-13 15,1-10-12-15,-1 10-3 0,0 0-7 0,0 0-1 16,3-10 10-16,-3 10-4 0,0 0 5 0,7 6-4 0,-7-6-1 16,7 10 4-16,-7-10-7 0,11 11 3 15,-11-11-7-15,11 14-41 0,-6-7-82 0,4 1-107 16,-1-1-131-16,-1 0-102 0,0-1-97 0,0 2-100 16,1-2-712-16,-8-6-972 0</inkml:trace>
  <inkml:trace contextRef="#ctx0" brushRef="#br0" timeOffset="123081.429">14847 16205 829 0,'-16'-24'717'16,"-1"-1"-90"-16,0 3-31 0,2-2-34 0,-1 1 17 0,4 5-80 16,1 1-52-16,-2 1-106 0,4-1-25 0,1 4-76 15,0 2-16-15,2 2-80 0,1 0-13 0,5 9-92 16,-6-12-9-16,6 12-108 0,4-9-33 0,-4 9-139 15,20 0-75-15,-8 2-80 0,6 3-75 0,2 2-11 16,2 2-111-16,7 0-519 0,-1 3-736 0</inkml:trace>
  <inkml:trace contextRef="#ctx0" brushRef="#br0" timeOffset="123285.4745">15180 16062 113 0,'6'-13'679'0,"-1"0"-90"15,-1 0-18-15,1-4 48 0,-2 3 32 0,-1-2-48 0,0 1 44 16,-2 2-86-16,1 1 37 0,-1 12-62 0,1-22-140 15,-1 22-85-15,2-15-76 0,-2 15-23 16,0 0 41-16,0 0-80 0,0 0 74 0,9 9-71 16,-5 4-155-16,7 6-21 0,0 7 0 0,6 6 0 15,0 3 0-15,4 2 0 0,6 8 0 0,3 0 0 16,1 1 0-16,0-1 0 0,4-1 0 0,-3 0 0 16,-1-3 0-16,-5-4-213 0,-3-2-264 0,1-1-102 0,-3-2-94 15,-4 0-71-15,-2-6-113 0,-4 2-618 0,-2-3-1097 16</inkml:trace>
  <inkml:trace contextRef="#ctx0" brushRef="#br0" timeOffset="124865.0075">11172 18054 260 0,'0'0'497'0,"-6"-16"-91"0,6 16 29 0,-10-15-25 16,5 6-1-16,0 1-28 0,0-1-27 0,0-1 10 16,-1 2 41-16,1-1-20 0,5 9-100 0,-8-14 27 15,8 14-100-15,-7-11 10 0,7 11-100 0,-5-8 28 16,5 8-53-16,0 0 79 0,-9 8-26 0,6 2 48 0,0 5-30 16,-1 7 32-16,1 3-48 0,1 8 16 0,-1 3-55 15,-1 9 17-15,3 1-42 0,2-2 14 0,1 2-37 16,0-2 18-16,0 1-41 0,2 1 17 0,1 0-36 15,2 0 24-15,0-4-9 0,1-2-4 0,-2-6-2 16,2-2-16-16,-3-3-12 0,4-1 8 0,-4-6-4 0,0-2-7 16,0-5 2-16,-1 2 5 0,-2-7 1 15,4 2-5-15,-5-3 14 0,-1-9-43 0,3 15 16 0,-3-15-34 16,0 0-17-16,0 0-22 0,0 0-19 0,0 0-20 16,-8-11-6-16,3 1-14 0,2-5-7 0,-3-1 4 15,0-5-24-15,-4-5-3 0,2-3-5 0,-2-8-17 16,0 0 2-16,-1-1 12 0,2-4-46 0,2-1 92 0,-2-3 21 15,3-2 21-15,1 0 4 0,3 0 14 16,2-2 14-16,2-2 14 0,3 4 2 0,3-1 11 0,3 3 4 16,2 4 14-16,3 1 2 0,2 5 13 0,3 2 18 15,2 7-42-15,2 2 67 0,-3 8-49 0,0 3 78 16,-1 3-52-16,1 5 82 0,-3 5-70 0,1 1 80 16,-2 5-60-16,2 3 76 0,-2 4-63 0,2 4 45 0,-1 2-6 15,-3 2-22-15,-2 2-14 0,-1 1-10 0,-4-2-6 16,-1 1-11-16,-2-1-1 0,-1 3-11 0,-5-1-46 15,0-2 42-15,-2 1-54 0,-1 1 58 0,-3 0-59 16,-3-1 58-16,0-2-56 0,0 0 40 0,-5-3-54 16,-1 4 56-16,-1-7-68 0,2 1 61 0,-4-3-75 15,2-1 68-15,-3 0-79 0,4-5 69 0,0 2-74 0,2-4 80 16,-1-2-91-16,14-2 80 0,-20 1-97 16,20-1 75-16,-16-2-2 0,16 2 2 0,-10-6 9 0,10 6-6 15,0 0 2-15,-3-10 7 0,3 10 9 0,0 0 9 16,8-6 15-16,-8 6 16 0,13 1 20 0,-13-1 2 15,17 5-74-15,-6-1 84 0,3 2-67 0,0 1 80 16,4 2-70-16,1 0 72 0,3 2-71 0,4-1 59 16,3 1-77-16,2 0-6 0,1-1-135 0,6 2-154 15,-1-2-130-15,3 2-165 0,2-2-676 0,0 0-890 0</inkml:trace>
  <inkml:trace contextRef="#ctx0" brushRef="#br0" timeOffset="125738.5102">12938 18166 305 0,'0'0'360'0,"-2"-17"-10"0,2 17-27 16,-1-20 30-16,-1 6-32 0,0-1 41 0,-2-1-27 15,-1 0 8-15,-2 0-21 0,-2-2-11 16,0 1-45-16,-2-1-10 0,-2 4-10 0,-1 0-104 0,-2 2 69 15,-2 3-93-15,-2 2 60 0,-2 3-64 0,1 4 54 16,-3 3-66-16,-1 3 39 0,-4 2-56 0,0 6 42 16,-3 4-18-16,3 3-18 0,0 1-64 0,4 3 46 0,2 3-62 15,8-4 44-15,-1 2-60 0,3 0 48 0,4 0-48 16,5-1 46-16,-2-3-76 0,4-1 63 0,2-1-13 16,4 1-23-16,0-4-7 0,2 1-9 0,1-3-23 15,2 1-18-15,2-4-14 0,2-4-18 0,1 0-12 16,0-2-5-16,1-2-7 0,3-3 2 0,-2-2 15 15,0-1 10-15,2-3 16 0,-1-2 3 0,1-3 3 0,-2-2 1 16,-2-2 19-16,-1-2 1 0,-1 0 11 16,-1-2 10-16,-2 2 10 0,0-1 1 0,-5 1 10 0,1 0 14 15,-1 2 12-15,-2 0 8 0,0 1 8 0,0 1 15 16,1 4 5-16,-3 8-4 0,2-18-10 0,-2 18-9 16,2-15-11-16,-2 15-9 0,2-11-7 0,-2 11-4 15,3-11-3-15,-3 11 16 0,0 0-13 0,5-9-1 0,-5 9 2 16,0 0-1-16,13-3 5 0,-13 3-5 0,0 0 6 15,20 0-3-15,-20 0-14 0,16 3-11 0,-16-3-9 16,22 2-10-16,-9-1-20 0,2-1-11 16,0 0-12-16,5 0 15 0,-1-1-33 0,0-1 32 0,-2-1-15 15,2 1 47-15,-3-3-19 0,2-1 39 0,-2-1-23 16,2-3 28-16,-7 1-1 0,5-3 53 0,-5-1-15 16,-2-3 16-16,-1-2 21 0,-2-2 5 0,-2-1 5 15,-2-3 4-15,-4 0 3 0,0-2 0 0,-6-4-65 0,0-2 69 16,-5-2-70-16,-3-2 75 0,0 1-71 0,-4-1 72 15,-3 2-68-15,-1 2 80 0,-1 3-72 0,-2 2 66 16,-2 4-81-16,-3 3 62 0,-3 4-77 0,3 6 80 16,-4 4-79-16,-4 6 70 0,-7 6-50 0,-1 4 68 15,-13 10-53-15,1 7 9 0,-1 7 51 0,1 6-33 16,3 7 58-16,0 5-59 0,-9 11 50 0,16-6-38 0,-4 14 54 16,13-7-52-16,5 2 45 0,6 1-55 0,4-1 31 15,6 1-45-15,6-3 26 0,8 3-14 0,4-11-12 16,12 5-5-16,3-3-5 0,12-2-7 0,6-6-5 15,9-4-5-15,6-5-17 0,8-5-29 0,3-9-22 16,4-5-32-16,2-6-38 0,-9-10-27 0,4-1-36 16,5-5-76-16,7-5-58 0,2-2-108 0,-2-5-52 0,-1-2-88 15,-2-6-128-15,-4-2-513 0,-2-4-813 16</inkml:trace>
  <inkml:trace contextRef="#ctx0" brushRef="#br0" timeOffset="126532.458">14058 18275 47 0,'3'-17'332'0,"-3"17"-39"0,2-17 6 16,-4 6-21-16,2-2 19 0,-3 0-19 0,1-4 3 15,-2 1 8-15,-3-4 20 0,-2 0-32 0,0 1 32 16,-2 1-12-16,0 0 14 0,-3 1 6 0,-1 1-11 0,1 2-108 16,-2 1 45-16,-2 2-82 0,1 2 38 15,-2 4-79-15,-1 1 44 0,0 5-70 0,-3 3 41 0,-2 2-69 16,-1 5 35-16,2 2-63 0,-1 2 31 0,2 3-59 16,4 3 52-16,2 3-64 0,3 0 54 0,1 1-66 15,7-2 52-15,1-1-60 0,0 1 48 0,5-3-73 16,5 1 32-16,2 0-90 0,4-2 52 0,3-2-112 15,5-1 53-15,4-1-29 0,2-5-17 0,2 1-5 16,0-6 13-16,-3-1 6 0,3-1 20 0,-4-3 23 0,1 0 24 16,-4-5 17-16,0 1 9 0,-1-2 25 0,-2 0 23 15,0-4 12-15,-5-1 22 0,-1 0 9 0,-3-3 14 16,-2 0 16-16,-3-3 19 0,1 2 34 0,-2-2 3 16,-2 1-4-16,0 2 0 0,0 1-60 0,0 2 71 15,0 11-29-15,0-19-75 0,0 19 39 0,0-14-12 16,0 14-18-16,0 0-49 0,0 0 47 0,16 2-57 0,-9 8 51 15,6 3-56-15,1 4 56 0,1 5-60 16,6 6 76-16,1 2-65 0,-2 3 61 0,3 2-6 0,-2 3-3 16,1 2-6-16,0 9-8 0,-4-8-8 0,0 1-18 15,0-2-6-15,-2 0-10 0,-5-2 3 0,0-1-2 16,-3-7 9-16,-4 0-2 0,-2-5 5 0,-2 0 17 16,-2-3 19-16,-2-1 19 0,-4-2 24 0,-1-2 13 0,-2 0 8 15,-3-4-6-15,-1-1-5 0,-5-4-8 0,-1 0-6 16,0-2-12-16,-4-3 0 0,-2-1-18 0,-1-2 7 15,1-2-9-15,-2-2-4 0,-2-3-7 0,1-3-5 16,1 2-2-16,5-5-7 0,-1 1-14 0,7-2-21 16,3 0-33-16,1-3-20 0,5 1-16 0,4 0-23 15,1-2-18-15,4 0-15 0,4 1-50 0,3-2-13 0,2 0-65 16,5-2 9-16,3 0-47 0,2 1 23 0,7-2-52 16,2 0 15-16,1 0-31 0,3 1-9 0,-1 0-31 15,2 2-47-15,1-1-288 0,-1 2-242 0</inkml:trace>
  <inkml:trace contextRef="#ctx0" brushRef="#br0" timeOffset="127749.0948">14559 18236 413 0,'-3'-16'690'0,"-3"1"-43"16,0 2-37-16,-1-3 13 0,-1-2-15 0,-2 2-80 16,1 3 26-16,2 1-52 0,0-1 4 15,-2 2-88-15,5 3-58 0,-1 0-96 0,5 8-42 0,-8-13-66 16,8 13-12-16,0 0-44 0,-9-5 1 0,9 5-27 15,0 0 5-15,-3 15-33 0,3-15 4 0,8 22-9 16,-4-9-6-16,0 2-10 0,2 1-1 0,1 2-10 0,-1-2-5 16,2 3-8-16,1-1 7 0,-1-2 3 15,0-1-13-15,0-1-17 0,0 0-1 0,-2-3-79 0,3 1-12 16,-2 0-72-16,-1-4 31 0,-1 1-58 0,-1-2 55 16,-4-7-48-16,10 13 75 0,-10-13-33 0,9 9 53 15,-9-9-74-15,0 0 79 0,0 0-78 0,13-2 95 16,-13 2-63-16,7-9 82 0,-7 9 10 0,5-19 13 0,-4 6 1 15,0 0 9-15,1-2 10 0,-2 2 5 16,0 0 12-16,2-2 37 0,-2 2 23 0,0 1 11 0,0 12-48 16,0-21 78-16,0 21-60 0,2-16 42 0,-2 16-67 15,3-12 56-15,-3 12-50 0,0 0 66 0,8-7-43 16,-8 7 66-16,12 2-48 0,-12-2 54 0,13 9-54 16,-4-1 44-16,0 1-29 0,0 0 31 0,0 1-49 15,1 2 30-15,-2 0-55 0,1-2 33 0,3 2-45 0,-3-1 36 16,-3 0-47-16,5-1 34 0,-4 0-39 0,-1 1 32 15,-1-4-49-15,2 0 27 0,-3 2-61 0,-4-9 17 16,10 15-64-16,-10-15 46 0,9 10-41 0,-9-10 57 16,6 8-45-16,-6-8 53 0,0 0-73 0,12 4 59 0,-12-4-48 15,11-3 46-15,-11 3-65 0,11-13 70 16,-6 3-67-16,3 1 90 0,-3-5-70 0,2 0 97 0,-1 0-79 16,0 1 90-16,-2 3 6 0,0-2 11 0,0 0 6 15,-2 2 16-15,1 0 19 0,-3 10 4 0,4-16-52 16,-4 16 48-16,4-13-54 0,-4 13 36 0,5-11-67 15,-5 11 46-15,0 0-10 0,3-12-10 0,-3 12-52 0,0 0 52 16,0 0-49-16,13 8 55 0,-13-8-55 0,14 11 54 16,-5-1-41-16,0-1 42 0,1 2-57 15,2 1 57-15,-1-2-51 0,5 2 53 0,-2-1-53 0,2 2 38 16,0-1-30-16,1-1 51 0,1-3-55 0,2 0 48 16,-1 1-62-16,0-3 29 0,3 0-90 0,0 0 47 15,-2-4-90-15,0 1 71 0,0-1-94 0,1-2 81 16,-2 0-70-16,-2 0 71 0,1-3-68 0,-2 0 68 15,-2-3 13-15,2-1 12 0,-3-1 11 0,-2-2 8 0,0-3 8 16,-3 1 3-16,-2-1 10 0,1-2 7 0,-4-1 8 16,1 3 19-16,-3-2 18 0,-2 1 11 0,-3 0 10 15,1 0 10-15,-4 0 4 0,1 1-5 0,-3 1-78 16,-3 2 89-16,-1-1-57 0,1 4 71 0,-3 1-50 16,0-1 67-16,1 4-56 0,0 1 52 0,-1 3-51 15,2 2 58-15,-2 2-27 0,2 3 31 0,1 0-62 0,1 3 43 16,2 3-53-16,1 0 41 0,2 2-48 0,2 0 34 15,0 2-51-15,4-1 45 0,2 1-52 0,1 0 38 16,1-2-47-16,2 0 41 0,3 0-48 0,2-1 39 16,0-1-48-16,3 0 16 0,0-3-74 0,2 0 19 15,-1-4-68-15,2 0 48 0,-2-1-61 0,1-2 68 16,-3-1-38-16,1-1 59 0,-1-1-31 0,-13-1 63 0,24-3-48 16,-13 1 64-16,-1-3-55 0,-1-2 60 0,-2 0-55 15,-1-4 64-15,0 0-55 0,-2-3 65 0,-2 3-61 16,-2-4 58-16,0 1-54 0,0-2 64 0,-3 2-56 15,1-2 69-15,-3 2-54 0,1 1 49 0,1 2-54 16,-1 0 56-16,1 2-58 0,3 9 53 0,-6-16-58 16,6 16 53-16,-5-10-57 0,5 10 65 0,0 0-54 15,-9-5 55-15,9 5-46 0,0 0 61 0,0 0-49 0,-2 15 47 16,2-15-49-16,5 15 48 0,1-7-58 0,-1 2 45 16,3 0-50-16,0 1 52 0,4 0-61 0,0-1 50 15,3 0-61-15,1 1 31 0,-1-3-95 0,0 0 39 16,1-2-79-16,0 0 39 0,3-1-92 0,-3-1 92 15,1-2-59-15,-4 0 109 0,2-2-70 0,-1-1 104 0,-1 0-53 16,-1-3 114-16,-2 0-46 0,1-2 80 16,-4-1-45-16,1-3 71 0,-1-1-47 0,0-1 61 0,-3-3-40 15,0 2 50-15,-1-2-40 0,-2 1 47 0,-1 0-24 16,0 3 32-16,0-1-12 0,-1 2 40 0,1 10-9 16,-2-20-24-16,2 20-13 0,-1-17-51 0,1 17-12 15,-2-11-14-15,2 11-14 0,0 0-14 0,0 0 4 16,0 0-7-16,0 0 0 0,0 0-20 0,6 17 9 15,-1-9-3-15,2 3 8 0,2 1-22 0,2 1 2 0,3 0-43 16,0 1-89-16,1 0-17 0,1-1-107 0,2-1 16 16,-1-1-117-16,1 0 13 0,-3-3-129 0,-1 2-21 15,-2-3-64-15,0 0-54 0,-1 1-101 0,-2-2-448 16,-2-1-774-16</inkml:trace>
  <inkml:trace contextRef="#ctx0" brushRef="#br0" timeOffset="127935.2198">15605 17844 105 0,'-22'-33'879'0,"0"2"-212"0,3 0-1 0,0 8-94 0,6 1 103 16,-1 4-125-16,3 0-95 0,0 4-95 0,3 2-75 16,0 1-60-16,2 3-43 0,1 0-46 0,5 8-30 0,0 0-29 15,0 0-56-15,0 0-95 0,11-1-57 16,8 10-179-16,5 5-58 0,10 4-114 0,5 6-117 0,6 3-135 15,2 3-284-15,1-1-626 0</inkml:trace>
  <inkml:trace contextRef="#ctx0" brushRef="#br0" timeOffset="128148.9687">16185 17823 604 0,'-4'-22'936'0,"-1"0"-47"15,-1-2-175-15,-1 4 51 0,1 2 108 0,0 1-106 16,1 3-141-16,1 3-144 0,0 2-107 0,4 9-77 15,-5-10-8-15,5 10-23 0,0 0-27 0,-5 20-175 16,5-1-65-16,2 9 0 0,2 5 0 0,4 13 0 16,4 2 0-16,3 12 0 0,6 0 0 0,0 1 0 15,6 0 0-15,2-2 0 0,2-2 0 0,-1-2 0 0,1-1-374 16,2-4-222-16,-5 0-88 0,-2-5-146 0,-5-8-138 16,-2 0-535-16,1-4-1132 0</inkml:trace>
  <inkml:trace contextRef="#ctx0" brushRef="#br0" timeOffset="130570.0356">16933 14581 197 0,'25'-23'491'0,"5"-2"-136"0,5 3-12 15,6 0-99-15,12-1-14 0,6 2-77 0,3 3 11 0,3 3-58 16,2 2 14-16,2 3-45 0,-9 5 20 0,0 3-21 15,-1 2 29-15,-1 2-47 0,-4 3 23 0,-4 2-32 16,-5 2 40-16,-5 4 18 0,-5 5 59 0,-5 4 6 16,-6 3-9-16,-4 3 14 0,-8 5-18 0,-5 7 17 15,-4 3 0-15,-7 4-24 0,-3 6-13 0,-6 10-24 16,-4 4-10-16,-4 1-28 0,0 6 7 0,-2 4-2 16,-4 19-21-16,4-15 10 0,3 1-13 0,3 3-13 15,3 0-4-15,3 0-24 0,6 1 5 0,4-3 11 16,3 2 17-16,5-6-32 0,3-2-6 0,3-2-2 15,5-3 0-15,1-3-11 0,3-5-1 0,3-2-3 16,3-5-2-16,1-2-14 0,2-4-8 0,2-4-14 16,-1-4-13-16,2-5-25 0,-4-8-3 0,0-3 47 15,2-4-71-15,1-4 53 0,-1-3-56 0,-3-6 21 0,-1-2 17 16,-3-5 15-16,-4-2 14 0,0-2 11 16,-1-2 8-16,-3-1 27 0,0-2 46 0,-3-2 22 0,0-1 22 15,-4 1 26-15,-2-1 4 0,0 1 27 0,-8 7 0 16,5-14 5-16,-5 14-18 0,-3-11-16 0,3 11-22 15,-15-9-9-15,3 8-9 0,-1 1-2 0,-4 1-1 16,-1 2-9-16,1 3-10 0,-3 2-5 0,1 3-37 16,3 3 31-16,-1 4-7 0,2 3-10 0,5 1-7 15,5 3-5-15,2 6 42 0,4 2-50 0,6 8 32 16,7 3-39-16,7 7 39 0,5 2-53 0,5 1 44 16,5 2-46-16,2 0-1 0,1 1 9 0,1 1 2 15,1 2 43-15,-1 1-47 0,-2-2 43 0,-2 1-49 16,-2-2 44-16,-2-2-46 0,-5-1 44 0,-1-1-45 0,-4-1 44 15,-1-1-48-15,-8-8 47 0,-1-2-50 0,-5 0 49 16,-3-8-39-16,-2 1 49 0,-3-3-45 0,-2 0 52 16,-2-2-34-16,-4 1 45 0,0-4-20 0,-3 2 33 15,-2-4-28-15,-1 0 40 0,-3 0-20 0,-4 0 15 0,0 0-41 16,0-5 32-16,-5 3-8 0,-3-3-12 16,-1 0-5-16,6-3-12 0,-10 2-2 0,0 0 5 15,-1-2-21-15,-1 0-39 0,-2-1-44 0,2 0-54 0,1 1-54 16,2-3-50-16,5-4-107 0,3 2-91 0,7-4-125 15,2-2-67-15,5-1-158 0,0-2-464 0,12-3-854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03:57.6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3761 1319 5 0,'18'-15'318'0,"-1"1"-2"0,0 1 6 0,-2-1-6 0,1 0 28 16,-3 0-17-16,-1 0 49 0,-2 2-57 0,-2-1 24 16,-1 3 4-16,0-2 3 0,-4 2-70 0,0 0-15 15,-3 10-70-15,1-17-22 0,-1 17-53 0,-7-14 1 16,7 14-50-16,-19-8 3 0,7 7-31 0,-7 2 11 15,-3 3-29-15,-2 2 11 0,-6 2-28 0,-7 8 17 16,0 0-25-16,0 3 7 0,-1 4-11 0,3-3 4 16,0 5-8-16,4 0-65 0,4 1 86 0,3 3-67 0,5 0 74 15,7-1-61-15,4 2 77 0,8-1-4 16,4 5-4-16,8 5-3 0,9 1-3 0,9 6 8 16,8-1-8-16,6-1-10 0,6-1 0 0,2 0-37 0,5-2 49 15,-2-1-77-15,2-2 72 0,-2 0-84 0,-1-1 50 16,-4 0-81-16,-2-1 0 0,-5 0 43 0,-11-7-55 15,-4 2 55-15,-5-2-49 0,-6-4 61 0,-6 0-41 16,-6-3 68-16,-4-3-51 0,-3 0 63 0,-4 2-45 16,-3-2 60-16,-5-2-46 0,-1-1 58 0,-6-2-46 15,-3 2 61-15,-3-4-58 0,-2-3 66 0,-2 0-63 16,0-5 61-16,1 0-64 0,0-3 66 0,0-1-65 16,2-3 66-16,2-1-64 0,1-2 63 0,2-1-65 15,4 0 54-15,6-2-63 0,4 1 53 0,4-1-66 16,5 9 59-16,2-19-66 0,7 9 49 0,5-3-75 15,5 1 54-15,10-3-52 0,6 0 4 0,4 0-6 16,3-1-1-16,3 2 7 0,2-2 25 0,0 2-63 0,2-1 43 16,0 0-6-16,0 0 0 0,-1 1 2 0,-2-1 21 15,-2 0 8-15,0 0 9 0,-5 0 9 0,0-2-4 16,-3 2 8-16,-4-2 22 0,-7 1 30 0,-2 0 24 16,-3 0 78-16,-5 0 14 0,-2 3 18 0,-3-4 29 15,-3 5-3-15,-3 0-31 0,-1 3-22 0,-3 9-90 16,-5-21 70-16,-1 13-98 0,-2 1 84 0,-4 1-96 15,-4 3 76-15,-1 0-80 0,-1 6 84 0,-1 0-74 16,-1 3 60-16,-1 2-80 0,2 1 69 0,2 4-79 16,2 0 74-16,2 2-73 0,4 2 78 0,2 0-61 15,4 0 68-15,2 1-77 0,4-1 4 0,5 4 3 0,2 0 7 16,5-1-3-16,5 1 0 0,2-2-2 0,8 1 3 16,1-2-3-16,3-3-1 0,-3-3-21 0,1-2-26 15,1-1-37-15,0-3-40 0,1-4-21 16,-5 1-17-16,1-3-1 0,0-1 19 0,-2-2 11 0,-1-2 15 15,-2-2 16-15,1-2 18 0,-2-3 63 0,-1-4-46 16,-4 0 64-16,-2-4-37 0,-2-2 81 0,-3-4 9 16,-3-3 24-16,-1-2 44 0,-4-2-61 0,-2-4 83 15,-2-9-79-15,-3-2 80 0,-4-1-66 0,0 1 87 16,-2-2-76-16,-5-8 55 0,1 10-67 0,1 2 96 16,-2 3-13-16,1 5 31 0,1 3-20 0,3 7 48 15,2 7-63-15,0 2 2 0,0 3-86 0,2 4 6 0,1 4-50 16,4 8 23-16,-5-8-41 0,5 8 28 0,0 0-22 15,0 16-84-15,1-1 115 0,3 8 13 0,3 7 6 16,5 8 12-16,0 7-5 0,6 10-4 0,1 3-1 16,1 2-10-16,2 2-7 0,-1 0-4 0,0 1-55 15,4 0 55-15,-4-1-39 0,-3-1 31 0,-1-3-45 16,0-2 49-16,-4-11-71 0,-1-1 31 0,-1-2-23 16,0-5-24-16,-4-9-38 0,0 1-32 0,-2-7-12 15,1-1-5-15,-3-4 8 0,1-2 31 0,0-4 18 16,-4-11 1-16,2 17-33 0,-2-17-50 0,0 0-13 15,0 0 12-15,0 0-6 0,-18-7-9 0,11-3-38 16,-2-4 17-16,0-5 20 0,-2-1 34 0,2 0 24 16,0-2 26-16,0 0 34 0,3 0 38 0,-1 0 30 0,3 1-19 15,0 3 1-15,3-1 1 0,2 1 68 16,1 0-84-16,5-2 68 0,2 1-74 0,7-3 64 16,0 2-84-16,5 2 43 0,2 0-143 0,2 1-17 0,-1 1-99 15,2 1-108-15,2 1-91 0,0 1-129 0,6-1-540 16,-6 2-740-16</inkml:trace>
  <inkml:trace contextRef="#ctx0" brushRef="#br0" timeOffset="1250.571">7320 2263 411 0,'-12'-4'649'16,"2"0"-114"-16,0 0 26 0,-1-3-1 0,2 1-53 0,-1-4-28 15,0 1-67-15,1-2-46 0,1-1-39 0,2 1 2 16,-3-3-38-16,4 3-40 0,0-3-35 16,1 5 2-16,1-2-58 0,0-1 1 0,3 12-77 0,-1-18 17 15,1 18-63-15,4-16 25 0,-4 16-52 0,12-13 34 16,-3 10-47-16,3 2 37 0,3 1-44 0,2 2-2 16,1 2-2-16,4 3-17 0,0 2-9 0,3 2-24 15,-2 2-78-15,-1 2 73 0,-4-1-50 0,-1 0 48 16,-1 1-33-16,-4 1 58 0,-2 2-33 0,-4-3 70 15,-5 1-10-15,-3-2 11 0,-3 3-2 0,-9 4-5 16,-7-1 6-16,-5 2 3 0,-8-3 2 0,-2-1 1 16,-4-2 1-16,-1-3 1 0,-4-3 1 0,2-2 2 15,3-5 0-15,1-1-4 0,2-4-2 0,1-3 4 16,3-2-6-16,3-5-40 0,4-3-71 0,5-2-19 16,4-5-37-16,6-2-20 0,6 1-17 0,5-4-11 15,6-5 49-15,8-6-52 0,4-2 57 0,10-7-2 0,5 0-1 16,5-1 12-16,3-1 9 0,1 1 20 15,4-2 14-15,-2 0 11 0,0 1-9 0,-2-1 36 0,-2 2 0 16,-1 2 31-16,-5-2 2 0,-6 3 67 0,-6 6 34 16,-2 0 39-16,-2 0 14 0,-7 1 1 0,-3 0 50 15,-5 4-33-15,-3 0 27 0,-5 0-22 0,-5-6 36 16,-5 2-34-16,-3 2-2 0,-3 1 0 0,-2 4 10 16,-1 1 16-16,-1 4 6 0,4 5-14 0,0 3-17 0,5 4-27 15,2 1-24-15,2 5-18 0,1 6-16 16,11 2-8-16,-20 5 4 0,13 4 17 0,0 4 5 15,2 8 10-15,3 6-2 0,4 7-3 0,3 12-45 0,4 3 44 16,6 11-44-16,2 6 46 0,4 4-57 0,3 5 55 16,3 0-58-16,9 19 45 0,0 0-59 0,1 0 7 15,1 1 16-15,0 1-11 0,1 0 0 0,1-1 8 16,-1-2-16-16,-1-4-4 0,-7-16-6 0,-2-5 0 16,0-3-43-16,-4-4 45 0,-2-4-26 0,-5-5 5 15,-4-9 1-15,-5-2 5 0,-2-9 11 0,-3-1 37 16,-2-7-39-16,0-4 65 0,-1-4-21 0,-1 0 56 15,-3-4-32-15,3-12 21 0,-5 15-45 0,5-15 25 16,0 0-42-16,-12-2 0 0,7-6-16 0,-1-6 17 16,-2-5-60-16,1-9 7 0,1-4-24 0,-1-10-20 15,0-5-13-15,1-1 8 0,1-2 28 0,1-3-4 16,0 0 16-16,2 2-38 0,-1-1 57 0,1 1 2 0,0 4 4 16,2 1 5-16,1 10-6 0,1 1 16 0,1 4 50 15,1 4-70-15,0 4 52 0,6-2-60 0,4 4 60 16,3 3-64-16,4 2 66 0,4 4-60 0,0 4 56 15,1 6-64-15,1-1 2 0,2 4 16 0,-1 3 2 16,3 3-3-16,-1 3-15 0,0 1-31 0,-3 3-19 16,-2-1-13-16,-2 1-5 0,-5 0-6 0,-3 1 14 15,-4-2 6-15,-5 0 8 0,-4 0-10 0,-4 0-26 16,-4 0-2-16,-6 1 9 0,-5 1 3 0,-6-2 55 0,-1-1-41 16,-6-2 62-16,0-2-43 0,-2-1 11 15,4-3 11-15,-1-1 14 0,3-2 14 0,3 1 12 16,2-2 30-16,3 0-1 0,3-2-10 0,4 2-4 15,11 0-3-15,-16-5-3 0,16 5-1 0,0 0-2 0,0 0-13 16,10-14-17-16,-1 11-11 0,7-1-15 16,0-1-11-16,3 0-8 0,3 1-2 0,3-1-4 15,1-1-5-15,5 0-9 0,1-1-12 0,1 0 7 0,0-1 18 16,0-2-3-16,0 1 37 0,-3-3 2 0,0-1 13 16,-2-2 6-16,-3 1 7 0,-1-4 17 0,-3 0 38 15,-3 1 106-15,-3 0 17 0,-4 1 70 0,-2 0-33 16,-2 2 70-16,-3 0-63 0,-2 2 71 0,-1 1-86 15,-1 11 53-15,-4-20-103 0,-1 12 58 0,-2 2-93 16,-1 1 61-16,8 5-97 0,-19-4 52 0,19 4-79 16,-20 4 60-16,8 1-85 0,3 2 67 0,-2 2-72 0,3 2 16 15,1 3-1-15,2 1-3 0,3 0-1 16,1 2 8-16,2 1-44 0,3 1 48 0,3 0-46 16,3 1 46-16,4 3-79 0,3-3-33 0,3-1-109 0,4 0-106 15,2-2-150-15,4 2-88 0,-4-5-207 0,2-3-313 16,-4-4-676-16</inkml:trace>
  <inkml:trace contextRef="#ctx0" brushRef="#br0" timeOffset="2366.6441">8775 2113 560 0,'-2'-10'870'0,"-1"1"-184"16,3 9 27-16,-3-20-130 0,3 20 15 0,-4-18-143 15,4 18-31-15,-3-14-127 0,3 14-12 0,0 0-108 16,3-15 12-16,-3 15-85 0,12-6 29 0,-12 6-75 15,23 3 42-15,-6 1-74 0,4 3-4 0,1 2-5 16,0 0-2-16,3 4-4 0,-2 1-12 0,0 1-17 16,-2 0-59-16,-3-1 37 0,-2 0-48 0,0-1 49 15,-2 0-32-15,-2-1 67 0,-1-3-55 0,-2 1 52 0,0-1 5 16,-2-1 5-16,-1-1 34 0,-6-7-4 16,9 9 0-16,-9-9 4 0,0 0-1 0,5 10-4 15,-5-10-5-15,0 0-1 0,0 0-10 0,-17-5 2 16,17 5-3-16,-14-10-5 0,5 4 0 0,2-1-2 0,1-1-2 15,0 1-5-15,2-3-12 0,-1 2-21 0,5 8-33 16,-2-20-20-16,4 9-23 0,4 0 63 0,2 0-100 16,1 0 52-16,5-1-103 0,2 0 36 0,1 1-85 15,2 2 37-15,1-1-67 0,1 2 52 0,0 1-75 16,0-2 30-16,1 2 43 0,-2 0 34 0,1 2 39 16,-2-1 27-16,-4-1 38 0,2 4 42 0,-2-1 117 15,-1-1 23-15,-4 2 117 0,0-3-2 0,-1 1 109 16,-9 5-65-16,13-8 87 0,-13 8-92 0,8-10-8 15,-8 10-14-15,0 0 46 0,1-13-69 0,-1 13-1 16,-6-7-47-16,6 7 34 0,-12-2-61 0,12 2 25 0,-15 1-51 16,15-1-13-16,-18 6-12 0,8-4-3 0,0 4-11 15,1 2-8-15,-2 2-9 0,3-2-1 0,1 3-7 16,2-1-9-16,1 1-2 0,1 0-25 0,1 0 21 16,2 2-37-16,2-2 33 0,2 0-34 0,1 2 35 15,2-2-68-15,0 0 3 0,4 0-73 0,-1-3 9 16,1 1-79-16,1-1 9 0,0-2-35 0,-2-1 28 15,1-2 11-15,0 0 38 0,-11-3-1 0,19 2 15 16,-19-2 12-16,17-5 16 0,-8-1 15 0,-3 1 13 16,0-4 88-16,-1 0-76 0,-1-3 73 0,-2 0-66 0,0-1 132 15,-1 1-62-15,-1-3 91 0,0 1-51 0,0 1 109 16,-2 0-42-16,1 0 60 0,0 1-50 0,1 12 39 16,-3-20-60-16,3 20 11 0,-2-16-64 0,2 16 18 15,-1-12-63-15,1 12 36 0,0 0-46 0,0 0 34 16,0 0-43-16,0 0 36 0,0 0-44 0,5 11 35 15,-5-11-40-15,12 17 5 0,-3-8 6 0,2 3 0 16,4 0 1-16,3 0 2 0,2 1-7 0,1-1-13 16,-1-3-31-16,2 2-23 0,-1-4-36 0,-1 2-9 0,1-3-2 15,1-1-21-15,-4-4-19 0,1 1 4 0,0-1 27 16,-3-2 19-16,1-1 30 0,-2-2 7 16,-1-4 99-16,-2-1-79 0,0-4 77 0,-2 0-75 0,-3-5 83 15,-2-4-76-15,-1-4 93 0,-2-2-78 0,-3-8 93 16,-2-8-51-16,-3-1 74 0,-2-4-63 0,-3 3 13 15,-3-12 12-15,-4 1 89 0,0 0-48 0,-3 0 56 16,-1 5-49-16,1 3 61 0,1 11-28 0,0 1 38 16,2 6-9-16,5 7 35 0,2 5-49 0,1 2-25 15,0 5-52-15,4 3 24 0,6 9-59 0,0 0 28 16,-14 5-15-16,10 4 25 0,2 8 12 0,2 3 12 0,5 10-15 16,2 10 18-16,2 3-18 0,3 6-58 0,4 9-24 15,1 1 0-15,1 1 0 0,2 1 0 16,-2 1 0-16,2-2 0 0,1-2 0 0,-3-3 0 0,0 0 0 15,-5-11-165-15,1 1 21 0,-3-5-12 0,-2-1-8 16,-1-9-1-16,-3-4 17 0,-1-3 6 0,-2-4 22 16,0 0 28-16,-2-5 18 0,0-1 16 0,-2-3 12 15,2-10 14-15,-7 11 4 0,7-11 2 0,0 0 9 16,-17-4 0-16,11-3 4 0,-1-1 3 0,1-6-34 16,2-2 36-16,0-2-3 0,4-1-1 0,2 0-3 15,4-4 46-15,0 1-50 0,3-1 49 0,3-1-56 16,1 3 48-16,1 0-46 0,1 5 50 0,-1 2-52 0,3 0 56 15,-1 3-43-15,-2 4 51 0,1 0-42 0,0 4 62 16,-1 2-33-16,0 1 19 0,-1 1 0 16,3 3-9-16,-3 1 5 0,2 1 8 0,-3 2 7 0,0 0-9 15,1 3-4-15,-3-2-5 0,0 2-8 0,0 1-9 16,-1 0-34-16,0-1-1 0,0 0-124 0,-2 0-90 16,0 1-127-16,0-1-137 0,-1-3-121 0,-2 3-67 15,0-4-758-15,-4-7-1052 0</inkml:trace>
  <inkml:trace contextRef="#ctx0" brushRef="#br0" timeOffset="2551.0876">10122 1709 726 0,'-11'-35'829'0,"1"6"13"0,2 3-103 16,2 3-74-16,-2 1-30 0,2 3-146 0,2 3-35 15,0 3-126-15,0 1-38 0,1 1-109 0,3 11-12 16,-5-14-82-16,5 14 11 0,0 0-114 0,0 0-74 0,13 13-135 15,-4 5-80-15,3 6-165 0,0 3-58 16,0 10-84-16,1 1-113 0,-1 4-390 0,1-3-730 16</inkml:trace>
  <inkml:trace contextRef="#ctx0" brushRef="#br0" timeOffset="3400.9291">10338 2076 5 0,'0'0'773'0,"0"0"-148"15,11-7 37-15,-11 7-93 0,8-15 71 0,-5 5-109 16,3-3-30-16,-1-1 10 0,0 0-49 0,0 1 23 15,1 0-61-15,0 1-87 0,1 0-65 16,1 3-59-16,0-1-44 0,3 2-36 0,0 2-28 0,0 2-20 16,2 2-9-16,1 1-21 0,3 2-1 0,0 4-12 15,1 0-7-15,0 3-6 0,-1 2-2 0,1 0-3 16,-4 2-9-16,0 1 2 0,-1 2-42 0,-2 0 50 16,-1-3-54-16,-4 1 45 0,0-1-42 0,-3 1 44 15,0-1-48-15,-3 1 46 0,-1-3-43 0,-1 1 41 16,-2-1-44-16,-2 0 37 0,-1-2-59 0,-5 0 16 15,1-2-49-15,0-2 21 0,-1-2-43 0,-2-2 16 16,0 0 8-16,2-2 4 0,-1-2-22 0,1-2-26 16,0-1-1-16,1-4-10 0,4 0 16 0,1-3 2 15,3 0-10-15,3-4 8 0,1 0 17 0,3-4 81 0,1 0-51 16,2 2 66-16,3-1-44 0,-1 2 79 0,2 1-32 16,1 1 66-16,0 2-45 0,0 1 60 0,3 3-62 15,-3 2 65-15,3 1-59 0,-2 3 52 0,3 1-62 16,-3 2 48-16,2 2-47 0,-1 2 43 0,2 1-42 15,-2-1 37-15,1 4-49 0,1 1 49 0,-2 1-54 16,0 1 46-16,0 0-49 0,0 1 41 0,0 1-45 16,-1-1 1-16,-1 0 6 0,0 2-1 0,0-4 0 0,-1 3 1 15,1-3 0-15,-2 1-1 0,-1-3 5 0,1 0 2 16,-2-1 3-16,1-1 1 0,-9-4 7 16,19 3-6-16,-19-3 2 0,21-4-2 0,-9 0-1 0,1-4 42 15,1-1-58-15,0-4 43 0,2-2-51 0,1-4 45 16,0-2-57-16,-1-1 52 0,1 1-53 0,-2 0 53 15,-1 3-13-15,-4 0 71 0,1 2-18 0,-1 1 50 16,-1 4-21-16,-3-1 25 0,0 2-34 0,1 2-13 16,-3 1 0-16,-4 7-52 0,8-12 21 0,-8 12-36 15,0 0 27-15,12-4-32 0,-12 4 34 0,0 0-35 16,13 10 33-16,-6-3-31 0,-3-1 26 0,3 2-35 0,2 2 37 16,0-2-27-16,2 3 24 0,3-1-18 0,3-2 32 15,4 0-33-15,1 1 34 0,6-1-30 0,3-1-4 16,3-1 1-16,1-2-4 0,0-1 5 0,2-3 6 15,2 0-2-15,-5-1 0 0,0-4 0 0,-1-1 28 16,-3-2 26-16,-2-2-2 0,-1-2 10 0,-4-3 7 16,-1-3 18-16,-3-1-27 0,-2-3-1 0,-3 0-32 15,-6 1 5-15,-1-1-40 0,-2 2 0 0,-2-4 0 0,-2 7 0 16,-2 0 0-16,-2 1 0 0,0 0 0 16,-1 1 0-16,-1 2 0 0,1 4 0 0,0 0 0 15,4 9 0-15,-12-12 0 0,12 12 0 0,0 0-4 0,-11 3 7 16,11-3-30-16,-2 14 40 0,4-4-8 15,1 5 5-15,5 4-10 0,4 5 0 0,3 1 0 0,8 5 0 16,6 1 0-16,9 6 0 0,4 0 0 0,8 0 0 16,4-1 0-16,3 0 0 0,3-1 0 0,1-1 0 15,0 0 0-15,0-4 0 0,1 1 0 0,-4-1 0 16,-2-3 0-16,-4-1 0 0,-14-4 0 0,-4-3 0 16,-10-1 0-16,-7-4 0 0,-9-1 0 0,-10-1 0 15,-6 0 0-15,-11 0 0 0,-12 0 0 0,-12 1-172 0,-9-1-212 16,-17-2-115-16,-12-1-106 0,-5-1-115 0,-6 1-15 15,-5-1-152-15,-5-5-441 0,-2 0-932 16</inkml:trace>
  <inkml:trace contextRef="#ctx0" brushRef="#br0" timeOffset="4050.784">4568 3295 261 0,'-16'0'506'0,"2"0"-105"0,14 0-30 15,-24-1-85-15,24 1-19 0,-25 0-7 0,25 0 34 0,-24-2-44 16,24 2 70-16,-19 0-62 0,19 0 49 0,-16-1-90 15,16 1 54-15,-14 0-104 0,14 0 46 16,0 0-93-16,-16 1 58 0,16-1-94 0,0 0 66 16,-12 2-86-16,12-2 2 0,0 0 2 0,0 0-6 0,0 0 4 15,-13 0 7-15,13 0 56 0,0 0 41 16,17 0 25-16,2-2 11 0,17-2 0 0,20-5 8 0,25-3 1 16,34-7-38-16,21-1 39 0,23-1-61 0,20-4 28 15,59-6-54-15,15 3 9 0,13 1-59 0,8 4-14 16,11-2-13-16,7 3-5 0,12-2-12 0,8 0-35 15,7 3 0-15,1-2 0 0,0 4 0 0,2 0 0 16,-5 2 0-16,-7 2 0 0,-4 2 0 0,-9 0 0 16,-10 2 0-16,-5 1 0 0,-11 1 0 0,-8 1 0 15,-55 2 0-15,-1 0 0 0,-4 1 0 0,-12 2 0 16,-7-2 0-16,-12-1 0 0,-9 2 0 0,-16-2 0 16,-9 1 0-16,-31 0 0 0,-8 0 0 0,-12 1 0 15,-8-1 0-15,-18 2 0 0,-7-2 0 0,-7 3 0 16,-10 0 0-16,-7 0 0 0,-3 0 0 0,-7 0-70 0,1 2-157 15,-6-2-80-15,-1 1-95 0,-14 1-97 16,20 0-91-16,-20 0-85 0,0 0-66 0,0 0-744 0,0 0-1109 16</inkml:trace>
  <inkml:trace contextRef="#ctx0" brushRef="#br0" timeOffset="12105.4026">14418 2069 52 0,'0'0'501'0,"0"0"-109"0,0 0-76 0,0 0-45 16,-5-9-20-16,5 9-17 0,0 0 6 0,0 0-23 15,0 0-6-15,-8-8-11 0,8 8 31 0,0 0-70 16,0 0 25-16,0 0-82 0,-8-6 22 0,8 6-76 16,0 0 39-16,0 0-69 0,0 0 40 0,0 0-57 15,0 0 44-15,0 0-47 0,0 0 68 0,0 0-41 16,0 0 67-16,0 0-40 0,21 0 62 15,-5 0-66-15,6 0 65 0,17-2-72 0,8-3 53 0,8-1-77 0,13-1 54 16,5-2-71-16,3 0 59 0,-1 0-71 0,5-1 62 16,0 1-79-16,-1 0 45 0,1 2-99 15,-2-1 27-15,-3 2-42 0,-3 0-41 0,-11 0-52 0,-4 0-52 16,-2 1-36-16,-4 3-30 0,-9 0-44 0,-4 0-44 16,-8 2-16-16,-2-1-312 0,-5 1-227 15</inkml:trace>
  <inkml:trace contextRef="#ctx0" brushRef="#br0" timeOffset="12371.1827">15056 2178 120 0,'-20'6'516'0,"4"-2"-130"0,0 0-65 0,5 0-50 15,-1-1-41-15,2 0 5 0,10-3 7 0,-18 5-9 16,18-5-18-16,-14 4-24 0,14-4-24 0,-8 3-28 16,8-3-6-16,0 0-16 0,0 0-14 0,0 0-10 15,0 0-12-15,19 3-16 0,-1-5-15 0,2 0-4 16,5-3-12-16,4 2-8 0,8-1-6 0,1-1-25 16,8-1-53-16,2 1-73 0,2 0-53 15,0-1-27-15,1 1-53 0,-1-1-94 0,1 0-56 0,-2-1-350 0,-3 1-280 16</inkml:trace>
  <inkml:trace contextRef="#ctx0" brushRef="#br0" timeOffset="12804.0913">15730 1657 430 0,'-14'-13'669'0,"1"-1"-163"0,-3 0-87 0,3 0-49 16,-4 2-58-16,2 0-68 0,-1 1 39 0,3 2-75 16,1 0 64-16,-1 1-79 0,4 0 34 15,1 2-109-15,-2 0 30 0,10 6-101 0,-10-7 47 0,10 7-76 16,0 0 56-16,0 0-77 0,0 0 74 0,0 0-83 16,26 5 64-16,-3-1-70 0,8 3 67 0,10 2-69 15,5 0 64-15,5 0-68 0,11 3 64 0,3 1-66 16,2 1 65-16,4 1-68 0,-2-1 68 0,4 0-70 15,-4 3 67-15,-1 0-66 0,-2 1 73 0,-4 0-77 16,-3 2 68-16,-3 2-66 0,-12-4 66 0,-4 3-63 0,-2 1 62 16,-6-1-66-16,-5 4 64 0,-2 0-63 0,-8-1 77 15,-3 2-72-15,-3-2 8 0,-6-1 12 16,-3 0 5-16,-4 3 15 0,-3 2-2 0,-5 1 8 0,-5 4-4 16,-4-3 5-16,-4 1 4 0,-3-1-3 0,-5-1-4 15,-4 1-1-15,-8 2 7 0,-3-1-13 0,-2 0-2 16,-2-5-3-16,2 2-6 0,0-3-3 0,8-4-67 15,3-1-38-15,2-2-59 0,8-4-93 16,3-2-81-16,6-1-24 0,4-4-46 0,5 0-139 0,9-7-309 16,-9 5-410-16</inkml:trace>
  <inkml:trace contextRef="#ctx0" brushRef="#br0" timeOffset="17139.2054">18938 1273 106 0,'-20'-21'374'0,"1"2"-35"16,-1-1-13-16,1 1-14 0,2-1 4 0,-2 1 33 15,4 3-20-15,1 0 56 0,0 2-33 0,1 1-27 16,3 3-37-16,1 0-25 0,-1 1-53 0,3 2-45 15,0 1-43-15,7 6-17 0,-11-4-2 0,11 4 20 16,-12 7 7-16,7 5-80 0,1 1 72 0,1 11-78 0,2 3 69 16,1 7-83-16,2 10-1 0,3 3 3 15,2 3 2-15,5 11 0 0,1 1 50 0,4-1-75 16,1-1 61-16,2 1-78 0,2-3 4 0,0-1 3 16,1-2-2-16,1-4-12 0,0-2-18 0,-5-11-18 0,0 0-29 15,-1-1 17-15,0-4-7 0,-2-3 8 0,-3-5 3 16,-3-5 0-16,0-1-8 0,-3-4 2 15,0-3 17-15,0 1 13 0,-2-5 10 0,-5-8 9 16,8 14 1-16,-8-14 2 0,0 0 1 0,0 0 13 0,0 0-15 16,7-10 3-16,-6-2 0 0,-1-2-7 15,1-5 73-15,0-4-88 0,1-2 61 0,1-8-72 16,1 0 56-16,0-2-63 0,3-4 57 0,0 5-58 0,1 3 67 16,0 2-61-16,1 2 67 0,0 5-65 0,1 5 67 15,1-2-66-15,1 5 60 0,3 2-61 0,-1 4 73 16,4 4-71-16,-2 0 63 0,3 8-58 0,3 2 68 15,4 4-62-15,0 5 60 0,0 0-58 0,3 5 66 16,-2 2-66-16,-1 0 60 0,-2 2-74 0,-4-2 33 0,-2-1-73 16,-1 1-15-16,-6-2-7 0,-3-1 15 15,-2 0 10-15,-3-2 19 0,-5 0 20 0,-1-1-4 0,-6 0 23 16,-5 0 1-16,-4 0-2 0,-6-2-15 0,-3-1 24 16,-4-3-12-16,-2-2-1 0,-2-2 10 0,0-1 1 15,-2-3 8-15,5-2-5 0,1 0 6 0,4-4 7 16,1 2 15-16,4 0 1 0,3-1-7 0,4 0-8 15,5-1-4-15,10 4-2 0,-8-7 5 0,8 7-7 16,10-8-1-16,2 3-15 0,5 0-35 0,6 0-26 16,5 0-30-16,6 0-17 0,4-1-6 0,5 1-3 15,1-1-9-15,2-1-46 0,0 2 12 0,1-1-34 16,-2-1 30-16,1 0-42 0,-4-1 55 0,-1-2-13 16,-7 2 77-16,-2-2-3 0,-4-3 63 0,-3 0 28 15,-2-2 41-15,-4-1 39 0,-5-1 33 0,-1 0 28 0,-5-3 27 16,-2 0 22-16,-2 1 63 0,-1 0-39 0,-3 1 99 15,-1 0-15-15,-1 1 31 0,-2 1-81 0,-1 1 61 16,1 2-91-16,-1 3 37 0,0 1-110 0,1 1 35 16,4 8-95-16,-7-6 57 0,7 6-72 0,-9 6 55 15,4 1-82-15,1 3 63 0,0 1-78 0,2 4 62 16,2 0-75-16,1 2 59 0,4 5-69 0,1 0 34 16,3 3-102-16,1 0-8 0,4 0-104 0,-1-1-56 0,2 0-63 15,0-1-14-15,0-1-40 0,-2-4-83 0,0-4-444 16,-1 1-460-16</inkml:trace>
  <inkml:trace contextRef="#ctx0" brushRef="#br0" timeOffset="17344.2121">19631 1538 591 0,'-8'-22'814'0,"0"2"-213"0,1 1 50 15,0 4-139-15,2-2 6 0,-1 3-156 0,2 0 17 16,-2 2-153-16,2 2 15 0,4 10-121 0,-7-15 5 0,7 15-108 16,0 0 12-16,0 0-129 0,0 0-31 0,0 0-144 15,5 11-80-15,2 2-47 0,2 4-117 0,6 6-543 16,2 0-679-16</inkml:trace>
  <inkml:trace contextRef="#ctx0" brushRef="#br0" timeOffset="18107.0969">20171 1752 778 0,'0'0'773'0,"1"-13"-34"0,-1 13-195 0,-4-11 81 15,4 11-100-15,-5-11-10 0,5 11-135 16,-4-8-17-16,4 8-117 0,0 0-13 0,-7-10-92 0,7 10 15 16,0 0-75-16,0 0 33 0,-7 14-71 0,7-14 37 15,-2 22-59-15,2-8 42 0,1 3-65 0,1 1 46 16,1 1-75-16,1 2-54 0,2 1-11 0,-1 1-8 15,0-3-51-15,1 1-3 0,1-1 8 0,-2-4-20 16,2 0 14-16,-1-2 8 0,-1-1 11 0,0-3 18 0,-1 1 22 16,1-2 8-16,-5-9 47 0,7 13-12 15,-7-13 10-15,8 4-2 0,-8-4 0 0,11-4-8 16,-11 4 48-16,14-12-61 0,-7 3 48 0,1-3-54 0,1 1 52 16,-2-3-48-16,1 0 61 0,0 2-52 0,1-1 62 15,-1 2-48-15,-1 0 54 0,-1 2-48 0,-1 0 53 16,2 2-49-16,-7 7 49 0,9-12-55 0,-9 12 57 15,10-9-45-15,-10 9 50 0,14-4-2 0,-14 4-48 16,16 0 60-16,-16 0-57 0,22 3 62 0,-9 0-6 16,4 1-48-16,1 0 48 0,4 1 3 0,2-1-11 15,3 1-1-15,6 0-1 0,0-1-8 0,2 0-54 0,1-1 42 16,1 1-79-16,-2-1 17 0,0-1-56 16,-5-1 33-16,-1 1-54 0,-1-2 45 0,-1-2-37 15,-3 0 67-15,-1-2-35 0,-1-2 57 0,-2-1-26 0,-1-2 52 16,-1-1-38-16,-4-3 70 0,1-1-43 0,-3-2 69 15,-5-1-21-15,3-1 96 0,-2 0 5 0,-2 1 28 16,-2 2-32-16,0-1 123 0,-1 1-73 0,-1 3 70 16,-1 0-82-16,-1 12 40 0,0-19-95 0,0 19 59 15,-5-13-94-15,5 13 79 0,-14-1-73 0,2 2 76 16,-2 5-68-16,-6 1 48 0,0 4-79 0,-3 2 57 16,0 3-76-16,2 2 55 0,1 0-75 0,0 3 5 0,4 0 4 15,0 0-4-15,5-2-8 0,2 2 0 0,1-1-1 16,2 0 25-16,3-1-28 0,2-1-2 15,2-1-1-15,2-1 3 0,1 1-1 0,3-2-14 0,1-3-39 16,2-1 35-16,0 0-34 0,3-4 34 0,-1 0 5 16,0-2 4-16,0-3-1 0,-12-2 4 0,24 0-1 15,-10-3 3-15,-1-2 6 0,-1-2-7 0,-1-2-2 16,0-1-6-16,0-4 1 0,0-2 63 0,-1 0-71 16,-1-2 69-16,-3 1-77 0,-1 0 88 0,1 2-70 15,-2-1 20-15,-1 2 27 0,-2 1 60 0,1-1-52 16,0 3 68-16,-2 11-58 0,3-19 35 0,-3 19-62 15,3-15 31-15,-3 15-71 0,2-10 51 0,-2 10-51 0,0 0 50 16,0 0-60-16,0 0 59 0,16 4-56 16,-10 3 47-16,3 1-53 0,3 2 4 0,0 0 4 0,4 2-6 15,1 0-38-15,3 0-63 0,2 2-60 0,1-2 25 16,1 0-133-16,0 1-26 0,-3-3-131 0,1-1-9 16,1-2-132-16,-2 2-43 0,-4-5-331 0,1 0-550 15</inkml:trace>
  <inkml:trace contextRef="#ctx0" brushRef="#br0" timeOffset="18906.422">21583 1774 124 0,'-1'-16'693'0,"-3"3"-21"0,2 0 3 0,0 1-94 0,-1 0 51 16,1 0-143-16,2 12-79 0,-3-19-72 0,3 19-64 16,-1-14-46-16,1 14-38 0,2-11 27 15,-2 11-74-15,0 0 48 0,16-1-53 0,-16 1 16 0,23 9-66 16,-9 0 22-16,4 2-58 0,0 3 28 0,3 1-59 15,0 2 42-15,-2 1-51 0,-1 0 33 0,0 0-45 16,-2 1 35-16,-3-2-59 0,0-1 34 0,-2-2-52 16,-2 1 4-16,0-2 7 0,-2 0 4 0,-2-1 6 15,-1-3 7-15,-4-9 1 0,4 18 1 0,-4-18 4 0,0 14 2 16,0-14 0-16,-4 11 3 0,4-11-1 0,-7 6-6 16,7-6-19-16,0 0-22 0,-16 0-4 15,16 0-43-15,-11-6-46 0,11 6 64 0,-11-13-134 0,7 5 30 16,0-3-63-16,3 0 47 0,2-2-12 0,4-2-10 15,1-2 1-15,3-2 2 0,1 1 18 0,6-4-1 16,-1 2-3-16,2 1 68 0,-3 3-3 0,2 0 57 16,-2 2-8-16,1 0 70 0,-2 3-19 0,-3 0 98 15,1 2-16-15,-1 1 74 0,0 1-31 0,-2 1 62 16,-1 1-44-16,-7 5 51 0,13-10-62 0,-13 10 46 16,10-7-54-16,-10 7 71 0,9-7-59 0,-9 7 55 0,0 0-74 15,13-3 68-15,-13 3-81 0,0 0 68 0,12 3-93 16,-12-3 68-16,10 8-86 0,-10-8 73 0,13 10-89 15,-13-10 79-15,12 15-87 0,-4-9 64 0,1 2-85 16,0 1 84-16,1-1-82 0,1 0 76 0,1-2-82 16,-2 4 70-16,2-3-78 0,-1 0 75 0,-1 0-81 15,1-1 72-15,-2 0-75 0,1-3 81 0,0 0-75 16,-10-3 84-16,19 1-83 0,-19-1 81 0,18-4-77 16,-9 1 89-16,-1-4-70 0,3 0 71 0,-2-3-75 0,-1-1 72 15,2-3-81-15,-1-2 86 0,-1 2-54 0,0 0 97 16,-1 0-58-16,0 1 28 0,-1 1 7 15,-1 1 11-15,-1 3-4 0,1 0-33 0,-5 8-17 0,7-13-9 16,-7 13 0-16,9-6-8 0,-9 6-4 0,12 3 1 16,-12-3 49-16,14 12-61 0,-6 0 58 0,3 7-22 15,1 6 58-15,5 7-52 0,-2 6 34 0,1 4-55 16,-1 4 0-16,3 13 0 0,0 3-1 0,1 4-34 16,0 5 34-16,2 5 0 0,0 1-7 0,1 1-1 15,-2 2-7-15,1-1-41 0,0-3 4 0,-4-2 7 16,0-2-8-16,-4-5 2 0,-3-1 5 0,-3-13 1 15,-5-4 7-15,-2-4 6 0,-4-2 7 0,-6-4 28 16,-2-3-39-16,-4-5 38 0,-3-7-38 0,-2-5 38 16,-4-5-36-16,-3-3 34 0,-3-4-37 0,1-6 39 15,-6-2-42-15,-7-6 6 0,-1-7 0 0,1-3 0 16,-7-8 4-16,4-5 1 0,3-5-6 0,4-4-26 0,6-3 1 16,4-4-78-16,11 4 38 0,4-4-55 15,7-1 22-15,6-3-32 0,7-1-42 0,12-7-43 0,6 2-25 16,9 4-22-16,7 3-16 0,6 5-55 0,4 3 14 15,3 4 3-15,-1 8-17 0,2-1-45 0,-1 8-533 16,-11 5-493-16</inkml:trace>
  <inkml:trace contextRef="#ctx0" brushRef="#br0" timeOffset="19589.9094">24249 1676 446 0,'-5'-7'515'0,"-3"-4"-104"0,-2-5-57 0,-2 1 18 0,1-3 1 16,-4-3-32-16,2-3-16 0,-3-1 31 0,2-1-65 16,-2-5 41-16,3-2-104 0,-1-1 35 15,4 7-94-15,1-1 80 0,3 6-68 0,1 0 46 0,0 4-91 16,3 0 20-16,0 3-84 0,3 2 33 0,2 5-77 16,4-2 50-16,1 4-63 0,4 5 53 0,4 1-62 15,8 5 61-15,6 3-60 0,6 5 47 0,3 5-59 16,2 2 3-16,7 6 1 0,-1 3 10 0,0 4-3 15,-3 2-2-15,-1 3-9 0,-4-1-15 0,-3 3-13 16,-3 0-10-16,-9-6-10 0,-2 1-13 0,-6-2-2 16,-5-3 4-16,-3 0-2 0,-6-4 12 0,-2-1 10 0,-6 0 8 15,-3 0 13-15,-6-2 7 0,-1-2-2 16,-3-3 10-16,-6-3 19 0,-1-3-18 0,-4 0 2 16,-2-4 7-16,-2-4 4 0,-1-1 14 0,-2-5 4 0,0 0 6 15,-6-8-2-15,3-1-3 0,2-4-3 0,1-1 2 16,4-5-2-16,2 0-2 0,6-3-4 0,2-1-2 15,3-5-6-15,6 7 9 0,4-1-8 0,5 1-15 16,3-1-32-16,3 2-26 0,4-1-31 0,4-1-20 16,4 1-51-16,5 1 2 0,5-3-127 0,4 3-3 15,3 2-82-15,2 1-38 0,3 3-22 0,4 0-75 16,0 0-410-16,2 1-492 0</inkml:trace>
  <inkml:trace contextRef="#ctx0" brushRef="#br0" timeOffset="20374.7011">25000 746 424 0,'-10'-41'739'0,"-2"0"-51"0,-2 0-42 15,-1 3-28-15,0-1-4 0,-3 4-47 0,1 1-39 16,4 8-1-16,1 1-39 0,0 7-50 0,5 1-112 16,-1 3-69-16,1 4-68 0,7 10-31 0,-9-9-7 15,9 9 6-15,-3 14 40 0,3 3-86 0,0 13 36 0,4 14-31 16,4 19-15-16,1 5-97 0,4 3-4 0,2 6 0 15,3 4 0-15,1 4 0 0,8 15 0 16,-1 3 0-16,4 0 0 0,-1 2 0 0,0-3 0 0,3 1 0 16,-2-4 0-16,1-3 0 0,0-2 0 0,-5-19 0 15,-1 0 0-15,0-5 0 0,-5-3 0 0,0-4-55 16,-4-6-42-16,-5-10 51 0,-3-4-34 0,0-5 57 16,-3-7-32-16,-1-6 50 0,-2-2-32 0,0-5 50 15,-2-2-35-15,0-3 39 0,0-13-40 0,-2 17 44 16,2-17-38-16,-7 7 40 0,7-7-40 0,-10-6 35 15,2-3-42-15,0-5 36 0,1-4-48 0,-4-7 22 16,3-5-56-16,-2-6 7 0,1-4 26 0,0-3-55 16,2-2 36-16,-1-2-1 0,3 0 9 0,0-4-5 0,3 2 45 15,2-1-39-15,1 0 41 0,5 2-39 0,-1 2-4 16,5 3 7-16,-1 4-1 0,5 3 3 16,1 4 6-16,2 7 6 0,0 4 2 0,3 2 3 0,3 5 5 15,-1 4 0-15,2 4 5 0,2 3 3 0,2 3-1 16,4 6 42-16,0 2-55 0,3 5 30 0,-1 2-71 15,-2 3 18-15,-7-1-73 0,-1 0 47 0,-4 1-52 16,-4-2 76-16,-4-1-61 0,-4 2 11 0,-3-3 43 0,-3-1-31 16,-4-1 70-16,-5 1-70 0,-3-1 74 15,-2-2-63-15,-4 1 12 0,-2-3 13 0,-7 0 10 16,2-2 10-16,-3-3 6 0,-1 1 12 0,0-3 63 0,0 1-80 16,0-4 78-16,0 2-71 0,4-1 67 0,4 0-75 15,0-1 79-15,2 0-76 0,2 0 66 0,5 0-79 16,10 2 71-16,-14-4-83 0,14 4 64 0,0 0-97 15,0 0 75-15,10-11-97 0,2 7 56 0,7 1-83 16,-1 1 65-16,7-2-66 0,3 0 56 0,6-1-61 16,-1 0 49-16,2-1-16 0,3 1-13 0,2-4-5 15,0-1-1-15,2-1 15 0,-2-1 14 0,-2-2 23 16,0-3 21-16,-2-1 15 0,0-1 44 0,-4-2 33 16,-1-1-24-16,-2-1 63 0,-9 3-23 0,0-3 92 15,-6 3-56-15,-1 0 77 0,-4 1-64 0,0 2 56 0,-7 0-69 16,-2 4 61-16,-2 0-100 0,-2 0 63 0,-3 4-87 15,-4-1 80-15,-3 3-87 0,-1 3 68 0,-6 2-83 16,1 3 78-16,0 1-78 0,-3 4 14 0,-1 4 3 16,1 2 4-16,1 2 3 0,1 4 1 0,6 0 9 15,3 0 0-15,4 2 1 0,3 1-1 0,5-1 49 16,3 3-65-16,7 2 50 0,3 0-69 0,10 1 50 16,-2-7-112-16,12 5-5 0,-1-5-163 0,4 0-59 15,1-3-166-15,0-3-57 0,-5-4-156 0,3-1-508 0,-3-4-782 16</inkml:trace>
  <inkml:trace contextRef="#ctx0" brushRef="#br0" timeOffset="20708.6298">26446 1576 431 0,'-8'-13'703'0,"0"-1"-82"16,1 3-18-16,0-1 49 0,-2 0-104 0,2 4-9 15,1-2-67-15,1 3-82 0,5 7-74 0,-8-13-62 16,8 13-59-16,-6-7-36 0,6 7-34 0,0 0-9 15,0 0-15-15,16 6-22 0,-3 7-18 0,4 0 29 0,6 5-48 16,4 4 27-16,-1 2-54 0,-1 2 36 16,2 2-61-16,-3-3 20 0,-3 2-68 0,-4-4 49 15,0-3-63-15,-2 1 58 0,-4-3-51 0,-1-1 58 0,0-1-49 16,-3-3 62-16,0-1-56 0,-2-2 62 0,-3-1-48 16,-2-9 59-16,6 15-58 0,-6-15 61 0,0 0-46 15,-2 12 58-15,2-12-41 0,0 0 58 0,0 0-57 16,-18-6 49-16,18 6-54 0,-11-13 56 0,4 2-68 15,1-2 53-15,-2-1-54 0,0-1 43 0,1-3-54 16,1 2 41-16,0-1-76 0,4 2 35 0,-2-2-124 16,2 5 4-16,2-1-139 0,2 1 25 0,4 2-70 0,2-1 22 15,1 2-81-15,6 0-14 0,3 0-24 16,5 3-36-16,2-1-39 0,1 1-325 0,3-1-371 0</inkml:trace>
  <inkml:trace contextRef="#ctx0" brushRef="#br0" timeOffset="21691.1011">27233 1544 448 0,'10'-4'480'0,"-10"4"-67"16,11-10-29-16,-11 10 8 0,4-11 33 0,-4 11-63 16,0-17 49-16,0 17-103 0,-6-16 52 0,1 7-107 15,-4 1 45-15,-2-2-112 0,2 3 45 0,-3 1-110 16,2 2 50-16,-1 1-93 0,-3 2 61 0,1 1-87 0,-1 2-8 16,1 3 6-16,-2 2-10 0,0 4-8 15,2 0-3-15,-1 4 59 0,3 1-76 0,2 2 55 0,2 1-73 16,3-2 58-16,1 1-64 0,3 0 54 0,0 1-77 15,3 2 36-15,3 0-102 0,4-2 38 0,-1 0-96 16,3-3 45-16,1 0-69 0,0-2 60 0,3-2-57 16,1 0 57-16,-3-5-40 0,-1 0 78 0,4-2 13 15,-4 0 15-15,-1-4 15 0,-12-1 6 0,25-1 23 16,-13-2 8-16,-3-2 28 0,0-4 11 0,2 1 22 0,-4-4-45 16,0-2 87-16,-5-3-69 0,2-1 63 15,-2-1-74-15,0-1 91 0,-2-5-63 0,-2 1 103 0,0 0-76 16,-2 1 95-16,2 2-69 0,-3 1 78 0,1 2-90 15,0 2 41-15,-2 1-79 0,4 3 49 0,0 1-76 16,0 1 48-16,2 10-76 0,-7-13 55 0,7 13-62 16,0 0 2-16,0 0 6 0,0 0 3 0,-7 9 6 15,7-9-1-15,3 18 5 0,1-5-3 0,3 2 54 16,-1 0-64-16,4 3 58 0,1 1-65 0,5 1 59 16,-1-1-61-16,4 0 53 0,0-1-71 0,4-1 32 0,-1-3-87 15,2 1 50-15,-1-4-91 0,0 0 91 0,0-4-89 16,2-1 57-16,-2-2-72 0,-2-1 94 0,-1-3-57 15,-2-1 98-15,-2-4-74 0,0-1 83 0,-2-2-65 16,-3-4 92-16,-3-3-60 0,2-3 72 0,-6-4-75 16,0-2 91-16,-6-4-62 0,0-7 83 0,-4-5-59 15,-4-7 90-15,-1 0-15 0,-7-11-7 0,4-1 1 16,-4 1-4-16,-1-3-1 0,0 3-7 0,4 2-28 16,-3 11 73-16,5 3-36 0,-2 5 74 0,4 7-27 15,0 4 24-15,4 6-66 0,-1 3 5 0,3 4-57 16,1 6 31-16,4 7-39 0,0 0 46 0,-12 4-16 0,12 6 38 15,-2 10-20-15,2 6 18 0,4 7-29 0,0 11 9 16,4 3-27-16,1 4-8 0,2 9-9 0,2 2-2 16,-1 1 3-16,2-1-6 0,-1-1-30 0,1-3-51 15,-4-8-64-15,-1-1-35 0,3-4-84 0,-3-1 25 16,0-2-59-16,-1-4 4 0,0-6 47 0,-2-2-78 16,0-5 94-16,-1-3-26 0,-1-1 78 0,-1-6-31 15,2 1 96-15,-3-5-41 0,-2-11 88 0,3 17-53 16,-3-17 84-16,0 0-56 0,4 9 63 0,-4-9-55 15,0 0 66-15,4-10-63 0,-4 10 70 0,5-19-64 16,-1 7 68-16,-2-2-65 0,3-3 74 0,1-2-57 0,1-1 90 16,-1-2-38-16,-1 2 108 0,3 0-60 15,0 0 100-15,1 1-87 0,0 1 54 0,1 1-68 16,1 1-5-16,1 1-25 0,2 2 1 0,0 0-4 0,2 3 5 16,-3 2-8-16,5 2-7 0,-2 2-2 0,3 2 6 15,-2 2 0-15,4 2 1 0,-2 2 49 0,4 3-75 16,-2 3 58-16,3 2-59 0,-4 0 50 0,2 2-63 15,-4 0 49-15,-2 0-60 0,-2 1 59 0,-2-1-58 16,0-1 54-16,-4 0-58 0,-1-1 54 0,-2 0-56 16,0-1 55-16,-5-11-60 0,4 19 61 0,-4-19-57 15,-1 14 64-15,1-14-50 0,-5 12 70 0,5-12-23 0,-12 7 55 16,12-7-35-16,-18 3 44 0,6-4-43 0,-1-2 20 16,-2-2-50-16,0-2 32 0,-4-2-45 0,1-2 31 15,0 0-44-15,0-3 34 0,3 0-43 0,1 1 34 16,2-2-45-16,4 2 23 0,1 0-72 0,2 2 16 15,5 11-68-15,0-20 47 0,7 11-88 0,2 0-54 16,2 1 5-16,6 2-146 0,0 1-25 0,6-1-103 16,-3 4-32-16,5-1-119 0,-1 0-532 0,0 3-779 15</inkml:trace>
  <inkml:trace contextRef="#ctx0" brushRef="#br0" timeOffset="22349.5442">28443 1533 143 0,'-6'-12'859'0,"2"2"-110"0,0-1-103 0,2-1 5 16,1 1-102-16,0 0 16 0,1 11-126 0,0-20 7 15,0 20-93-15,1-14-36 0,-1 14-104 0,3-12 2 16,-3 12-77-16,8-4 7 0,-8 4-59 0,17 4 19 16,-7 2-51-16,3 1-9 0,0 6 29 0,2 0-50 15,-2 4 33-15,-1 1-45 0,4 2 32 0,-2 2-70 16,0 1 12-16,-1 0-59 0,1-1 15 15,-4-2-53-15,0 0 51 0,2-1-55 0,-3-2 65 0,1-1-47 0,-2-2 62 16,-1-3-50-16,0 1 68 0,-2-1-43 0,0-3 63 16,-5-8-52-16,8 13 66 0,-8-13-56 0,4 8 59 15,-4-8-54-15,0 0 62 0,0 0-59 0,0 0 54 16,0 0-55-16,4-10 50 0,-4 10-66 0,-2-14 31 0,2 14-115 16,-2-21 63-16,2 9-109 0,1-2 29 15,1 0-77-15,1-1 35 0,2 0-19 0,1-1-18 16,5 0-7-16,0-1-64 0,5 2 41 0,2-2 17 15,4 1 21-15,2 0 33 0,2 1-4 0,7-2 23 0,1 0 27 16,1 1 31-16,1 0 16 0,0 0 20 0,2 0 24 16,-1-1 27-16,-2 0 52 0,0 1 2 0,-1-2 78 15,-2 0-5-15,-6 5 61 0,-1-3 55 0,-3 1 25 16,-1 1 66-16,-3 1 7 0,-3 1 25 0,-1-1-3 16,-4 2-55-16,-1 0-49 0,-3 4-41 0,-1-1-39 15,-5 8-31-15,1-15-21 0,-1 15-31 0,-14-9 0 16,2 6-23-16,-6 1-7 0,-1 2-8 0,-6 4-11 15,1-1 1-15,1 2-66 0,1 4 63 0,2 0-62 16,0 3 60-16,4 1-58 0,2 2 60 0,2 1-66 0,2 0 68 16,5 0-58-16,1 1 57 0,3 0-56 0,3 0 54 15,3 1-84-15,4 1 78 0,0 1-73 0,3-1 85 16,4 2-83-16,2-1 78 0,2 0-63 0,0 1 67 16,7 2-68-16,3 0 78 0,2-2-77 0,0 2 76 15,0-1-62-15,-1 0 79 0,-1 2-49 0,-1-3 46 16,-7-3-51-16,0 0 78 0,-2 0-38 0,-6-4 50 15,0 2-71-15,-1-1 54 0,-6-1-60 0,-3 0 54 0,-2-1-59 16,-3 1 51-16,-5-1-61 0,-5 1 53 0,-5 0-58 16,-6 0 51-16,-7-1-58 0,-10-1 56 0,-3-1-56 15,-5-1 52-15,-5-2-86 0,-4 0-72 0,-4-3-124 16,-12 2-77-16,-4-2-204 0,-3-1-73 0,-3 2-822 16,-1-5-1027-16</inkml:trace>
  <inkml:trace contextRef="#ctx0" brushRef="#br0" timeOffset="23624.9017">18331 3071 113 0,'0'0'523'0,"-6"-13"-79"0,2 4-6 15,0 1-57-15,-1-1 21 0,0-2-10 16,0 2-10-16,1-1-8 0,-2-2-10 0,1 4-32 0,0-3-9 16,0 2-54-16,1-1 16 0,4 10-81 0,-7-14-9 15,7 14-70-15,-6-12-3 0,6 12-62 0,0 0 23 16,-10-5-55-16,10 5 35 0,-12 13-45 16,5-1 1-16,0 2 43 0,-2 3-55 0,4 4 29 15,0 0-42-15,1 1 33 0,2 1-6 0,1 1 3 0,2 1-7 16,2 0-6-16,1 0 1 0,3 3-6 0,3-2-17 15,1 1-67-15,7-4 16 0,-1 0-52 16,4-3-11-16,4 5-36 0,-1-9 4 0,1-1 1 0,1-4 14 16,-2-1 8-16,-1-3 13 0,-2-2 23 0,-1-2 21 15,-2-2 16-15,-2-1 13 0,0-2 13 0,-1-1 10 16,0-4 1-16,-3 0 6 0,-1-4 4 16,0 1 10-16,-3-2 11 0,0 0 18 0,-3 0-2 0,2-1 4 15,-3 3 36-15,0 0 5 0,-4 10-4 16,7-17-8-16,-7 17-27 0,6-13-11 0,-6 13-8 0,6-9 0 15,-6 9-1-15,13-4-1 0,-13 4-3 0,20-1-1 16,-8 3 5-16,3 0-5 0,3 1-5 0,0 3-24 16,2-2-12-16,2 2-17 0,1 0-27 0,-2 0-6 15,3 1-2-15,0-1-2 0,0 0 4 0,2 0 5 16,-1-2 0-16,2 2-5 0,0-3 8 0,0 1 9 16,-1-2 11-16,1 1 12 0,-1-3 9 0,-6 2 14 15,1-4 18-15,-4 1 29 0,1-2 13 0,-2-1 40 16,-3-1 34-16,-1-4 26 0,-2 0-14 0,-2-2-7 15,-4-2-11-15,-1-1-12 0,-3-1-1 0,-2-1 2 16,-4-3-20-16,-2-2-1 0,-4 2-27 0,-3-3 10 16,-1 3-25-16,-1 0 11 0,2 2-25 0,1 4 8 15,0 1-18-15,2 3 5 0,2 1-24 0,0 2 3 16,10 6-34-16,-15-3-48 0,15 3-44 0,0 0-55 16,-11 8-53-16,11-8-55 0,5 16-7 0,2-7-16 15,4 2-29-15,5 3-62 0,4 2-454 0,3-1-419 16</inkml:trace>
  <inkml:trace contextRef="#ctx0" brushRef="#br0" timeOffset="23960.8794">19624 3238 30 0,'10'-6'787'0,"-4"-2"-177"0,-6 8-49 16,8-15 21-16,-6 4-84 0,-2 11-23 0,3-19-65 16,-1 9 24-16,0-2-98 0,-1 0-10 0,-1 12-40 15,3-19-43-15,-3 19-16 0,5-18-87 0,-5 18-32 16,9-12-24-16,-9 12-17 0,17-8 19 0,-17 8-54 15,25 1 31-15,-7 4-60 0,1 2 25 0,2 3-73 16,3 3 20-16,-1 4-34 0,-1 2-35 0,-1 3 29 16,-2-1-55-16,-2 2 20 0,-2-1-1 0,-4 1 5 15,-3-2 19-15,-4-4 18 0,-1 1 15 0,-2 0 3 16,-5-2 8-16,1 0 8 0,-4-1-12 0,-1-3 27 16,-2 1-11-16,-2-1 26 0,-1-3-17 0,-5 1 34 15,3-4-13-15,-3-1 43 0,-1-2-32 0,0-2 33 16,-1-1-43-16,1-3 33 0,-4-1-37 0,0-3 30 15,2-1-45-15,1-2 34 0,-1-2-37 0,2 0 36 16,3-1-49-16,0-4 20 0,4 2-53 0,1-2-4 16,3 3-24-16,4-1-52 0,2 1-19 0,5 0-27 15,3 1-36-15,6 1-82 0,4 0-61 0,5 2-76 16,8-1-114-16,2 2-400 0,2 1-537 0</inkml:trace>
  <inkml:trace contextRef="#ctx0" brushRef="#br0" timeOffset="24754.6522">20238 3116 932 0,'0'0'743'0,"-4"-14"-73"0,4 14-64 16,-2-14-37-16,2 14-96 0,1-14-88 0,-1 14-77 0,4-11-46 16,-4 11-37-16,13-9-33 0,-13 9-20 0,20-2-22 15,-7 4-8-15,2 2 0 0,5 4-50 16,0 3 31-16,4 2-42 0,1 4 18 0,4 4-19 15,-2 3-11-15,1 1-20 0,-2 0-9 0,-2 1-14 0,-2 0-13 16,-3-3-22-16,-3 0-3 0,-1-2-17 0,-4-1-47 16,-1-2 50-16,0-1-32 0,-3-1 48 0,-2-4-37 15,1 1 47-15,-3-3-36 0,1 1 41 0,-4-11-35 16,4 15 42-16,-4-15-40 0,0 0 39 0,-2 13-43 16,2-13 32-16,0 0-54 0,0 0 40 0,-13-3-58 15,13 3 8-15,-3-11-43 0,3 11 9 0,-2-18 2 16,2 4 7-16,1-3 7 0,0-2 7 0,0-6-2 15,1-2 3-15,2-4 21 0,-1-3 8 0,4-6 13 16,-3-1-3-16,1-1 15 0,0-3 7 0,-1 0 9 16,1-1 17-16,2 1 30 0,-2-1 21 0,1 2 42 15,-1 3 26-15,0 5 18 0,-1 3 19 0,2 3 28 16,-2 5 9-16,-1 2-15 0,-1 5-6 0,1 0-34 16,-1 3-30-16,-1 2-39 0,-1 13-18 15,4-15-12-15,-4 15 1 0,0 0-5 0,0 0 2 0,19 7 14 16,-12 4 4-16,1 3-1 0,2 5-9 0,1 6-27 15,0 2 40-15,1 2-36 0,2 6 2 0,1 2 12 16,-1 2 28-16,1 0-42 0,1 2 26 0,2 1-26 16,-2 0 14-16,3-2-43 0,-3-1 9 0,2 0-42 15,-2-4 29-15,-1-3-50 0,-4-4 40 0,0-3-30 16,-4-3 29-16,1-3-31 0,-2-2 36 0,0-3-37 16,-1-2 40-16,-2-1-28 0,1-2 45 0,-4-9-35 15,5 14 39-15,-5-14-40 0,0 0 45 0,0 0-42 16,0 0 20-16,16-6-55 0,-10-3 7 0,2-3-70 15,2-3 13-15,3-3-41 0,2-3 32 0,2-3-53 0,5-2 48 16,-1-2-34-16,2 3 56 0,-1-2-42 0,-3 8 24 16,1-1 24-16,-2 2 9 0,-5 2 11 15,0 1 15-15,-2 3 6 0,-2 2 12 0,0 1 28 16,-2 2-55-16,-7 7 12 0,5-9 9 0,-5 9 11 0,0 0 1 16,-13 4 15-16,2 1 40 0,-2 3-48 0,-4 3 44 15,-3 2-43-15,1 4 47 0,-2 0-46 16,1 1 42-16,2 0-8 0,1 1-4 0,5-1-2 0,0-1-5 15,3 2 8-15,3-5-38 0,2 3 42 0,2-3 4 16,4 0-31-16,1-1 55 0,3 0-27 0,3-1 47 16,5 1-48-16,2-2 42 0,4 1-5 0,2-4-9 15,2 1-6-15,7-2-7 0,1-1-4 0,5 0-8 16,1-2-29-16,9 1-101 0,0-2-114 0,2 0-139 16,-9-2-136-16,0 1-60 0,-1-2-227 0,-7 0-388 15,-3-3-788-15</inkml:trace>
  <inkml:trace contextRef="#ctx0" brushRef="#br0" timeOffset="25359.6669">23444 3091 521 0,'0'0'407'0,"0"0"-52"0,0 0 11 0,0 0-47 15,12-5 64-15,-12 5-28 0,7-8 10 16,-7 8-5-16,9-9-7 0,-9 9 15 0,9-15-51 16,-9 15-36-16,12-15-27 0,-7 8 2 0,0-2-11 15,0 0-26-15,0 2-37 0,2-1-36 0,-2 0 3 0,2 0-65 16,1 2 11-16,0-1-53 0,0 2 23 15,2 1-51-15,2 1 30 0,1 3-44 0,0 3 5 16,5 0-3-16,3 4-3 0,-1 4 2 0,5 2-3 0,-2 2 31 16,0 1-50-16,-2 3 31 0,-1-1-43 0,-2 2 32 15,-3-1-43-15,-4 0 54 0,-1-1-45 0,-4 0 35 16,-4-2-34-16,-3 0 38 0,-3 1-30 16,-3-3 38-16,-5 1-38 0,-3-1 42 0,-4 0-40 0,-2-4 48 15,-5 1-44-15,-3-4 38 0,-2 0-4 0,2-4 0 16,-1-2 1-16,0-1-4 0,0-4 1 0,-3 0 3 15,1-3-4-15,2-2-32 0,3 0 45 0,1-4-35 16,6 2 41-16,2-2-42 0,2 0 27 0,4-2-41 16,4 2 19-16,2-1-63 0,5 1 14 0,2 1-68 15,8-2-17-15,3-1-2 0,8-1-52 0,4 1-27 16,3 0-31-16,10 2-48 0,0 0-25 0,2 2-57 16,2 2 10-16,-3 3-63 0,0 2-47 0,2 0-454 15,0 1-512-15</inkml:trace>
  <inkml:trace contextRef="#ctx0" brushRef="#br0" timeOffset="25709.4629">24084 3010 366 0,'0'0'515'0,"14"-7"-18"0,-14 7-47 16,10-8 47-16,-10 8-28 0,8-10-13 0,-8 10 23 15,3-9-44-15,-3 9-23 0,5-9-60 0,-5 9-28 0,0 0-94 16,5-10-58-16,-5 10 3 0,0 0-69 16,0 0 1-16,14 1 14 0,-14-1 10 0,14 11-13 15,-3-3 18-15,-3 2-53 0,3 1 23 0,1 4-50 0,1-1 20 16,1 3-43-16,-2 0 22 0,1 0-30 15,1 1 18-15,-3 2-31 0,3-2 20 0,-3 0-34 0,0 0 25 16,1 0-48-16,0-2 12 0,-2-1-47 16,-1-2 23-16,0 0-41 0,1-3 32 0,-2 0-30 0,-1-2 53 15,-1-1-24-15,1-1 45 0,-7-6-32 0,15 6 39 16,-15-6-26-16,16-3 46 0,-7-2-15 0,0-3 30 16,0-2-37-16,2-4 46 0,-1-1-31 0,0-2 39 15,-1 1-1-15,0 0 14 0,-2 1 2 0,-1 2 1 16,0 1 0-16,0 2-7 0,-3 1-11 0,1 0-20 15,-4 9-8-15,7-14-10 0,-7 14-10 0,8-10-2 16,-8 10 19-16,0 0-24 0,16 0-4 0,-5 3-26 16,3 2-12-16,0 2-81 0,7 1-23 0,3 1-118 15,3 2-39-15,6 0-105 0,3 2-84 0,2-3-82 16,0 3-93-16,-4-5-719 0,-1-1-989 0</inkml:trace>
  <inkml:trace contextRef="#ctx0" brushRef="#br0" timeOffset="26229.2864">26243 2502 219 0,'0'-23'614'0,"-2"1"-85"15,0-3 14-15,-1 3-8 0,-1 0-13 0,0 1-10 16,2 3 6-16,-4 2-61 0,2 2 4 0,2-1-40 16,-2 5-87-16,1-2-29 0,3 12-87 0,-4-17-21 0,4 17-68 15,-6-8 22-15,6 8-18 0,0 0 31 0,-8 10-32 16,6 0 49-16,-1 7-22 0,1 2 28 15,2 6-44-15,0 2-3 0,1 4-27 0,3 5-14 16,3 6-24-16,2 0-75 0,-2 0 0 0,3 1 0 0,4 0 0 16,-3-2 0-16,3 0 0 0,-1-1 0 0,1-2 0 15,-1 2 0-15,0-5-117 0,-3-4-110 0,-3-2-133 16,1-1-69-16,-1-4-94 0,0-1-112 0,-4 1-3 16,-3-6-124-16,2-1-668 0,-2-2-1039 0</inkml:trace>
  <inkml:trace contextRef="#ctx0" brushRef="#br0" timeOffset="26860.7218">26080 2998 31 0,'-17'-15'786'0,"0"1"-122"15,-1-1-22-15,2 0-39 0,-2 2-3 0,5-1-22 16,-4 0-92-16,4 2-6 0,-1-3-29 0,4 6-47 16,1-1-82-16,0 3-24 0,2 0-96 0,7 7-16 15,-7-12-66-15,7 12 4 0,7-10-56 0,1 5 14 16,7 1-59-16,4 1-10 0,8 1-79 0,0 1-10 15,5 1-42-15,5 0-62 0,3 1 18 0,-2 0-49 16,1 0 16-16,0 2 13 0,-1-3 11 0,-8 1-1 16,1-1 33-16,-7 2 31 0,-1-4 28 0,-3 2 45 15,-2-1 35-15,0-1 27 0,-5 0 11 0,1 0 39 16,-14 2 28-16,19-5-6 0,-19 5 8 0,15-5 0 16,-15 5-18-16,13-3-15 0,-13 3-5 0,10-3-28 0,-10 3-8 15,0 0-7-15,13-3-11 0,-13 3-6 16,0 0 3-16,11 3 13 0,-11-3-21 0,0 0-22 15,9 9-18-15,-9-9-44 0,7 8 37 0,-7-8-52 0,10 8-5 16,-10-8-4-16,14 10-11 0,-14-10-23 0,14 9 3 16,-14-9-10-16,18 8 4 0,-18-8 9 15,17 5 5-15,-5-2 18 0,-12-3 9 0,20 4 6 16,-20-4 14-16,25 0 12 0,-13-1 9 0,1-1 10 0,1 0 7 16,-1-1 12-16,2 0 0 0,1-2 4 0,-3 3 7 15,1-3 7-15,-3 2 14 0,1 0 23 0,-1 0 17 16,-11 3 10-16,18-4 1 0,-18 4-2 0,15-6-11 15,-15 6-7-15,11-2 9 0,-11 2 14 0,0 0 5 16,21 1-2-16,-21-1-5 0,16 4 17 0,-16-4 2 16,17 9-17-16,-5-5-7 0,1 3-5 0,0-1-4 15,1 0 13-15,2 0-28 0,2 0-15 0,3 0 17 16,-2 0-24-16,4-1 21 0,0 0-21 0,-4-3 11 16,2 2-10-16,1-3 13 0,-4-1-17 0,2 0 17 15,-1-1-10-15,-2-2 39 0,-1-2 20 0,0 0 4 16,-2-2 8-16,-2-3-45 0,-3 0 45 0,1-2-8 15,-2-1-16-15,-5-2-7 0,1 1-11 0,-2-3-7 16,-4 1-9-16,0 0 2 0,-2 0 6 0,1 0-14 16,-3 1-17-16,-4 2-6 0,2 3-15 0,-1 0-47 15,-1 4-46-15,2 2-43 0,8 4 15 0,-18-1-107 16,18 1-7-16,-16 8-122 0,12-1-25 0,-1 1-41 16,5 4-74-16,2 0-449 0,1 0-560 0</inkml:trace>
  <inkml:trace contextRef="#ctx0" brushRef="#br0" timeOffset="27192.938">27602 2867 553 0,'6'-10'656'0,"-1"2"-78"16,-2-2-36-16,1 0-46 0,2 0-9 0,-3-1-17 16,1 1-40-16,1 0-42 0,2 0-53 0,-2 1-52 15,-1 1-60-15,3 1-43 0,-1-1-41 16,4 6-28-16,-10 2-27 0,19-5-16 0,-19 5-9 0,23 3-15 15,-10 1-7-15,3 2-10 0,-3 3-3 0,1-1-10 0,-1 2-39 16,1 3 36-16,-3-3-46 0,-2 1 44 16,2 0-41-16,-2 1 2 0,-2 0 0 0,-2-1 10 15,2 0 3-15,-5-2-4 0,-2-9 6 0,4 17-4 16,-4-17 7-16,-4 14 7 0,4-14 4 0,-14 13 6 16,5-10-9-16,-1-1 0 0,-4 0-3 0,0-1 4 0,-2-2 3 15,-1-1-3-15,-1-1 36 0,-3-2-36 0,5 0 34 16,-2-2-46-16,3 0 24 0,1 0-54 15,1-2 6-15,2 1-69 0,4 0-49 0,2-1-79 16,5 9-57-16,4-15-41 0,6 7-48 0,3 0-26 0,7 0-57 16,5 1-125-16,2-1-341 0,4 0-505 0</inkml:trace>
  <inkml:trace contextRef="#ctx0" brushRef="#br0" timeOffset="29044.5034">28498 2576 10 0,'9'-15'888'0,"-4"2"-155"16,0-2 77-16,-1 2-163 0,-2 0-23 0,2 4-43 16,-1-1-79-16,-3 10-68 0,5-17-79 0,-5 17-70 15,2-13-55-15,-2 13-41 0,0 0-6 0,0 0 24 16,0 0-24-16,0 15-22 0,-1-2-23 0,0 5-19 16,3 7-19-16,0 6-10 0,3 3-47 0,3 5 17 15,1 2-36-15,2 0 21 0,-1 1-28 0,2-3 30 16,0 1-45-16,0-2 39 0,1 1-51 0,-4-8 31 15,2-2-38-15,-2-1 29 0,-2-6-24 0,0 0 23 16,-2-6-32-16,0 0 32 0,0-4-26 16,-2 0 30-16,1-3-20 0,-4-9 31 0,3 11-31 0,-3-11 26 15,0 0-38-15,0 0 32 0,0 0-42 0,-10-13 39 16,1 1-53-16,2-1 6 0,-3-4-49 0,-3-5-13 16,0-3-50-16,-1-3 11 0,0-6-20 0,-1-2 24 15,2-2 3-15,1-1 15 0,1-2 6 0,2 1 17 16,4-2 10-16,0 2 16 0,3 3 11 0,2 1 14 15,2 1-6-15,3 1 9 0,1 3 5 0,3 2 20 16,2 2-6-16,1 4 5 0,4 3 0 0,1 2 13 16,1 6 2-16,2 2 1 0,2 4 4 0,-1 4 7 15,0 4 9-15,5 2-1 0,4 5 7 0,-1 3 6 16,2 7 0-16,0 1 1 0,-2 4 43 0,-2 2-47 16,-1 0 37-16,-2 1-55 0,-4 0-3 0,-3-2-1 15,-3-1 1-15,-1-1 0 0,-4-3-3 0,-2 0-1 16,-3-3-1-16,0-1-5 0,-4 1 1 0,-3-2-9 15,0-1-10-15,-3-1-51 0,-2-1 30 0,-2-2-49 16,-2 1 24-16,0-6-63 0,-3 0 25 0,0-2-8 16,2 0 36-16,-1-3-9 0,0-2-12 0,2 1-3 15,0-2 14-15,1 0 8 0,11 3 7 0,-19-5 9 16,19 5 8-16,-14-6 1 0,14 6 11 0,-10-3 7 16,10 3 9-16,0 0 2 0,0 0 9 0,0 0-1 15,0 0 8-15,0 0 0 0,0 0 12 0,7 9-1 16,-7-9 4-16,17 11-1 0,-5-4 1 0,3-1-2 15,2 1 0-15,6 1-1 0,1-1-4 0,4 2-3 0,2-3 14 16,1 1-14-16,1-1-1 0,1-1-1 0,0-1-8 16,-4 0-4-16,0-1 0 0,-1-1-1 15,-1-2 3-15,0 0 12 0,-1-3-4 0,-2-1 2 16,-1-2 3-16,-2 0 0 0,-2-5 17 0,-4 1 1 16,0-3 69-16,-3-1-81 0,-3 0 89 0,-2-4-89 15,-4 3 79-15,-1 0-75 0,-3 1 86 0,0 1-76 0,-2 0 69 16,-1 1-74-16,0 0 56 0,-2 3-68 15,0 2 55-15,-2 1-75 0,8 6 60 0,-17-4-55 16,17 4 1-16,-20 5 2 0,7 3 7 0,2-1 11 16,1 5-2-16,-1 0 13 0,1 4-5 0,2 1 2 0,3 0 10 15,-1-1-33-15,4 1 42 0,2 0-46 0,1-1 7 16,3 1 45-16,4 0-36 0,2 1 28 16,2-3-38-16,4 0 38 0,1-3-42 0,3 0 37 15,2-2-38-15,2-4 37 0,-1 0-44 0,2 0 44 16,2-4-47-16,-2-1 46 0,-1-1-44 0,1-2 8 0,2-4 35 15,1-1-36-15,0-5 38 0,-1-1-7 0,-1-4-6 16,2-5 6-16,-3-5 2 0,-1-2-10 16,-3-4 44-16,-1-3-61 0,-4-3 54 0,-2-2-61 15,-4-3 51-15,-3 0-59 0,-3-2-7 0,-3 0 13 16,-1 1 3-16,-4 2-1 0,-1 0 4 0,-3 4 64 0,0 1-56 16,-2 7 55-16,2 4-52 0,1 4 50 0,0 4-57 15,-1 1 43-15,2 5-52 0,-1 1 49 0,0 6-50 16,7 6 49-16,-16-3-46 0,16 3 7 0,-16 9 3 15,7 3 13-15,0 6 6 0,0 3-2 0,1 7 0 16,1 5 4-16,0 6 32 0,1 4-50 0,3 0 3 16,1 1 5-16,2 2 3 0,2 0-11 0,1-1-8 15,2-2-25-15,1-2-50 0,1 0 21 0,4-3-28 16,2-1 55-16,4-2-32 0,2-1 47 0,4-3-34 16,2-4 46-16,3-2 2 0,0-4 0 0,-3-5-1 15,1-3 1-15,1-1 0 0,-3-3 2 0,0-3 0 16,3-3 0-16,-6-2-3 0,2-2-3 0,4-2-24 15,-2-4 38-15,3-2-26 0,0-2 24 0,-4-2-2 16,0-1-1-16,-2-3 4 0,-5 4 5 0,-1-2 5 16,-3 1 0-16,-2-1-3 0,-4 2-3 0,-1 0 1 15,-4 1 44-15,-2 12-61 0,0-20 52 0,-4 10-64 16,-1 2 52-16,-4 2-56 0,-2 0 52 0,-1 3-51 16,-3 3 4-16,0 0-1 0,-2 3 6 0,0 0-2 15,-1 2 5-15,1 4 1 0,0 0 2 0,4 2 3 16,1-1 0-16,1 2 3 0,3-1-27 0,0 3 34 15,4-2-37-15,1 1 39 0,3-13 1 0,2 23-11 16,1-11-18-16,2-3-13 0,1 2-6 0,1 0 0 16,0-3 2-16,2-2-4 0,-1 2 10 0,2-4-1 15,-1 1 5-15,-9-5 3 0,20 3-28 0,-20-3 40 16,19-2-34-16,-19 2 48 0,16-6-45 0,-8-1 56 16,2-2-3-16,-2-2-8 0,-1-1 1 0,-1-1 4 15,0-1 9-15,-2 1 25 0,-1-1-8 0,0 1 15 16,-1 3 5-16,-1-1-8 0,-1 11 41 0,2-19-56 15,-2 19 44-15,2-16-64 0,-2 16 39 0,1-9-61 16,-1 9-2-16,0 0 10 0,0 0-1 0,0 0 10 16,0 0-11-16,0 0 9 0,-6 12-6 0,6-12 4 15,1 18 3-15,-1-18 1 0,4 21-34 0,1-7 44 16,3-1-4-16,0 1-1 0,4 1-1 0,4-1-7 16,3 3-8-16,1-4-19 0,2 0-13 0,-2-2-10 15,3-3-1-15,-2 0 8 0,1-3 7 0,-3-2 7 16,0-1 10-16,-1-3 2 0,0-3 5 0,-1-1-1 15,1-3 3-15,-2-4 0 0,-3-2 2 0,-1-4 5 16,0-6 0-16,-3-5 55 0,-2-2-58 0,0-10 46 16,-2-3-36-16,-4 0 47 0,-1-6-51 0,-2-1 54 15,-2-1-56-15,-2 0 26 0,-2 2 15 0,2-1 13 16,-2 7 37-16,1 0-15 0,-1 4 39 0,2 9-34 16,0 7 31-16,3 1-53 0,-2 5 11 0,1 2-51 15,0 5 25-15,0 1-38 0,4 10 29 0,-8-5-45 0,8 5 23 16,-9 11 10-16,4 1 6 0,2 6 19 0,1 8 19 15,2 8 2-15,0 5-7 0,4 7-7 0,0 3 8 16,2 1-22-16,1 2-14 0,1 0-3 0,0 0-36 16,3-2 36-16,-2-1-33 0,0-4 39 15,1-1-65-15,-3-4 5 0,-1-6-18 0,-1-4-19 0,-2-5-23 16,2-3-4-16,-3-4 3 0,0 0 18 0,0-4 12 16,0-2 14-16,-1-1 10 0,-1-11 9 0,2 13 1 15,-2-13 6-15,0 0 0 0,0 0-5 16,0 0 1-16,0 0-6 0,4-12 0 0,-1 2-43 15,2-4 11-15,3 0-13 0,2-5 7 0,2-3 4 0,4 0 49 16,-1-1-45-16,2 1 55 0,0 2-45 0,-2 4 52 16,-1 1-44-16,0 2 55 0,-2 2-47 0,0 1 50 15,-1 3-48-15,1 1 57 0,-1 3-48 16,-11 3 55-16,23 0-41 0,-11 4 51 0,1 1-49 16,1 3 55-16,-2 2-49 0,-1 1 5 0,3 2 5 0,-1 2-6 15,0 0 3-15,-1 1 2 0,-1 0-4 0,2 0 2 16,-1 1-52-16,0-1-81 0,0 0-121 0,1-1-70 15,-1-1-204-15,-1-2-77 0,-1-2-147 0,-1 0-509 16,-2-3-862-16</inkml:trace>
  <inkml:trace contextRef="#ctx0" brushRef="#br0" timeOffset="29212.1208">31097 2695 418 0,'-4'-19'886'0,"-1"2"-118"0,3 2-49 15,1 0-152-15,1 2 3 0,0 1-118 0,-1 0-26 16,1 12-124-16,0-19-10 0,0 19-108 0,1-15 4 16,-1 15-113-16,0 0-39 0,11-6-177 0,-11 6-86 15,17 11-132-15,-5-1-112 0,-1 6-108 16,1 2-135-16,2 4-344 0,-1 1-675 0</inkml:trace>
  <inkml:trace contextRef="#ctx0" brushRef="#br0" timeOffset="29977.1225">31249 2898 602 0,'0'0'663'0,"-4"-9"-115"16,4 9 43-16,-3-14-123 0,3 14 55 0,5-18-67 0,-5 18 7 15,6-17-156-15,-1 9 0 0,1 1-109 0,1 1 11 16,3 2-93-16,-10 4 31 0,21-4-82 16,-21 4 31-16,23 3-59 0,-9 2-18 0,-1 0-4 15,-1 3 0-15,1 0-5 0,-2 2 4 0,-3 0-1 0,3 1-8 16,-3 0-1-16,0-1 6 0,-3 0-5 15,1-1 6-15,-2 0-9 0,-4-9-2 0,3 17 9 0,-3-17-9 16,-3 14 5-16,3-14 0 0,-10 10-5 16,10-10 3-16,-16 8-9 0,16-8 0 0,-19 2 3 0,19-2-6 15,-18 2 2-15,18-2-17 0,-18-2-20 0,18 2-35 16,-14-4-14-16,14 4-1 0,-12-9-27 0,12 9 68 16,-4-12-80-16,4 12 52 0,2-17-71 0,4 5 65 15,2-1-49-15,3-2 65 0,1-1 4 0,3 0 6 16,3-3 18-16,-2 0 1 0,0 3 11 0,0 1 10 15,-1 1 5-15,-1 0 13 0,-1 0 30 0,-1 6 16 16,-2-3-4-16,2 3 1 0,-5 0-3 0,1 1-12 0,-1 2-5 16,1 0-5-16,-8 5 0 0,14-4-1 15,-14 4 2-15,15 2-3 0,-15-2 5 0,17 10-9 16,-9-5 1-16,3 4-3 0,0 1 0 0,0 0 0 0,1 0 0 16,1 3 1-16,3-1-56 0,-3 1 62 0,3-1-56 15,-1-1 66-15,1 1-55 0,0-2 69 0,2 0-70 16,0-1 62-16,2-2-60 0,1 1 68 0,-3-5-65 15,4 2 66-15,2-2-58 0,1 0 86 0,-1-2-51 16,4-1 69-16,-3-2-65 0,5-1 76 0,2-1-61 16,1-5 81-16,0 3-86 0,4-7 77 0,1-2-70 15,-1-3 66-15,-1-1-7 0,-1-1-23 0,0-3-11 0,-2-2-8 16,-2-1-2-16,-1 0 12 0,-3-1-17 16,-2 1-3-16,-3-1-3 0,-6 4-9 0,-1 1 4 15,-5 1-10-15,-1 1-8 0,0 1-7 0,-6 2-1 0,0 1-2 16,-3 3-9-16,-3-4-49 0,-2 3 55 0,-3 1-50 15,-1 1 56-15,-2 1-62 0,-1 3 43 0,1-1-73 16,-1 4 55-16,3 0-83 0,9 5 86 0,-18-4-75 16,18 4 86-16,-14 6-3 0,14-6 9 0,-5 12 6 15,5-12-2-15,5 24 0 0,1-10-2 0,5 4 2 16,2 5 15-16,6-1-9 0,3 4-3 0,3 2 1 16,2 0-1-16,1 1 1 0,1-1 0 0,0 1-1 0,-1-2 9 15,0 1 10-15,0 0-33 0,-2 0 81 16,-1-2-29-16,-1-1 60 0,-1 2-63 0,-7-6 65 15,0-1-44-15,-5-4 66 0,-1 2-55 0,-5-2 44 0,-5 0-24 16,-2-1 30-16,-6-1-22 0,-5 3 14 0,-9 2-53 16,-10-1 26-16,-9-1-47 0,-6-1 22 0,-15 1-44 15,-8-3 4-15,-6-1-133 0,-9 0-88 0,-5-4-248 16,-6 3-202-16,-3-6-144 0,-2 1-744 0,-2-2-1178 16</inkml:trace>
  <inkml:trace contextRef="#ctx0" brushRef="#br0" timeOffset="40214.4153">3772 5760 373 0,'0'0'549'0,"0"0"-48"0,8-7-84 16,-8 7-4-16,0 0-27 0,0 0 6 0,0 0 0 15,4-11-12-15,-4 11-51 0,0 0-5 0,0 0-90 16,0 0 13-16,0 0-91 0,0 0 11 0,0 0-78 16,0 0 20-16,0 0-59 0,0 0 42 0,0 0-43 15,5 9 80-15,-5-9-20 0,1 21-25 0,-1-7 3 16,0 4-10-16,0 1-1 0,-1 4-18 15,1 2-8-15,-1 1-8 0,1 0-6 0,0 1-4 0,0 1-10 16,0-3-7-16,1 1-7 0,1 0-48 0,2-2-36 16,-1 0-46-16,4 1-38 0,0-3-42 0,1 0-64 15,2-3-55-15,0 0-56 0,3-1 13 0,1-3-52 16,2-4 0-16,1 2-55 0,0-6-78 0,-1 0-301 16,0-4-393-16</inkml:trace>
  <inkml:trace contextRef="#ctx0" brushRef="#br0" timeOffset="40682.3016">4055 5659 141 0,'-17'-36'633'0,"0"1"-107"16,-4 1-130-16,0 2-40 0,0 3-78 0,-4 3-52 16,0 1-6-16,0 7-16 0,1 3-21 0,-3-1-22 15,-1 7-40-15,-1-1-4 0,1 7-32 0,-2 2 0 16,-4 4-30-16,-1 8 11 0,-4 3-23 0,0 10-4 15,-6 11 5-15,1 6-4 0,2 8 9 0,-1 3 8 16,4 8-5-16,2 4 4 0,3 5 2 0,3 6-11 16,5 3-2-16,4 2-11 0,7 2-3 0,5 0-2 15,7-1-7-15,6 0 1 0,8-3 5 0,8-1-3 16,7-4-7-16,8-4-1 0,9-4 0 0,15 6 1 16,-3-20 2-16,19 3 2 0,-8-14 1 0,5-8 4 0,3-5-6 15,1-8 1-15,3-8-3 0,-1-4-3 16,3-8 0-16,-2-6-2 0,1-4-13 0,-2-4 8 15,-2-9-3-15,-3-3 4 0,-3-4 23 0,-5-6-28 16,-4-3 3-16,-5-4 14 0,-5-3 13 0,-7-3 8 0,-5-5 8 16,-6-1 3-16,-6-2 3 0,-5-3 9 15,-8 1 3-15,-5 7 0 0,-5 1-16 0,-6-2 5 16,-7-7-1-16,-6 2-6 0,-6 3-8 0,-7 1-20 0,-6 5-2 16,-5 2-8-16,-8 3-1 0,-5 5-6 0,-2 1 2 15,-6 4 3-15,-2 4-11 0,-4 6-4 16,2 1-3-16,-1 5 28 0,5 0-56 0,10 8 9 15,5 0-64-15,6 2-21 0,8 1-77 0,7 3-111 0,4 1-81 16,8 2 20-16,13 2 43 0,-13 0-67 0,13 0-73 16,0 0-513-16,13 2-561 0</inkml:trace>
  <inkml:trace contextRef="#ctx0" brushRef="#br0" timeOffset="41349.2204">6239 5850 669 0,'-7'-21'716'0,"0"1"-133"16,0-3-63-16,-1 3-49 0,-2-1-40 0,1 2-26 16,-1 0-43-16,-1 2-30 0,2 1 2 0,0 3-24 15,2 2-46-15,-1 1-51 0,2 1-48 0,0 3-39 16,6 6-26-16,-10-2-21 0,10 2-14 0,-12 13-3 16,6 4-10-16,1 6-11 0,2 4-6 0,1 5-6 15,2 5-34-15,4 5 40 0,2 3-38 0,4-1 36 16,3 0-8-16,2 0-6 0,4-1 0 0,1-2 10 15,6 3-18-15,1-6-3 0,0-5-1 0,2-1 3 16,3-4-3-16,1-3 0 0,1-3-7 0,1-3-47 16,1-6 48-16,-4-2-42 0,0-4 34 0,1-4-33 0,-4-3 28 15,0-2-32-15,-3-2 53 0,4-4-45 16,-1-3 40-16,-3-5-32 0,0-7 35 0,-4-2-25 16,-4-4 37-16,-1-5-16 0,-7 0 44 0,-4 0-38 0,-3-3 45 15,-4-1-10-15,-4-7-5 0,-4-1-2 0,-3 2-2 16,-4 0-2-16,-1 2 2 0,-2 1-5 0,-1 4 8 15,1 3 11-15,-1 4-3 0,3 5-12 0,3 5-9 16,3 2-8-16,-1 3-7 0,4 5-16 0,0 3-19 16,8 7-18-16,-14-5-32 0,14 5-47 0,-6 11-60 15,6-11-72-15,2 25-49 0,3-5-60 0,7 6-63 16,5 6-47-16,4 1-60 0,3 1-127 0,5 0-419 16,2-2-694-16</inkml:trace>
  <inkml:trace contextRef="#ctx0" brushRef="#br0" timeOffset="41931.7765">7190 6009 988 0,'-3'-11'812'0,"0"-1"-103"0,-1 4-111 16,1-3-40-16,3 11-69 0,-6-17 4 16,6 17-68-16,-5-12-71 0,5 12-60 0,-3-10-59 15,3 10-49-15,0 0-41 0,-7-11-33 0,7 11-22 0,0 0-17 16,0 0-15-16,0 12-46 0,0-12 35 15,5 17-44-15,-1-4 36 0,-1 0-43 0,2 3 37 16,0 0-39-16,1 5 26 0,0-1-52 0,1 1 6 16,0-2-54-16,0 2 15 0,0-2-48 0,2-2 9 0,-3 0-26 15,1-4-3-15,0 1 8 0,2-3 21 0,-1 1 15 16,0-4 19-16,0-2 8 0,3-3 8 0,1-1 3 16,-12-2 0-16,19-3-2 0,-8-2 1 0,0-4 22 15,1 1-13-15,-1-3 24 0,1-3-12 0,-1 0 21 16,0 0-10-16,-1 0 21 0,-3 1-7 0,1 1 33 15,-2 0 0-15,1 3 25 0,-2 0 3 0,-1 0 0 16,-4 9-6-16,8-13-14 0,-8 13-14 0,6-12-7 16,-6 12-7-16,7-7 5 0,-7 7-4 0,0 0 2 15,11-4-4-15,-11 4 3 0,9 4-1 0,-9-4-4 16,15 7 2-16,-5-2 1 0,1-1-6 0,4 1 1 0,0 1-10 16,4 0-19-16,2 0-9 0,1 1-12 15,3-1-5-15,1-1-32 0,0 1-14 0,0-2-14 16,0 0-6-16,-2-1 8 0,-3 0 13 0,0-3 24 0,-2 1 20 15,-1-2 19-15,-2 0 23 0,0-4 36 16,-3 1 46-16,-1-4-3 0,-1 0 27 0,-3-3 3 0,0 0 20 16,-3-1 14-16,-1 2 14 0,-1-1 51 0,-1 0-56 15,-2 11 54-15,1-19-36 0,-1 19 33 0,0-15-60 16,0 15 16-16,-1-13-64 0,1 13 17 16,-1-11-56-16,1 11 23 0,0 0-47 0,0 0 32 0,0 0-43 15,0 0 31-15,0 0-41 0,0 0 27 0,-6 12-33 16,6-12-3-16,2 18 19 0,1-8-71 15,3 3-11-15,0 1-76 0,2-2-23 0,1 1-53 0,3 2-96 16,0 0-64-16,0-1-61 0,2 0-17 0,-1-1-103 16,-1-1-186-16,0-1-299 0,-2-3-671 0</inkml:trace>
  <inkml:trace contextRef="#ctx0" brushRef="#br0" timeOffset="42117.7679">8004 5891 942 0,'-25'-32'814'0,"-1"0"-97"0,2 0-89 16,1 2-24-16,2 1 8 0,2 7-60 0,6-1-15 16,-3 2-104-16,4 4-64 0,2 0-65 15,1 6-60-15,1-1-67 0,1 2-81 0,2 1-76 0,5 9-34 16,0 0-40-16,4-10-88 0,-4 10-70 16,24 5-65-16,-5 4-81 0,7 4-83 0,5 7-38 0,1 0-49 15,1 4-90-15,1 1-621 0,-3 0-847 0</inkml:trace>
  <inkml:trace contextRef="#ctx0" brushRef="#br0" timeOffset="42483.686">8344 5997 471 0,'0'0'804'15,"0"0"-106"-15,13-1-92 0,-13 1-5 0,5-10-16 16,-5 10-71-16,4-11-8 0,-4 11-80 0,4-14-15 16,-4 14-97-16,5-11-25 0,-5 11-97 0,8-10-10 15,-8 10-71-15,15-9 22 0,-15 9-74 0,20-3 19 16,-6 4-50-16,1 2 32 0,1 3-49 0,1 2 33 15,3 1-45-15,-2 3 0 0,-1 2-24 0,0 0-17 16,0 4 34-16,0 1-36 0,-3-3 37 0,-1 1-42 0,-4 0 44 16,0 1-34-16,-3-3 41 0,0-1-36 15,-4-1 41-15,-1-1-38 0,-1 0 44 0,-3-3-33 16,-2 2 37-16,-1-4-35 0,-4 1 41 0,-3-4-28 0,-4 0 29 16,-1-4-35-16,-2 0 40 0,-1-3-32 0,-3-2 49 15,-1-3-32-15,0-1 67 0,3-2-41 0,2-1 34 16,2 1-51-16,2-3 1 0,3 0-6 0,2-2 35 15,5 2-56-15,1 0 30 0,4 0-50 0,1 1 13 16,3-2-55-16,2 2 10 0,3 1-55 0,3 0-3 16,1-1-69-16,6 3-14 0,0 0-29 0,3 1-59 15,2 1-23-15,0 1-29 0,1 1-25 0,2 4-20 16,-1-3-7-16,1 3-30 0,0 0-26 0,-4 2-23 16,0-2-24-16,1 2-282 0,-1-1-289 0</inkml:trace>
  <inkml:trace contextRef="#ctx0" brushRef="#br0" timeOffset="42799.033">8863 5914 697 0,'17'-3'457'0,"-3"2"-34"0,-2-3-3 15,-1 1-17-15,0-3-3 0,-2 1 33 0,0-1 14 16,0 1-24-16,-2-1-20 0,1 1 44 0,-8 5-7 16,12-10-31-16,-12 10-41 0,10-7-73 0,-10 7-57 15,8-8-93-15,-8 8 5 0,0 0-30 0,13-3-17 16,-13 3-58-16,10 3 37 0,-10-3-39 0,13 9 44 16,-3-2-56-16,-1 2 49 0,2 1-65 0,1 2 0 15,-1 2-7-15,2 2-4 0,-1-2 2 0,-1 2-5 0,1-1-22 16,-2 0-10-16,-2-2-11 0,2-2-11 15,-3 0-3-15,0 0-2 0,0-3 5 0,-1-1 8 0,0 1 51 16,-6-8-27-16,9 10 8 0,-9-10 4 0,10 6-1 16,-10-6 1-16,13-4 2 0,-5 0-4 0,1-5-9 15,2 0 5-15,-1-3 33 0,0 1-35 0,1 0 34 16,0-1-41-16,-1 1 40 0,1 0-34 0,-2 1 40 16,-1 1-40-16,-2 2 37 0,2 1-43 0,-8 6 40 15,15-9-43-15,-15 9 39 0,19-4-35 0,-19 4 40 16,22 1-40-16,-8 1 39 0,0 2-40 0,3 2-3 15,4 0-93-15,1 3-33 0,7-1-108 0,1 1-74 16,9 3-85-16,-1 0-112 0,1 0-115 0,2-4-822 16,0 2-1091-16</inkml:trace>
  <inkml:trace contextRef="#ctx0" brushRef="#br0" timeOffset="43666.242">10965 5107 397 0,'3'-22'564'0,"-2"4"-107"0,2 1-22 16,-3 2-37-16,0 3-39 0,0-1-77 0,0 13-34 0,0-19-58 15,0 19-9-15,-3-12-4 0,3 12 18 0,0 0 3 16,-20 9-7-16,6 5 2 0,-5 5-29 16,-3 8-1-16,-4 6-14 0,-6 9-7 0,2 6 6 0,-2 3-36 15,3 5 9-15,1 1-18 0,3 3-11 0,3 1-16 16,5-1-9-16,3 0 2 0,7-8-49 0,6 1 51 16,6 0-29-16,7 5-7 0,8 0 28 0,7-3-37 15,6-3 21-15,8-2-40 0,4-3 7 0,7-4-108 16,5-4-58-16,3-3-35 0,4-5-72 0,1-4-86 15,2-3-73-15,-4-4-63 0,0-5-177 0,-10-4-471 16,-2-4-743-16</inkml:trace>
  <inkml:trace contextRef="#ctx0" brushRef="#br0" timeOffset="44116.1246">11828 5578 870 0,'-20'-22'685'0,"3"1"-127"16,0 1-75-16,-1 2-28 0,3 2-27 0,2 0-24 15,0 3-8-15,3 0-10 0,-1 3-55 0,3 0 6 0,0 2-85 16,3 1-7-16,-2 1-85 0,7 6 3 0,-11-12-78 16,11 12 13-16,-7-7-55 0,7 7 25 0,0 0-43 15,0 0 46-15,-4 7-38 0,4-7 36 0,4 19 13 16,2-4 1-16,2 4-2 0,3 2-1 0,0 4 1 15,7 5 20-15,3-2-65 0,0 5 37 0,5 0-50 16,1 0 40-16,6-2-52 0,5 5 40 0,2-3-49 16,1-1 39-16,-4-7-44 0,0-2 46 0,0-2-54 15,-1-1-7-15,-2-4-7 0,-5-3-12 0,0-2-8 16,-7-4-2-16,1 0 10 0,1-2 7 0,-5-5 7 16,0 0 40-16,0-4-38 0,0-3 42 0,0 0-42 15,-1-5 52-15,-3-2-35 0,-1-4 39 0,-1-4 5 16,-2-3-6-16,-1-3 21 0,-2-3-49 0,-3-1 49 15,-3-2-49-15,0 0 50 0,-2 0-44 0,-2 0 75 16,0 4-74-16,-2 3 59 0,-1 2-69 0,0 2 0 16,1 1 3-16,-3 2-4 0,3 3-4 0,1 2 2 15,-1 0-17-15,2 5-19 0,-2 0-128 0,4 10-17 16,-3-13-78-16,3 13-17 0,0 0-30 0,0 0-75 0,0 0-88 16,1 13-48-16,7-3-35 0,1 2-134 15,7 3-538-15,1-2-833 0</inkml:trace>
  <inkml:trace contextRef="#ctx0" brushRef="#br0" timeOffset="44433.104">12925 5060 538 0,'-12'-30'710'0,"1"3"-142"0,0 1-19 15,1 5-42-15,2 1-19 0,1 2-52 0,0 3-37 16,0 3-44-16,3 0-49 0,-1 1-58 0,5 11-48 16,-4-13-23-16,4 13 6 0,0 0 50 0,11 2 25 15,3 7-11-15,8 6 4 0,12 8-21 0,11 9-16 16,4 4 2-16,2 3-72 0,2 3-19 0,1 3 59 16,-1 2-19-16,-1 3-24 0,-4 2-22 0,-2 1-119 15,-6 3 0-15,-3 1 0 0,-3 1 0 0,-7 0 0 16,-6 2 0-16,-7-1 0 0,-7-7 0 0,-7 1 0 15,-5-3 0-15,-13 6 0 0,-7-4 0 0,-11-2 0 0,-8-2 0 16,-10-4-122-16,-9-2-284 0,-4-2-103 0,-5-4-161 16,-5-3-130-16,-2-3-994 0,-1-4-1495 0</inkml:trace>
  <inkml:trace contextRef="#ctx0" brushRef="#br0" timeOffset="49585.0966">2636 7625 425 0,'0'0'438'0,"5"-12"-104"16,-5 12 17-16,5-13-36 0,-5 13-4 15,2-14-18-15,-2 14-3 0,1-15 14 0,-1 15 17 0,0-15-12 16,0 15-29-16,-3-14-31 0,3 14-28 15,-6-15-48-15,6 15-37 0,-11-14-15 0,11 14-20 16,-13-8-17-16,13 8-15 0,-21-2-8 0,8 4-9 0,-5 3-4 16,-3 4 14-16,-5 4-31 0,-5 8-8 0,-1 0 0 15,-1 4-7-15,0 1 27 0,-1 1-41 0,1 2 38 16,4-2-46-16,-1 3 32 0,3-5-41 0,2 1 46 16,6-5-50-16,2 0 33 0,2-5-34 0,6 2 45 0,1-3-45 15,2-1 33-15,2-1-33 0,3-1 29 0,1-12-38 16,3 20 19-16,2-10-27 0,4-4 23 0,2-1-28 15,6 0 13-15,0-2-24 0,4-3 7 0,1 0-26 16,2-3 12-16,3-1-9 0,0 0 7 0,1 0 1 16,-1 0 14-16,-2-2 5 0,-2 1 5 0,-1 2 8 15,-3-1 7-15,-4 1 9 0,-1 1 1 0,-2 0 10 16,0-1 14-16,-12 3-3 0,15-2 2 0,-15 2-6 16,8 5 4-16,-8-5-3 0,-3 12 9 0,-3 2-4 15,-4-1 7-15,-3 2-4 0,-3 4 16 0,-1 0-5 16,1 0 8-16,1-3-8 0,2 1 3 0,0-2-15 0,3 1 7 15,0-2-11-15,2-2-3 0,3 1-3 0,0-2 0 16,3-1 0-16,2-10 1 0,0 17 5 0,5-10 2 16,2 1-1-16,5-3-10 0,3-2-32 0,5-2-51 15,3-1-64-15,6-3-76 0,5 1-123 0,1-2-18 16,0-2-140-16,6-3-556 0,-6 2-678 0</inkml:trace>
  <inkml:trace contextRef="#ctx0" brushRef="#br0" timeOffset="49819.736">3067 7744 855 0,'0'0'788'0,"-1"-19"-164"15,1 19-105-15,-4-14-60 0,4 14-36 0,-2-11-56 0,2 11-53 16,0 0-66-16,-3-12-48 0,3 12-41 16,0 0-31-16,0 0-10 0,0 0-24 0,0 0-15 15,0 0-11-15,14 5-9 0,-6 2-10 0,3-1-16 0,4-1 16 16,0 3-17-16,6 1-18 0,0-4 11 15,2 2-24-15,2-2-3 0,0 0-31 0,0 0-33 16,0-1-48-16,-3 0-66 0,-2 0-51 0,-1-2-57 0,-3 1-47 16,-2 0 1-16,-2-1-39 0,-12-2 42 0,20 4-44 15,-20-4-64-15,13 0-383 0,-13 0-359 0</inkml:trace>
  <inkml:trace contextRef="#ctx0" brushRef="#br0" timeOffset="50002.4891">3439 7605 656 0,'0'0'670'0,"0"-17"-83"15,0 17-37-15,-1-12-62 0,1 12-33 0,0 0-34 16,-1-15-50-16,1 15-18 0,0 0-84 0,0 0-18 16,-1-11-72-16,1 11-16 0,0 0-57 0,0 0 15 15,0 0-30-15,0 0 8 0,-14 10-40 0,9-1 17 16,-2 1-47-16,-2 2 28 0,1 1-48 0,-3 3 16 16,-1 2-75-16,0-1-63 0,-1 3-88 0,-3 2-95 15,1 0-94-15,-1 2-101 0,1-4-114 0,1 1-638 16,1-2-852-16</inkml:trace>
  <inkml:trace contextRef="#ctx0" brushRef="#br0" timeOffset="50289.6418">4103 7726 828 0,'23'-1'837'0,"-3"0"-191"0,-5-1-165 0,0 2-92 15,-15 0-52-15,22 0-21 0,-22 0 6 0,17 4 4 16,-17-4 3-16,4 10-54 0,-4-10-5 0,-10 20-76 16,-6-6 9-16,-7 5-33 0,-11 5-37 0,-12 6-26 15,-9 3-20-15,-8 2-19 0,-8 3-11 0,-20 6-12 16,-2 1-14-16,-6 0-37 0,-2 0 34 0,-3 2-36 16,-4 0 33-16,-3 0-12 0,0 0-4 0,2 0-6 15,0-2-1-15,5 0 0 0,1-1-24 0,8-4-17 16,20-9-88-16,4-3-36 0,8-2-23 0,10-5-61 0,12-4-69 15,11-6-98-15,7-2 2 0,6-2-50 0,6-4-39 16,11-3-74-16,0 0-381 0,0 0-542 0</inkml:trace>
  <inkml:trace contextRef="#ctx0" brushRef="#br0" timeOffset="52336.8528">7898 7331 421 0,'0'0'540'0,"-9"-9"-96"0,9 9-33 0,-13-12 16 16,5 5-29-16,0-2-40 0,0-2 4 15,-1 3 16-15,0-4-21 0,1 3-33 0,1-1-29 0,0 2 5 16,1 0-49-16,0-1 20 0,6 9-35 0,-10-10-49 16,10 10-44-16,-7-10-35 0,7 10-29 0,0 0-15 15,0 0-8-15,0 0 6 0,-5 11-1 0,7 1-7 16,1 2 5-16,2 7-27 0,-1 3 41 0,1 6-38 16,1 1-4-16,1 2-1 0,-1 1-4 0,0-1-3 15,-1 3 26-15,2-4-40 0,1 0 29 0,-1 0-38 16,0-2 33-16,0-2-44 0,1-6 41 0,-1 1-40 15,-1-4 43-15,-1-4-48 0,0 2 39 0,-1-5-33 16,0-1 44-16,0-2-36 0,-4-9 36 0,5 15-38 16,-5-15 34-16,0 0-40 0,0 0 35 0,0 0-40 15,0 0 38-15,8-12-38 0,-10 1 33 0,0-5-32 16,-1-1-3-16,-1-5 4 0,0-3-7 0,-4-4 24 16,2-3-34-16,-2-5 35 0,-1-3-52 0,-1-1 36 0,0 0-1 15,1-2-8-15,-1 1 3 0,3 3 6 16,-1-1 0-16,3 6-5 0,0 4-32 0,0-2 40 15,3 7-46-15,1 0 40 0,2 2-37 0,0 4 40 16,0 3-40-16,4-1 33 0,-1 3-34 0,3 2 38 0,1 2-31 16,3 5 39-16,0 1-34 0,2 3 42 0,5 2-1 15,1 5-3-15,3 1-4 0,3 5-6 0,1 1-3 16,-1 1-5-16,-1 1-1 0,-1 2-2 0,-1-1 3 16,-2 0 0-16,-4 0 2 0,-1-3 1 0,-3 2-27 15,-3-3 35-15,-1 0-28 0,-3-1 38 0,-2 0-33 16,-3-11 38-16,-3 22-35 0,-2-14 42 0,-4 4-34 15,-3-2 32-15,-5 1-35 0,-2 0 33 0,-3-2-49 16,-3 2-1-16,0-2-60 0,3-2-16 0,-1 1-18 16,2-1-37-16,5-3-56 0,1 0-98 0,2 2-63 15,3-1 11-15,10-5-37 0,-11 9-30 0,11-9-51 16,0 0-448-16,6 9-523 0</inkml:trace>
  <inkml:trace contextRef="#ctx0" brushRef="#br0" timeOffset="52703.0919">8332 7410 42 0,'0'0'752'0,"0"0"-198"0,3-10-65 15,-3 10 26-15,0 0-16 0,1-12-30 16,-1 12-52-16,0 0-34 0,0-10-42 0,0 10-70 16,0 0-44-16,0 0-85 0,0 0 2 0,0 0-41 0,2-12-11 15,-2 12-27-15,0 0-3 0,13 8-20 0,-13-8 9 16,15 12-30-16,-6-4 2 0,1 1-11 0,2 1 4 15,-2 1-2-15,3 1-7 0,2 1 5 0,-2-1-2 16,3 2-7-16,-4-3 0 0,1 2-2 0,-2-4-1 16,-2 3-11-16,2-3 8 0,-2 0 0 0,-1-2 2 15,-2 0 3-15,1-2 3 0,-7-5 2 0,10 10 19 16,-10-10-4-16,7 7 14 0,-7-7 2 0,0 0-7 16,0 0-1-16,0 0-9 0,0 0-2 0,0 0 3 15,-6-8-9-15,6 8-2 0,-9-12 7 0,9 12-4 16,-9-16-13-16,9 16 42 0,-6-16-42 0,6 16 28 15,-5-19-45-15,5 19 6 0,0-20-53 0,2 11-6 16,1-1-49-16,1 0-34 0,3 2-42 0,1-3-34 16,1 1-37-16,2 2-39 0,3 0-10 0,-1 2-24 0,3 0-35 15,-1 1-39-15,1 3-8 0,-1 0-17 16,2-1-337-16,-5 1-291 0</inkml:trace>
  <inkml:trace contextRef="#ctx0" brushRef="#br0" timeOffset="53252.7518">8797 7386 352 0,'14'0'546'0,"-14"0"-62"0,0 0-32 16,16-3-1-16,-16 3-33 0,0 0 2 0,9-5-1 15,-9 5-6-15,0 0-32 0,6-9-21 0,-6 9-47 16,0 0 25-16,5-9-60 0,-5 9 7 0,0 0-77 16,0 0 3-16,4-7-80 0,-4 7 6 0,0 0-58 15,0 0 15-15,8-6-53 0,-8 6 40 0,0 0-64 16,15 0 35-16,-15 0-48 0,18 6 36 16,-6-3-43-16,2 2 34 0,0 1-40 0,2 1 38 0,-1 1-37 15,0 0 29-15,-1 1-44 0,-1-1-7 0,1 2-22 16,-2 0-3-16,-2-2 9 0,0 1 3 0,-2 0 6 15,-3-1 9-15,-5-8 7 0,7 15-4 0,-7-15 9 16,-3 12 2-16,-2-3-11 0,-3-3-8 0,-1-1 0 16,-4 0-18-16,-1 1-18 0,-3-3-14 0,1-1-5 15,1-1-2-15,0-1-8 0,1-1-13 0,1-1-18 0,1-3-38 16,-1 1 0-16,3-3-12 0,3 2 38 16,0-3-7-16,7 8 16 0,-2-15 1 0,4 3 9 15,5 3-4-15,2-2-4 0,4-3-9 0,2 4 9 0,2-5 9 16,3 3 15-16,0 0 28 0,-1 1 11 0,1 0 14 15,1 1 6-15,-3 0 21 0,1 1 36 16,-5 1 31-16,0 1 40 0,-1 0 42 0,-4 2 42 16,1 0 32-16,-1 0 5 0,-9 5 17 0,16-7-3 0,-16 7-16 15,11-7 19-15,-11 7-48 0,9-5 7 0,-9 5-68 16,0 0 3-16,13-4-58 0,-13 4 23 0,0 0-45 16,13 7 43-16,-7-1-13 0,2 4 57 0,3 2-34 15,1 3 27-15,4 5-47 0,1 4-1 0,4 5 34 16,3 4 4-16,2 2-8 0,5 8-23 0,1 4-9 15,-1 0 26-15,1 3-54 0,-1 0 33 0,-1-1-52 16,-2 1 35-16,-2-4-48 0,-5-6 40 0,-1-1-47 16,-4-2 0-16,-1-1 3 0,-5-7-1 0,-3-1 1 15,-2-4 0-15,-2-5 1 0,-4 0 0 0,-4-3-5 16,-4 1-11-16,-2-3-23 0,-6-2-35 0,-1-2-35 16,-4-4-46-16,-2 0-63 0,-2-6-62 0,-2 0-50 15,-1-4-122-15,-4-3-74 0,-3-5-89 0,0-5-834 16,4-5-1062-16</inkml:trace>
  <inkml:trace contextRef="#ctx0" brushRef="#br0" timeOffset="53433.318">9261 7236 997 0,'0'-14'736'0,"-1"1"-137"0,1 3-134 0,-1-3-96 16,-1 4-61-16,2 9-57 0,-4-17-52 0,4 17-45 15,-2-15-49-15,2 15-54 0,0 0-42 0,2-11-44 16,-2 11-59-16,0 0-79 0,14 1-40 0,-5 4-56 16,2-1-85-16,2 3-75 0,2 1-416 0,2 0-385 15</inkml:trace>
  <inkml:trace contextRef="#ctx0" brushRef="#br0" timeOffset="54121.672">9584 7365 784 0,'0'0'634'0,"7"11"-82"0,-7-11-11 0,0 0 1 15,7 12-12-15,-7-12-18 0,0 0-90 0,0 0-17 16,7 7-84-16,-7-7-30 0,0 0-93 0,0 0-11 16,13 0-72-16,-13 0-20 0,17-3-97 0,-17 3-29 15,23-4-53-15,-10 1-25 0,1 0-12 0,2-1-34 16,-1 2-13-16,0-3-4 0,-2 1 5 0,1-2 9 16,-3 2 9-16,-1 0 8 0,-1-3 17 0,-2-1 19 0,-1 1 20 15,-1-2 7-15,-5 9 24 0,5-15 12 0,-5 15 23 16,-3-13 26-16,3 13 20 0,-9-15 22 0,9 15 20 15,-14-11 23-15,5 6-5 0,-1 3 10 0,0-1 0 16,10 3-1-16,-20-1 2 0,20 1 10 0,-21 4-10 16,12 1 14-16,0 1-8 0,1 1-14 0,-1 2 44 15,3 2-13-15,2 1 43 0,1 1-43 0,2-1 27 16,2 3-46-16,3 0 26 0,2 1-48 0,4 2-12 16,1-2-11-16,3 0-10 0,5 2-5 0,2 0-7 15,1-3-10-15,2 2-22 0,1-4-34 0,0-2-25 16,-1-3-37-16,-1-1-13 0,0-1-21 0,0-2 7 15,-3-1 13-15,2-2 12 0,-3-2 20 0,-1-2 12 16,-1-2 11-16,-2-1-17 0,-1-1 22 0,-3-2 25 0,-1-5-4 16,-3 0 7-16,-2-2-5 0,-1-5 15 15,-4-4-6-15,-1 0 5 0,-2-6 2 0,-2-2 11 16,-1-2 11-16,-5-6 16 0,1 2 26 0,-1-1-5 16,-2 5 60-16,4 7-4 0,-2 0 32 0,3 6-15 0,1 3 23 15,0 4-62-15,2 2 8 0,-1-1-59 0,2 6 27 16,4 8-46-16,0 0 37 0,0 0-38 15,0 0 35-15,-8 10-38 0,9 4 51 0,2 3-31 0,2 3 44 16,3 5-28-16,1 4 33 0,3 4-39 0,3 1 33 16,0 2-52-16,3-3-1 0,0 1-3 0,3-1-1 15,-3-1-5-15,2-2-1 0,1 0-19 0,0-2-60 16,-4-5-43-16,-1 0-37 0,-1-3-25 0,-2-2-19 16,-2-2 9-16,-2-3-10 0,0-2 1 0,-2 0 50 15,-1-2 8-15,-6-9 32 0,5 13-17 0,-5-13 25 16,0 0-9-16,-4 10 40 0,4-10-9 0,0 0 36 15,-18-3-12-15,18 3 27 0,-17-9 8 0,7 3 1 16,-2-1-12-16,0-1 33 0,0-1 10 0,1 1 54 16,1 1 6-16,0-2 12 0,2 2 2 0,1 0 9 15,1 0-5-15,6 7-20 0,-8-14-27 0,8 14-7 16,1-13-8-16,-1 13-12 0,13-15-32 0,-2 8-34 16,4-1-62-16,2 2-41 0,5-1-81 0,4 2-66 15,1-2-75-15,5 0-62 0,1 1-194 0,2 1-470 0,-1 0-710 16</inkml:trace>
  <inkml:trace contextRef="#ctx0" brushRef="#br0" timeOffset="54776.1652">11135 7269 1072 0,'-7'-15'818'0,"2"1"-75"0,-1 2-26 15,0-2-1-15,-1 2-118 0,-1 1-13 0,3 0-110 16,0 3 1-16,1-1-167 0,4 9-12 0,-8-12-120 15,8 12 17-15,0 0-87 0,0 0 45 0,0 0-85 16,0 0 78-16,-1 18-88 0,6-3 70 0,3 4-95 16,1 2 6-16,4 6 2 0,0-1-4 0,5 6-6 15,0 0-5-15,1-1-18 0,-1 2 25 0,1-3-28 16,0 1 18-16,-4-4-4 0,1-3-2 0,-2 0-5 16,-1-2-8-16,-2-3 4 0,-2-2-5 0,0-3-9 15,-2-1 3-15,-1-1 4 0,-1-3 4 0,-1-2-2 0,-4-7-1 16,3 10 2-16,-3-10-2 0,0 0-2 15,0 0 0-15,-12 0 4 0,5-7-20 0,-2 0 5 16,-1-3-11-16,-2-5-8 0,0-3-10 0,-1-4-12 0,-3-3 6 16,1-6 8-16,-1-1 43 0,2-4-54 0,-2 0 62 15,3-1-58-15,1 0 60 0,0 0-55 16,4 7 62-16,2 2-64 0,-1 4 66 0,1 2-47 16,2 6 73-16,1 0-57 0,-1 1 68 0,2 3-85 0,1 2 52 15,1 10-60-15,0-13 59 0,0 13-59 0,9-6 58 16,-9 6-53-16,18 6 56 0,-5-2-59 0,0 4 59 15,3 3-55-15,3 1 67 0,1 3-70 0,2-1 65 16,0 3-64-16,-2-2 63 0,1 2-61 0,-2-1 55 16,-2-1-82-16,1-4 32 0,-5 3-58 0,1-4 44 15,-3 0-39-15,-2-2 56 0,0-1-30 0,-9-7 55 16,17 11-33-16,-17-11 49 0,12 8-45 0,-12-8 43 16,0 0-43-16,14-7 52 0,-14 7-56 0,8-16 48 15,-6 4-45-15,3-5 43 0,-2-1-43 0,0-2 48 16,0 0-52-16,0-2 57 0,1 3-51 0,-2 3 46 15,0-1-31-15,0 3 47 0,0 2-51 0,-1 0 42 16,-1 12-60-16,5-18 38 0,-5 18-43 0,4-8 47 16,-4 8-42-16,0 0 45 0,13 6-37 0,-6 1 60 0,2 5-52 15,1 4 65-15,2 1-63 0,2 6 44 16,0 0-50-16,1 2 50 0,3 4-50 0,0 1-1 16,1-1-34-16,-4-3-103 0,2-1-57 0,-2-1-83 0,3 0-39 15,-3-2-77-15,1-2-89 0,-2 1-28 0,0-3-23 16,-2-3-162-16,1-2-497 0,-2-3-820 15</inkml:trace>
  <inkml:trace contextRef="#ctx0" brushRef="#br0" timeOffset="55336.883">12223 7392 345 0,'5'-10'840'0,"-1"2"-180"0,-4 8-88 0,3-18-75 16,-3 18-23-16,4-17-27 0,-4 17-28 0,2-15-33 15,-2 15-81-15,0-16-20 0,0 16-81 0,-2-16-6 16,2 16-73-16,-3-12 8 0,3 12-61 0,-4-10 20 16,4 10-28-16,-12-4-44 0,12 4 28 0,-21 2-42 15,7 4 33-15,-2 0-41 0,1 2 28 0,-1 3-41 16,1 0 37-16,1 1-36 0,5 0 35 0,-2 1-40 16,3 0 12-16,2-1-4 0,4 1 4 0,0-1 0 15,4-2-4-15,0 2-16 0,4-3-4 0,4 1-23 0,1-2-16 16,0-1 0-16,5 0-10 0,-2-6 4 0,3 4-9 15,-1-3 20-15,-2-1-4 0,1-1 19 16,-1-1 8-16,-1-1 19 0,-1-1 0 0,1-3 14 0,-2-1-5 16,-2-1 33-16,-1-2 19 0,0 0-13 0,-4-3 7 15,-1-1 2-15,2 2 16 0,-3 0-15 0,-2-2 57 16,0 4-31-16,0 10 39 0,0-20-43 0,0 20 25 16,2-17-52-16,-2 17 21 0,0-13-52 0,0 13 36 15,0 0-41-15,0 0 35 0,0 0-29 0,13 2 46 16,-7 7-24-16,3 2 40 0,1 5-28 0,3 2 79 15,1 5-34-15,1 4 7 0,4 5-1 0,1 4-11 16,0 0-11-16,1 4-10 0,-1-1-9 0,4 10 25 16,-2 0-46-16,-3-7 31 0,-2-1-52 0,2-1-8 15,-2 0-13-15,-1-1-1 0,-2-3-1 0,-2-6 1 16,-2-3 5-16,-3-5-4 0,-3 1 8 0,1-8 4 16,-4 0 4-16,-1-1 3 0,-4-6-1 0,0 2 1 15,-3-3 1-15,-2-3 0 0,-4-2-3 0,-1-4-2 16,-6 0 17-16,-5-5-59 0,-3-2 21 0,-3-4-53 0,-1-3 24 15,-1-2-42-15,6-4 0 0,1 0-37 0,8 2-14 16,5-5-33-16,1 0-48 0,3-1 5 0,7 2-57 16,2-1-5-16,7 0-44 0,1-4-24 0,8-3-11 15,5 3-65-15,-1-2 16 0,5 2-10 0,-1-1-452 16,2 3-425-16</inkml:trace>
  <inkml:trace contextRef="#ctx0" brushRef="#br0" timeOffset="55655.8487">12740 7343 116 0,'3'-11'647'15,"-3"11"-94"-15,2-19-17 0,-2 19-30 16,0-18-36-16,0 18-8 0,0-17-1 0,0 17-36 0,-2-17-8 16,2 17-75-16,-1-14-5 0,1 14-87 0,-1-11-4 15,1 11-97-15,0 0 12 0,4-8-63 16,-4 8 33-16,10 1-47 0,-1 5 26 0,5 1-51 0,1 5 24 16,6 3-44-16,2 2 25 0,-3 3-40 0,6 2 28 15,-5 0-41-15,0 0-4 0,-2-2 5 0,-2 4-1 16,0-2-3-16,-1 1-2 0,-3-2 0 0,-1-2-1 15,-4-1 0-15,1-3 1 0,-4 0 0 0,2-4 12 16,-5 1 20-16,-2-12 23 0,3 16 16 0,-3-16 14 16,-1 11 8-16,1-11-4 0,-14 4-8 0,14-4-19 15,-17-4-13-15,3-2-6 0,-1-2-12 0,1-1-1 0,1-4-5 16,0 0-2-16,-1-1 1 0,5-2-11 0,2 0-15 16,5 0-20-16,2-1 46 0,3-4-120 0,5 3-17 15,5 3-89-15,3-2-28 0,7-1-82 0,1 3-54 16,3 1-73-16,0 3-104 0,2 0-34 0,1 1-131 15,-3 2-670-15,-2-1-972 0</inkml:trace>
  <inkml:trace contextRef="#ctx0" brushRef="#br0" timeOffset="57587.903">20980 6461 301 0,'35'-14'516'0,"-6"3"-100"16,-1 0-72-16,-5 2-17 0,-2-1 1 15,-3 2 3-15,-3 2-7 0,0-1-6 0,-2 1-22 16,-3 1-25-16,-1 0-33 0,1 1-31 0,-10 4-37 0,13-6-30 16,-13 6-31-16,11-5-25 0,-11 5-16 0,0 0-16 15,0 0-4-15,-8 9 13 0,-5 2 9 16,-9 6 2-16,-7 6 10 0,-6 5 3 0,-9 8 2 16,0 3 7-16,-4 1-12 0,2 3 2 0,0 1 16 0,4 2-4 15,2-1 29-15,4 2-23 0,4-2 27 0,4-1-46 16,7-6 34-16,4-2-51 0,6 1 36 0,5-6-34 15,5-3 38-15,3 0-48 0,5 2 33 16,7-3-40-16,6 3 32 0,5-2-52 0,4-5 29 0,5-2-52 16,5-3-17-16,3-3-95 0,0 0-37 0,3-3-100 15,-1-3-50-15,0-3-107 0,-4-1-96 0,-1-3-79 16,-2-3-200-16,-1-1-510 0,-3-3-890 0</inkml:trace>
  <inkml:trace contextRef="#ctx0" brushRef="#br0" timeOffset="58788.0855">20999 7035 889 0,'-23'-9'746'0,"1"0"-93"0,3 3-67 16,3-1-30-16,2 2-41 0,0-2-85 0,2 1-46 16,3 2-76-16,-1 0-6 0,2 0-95 0,8 4-23 15,-9-8-97-15,9 8-22 0,0 0-80 0,13-11-32 16,0 9-33-16,4-3-36 0,4 4-19 0,5-2-47 15,1 1-6-15,0 0-35 0,2 0-5 0,0 2-35 16,0-2-12-16,0 1-25 0,0 0 13 0,-1 1-1 16,-2-4 16-16,1 2 16 0,-2-1 47 0,-3-2 36 15,0 0 38-15,-4 0 61 0,-3-2 75 0,-1 1 59 16,-2-1 39-16,-2-1 9 0,-1 1 6 0,-4-1 34 0,1 0 21 16,-6 8 35-16,7-15 39 0,-7 15 53 0,4-12-33 15,-4 12-3-15,4-10-52 0,-4 10-34 0,0 0-46 16,6-11-9-16,-6 11-14 0,0 0 29 15,0 0 7-15,0 0-10 0,3 14 0 0,-3-14 11 0,4 19 24 16,-2-6-51-16,2 1 38 0,-1 1-44 16,2 2 27-16,-1-1-62 0,1 1 21 0,0 1-53 0,1 2 25 15,-3-3-47-15,3-1 30 0,-2 1-48 16,2-3 29-16,-1 2-81 0,-1-3-11 0,0 1-65 0,0-4-6 16,0-1-4-16,0 0 15 0,-4-9 18 0,10 13 2 15,-10-13-3-15,10 7-11 0,-10-7-7 0,12 2 5 16,-12-2 13-16,14-5 4 0,-7 0-1 0,1-3-14 15,0-2 10-15,-1-1 18 0,-1-2 14 0,1 1 14 16,-2 0 14-16,2 0 9 0,-1 1 13 0,-1 0 16 16,-2 1 40-16,1 2-6 0,0-1 28 0,-4 9-14 15,8-13 25-15,-8 13-20 0,5-12 16 0,-5 12-32 16,5-10 12-16,-5 10-30 0,4-7 17 0,-4 7-23 16,0 0 21-16,11-7-17 0,-11 7 25 0,16-1-24 15,-16 1 12-15,25 1-13 0,-8 1 15 0,3-1-22 16,1 1 15-16,0 1-22 0,5-2-5 0,0 1-62 15,1 1-21-15,0-3 16 0,0 1-22 0,0-1-10 16,-4 0 19-16,1 0-7 0,-1-1 31 0,2-2 1 16,-3 0 28-16,0-3-8 0,0 0 23 0,-3-3-4 15,1-1 19-15,-2-1-1 0,-2-2 34 0,-1 1-1 0,-2-2 54 16,-1 1-1-16,-4-1 23 0,0 1-31 16,-4 3 15-16,-1-2-31 0,-3 12 12 0,0-19-26 15,0 19 13-15,-8-17-19 0,0 12 13 0,-2 2-13 16,-1 1 19-16,11 2-26 0,-27 4 9 0,13 0-15 15,0 2 7-15,1 2-5 0,0-1-16 0,3 3 8 0,1 0-12 16,1 2 13-16,3-1-21 0,1 1 20 0,3-1-18 16,1-11 9-16,3 22-15 0,2-12 5 15,3 2-33-15,0-4-1 0,2 1-42 0,2-1 7 16,0-1-28-16,-1-2 7 0,2-1 15 0,-2-1 10 0,1-2 19 16,-12-1 16-16,22 0 5 0,-22 0 10 0,19-3 36 15,-10-2 1-15,-2-1 28 0,2-1-24 16,-3-2 43-16,0-2 4 0,0 0 13 0,-1-1-10 15,0 0 29-15,-2 1 4 0,0 2 5 0,0-1-1 0,-3 10-2 16,5-14-27-16,-5 14-24 0,4-12-14 0,-4 12-11 16,0 0-10-16,7-6 0 0,-7 6-1 15,9 7 3-15,-5 3-3 0,2 2 8 0,2 6 28 0,0 4-18 16,1 5 36-16,0 3-30 0,3 8 15 0,-1 1-48 16,0 1 37-16,1-1-42 0,-1 3 31 0,0-2-36 15,1-1 35-15,-2-1-38 0,-1-1 1 0,0-6-2 16,-2-1-14-16,-1-1-4 0,-3-3 3 0,0-3 0 15,-2-3 10-15,-1-3 6 0,-2 0 1 0,-3-1 2 16,-3-3 4-16,-3-1 1 0,-2-3-3 0,-5-1 3 16,-2-2-4-16,-1-2 0 0,-1-3 24 0,0-2-48 15,-3-4 3-15,-5-3-89 0,2-1-25 0,1-5-28 16,4 0-21-16,2-4 16 0,3-2-38 0,6 3-14 16,3-3-45-16,4-2-32 0,5 0-6 0,3-4 13 15,7-3 40-15,3-5 31 0,5-1 10 0,3 3 22 16,2-4 26-16,3 4 26 0,1-2 36 0,0 4 34 15,1-1 50-15,-2 2 29 0,-1 3 46 0,-2-1 33 16,-3 7 52-16,-4 0 55 0,-1 4 77 0,-2 0-13 16,-3 1 4-16,0 2-18 0,-2 1 20 0,-2 2-30 0,1-2-26 15,-2 3-30-15,0 2-21 0,-5 7-34 16,6-14-18-16,-6 14-22 0,5-10-17 0,-5 10-16 16,0 0-11-16,0 0-3 0,0 0 1 0,0 0-11 15,0 0-1-15,2 15-8 0,-1-4 26 0,2 2-35 0,1 2 24 16,4 4-36-16,0 0 15 0,2 0-96 0,3 3-57 15,1-1-65-15,0-3-119 0,0 4-117 0,-2-7-97 16,0 0-862-16,-2-3-997 0</inkml:trace>
  <inkml:trace contextRef="#ctx0" brushRef="#br0" timeOffset="58999.0517">22446 6375 2022 0,'0'0'775'16,"4"-12"-94"-16,-4 12-33 0,3-9-105 0,-3 9-86 15,0 0-82-15,6-10-72 0,-6 10-73 0,0 0-52 16,10-3-37-16,-10 3-48 0,10 3-72 0,-3 1-104 16,3 4-101-16,3 1-90 0,0 4-99 0,2 3-105 15,2 4-22-15,0 1-140 0,0 1-602 0,0 2-850 16</inkml:trace>
  <inkml:trace contextRef="#ctx0" brushRef="#br0" timeOffset="59838.4342">22841 6813 725 0,'0'0'926'0,"0"0"-113"0,0 0-57 0,0 0-23 0,0 0-62 16,0 0-84-16,0 0-70 0,-1-12-80 0,1 12-86 15,0 0-75-15,0 0-53 0,0 0-53 16,0 0-38-16,0 0-15 0,0 0-28 0,9 8-19 0,-4-2-11 15,2 2-10-15,2 4-10 0,0 0-4 0,0 1-5 16,4 0-10-16,-2 2 4 0,-1 1-38 0,2-2-31 16,0 0-14-16,-5 1-74 0,2-3-3 0,-2-2-73 15,1 2-4-15,-1-4-35 0,-2 0 21 0,1-1 26 16,-6-7 23-16,9 12 30 0,-9-12 13 0,10 6-9 16,-10-6 15-16,13 0 32 0,-13 0 5 0,15-6 32 15,-6 1-6-15,2-3 35 0,-1-3-13 0,0 1 24 16,3-5-9-16,-2 1 22 0,1-1-15 0,-1 2 30 15,-2 1 5-15,1 2 10 0,-3-2 28 0,0 5 15 16,-1-2-7-16,-1 1-14 0,-5 8-11 0,10-8-9 16,-10 8-6-16,7-9-11 0,-7 9 3 0,0 0-12 15,0 0 11-15,14 2-1 0,-14-2-3 0,9 7-1 16,-9-7 12-16,13 10-3 0,-5-2-3 0,3 0 28 16,2-1-34-16,1 2 6 0,4 0-4 0,3-1 1 15,2 1-7-15,0-1-12 0,2-1-18 0,1-1-27 0,-1 1-7 16,1-2-8-16,-1-1 21 0,-1-1-13 15,-2 0 30-15,-2-2-11 0,-1-2 30 0,0 0-9 16,-2-4 19-16,0 1-7 0,-3-2 17 0,1-3-15 16,-3 0 16-16,0-2-7 0,-3-1 22 0,2-4-3 0,-2 1 1 15,-3 0 6-15,0 0 6 0,-2-1 13 0,-1 2 4 16,-1 2 9-16,0-1 6 0,-1 2-21 16,-1 11 10-16,2-18-22 0,-2 18 9 0,-3-12-21 0,3 12 9 15,-7-9-13-15,7 9 7 0,-10-3-18 0,10 3 5 16,-15 4 3-16,8 1 2 0,0 1 3 0,0 2 0 15,-2 1 8-15,2 1 3 0,1 1-2 0,1 2 22 16,0 0-29-16,3-1 27 0,0 1-32 0,2-1 24 16,1 1-33-16,2 0 33 0,2 1-38 0,2-1 33 15,4 2-39-15,3-2 30 0,3 0-44 0,2-1 31 16,2-3-33-16,1 1 22 0,1-3-22 0,0 1 31 16,1-4-26-16,-3 2 33 0,0-5-30 0,0-1 32 15,-1 0-28-15,2-1 30 0,2-5-11 0,-2 1 8 16,-1-2-34-16,0-1 55 0,0-2-42 0,-2-4 38 15,3-1-37-15,-1 0 7 0,-5 1-4 0,0-1 47 16,-2 0 24-16,0 0 21 0,-3 1-33 0,-2 1 30 16,-1-1-55-16,-3 3 36 0,-1-1-50 0,-2 2 28 0,-2 10-52 15,0-17 38-15,0 17-42 0,-10-12 32 16,1 8-38-16,-2 1 35 0,-1 2-31 0,-1 2 29 16,-1 1-38-16,-2 2 7 0,2 1 2 0,-1 3 4 0,1 2 5 15,-1 1 5-15,1 1 19 0,1 2-1 0,4-2 45 16,2 1-32-16,1 1 35 0,2-1-36 0,0 0 42 15,4 0-50-15,4 2 40 0,1-1-50 0,2-1 36 16,4 1-50-16,5 0 39 0,1-1-79 0,7 0-31 16,2-1-110-16,2-3-79 0,2 0-69 0,1-2-88 15,2 2-68-15,-6-6-38 0,-1 0-32 0,-3-3-91 16,4-3-564-16,-2 0-816 0</inkml:trace>
  <inkml:trace contextRef="#ctx0" brushRef="#br0" timeOffset="60158.0505">24614 6904 369 0,'14'-18'639'0,"-2"1"-32"0,-1-2-20 0,1 0-47 15,-2 1-41-15,-3-1 7 0,3 3 26 16,-4-1-99-16,-1 3-11 0,0 1-49 0,0-1 18 0,0 3-93 16,-1 1-19-16,-4 10-111 0,7-15-8 0,-7 15-69 15,5-8 20-15,-5 8-58 0,10 3 36 0,0 4-48 16,-1 4-6-16,7 5-5 0,0 5-1 0,6 6-5 16,-2 4 32-16,2 2-48 0,-1 2 37 0,-1 1-47 15,0 0 42-15,-1-1-58 0,-3 1 30 0,1-3-41 0,-7-3 50 16,0-4-48-16,-1-4 38 0,-2-1-37 0,-1-3 45 15,-2-4-30-15,-1 3 69 0,2-7 7 0,-3 0 142 16,-2-10-39-16,0 15 40 0,0-15-128 0,-7 9-80 16,7-9 0-16,0 0 0 0,-15-6 0 0,10-2 0 15,-4 0 0-15,4-6 0 0,0 1 0 0,5-5 0 16,5-3 0-16,5-5 0 0,9-4 0 0,7-3 0 16,15-3 0-16,8 2 0 0,6 0 0 0,6 4 0 15,2 1 0-15,4 5 0 0,2 2 0 0,2 2 0 16,-2 4 0-16,0 2 0 0,-1 3-278 0,-12 3-188 15,0 3-67-15,-3 3-100 0,-4 1-138 0,-9 2-197 16,-6-1-475-16,-6 0-1055 0</inkml:trace>
  <inkml:trace contextRef="#ctx0" brushRef="#br0" timeOffset="61472.9273">6266 8437 365 0,'-18'1'471'0,"2"2"-92"15,2-1-47-15,0-1-32 0,1 0-23 0,1 1-19 16,0 0-8-16,12-2-3 0,-20 2-14 0,20-2-8 16,-16 2-21-16,16-2-25 0,-14 1-25 0,14-1-21 15,0 0-20-15,-16 3-26 0,16-3-8 0,0 0-6 16,0 0-8-16,0 0-1 0,0 0 4 0,0 0 2 15,18 5-1-15,3-7 0 0,16-1 3 0,15-1 2 16,23-4 16-16,16-1-11 0,35-3 9 0,24-2-3 0,13 0-5 16,20 0-7-16,17 0-34 0,59 1 15 0,7-4-19 15,7 4 2-15,2 0-23 0,3 2-16 16,1 1-16-16,-5 2 3 0,-5 1-22 0,-6 3 3 0,-51 1-8 16,-3-2 14-16,-3 0-13 0,-4 0-7 15,-5-2 17-15,-7-2 17 0,-9 0-30 0,-7-3-8 0,-8-1-18 16,-10-1-9-16,-8-2 9 0,-11-1 12 15,-8-2 9-15,-14-1 15 0,-25 3 17 0,-6-2 29 0,-8 2 30 16,-4-2 18-16,-7-2 13 0,-6 3 11 0,-11 1 14 16,-2 1-15-16,-4-1 17 0,-2 3-17 0,-1-1 13 15,-3 1-37-15,-1 0 26 0,-3 5-37 0,-1-2 13 16,-1 1-28-16,3 3 18 0,-1-2-32 0,1 2 21 16,-1 3-32-16,1-1 22 0,-3 3-29 0,1-1 23 15,-2 2-26-15,3 1 29 0,-3 0-29 0,2 1 30 16,-1 1-25-16,-1-1 32 0,0 1-29 0,-2 1 44 15,0-1-28-15,-3 2 51 0,1-1-39 0,-4 0 40 16,-3-2-39-16,-1 1 38 0,0 0-34 0,-4 0 43 0,1-1-47 16,-14-1 38-16,19 4-40 0,-19-4 38 15,17 3-44-15,-17-3 39 0,13 1-11 0,-13-1-44 16,14 3 38-16,-14-3-46 0,0 0 34 0,13 0-39 16,-13 0 37-16,0 0-42 0,11 3 35 0,-11-3-41 0,0 0 41 15,0 0-40-15,14 0 38 0,-14 0-38 16,0 0 41-16,0 0-41 0,0 0 44 0,10 3-31 15,-10-3 38-15,0 0-35 0,0 0 37 0,0 0-41 16,0 0 42-16,0 0-49 0,0 0 40 0,0 0-42 0,0 0 44 16,0 0-45-16,11 0 29 0,-11 0-95 0,0 0-59 15,0 0-123-15,-6-8-89 0,6 8-165 0,-13-9-124 16,-1 2-199-16,-2-1-606 0,-6-2-1054 0</inkml:trace>
  <inkml:trace contextRef="#ctx0" brushRef="#br0" timeOffset="63606.728">6149 8779 237 0,'5'-8'488'0,"-5"8"-44"15,7-14-95-15,-7 14 22 0,4-13-48 16,-4 13-19-16,1-12-27 0,-1 12-19 0,-3-11-39 0,3 11-31 16,-5-12-28-16,5 12-31 0,-15-9-23 0,6 6-16 15,-1 0-12-15,-4 3-10 0,1 0-13 16,-6 3-1-16,-1 3 2 0,-3 3 13 0,-4 3-3 16,-5 7-7-16,1 1-8 0,-1 4-7 0,2 0 5 15,0 1-2-15,1 2-2 0,2-1 2 0,3 1 12 0,3-1-26 16,2-4-2-16,4 1 3 0,0 0 15 0,5-3-24 15,2-1 11-15,-1 0-23 0,5-5 18 0,1 1-19 16,3-2-1-16,2 1 3 0,3-3 12 0,3 0-14 16,2-1 8-16,3-1-14 0,4-3 10 0,4-1-13 15,2 1 3-15,2-4-57 0,3 0-23 0,1-1-74 16,1-1-57-16,1 0-49 0,0-2-53 0,-1-1-110 16,0 1-66-16,2-4-525 0,-6 2-612 0</inkml:trace>
  <inkml:trace contextRef="#ctx0" brushRef="#br0" timeOffset="63823.6332">5901 9068 270 0,'-21'-2'724'0,"2"-1"-168"0,0 2-52 0,1-1-12 16,2-1-21-16,1 2-70 0,2-2-27 15,0 1-54-15,13 2-42 0,-20-2-59 0,20 2-40 0,-16-5-48 16,16 5-21-16,0 0-27 0,-9-3-11 0,9 3-26 15,0 0-8-15,18-5-34 0,-5 4-27 0,3-2-47 16,4 2-37-16,2-1-61 0,4 1-52 0,0-1-59 16,2 1-25-16,2 0-54 0,-2 1-79 0,2-2-86 15,0 1-352-15,-2 0-432 0</inkml:trace>
  <inkml:trace contextRef="#ctx0" brushRef="#br0" timeOffset="64858.0373">6263 8974 613 0,'0'0'559'0,"0"0"-89"0,-2-12 2 15,2 12-10-15,0 0-13 0,-3-13-17 0,3 13-21 16,0 0-52-16,-4-11-69 0,4 11-58 0,0 0-55 16,0 0-30-16,0 0-29 0,0 0 24 0,0 0-6 15,0 0 12-15,-4 13-51 0,4-13 18 0,1 16-50 16,-1-16 25-16,3 21-40 0,-1-10-13 0,0 2-5 16,0 1-5-16,0 1 28 0,2-1-46 0,0 0 30 15,-1-1-41-15,1 2 39 0,0-2-42 0,0-3 30 16,0 1-59-16,-1-2 17 0,1 0-42 0,2-1 16 0,-6-8-21 15,6 12 28-15,-6-12-14 0,7 7 15 0,-7-7-20 16,0 0-5-16,13 0-11 0,-13 0 3 16,10-6 24-16,-10 6-19 0,9-16-9 0,-3 8-17 0,-1-4 22 15,1-1 1-15,-1 0 25 0,0 1-6 0,0-2 11 16,-1 3 7-16,-1 1 12 0,2 0 28 0,-1 1 17 16,-4 9 5-16,5-17 3 0,-5 17 3 0,5-12-23 15,-5 12 0-15,6-10-3 0,-6 10 6 0,7-7 9 16,-7 7-8-16,9-3 0 0,-9 3 3 0,0 0 8 15,17-2 2-15,-17 2 3 0,17 5-6 0,-17-5-3 16,15 5-2-16,-15-5-14 0,18 7 5 0,-10-2-3 16,0 0-3-16,2-1-5 0,-2 0 6 0,-8-4-6 15,15 10-3-15,-15-10 1 0,15 8 1 0,-15-8-10 16,10 6-7-16,-10-6-3 0,11 6 5 0,-11-6-16 0,8 5 18 16,-8-5 9-16,0 0-9 0,0 0-19 0,13-1-14 15,-13 1 15-15,0 0-14 0,10-10 14 16,-10 10-17-16,6-13 10 0,-6 13-18 0,7-18 23 15,-3 9-16-15,0-1 12 0,0 0 9 0,2 1 0 16,1-2 6-16,-3 3 9 0,0-1 5 0,-4 9 6 0,7-12 5 16,-7 12-2-16,7-12 2 0,-7 12 3 15,6-8-3-15,-6 8 8 0,0 0 7 0,13-3-2 0,-13 3 11 16,0 0-16-16,19 1 8 0,-19-1-19 0,16 6 14 16,-5-3-15-16,0 1 6 0,1 1-4 0,3-1 5 15,-1 0-25-15,2 1-12 0,-1-1-50 0,3 0-6 16,-1 1-54-16,-1-2-15 0,2 0-16 0,-2-1 4 15,0 1 10-15,-2-2 10 0,0-1 25 0,-1-1 26 16,-2-2 16-16,0 0 16 0,-1-2 15 0,-2-2 10 16,-1-2 28-16,-3-1 26 0,-1-2 9 0,-1-5 31 15,-2 1 14-15,-2-4 8 0,0-2 9 0,-3 0 46 16,-2-2-6-16,2 2 33 0,-2 0 24 0,0 1 4 16,0 3 6-16,0 1-15 0,1 3 44 0,1 2-68 15,1 2 3-15,0 0-66 0,4 10 14 0,-7-8-47 16,7 8 71-16,0 0-36 0,-6 8 29 0,6-8-13 15,-2 23 2-15,4-5-1 0,0 5-44 0,1 4 30 0,3 3-44 16,2 4 36-16,1 4-55 0,2 3-2 16,4-2-3-16,1 1-5 0,-1 2 32 0,-1-1-51 15,2-1 42-15,-2-1-48 0,1-1 35 0,-1-3-45 16,-3-5 37-16,0-3-48 0,-2-6 40 0,0-1-54 0,-2-2 34 16,-2-3-31-16,1-2 41 0,-2-3-32 0,2-1 41 15,-6-9-37-15,5 10 36 0,-5-10-39 16,0 0 34-16,0 0-47 0,0 0 26 0,0-17-50 0,-1 5 12 15,-3-4-59-15,0-2 28 0,1-4-47 0,-1-3-19 16,0 0 27-16,0 0 18 0,1-1 42 0,0 1-14 16,1 1 35-16,0 0-26 0,1 4 37 0,1 1-26 15,0 1 31-15,0 2-32 0,2 1 20 0,1 3-31 16,1 1 16-16,3 1-2 0,1 2 17 0,3 3-6 16,0 1 17-16,2 2-13 0,1 1 11 0,1 1-10 15,3 3 5-15,0 0-3 0,-1 1 1 0,1 3 1 16,-2-2 4-16,0 3-2 0,-1 0 5 0,0-1 5 15,-2 1 5-15,-1-1 4 0,-2 1-1 0,-2-1 5 16,-2 0 6-16,-6-7-3 0,7 13-5 0,-7-13 1 16,-2 11 5-16,2-11 0 0,-9 10-5 0,1-5 10 15,-2 0-2-15,-5-1-15 0,0 0-24 0,-2-2-43 16,0 1-80-16,-2-3-31 0,1 1-75 0,4 0-7 0,0-2-60 16,2 0-127-16,12 1-72 0,-15-8-483 15,15 8-617-15</inkml:trace>
  <inkml:trace contextRef="#ctx0" brushRef="#br0" timeOffset="65074.7476">7566 8861 757 0,'6'-10'770'0,"-6"10"-86"0,8-13-54 16,-8 13 4-16,5-12-42 0,-5 12-9 0,5-9-106 16,-5 9-28-16,0 0-102 0,6-11-22 0,-6 11-107 15,0 0 0-15,0 0-64 0,0 0 60 0,0 0-72 16,15 4 39-16,-9 3-93 0,0 1 60 0,2 2-100 15,0 0 53-15,1 2-82 0,1 1-2 0,1 3-5 16,0-1-7-16,1 2-36 0,-2-2-60 0,0 2-69 16,1-1-87-16,-1-1-83 0,-1-1-33 0,-1-2-129 15,0 2-60-15,-1-3-47 0,-1-2-145 0,1-1-589 16,-7-8-937-16</inkml:trace>
  <inkml:trace contextRef="#ctx0" brushRef="#br0" timeOffset="65257.8755">7577 8870 65 0,'-15'-15'697'0,"-1"1"-111"0,1-1-33 0,1 1-11 16,1 1-36-16,2 2-14 0,1-1-64 0,2-1-74 15,-1 3-56-15,4 0-44 0,1 2-35 0,2-3-54 16,2 11-17-16,4-16-48 0,2 8-2 0,5 1-44 16,4-1-41-16,6 1-61 0,3 1-89 0,3 2-79 15,1 2-97-15,2 0-86 0,1 3-133 0,-2 2-194 16,0 0-274-16,-2 2-600 0</inkml:trace>
  <inkml:trace contextRef="#ctx0" brushRef="#br0" timeOffset="65431.2489">7727 9072 531 0,'-13'10'810'0,"2"1"-114"0,1-3-104 0,2 0-39 15,8-8-53-15,-14 10-47 0,14-10-58 0,-9 9-44 16,9-9-90-16,0 0-46 0,0 0-47 0,11 5-37 15,2-6-55-15,6 0-84 0,6-1-75 0,5-1-79 16,6-1-97-16,0 0-52 0,3 2-55 0,-2-2-75 16,0 0-64-16,-2 0-101 0,-1-1-332 0,-1 0-514 0</inkml:trace>
  <inkml:trace contextRef="#ctx0" brushRef="#br0" timeOffset="65890.8833">8273 8897 610 0,'-5'-14'625'0,"0"2"-82"16,0 2 13-16,2-1-21 0,-2 2-5 0,1 0-23 15,-1 1-55-15,5 8-30 0,-9-14-98 16,9 14-28-16,-6-11-62 0,6 11-43 0,0 0-16 0,0 0 13 16,0 0-15-16,0 0-63 0,-4 11 28 0,4-11-47 15,5 21 20-15,0-7-49 0,3 2 30 16,0 2-58-16,0 2-3 0,0 0-4 0,3 1-5 16,1 2-3-16,-3-3-1 0,4 3-4 0,-3-3-2 0,-1-2-4 15,1 1-3-15,-1-3-7 0,-1-2-9 0,-1-1-11 16,0-2 1-16,-1 0 5 0,-2-2 10 0,-4-9 7 15,7 12 6-15,-7-12-10 0,0 0 1 0,0 0 1 16,0 0 0-16,0 0 1 0,0 0 2 0,3-13-4 16,-7 3-6-16,-1-3-7 0,-2-3-5 0,-1-3 26 15,-4-5-65-15,-1-2 36 0,-3-5-61 0,0 0 49 0,-1-2 4 16,1 1 7-16,2 5 4 0,3 2 6 16,0 0-3-16,2 6 5 0,2 1 3 0,2 3-7 15,1 0-4-15,2 4 2 0,2 11 6 0,5-20-35 0,1 15 42 16,3 1-40-16,3 1 50 0,3 3-34 0,4 3 37 15,5 2-31-15,3 4 36 0,2 1-42 0,1 2 46 16,4 5-36-16,-1 0 38 0,-1 1-28 0,-1 1 39 16,-7-4-32-16,1 3 37 0,-2 0-31 0,-3 0 33 15,-2-2-32-15,-3-1 44 0,-3 0-32 0,-3-3 16 16,0 2 7-16,-4-1 15 0,-3-1 1 0,-3-1-10 16,-4 4-6-16,-3-3-10 0,-5 3-5 0,-5-2-8 15,-4 1-59-15,-6-2-90 0,-1 1-117 0,-4-3-141 16,-8 1-187-16,5-3-169 0,0-4-802 0,1-1-1187 15</inkml:trace>
  <inkml:trace contextRef="#ctx0" brushRef="#br0" timeOffset="67809.577">10295 8882 440 0,'-8'-13'561'0,"1"1"-88"16,-1 1-34-16,0-3-12 0,0 0-28 16,0 1-18-16,1-4 2 0,-1 1-12 0,2 1-28 15,0-1-30-15,1 1 23 0,0 2-58 0,0 0 14 16,1 3-79-16,1 0-12 0,3 10-88 0,-5-14 14 0,5 14-57 16,0 0 45-16,0 0-49 0,0 0 37 0,4 9-41 15,-1 1 33-15,1 4-45 0,1 1 26 16,-1 5-41-16,2 1 30 0,-2 0-42 0,1 0 27 0,-1 2-42 15,1 0 1-15,0-1-2 0,0 0-3 0,-1-2 1 16,2 1 10-16,-1-3-11 0,-2-1 1 0,3 0-2 16,-2-1 1-16,0-3 0 0,-2-1-3 0,2-1 2 15,-2-1-1-15,-2-10 7 0,4 15 5 0,-4-15-2 16,4 11 1-16,-4-11-4 0,0 0-2 0,0 0-3 16,0 0-1-16,-5-8-2 0,5 8-6 0,-7-20-6 15,3 5 19-15,-1-3-43 0,-2-1 41 0,1-5-44 16,-1-3 32-16,0-3-41 0,0-1 40 0,-1 0-32 15,1-1 41-15,1 4-31 0,1 3 36 0,1 2-31 16,-2 2 37-16,3 4-33 0,0 1 30 0,1 2-40 0,0 2 28 16,2 12-29-16,-2-16 33 0,2 16-31 15,5-9 39-15,-5 9-41 0,14 1 45 0,-3 4-34 16,2 3 40-16,6 3-41 0,6 3 39 0,0 3-40 0,6 2 42 16,1 3-39-16,3-1 38 0,2 1-37 0,0-1 41 15,2-1-38-15,2-1 34 0,-1-1-40 16,-1-2 0-16,0-2 0 0,-2-2-20 0,-7-3-2 0,-1 0 4 15,-4-3 4-15,-3-1 11 0,-3-1 11 0,-3-3 8 16,-1-1 1-16,-4-1 11 0,1-3 35 0,-5-1-36 16,-2-4 41-16,-1 1-37 0,-3-4 38 0,-2-1-39 15,-2-5 35-15,-3-3-43 0,-4-7 34 0,-2 1-41 16,0 0 36-16,-2-2-36 0,2 2 42 0,-2 1-36 16,2 2 32-16,2 5-42 0,0 1 35 0,3 3-37 15,1 2 28-15,-1 0-62 0,3 4-31 0,4 9-51 16,-7-11 28-16,7 11-38 0,0 0-32 0,0 0-5 15,0 0-32-15,11 11-26 0,-3 1-30 0,3 1-36 16,3 3-29-16,3 4-6 0,3-1-12 0,1 1-27 0,1-2-32 16,7 3-27-16,-1-2-441 0,-1-3-424 15</inkml:trace>
  <inkml:trace contextRef="#ctx0" brushRef="#br0" timeOffset="68992.0975">11224 8832 41 0,'14'0'577'0,"-14"0"-128"0,20-4-44 15,-20 4-35-15,13-10-5 0,-13 10-34 0,8-15-15 16,-8 15-16-16,3-18 9 0,-3 18 16 15,0-17-18-15,-4 6-7 0,0 1-55 0,-1 1-33 0,-2 2-6 16,-1-2-36-16,1 4 4 0,-2 0-52 16,0 0 2-16,9 5-49 0,-20-1 31 0,20 1-49 0,-22 6 16 15,14-1-42-15,-3 2 24 0,1 4-38 0,3 0 31 16,0 0-39-16,4 4 27 0,0-1-34 0,2-1 30 16,1 1-34-16,4 2 1 0,-1-1 1 0,2 0 3 15,3 0-13-15,4 0-15 0,-1-1-24 0,2-1-14 16,3-1-11-16,-1-1-16 0,3-1-6 0,-1-3-18 15,-2 0-14-15,2-2 18 0,-1-1-17 0,0-1 38 16,-3-2 1-16,1 1 40 0,-3-4-11 0,0 0 33 16,-2-3-16-16,0 0 30 0,-2-2-18 0,-2-1 4 15,-1-1 8-15,-1-2 8 0,1 0 13 0,-4-1 24 16,0 12 19-16,0-24 14 0,-2 13 4 0,-1 0 17 16,1 0 3-16,0 0-10 0,0 2-1 0,2 9 5 15,-3-17-20-15,3 17 12 0,-4-15-35 0,4 15 0 16,-1-10-20-16,1 10 1 0,0 0-14 0,0 0 10 15,0 0-8-15,3-11 13 0,-3 11-20 0,0 0 6 16,11 6-15-16,-11-6-29 0,15 8-20 0,-7-3-22 0,1 0-24 16,2 1-13-16,-1 1-28 0,2-2-29 0,-1 1-18 15,2-1-6-15,-1 1-1 0,0 0-4 16,-2-2 16-16,2 0 30 0,-3-2 33 0,-9-2 21 0,21 3 23 16,-21-3 38-16,15 0 25 0,-15 0 28 0,14-4 34 15,-14 4 16-15,9-9-18 0,-9 9 28 0,8-11 26 16,-8 11 34-16,5-13 27 0,-5 13 35 0,5-13 15 15,-5 13-7-15,4-12-31 0,-4 12-10 0,2-12-3 16,-2 12-27-16,3-9-16 0,-3 9-38 0,0 0 0 16,4-9-31-16,-4 9 19 0,0 0-23 0,0 0 13 15,13 2-13-15,-13-2 30 0,12 10-27 0,-6-5 19 16,2 3-33-16,0-1 31 0,1 0-38 0,-2 5 27 16,2-3-39-16,2 2 34 0,-3 0-36 0,1-1-2 15,1 1 5-15,-1-1-3 0,-1 0-3 0,1-1 3 16,-2 0-3-16,0-2-12 0,0 1-16 0,-2-1-21 15,1 0-5-15,-6-7-13 0,11 11 10 0,-11-11 7 16,9 8 3-16,-9-8 15 0,6 6 5 0,-6-6 2 16,0 0-11-16,14-1-8 0,-14 1 3 0,9-7 14 15,-9 7-12-15,10-11 14 0,-4 3-4 0,-1 0 15 0,1-1-13 16,-1 2 21-16,-1-3-9 0,0 2 27 0,2 0 7 16,-6 8 16-16,7-15 7 0,-7 15-10 0,8-14 30 15,-8 14-28-15,5-10 15 0,-5 10-28 0,6-9 8 16,-6 9-23-16,0 0 17 0,9-8-21 0,-9 8 18 15,0 0-22-15,9-3 31 0,-9 3-28 0,0 0 46 16,15 3-43-16,-15-3 25 0,12 4-28 0,-12-4 20 16,11 4-24-16,-11-4 26 0,13 7-31 0,-13-7 24 15,14 10-29-15,-14-10 28 0,17 7-26 0,-9-2 26 16,1-1-28-16,-9-4 31 0,17 7-35 0,-17-7 31 16,15 6-24-16,-15-6 25 0,13 4-25 0,-13-4 32 15,12 2-35-15,-12-2 29 0,15-2-36 0,-15 2 29 16,16-6-40-16,-9 1 22 0,2 1-24 0,-1-2 26 15,-1-1-19-15,2 0 21 0,-2 1-18 0,0-2 24 16,1 1-25-16,-1 0 33 0,0 0-30 0,0 1 24 16,-1-1-23-16,-6 7 21 0,11-11-28 0,-11 11 26 0,11-8-21 15,-11 8 19-15,10-6-13 0,-10 6 18 16,13-2-18-16,-13 2 19 0,14 2-21 0,-14-2 19 0,17 2-14 16,-6 2 22-16,1-2-23 0,0 3 21 15,1-3-23-15,-2 2 32 0,3-2-36 0,-1 0 14 0,1 1-22 16,-1-2-6-16,1 1-2 0,-1-1 1 0,-2 0-3 15,3-2 8-15,-1-2 3 0,-1 2 1 0,-1-2 5 16,-2-1 2-16,3-1 11 0,-2-2 1 0,-1 0-4 16,1-4 6-16,-3 1 3 0,1-2-8 0,-2-3 10 15,1 2-8-15,-1-3 12 0,-2 0 1 0,0 1 2 16,-2-1 18-16,0 4 5 0,-1-1-6 0,1 1 7 16,-2 12-1-16,-4-20-7 0,4 20 1 0,-7-15 16 15,7 15-16-15,-14-7 33 0,14 7-23 0,-22 4 33 16,8 2-20-16,1 1 37 0,1 4-32 0,-1 2 44 15,2 1-46-15,0 2 41 0,4-1-33 0,2 0 62 16,1 2-34-16,4 0 25 0,2 1-41 0,2-3 41 16,5 3-51-16,5-1 33 0,4 0-59 0,3-2-6 15,5-2-4-15,4 0-7 0,3-2-38 0,7-3-41 0,-6 2-131 16,2-3-58-16,-3-4-60 0,-4 1-105 0,-1-3-73 16,-6 2-106-16,-1-2-168 0,-6-2-600 15,-1 0-960-15</inkml:trace>
  <inkml:trace contextRef="#ctx0" brushRef="#br0" timeOffset="70961.0497">14606 8359 82 0,'0'0'327'0,"0"0"-47"0,-11-8-12 16,11 8 2-16,0 0-57 0,-8-6 18 0,8 6-51 16,0 0-2-16,0 0-28 0,-10-5-6 0,10 5-16 15,0 0-14-15,0 0 7 0,0 0-18 0,0 0 14 16,0 0-8-16,-9-3 24 0,9 3-4 0,0 0 9 15,0 0-21-15,0 0 18 0,0 0-18 0,0 0 13 16,0 0-34-16,0 0 3 0,0 0-29 0,0 0 8 16,-2 8-30-16,2-8 12 0,0 0-27 0,0 0 18 15,0 0-32-15,11 6 21 0,-11-6-27 0,14 0 16 16,-14 0-26-16,20 0 20 0,-20 0-23 0,26-1 14 0,-12 1-30 16,0-1 10-16,0-1-26 0,-1-1 9 0,-2 2-17 15,3-2 23-15,-3 0-25 0,-1-3 27 16,-2 1-17-16,1 1 20 0,-3-4-18 0,-2 1 26 0,-4 7-15 15,4-19-6-15,-4 19 19 0,-5-19 7 0,-2 7 15 16,-1 2 3-16,-2-2 10 0,-5 1 15 0,1 0 2 16,-4 1 10-16,4 3 5 0,-3 2 3 0,1 0 9 15,-2 2 2-15,2 3 7 0,-2 5 16 0,-2 0-12 16,0 5 9-16,-2 4 1 0,-1 3-8 0,2 5-7 16,-1 4-5-16,2 2-1 0,5 3-1 0,2-3 22 15,3 2-38-15,4-1 20 0,0 1-36 0,6-1 19 16,0-3-36-16,6 4 17 0,0-1-27 0,5-2 22 15,3-2-34-15,3-3 30 0,3-2-38 0,4-1 32 16,2-4-45-16,3-2-1 0,4-2-54 0,2-4 1 0,1-3-35 16,2-1-13-16,0-3 18 0,-1-1-17 15,1-4 28-15,-3-1-5 0,-2-2 33 0,-1-3-15 16,-4-1 31-16,-1-2-9 0,-4-2 17 0,0-2-13 16,-3-3 26-16,-3 1-14 0,-2-3 25 0,-2 0-10 0,-2 2 27 15,-3 0-5-15,-2 0 34 0,-1 0 6 16,-1 5 1-16,-2-1 10 0,1 2-5 0,-3 2 17 15,2-1-3-15,-2 5 11 0,0 9-13 0,2-18-18 0,-2 18-5 16,-2-11 7-16,2 11 13 0,0 0 5 0,0 0-8 16,0 0 2-16,-10 9 5 0,10-9-1 0,-4 16-1 15,2-5-1-15,4 0 22 0,-2 1-38 0,2 4 27 16,1-1-48-16,3 1 30 0,0-1-35 0,0 2 22 16,3 1-37-16,1-2 18 0,0 0-56 0,0 1 0 15,-1-6-29-15,3 0-15 0,-1-1 1 0,3-1-13 16,-3-2 14-16,1-1-1 0,-1-2 9 0,0-1 17 15,-11-3 27-15,22 0-9 0,-22 0 25 0,18-5-15 16,-8-1 26-16,-1-5-16 0,-1 1 21 0,0-2-15 16,-2-1 30-16,0-2 3 0,-1 2 21 0,0-1 17 15,0 1 29-15,-1 0 16 0,1 2 9 0,-2 0 14 16,0 4 2-16,-3 7-8 0,6-15-26 0,-6 15-17 16,4-11-18-16,-4 11-12 0,0 0-11 0,8-9-4 15,-8 9-3-15,0 0-8 0,9 4 7 0,-9-4-6 16,9 9 0-16,-9-9 34 0,11 15-44 0,-4-8 34 15,0 2-42-15,-1 1 30 0,2 0-43 0,1 0 41 16,-1 1-38-16,0-1 35 0,1 1-39 0,-1-1 38 0,0-1-48 16,-1-2 29-16,-1 2-62 0,2-2 33 0,-3-1-46 15,-5-6 24-15,10 11-36 0,-10-11 32 0,9 8-24 16,-9-8 16-16,12 3-32 0,-12-3-1 0,12-3-3 16,-12 3 9-16,15-9 15 0,-6 1-6 0,0 0 12 15,1-4-9-15,-2 2 21 0,1-2 5 0,0 1 24 16,-1 0-9-16,-1 1 22 0,-1 0 3 0,-2 1 25 15,1 1 16-15,0 1 19 0,-5 7 5 0,9-14 5 16,-9 14-17-16,5-11 4 0,-5 11-14 0,6-8-9 16,-6 8-3-16,0 0-8 0,8-6 1 0,-8 6-6 15,0 0 2-15,0 0 1 0,11 5 0 0,-11-5 28 16,8 9-29-16,-8-9 26 0,13 12-33 0,-5-5 34 16,2 2-42-16,3-1 29 0,0-1-32 0,4 2 31 15,1 0-39-15,2-1 27 0,0-1-52 0,1 1 6 16,2-2-35-16,1-2-7 0,-2 2-4 0,2-3-15 15,-3-1 11-15,-1 0-4 0,0-1 6 0,1-3 13 16,-3 1 28-16,2-2-10 0,-1-2 24 0,-1-2-10 0,0-2 21 16,-2 0-8-16,-2-1 25 0,-2-1 10 0,-1 0 19 15,-2 1 15-15,-1-1-1 0,-2 1 5 16,-3 0-1-16,0-1 1 0,-3 11 0 0,2-16 29 16,-2 16-40-16,-6-17 5 0,6 17 1 0,-13-11 27 0,13 11-39 15,-18-6 27-15,18 6-35 0,-23-1 10 0,10 2-4 16,1 1 1-16,-3 3 1 0,2 3-6 0,-1-2-4 15,3 3-6-15,0 1 0 0,1 0 26 0,2 2-42 16,2-1 35-16,2 0-39 0,2 1 32 0,1 1-36 16,3-2 28-16,1 0-54 0,2 2 14 0,3-2-60 15,3 1-13-15,0-1-30 0,3 0 13 0,4-1-12 16,0-3-17-16,0 4 8 0,2-5-22 0,-3-1 29 16,1 0-8-16,-1-1 24 0,-1-2 22 0,-1-1 20 15,-2-2 15-15,0-1 5 0,0-4 31 0,-2 3-17 16,0-2 30-16,-2-5-17 0,-2 3 34 0,-1-3-13 15,-1 1 42-15,0-3-9 0,-2 4 19 0,-1-4-5 16,-2 12 14-16,2-18 9 0,-2 18 5 0,1-14-6 16,-1 14-8-16,0-13-7 0,0 13-20 0,0 0-4 0,1-16-7 15,-1 16-6-15,0 0-8 0,0 0-2 16,0 0-8-16,0 0 4 0,0 0 4 0,0 0-8 16,12 4 10-16,-12-4-9 0,13 11 4 0,-5-4-16 0,1 0 20 15,2 0-35-15,1 0-26 0,1 0-21 0,1-1-21 16,1 1 0-16,2 0-40 0,-2-1-15 0,3-2-7 15,-2 1-1-15,2-1 8 0,-1-1 12 0,-2-2 26 16,1 0 19-16,-4-2 17 0,1 0 26 0,-1-1 28 16,-1-2 42-16,-2-2 8 0,0-1 35 0,-2-1-10 15,-2-1 27-15,-1 1-13 0,-1-3 39 0,-1 0-27 16,1 0 43-16,-2 0-1 0,-1 11-1 0,-1-23-7 16,1 23 8-16,0-16 0 0,0 16-15 0,-3-14-26 15,3 14-15-15,-1-11-18 0,1 11-10 0,0 0 8 16,0 0-17-16,0 0-3 0,0 0-4 0,0 0-2 15,-6 10-3-15,6-10 30 0,2 16-39 0,0-5 42 16,1-1-57-16,2 2 34 0,1 1-42 0,1-1-11 16,0 3-70-16,2-2-46 0,0-1-45 0,1 0-85 0,-1-1-61 15,2 0-73-15,-2-3-45 0,-2 0-162 0,3-1-576 16,-10-7-796-16</inkml:trace>
  <inkml:trace contextRef="#ctx0" brushRef="#br0" timeOffset="71142.9061">16780 8267 575 0,'-10'-18'765'16,"-1"1"-179"-16,1 3-48 0,2 0-60 0,-1 1-64 16,2 0-80-16,1 1-63 0,-1 2-55 0,3 0-49 15,4 10-57-15,-8-15-105 0,8 15-69 0,0 0-93 16,3-11-78-16,-3 11-51 0,18 0-140 0,-6 4-601 15,4 0-636-15</inkml:trace>
  <inkml:trace contextRef="#ctx0" brushRef="#br0" timeOffset="71377.0561">17118 8082 793 0,'-1'-21'809'15,"-1"4"-74"-15,-3-3-75 0,0 3 10 0,2 1 11 16,-2 1-98-16,1 2-13 0,2 1-138 0,-1 2-39 0,3 10-138 15,-6-13 7-15,6 13-86 0,0 0 71 0,-8 7-89 16,6 5 71-16,2 4-87 0,0 5-16 0,1 5-12 16,2 7-49-16,3 2 22 0,1 7-83 15,1 1-4-15,2 1 0 0,2 0 0 0,1 1 0 0,0-1 0 16,2-2 0-16,2 0 0 0,-2-3 0 0,0-2-99 16,-1-1-156-16,-2-6-20 0,-2-3-87 15,-3-6-52-15,-1 0-67 0,-4-3-100 0,-2-3-28 0,-3-2-147 16,-3-1-630-16,-4-2-986 0</inkml:trace>
  <inkml:trace contextRef="#ctx0" brushRef="#br0" timeOffset="73429.9543">13731 8032 249 0,'0'0'369'0,"0"0"-79"0,0 0 1 15,0 0-72-15,0 0-2 0,0 0-75 0,0 0 27 16,0 0-60-16,0 0 30 0,0 0-22 0,0 0-28 16,-7-6-11-16,7 6-14 0,0 0 3 0,-12-1-9 15,12 1 0-15,0 0-7 0,-13-1-22 0,13 1 2 16,0 0 4-16,-18-2-4 0,18 2-4 0,-13 0-4 15,13 0 4-15,-14 0 7 0,14 0-2 16,-15 0 9-16,15 0 0 0,-19 0 5 0,19 0 11 0,-17 0 10 16,17 0 7-16,-18-1-4 0,18 1 0 0,-16-2 9 15,16 2 8-15,-18-1 8 0,18 1-3 0,-13-2-8 16,13 2-5-16,-16-3 1 0,16 3 14 0,-11-3 11 16,11 3 5-16,-12-3-8 0,12 3-6 0,-9-3-18 0,9 3-8 15,0 0-9-15,-11-7-13 0,11 7-8 0,0 0-12 16,-7-9-4-16,7 9-3 0,0 0-9 15,-2-10-1-15,2 10-1 0,5-9-5 0,-5 9-1 0,13-11 1 16,-2 4-1-16,7-1-3 0,9-3 18 0,11 0 12 16,12-3 9-16,17 0 11 0,14 0 1 0,11-2-2 15,29 0-8-15,14 1 1 0,8-3-5 0,11 7-10 16,6-3-6-16,3 4-9 0,3-1 10 0,5 2-19 16,-1-1-12-16,0 1 4 0,-1-1-26 0,-1 2 1 15,-4 1-17-15,-5-1-2 0,-6 2-16 0,-9-2 21 16,-9 1-22-16,-9 0 24 0,-26 2-13 0,-8-1 27 15,-9-1-11-15,-8 1 28 0,-15 1-12 0,-7-1 29 16,-3 0-9-16,-4 1 31 0,-9 1-22 0,-3 0 22 16,-2-1-8-16,-5 1 20 0,-1 1-16 0,-6 1 14 15,0-2-17-15,-3 2 9 0,0 0-16 0,-3 0 2 16,-1 1-12-16,-1 0 6 0,-12 1-11 0,22-3 9 16,-22 3-13-16,16-3 6 0,-16 3-7 0,14-1 11 15,-14 1-13-15,11-1 13 0,-11 1-17 0,0 0 17 0,15 0-14 16,-15 0 15-16,0 0-16 0,0 0 17 15,14 0-14-15,-14 0 8 0,0 0-6 0,0 0 14 16,0 0-9-16,13 0 12 0,-13 0-4 0,0 0 14 0,0 0-4 16,0 0 10-16,0 0 4 0,10 3 4 15,-10-3 4-15,0 0 2 0,0 0 6 0,10 7-1 16,-10-7 1-16,0 0 2 0,11 9 2 0,-11-9 2 0,9 5-13 16,-9-5 27-16,8 7-47 0,-8-7 27 0,11 10-34 15,-11-10 29-15,11 13-33 0,-5-5 32 0,2 2-18 16,1 1 56-16,0 1-32 0,3 5 43 0,1 2-21 15,2 3 43-15,2 2-38 0,2 5 33 0,2 2-39 16,1-1 39-16,1 5-39 0,-1 0 35 0,0 0-47 16,2 2 42-16,-2 1-39 0,-1 3-3 0,4 6 3 15,-2 3-2-15,-2 2 2 0,-1 1 1 0,-2 4-4 16,-2 0 65-16,0 3-91 0,-3 1-1 0,0 1-8 16,-3 3-3-16,-2-2-2 0,-1 2-8 0,0 0 12 15,-4 2-7-15,-1 1-4 0,-1 0 10 0,-1 2-12 16,-1-1 4-16,-1 0-4 0,1-1 3 0,-3 0-2 15,1 0-8-15,0-11 14 0,-1 9-3 0,0-1 18 16,2-9 12-16,-2 0 5 0,1 1-48 0,-1 9 0 16,2-9 0-16,0-1 0 0,-1 1 0 0,1 0 0 0,0 0 0 15,1 0 0-15,0 2 0 0,1-3 0 16,-1 1 0-16,2 0 0 0,-1 0 0 0,1 1 0 16,1-1 0-16,-1 1 0 0,3-3 0 0,-2 1 0 0,1-1 0 15,-1-1 0-15,2-2 0 0,-2 1 0 0,1-2 0 16,-1 0 0-16,2-1 0 0,-2 0 0 0,0-1 0 15,-1-1 0-15,1 0 0 0,-2-1 0 0,2-3 0 16,-4 1 0-16,1-6 0 0,-1-2 0 0,0 1 0 16,-1-1 0-16,0-1 0 0,-1-1 0 0,1 0 0 15,-2-2 0-15,1-1 0 0,0-2 0 0,1-2 0 16,0-3 0-16,0 0 0 0,1 0 0 0,-1-3 0 16,1-3 0-16,1-1 0 0,-3 0 0 0,3-1 0 15,0-1 0-15,0 1 0 0,0-4 0 0,0 0 0 0,1 0 0 16,-1-2 0-16,0 1 0 0,1-1 0 15,0-11 0-15,-3 21 0 0,3-21 0 0,-1 20 0 16,1-20 0-16,-2 19 0 0,2-19 0 0,-1 21 0 16,1-21 0-16,-3 21 0 0,2-10 0 0,0 1 0 0,0 1 0 15,0-1 0-15,0 3 0 0,0-2 0 0,1 2 0 16,0 0 0-16,0 1 0 0,0 0 0 0,0 1 0 16,0-1 0-16,0 1 0 0,1 0 0 0,-1-1 0 15,0 1 0-15,0-3 0 0,0 3 0 0,0-1 0 16,0 0 0-16,1 0 0 0,-2-1 0 0,0-3 0 15,0 2 0-15,1 0 0 0,-2-3 0 0,1 2 0 16,0-2 0-16,-1 1 0 0,2-12 0 0,-3 20 0 16,3-20 0-16,-3 15 0 0,3-15 0 0,-4 14 0 15,4-14 0-15,-4 11 0 0,4-11 0 0,-4 10 0 16,4-10 0-16,-5 7 0 0,5-7 0 0,-7 6 0 16,7-6 0-16,-12 5 0 0,12-5 0 0,-14 1 0 15,14-1 0-15,-21 0 0 0,8-1 0 0,-2-1 0 16,-2-1 0-16,-3 1 0 0,-4-3 0 0,-1 1 0 15,-7-1 0-15,-3-2 0 0,-2 1 0 0,-6 0 0 16,-3-3 0-16,-1 3 0 0,-2 1 0 0,0 0 0 16,-4-1 0-16,0 1-22 0,-4 1 0 0,-3-1-2 0,-11 0 11 15,-2 1 1-15,-4 0 1 0,-2 1 3 0,-5-1 1 16,-1 2 9-16,-4 0-8 0,-2 1 1 16,-2 0-1-16,-2 0 6 0,-3 1-1 0,-3 0-1 0,-3 0 12 15,-1 0-11-15,-2 2 2 0,-1-1-3 0,-4 2-3 16,-20-2 9-16,-1 2-1 0,-3 0 1 0,4 0 3 15,0 0 6-15,-3 2 5 0,0-2-3 0,-1 1-1 16,-2 0 7-16,-1 1-17 0,-1-1 2 0,-2 2-12 16,-1-1 18-16,-3 0-2 0,0 1-5 0,-3 0-1 15,2-1-4-15,-4 0-3 0,-2 1 6 0,1 0-3 16,1-1 0-16,-2 1 0 0,0-1 0 0,1 1 0 16,-1 0 0-16,-2 0 0 0,2 0 0 0,1-2-7 15,-1 2 14-15,2-1-11 0,-4 1 8 0,2 0-4 16,1 0-6-16,5 0 11 0,0 1-15 0,2-2 18 15,3 2-16-15,1 0 19 0,5 0-15 0,3 0 8 16,4 1-7-16,3-1 6 0,18 0-3 0,-17 2 0 16,20-3 0-16,1 1 0 0,-1-1 0 0,1 0 0 0,0 2 0 15,1-1 0-15,1 0 0 0,-1-1 0 0,2-1 0 16,1 0 0-16,1 2 0 0,0-2 0 16,3 0 0-16,1-1 0 0,1 0 0 0,0 0 0 0,2 0 0 15,-1 0 0-15,1 1 0 0,1-2 0 0,1 2 0 16,2-1 0-16,3 1 0 0,-1 0 0 0,1 1 0 15,2-2 0-15,3 3 0 0,-1-1 0 0,3 0 0 16,-1 1 0-16,3 0 0 0,0 2 0 0,4-2 0 16,0 1 0-16,3 0 0 0,2 1 0 0,10-2 0 15,0 0 0-15,2 2 0 0,-1-1 0 0,1 0 0 16,0 0 0-16,0 0 0 0,3 1 0 0,-2-1 0 16,3-1 0-16,1 3 0 0,0-4 0 0,1 1 0 15,2 0 0-15,1-1 0 0,2 0 0 0,6-1 0 16,1-1 0-16,-1-1 0 0,3 2-57 0,0-2-54 15,5-1-81-15,1-1 3 0,1 0-52 0,2 2-48 16,3-3-49-16,2-1-43 0,3-1-61 0,2-1-86 16,1-1-31-16,4-2-114 0,4-1-656 0,1-2-932 15</inkml:trace>
  <inkml:trace contextRef="#ctx0" brushRef="#br0" timeOffset="75350.1618">6095 8445 442 0,'0'0'380'0,"0"0"-13"0,0 0-48 16,0 0-44-16,0 0-17 0,0 0-24 15,0 0-23-15,0 0-20 0,12-2-9 0,-12 2-11 0,0 0-21 16,0 0-14-16,0 0-11 0,0 0-16 0,0 0-16 16,0 0-15-16,0 0-10 0,0 0-9 15,0 0 2-15,0 0-6 0,0 0-7 0,0 0-7 0,0 0-7 16,0 0-6-16,0 0-9 0,0 0 0 0,0 0 1 16,0 0 6-16,0 0 2 0,-8 8 7 0,-1-4 2 15,-2 1-3-15,-4 1 2 0,-5 2 2 0,-2 0 0 16,-7 2-2-16,-2 1-4 0,-9 4-3 0,-1-1-3 15,-3 1-6-15,-4 0 0 0,-8 3-3 0,-2 1-1 16,1-2-5-16,8-2 4 0,-1 1-4 0,3-1-1 16,-2-1-4-16,5-1 4 0,0-1-3 0,4 2-3 15,1-3 1-15,7-1-1 0,1-1-2 0,2-1 0 16,5-1-3-16,2 1 4 0,2-2-3 0,2-1 0 16,1 0 0-16,2 0-2 0,0 0 0 0,1 0 1 15,2 0 5-15,-1-1-11 0,1 1 6 0,-2 1 0 16,3 0 0-16,-1 1 1 0,0-1 0 0,0 2-2 15,-1 1 2-15,2 1 5 0,0 0 8 0,-2 1 1 16,2 2 0-16,-1 1 18 0,1 2 7 0,2 1-2 16,0 0 2-16,1 3 25 0,2 2-16 0,1 1 8 0,2 2 3 15,2 0 11-15,-1 3-1 0,4 4 6 0,2 2 7 16,1 1 5-16,1 7 28 0,4-1-10 0,-1 3-5 16,0 1 4-16,3 2-14 0,0 1-28 0,2 8 42 15,1 2-45-15,0 3 0 0,0 1 23 0,0 1-45 16,1 3 31-16,-1 1-46 0,1 1 32 0,0 0-44 15,1-2 44-15,1 1-39 0,-1 1 56 0,3 0-18 16,0-4 3-16,3 3 27 0,0-3-36 0,1 3 45 16,-2-5-42-16,3 1 46 0,-2-5-43 0,1 1 50 15,-2-1-62-15,-1-4 63 0,-2 0-55 0,-3-10-6 16,-1 3 15-16,-1-2-8 0,-1-2 3 0,-2 1-8 16,-1-2 5-16,1 2 5 0,-1-3 1 0,-2 2-9 15,1-3-1-15,-1 1 5 0,0-3-6 0,-2-4-11 16,1 0-34-16,-1 0 0 0,0-4 0 0,-1 2 0 15,0-3 0-15,-1-4 0 0,0 0 0 0,1-1 0 16,-1-2 0-16,-1-1 0 0,1-3 0 0,-2 0 0 16,1-2 0-16,-1-1 0 0,0 1 0 0,-1-3 0 0,1 1 0 15,-1-2 0-15,0 1 0 0,2-2 0 0,-2 1 0 16,0 1 0-16,-1-1 0 0,1 0 0 16,0 0 0-16,-1-1 0 0,1 1 0 0,0 1 0 0,0-2 0 15,0 2 0-15,0-1 0 0,1 1 0 0,-2-1 0 16,2 2 0-16,-1-2 0 0,1 1 0 0,-1 2 0 15,0-2 0-15,1 1 0 0,-1 0 0 0,0-1 0 16,0 3 0-16,0-3 0 0,0 1 0 0,1 2 0 16,-2-4 0-16,1 3 0 0,0-2 0 0,1 0 0 15,-1-1 0-15,-1 1 0 0,1-1 0 0,-1 0 0 16,1 0 0-16,-1 1 0 0,0-13 0 0,0 23 0 16,-1-12 0-16,1-11 0 0,0 23 0 0,-1-11 0 15,1 0 0-15,-1 0 0 0,1 0 0 0,-2-1 0 0,1 0 0 16,0 1 0-16,1 1 0 0,-2-1 0 15,1 1 0-15,0 1 0 0,0-1 0 0,0 0 0 16,0 3 0-16,-1-1 0 0,-1 0 0 0,2 0 0 16,-1 0 0-16,0-1 0 0,0-1 0 0,0 1 0 0,1-2 0 15,-2 0 0-15,1 0 0 0,-1-1 0 16,1-1 0-16,2-10 0 0,-3 21 0 0,3-21 0 16,-4 19 0-16,4-19 0 0,-4 14 0 0,4-14 0 0,-2 13 0 15,2-13 0-15,-2 11 0 0,2-11 0 0,-3 11 0 16,3-11 0-16,-2 11 0 0,2-11 0 0,-2 10 0 15,2-10 0-15,-2 12 0 0,2-12 0 0,-2 12 0 16,2-12 0-16,-4 12 0 0,4-12 0 0,-3 10 0 16,3-10 0-16,-2 11 0 0,2-11 0 0,-2 12 0 15,2-12 0-15,-2 11 0 0,2-11 0 0,-2 11 0 16,2-11 0-16,0 0 0 0,-3 14 0 0,3-14 0 16,0 0 0-16,-3 13 0 0,3-13 0 0,0 0 0 15,-2 12 0-15,2-12 0 0,0 0 0 0,-3 13 0 16,3-13 0-16,-3 9 0 0,3-9 0 0,-3 11 0 15,3-11 0-15,-4 12 0 0,4-12 0 0,-3 11 0 16,3-11 0-16,-4 14 0 0,4-14 0 0,-2 12 0 16,2-12 0-16,-3 12 0 0,3-12 0 0,-2 10 0 15,2-10 0-15,0 0 0 0,-2 13 0 0,2-13 0 0,0 0 0 16,0 0 0-16,-2 12 0 0,2-12 0 16,0 0 0-16,0 0 0 0,0 0 0 0,0 0 0 0,-1 13 0 15,1-13 0-15,0 0 0 0,0 0 0 0,0 0 0 16,0 0 0-16,0 0 0 0,0 0 0 0,0 0 0 15,0 0 0-15,-1 12 0 0,1-12 0 0,0 0 0 16,0 0 0-16,0 0-7 0,0 0-44 0,0 0-5 16,0 0 2-16,0 0-3 0,0 0-7 0,0 0-11 15,6 9-26-15,-6-9-43 0,0 0-5 0,0 0-113 16,0 0-50-16,0 0-44 0,0 0-120 0,10 2-106 16,-10-2-169-16,0 0-738 0,0 0-1115 0</inkml:trace>
  <inkml:trace contextRef="#ctx0" brushRef="#br0" timeOffset="78229.5762">6018 9797 175 0,'-11'2'364'0,"11"-2"-68"16,-23 1-54-16,12 0-26 0,-2-1-18 0,-1 2-12 0,0-1-21 16,-3 1 2-16,-1-1-2 0,1 2-14 15,-2-1-29-15,1-1-19 0,-2 3-25 0,1-2 0 16,1 0-13-16,-2 2-14 0,2-1-7 0,-1 0-8 0,0-1-7 15,3 2-17-15,-2-1 14 0,2 1-11 0,-1-1 2 16,2 0-9-16,2 0 9 0,0 0-14 16,2-1 4-16,-1 1-6 0,12-3 7 0,-18 4-3 15,18-4 20-15,-16 3-12 0,16-3 29 0,-13 3-10 0,13-3 24 16,-14 4-17-16,14-4 8 0,-14 3-16 16,14-3 7-16,-21 4-22 0,10 0 10 0,-1-2-15 0,-2 3 18 15,-2-1 9-15,0 0 4 0,-1 0 11 0,0 0 12 16,0 1-3-16,1-1 1 0,-2 0 0 0,4 0-7 15,-2 1-7-15,3-2-10 0,0 0-3 0,2-1 2 16,-1 2 1-16,12-4 1 0,-18 3 3 0,18-3 2 16,-14 4 1-16,14-4-4 0,-13 3-4 0,13-3 1 15,0 0-3-15,-13 4-7 0,13-4 0 0,0 0-2 16,-12 2-8-16,12-2-9 0,0 0 5 0,0 0 17 16,0 0-16-16,0 0 38 0,0 0-8 0,0 0 22 15,0 0-18-15,23 0 19 0,-4-2-12 0,7-4 17 16,16-2-9-16,7-2 14 0,15-4-4 0,9-1-14 15,7 1-5-15,10-4-5 0,26-4-4 0,7 1-4 0,5-2-10 16,6 2 1-16,5 0-7 0,6 1 2 16,4 0-10-16,2 1 4 0,0 1-17 0,0 0 14 15,1 2-9-15,0 0 5 0,0 3-16 0,-4 0 9 16,-4 1-11-16,-5 1 15 0,-3 1-18 0,0-1 26 16,-2 1-22-16,-3 0 7 0,-4 0-13 0,-5-1 9 15,-20 3-9-15,-1-2 7 0,3 1-10 0,18-4 4 16,-21 3-10-16,-1 0 7 0,0 0 4 0,1 1 3 0,-2 0-3 15,0 0 9-15,0-1-7 0,4 3-1 0,-2-2 1 16,0 2 2-16,1-1-7 0,-3 0 9 0,-3 0-12 16,-2-1 0-16,-2 1-4 0,-2-1-15 0,-4 1 6 15,-2-2-18-15,-2 1 15 0,-2-1-13 0,-1 1 20 16,-3 2-18-16,-4-4 22 0,-2 4-8 0,0-3 12 16,-1 2-11-16,-1 0 20 0,-1-1-15 0,0 0 20 15,3 0-16-15,-2 0 16 0,3 1-18 0,-2 0 14 16,4 1-8-16,-4-1-2 0,1 2 22 0,-9 1-5 15,-1 2 4-15,0-2-5 0,1 0-5 0,0 3 3 16,-2-1 1-16,-1 0 1 0,-2 2-4 0,1-2 2 0,-4 0-1 16,-1 1-5-16,0-1 10 0,-5 1-4 15,2-1 3-15,-9 1-2 0,0 0 2 0,0-1 8 16,0 1-2-16,0-1 5 0,-2 0 2 0,3 1 3 16,-3-1-1-16,2 0-7 0,1 0 8 0,-1 2-6 0,0-2 1 15,1 1-7-15,1 0 5 0,6-1-3 16,-8 1-10-16,2 1 3 0,-1 0 4 0,0 0 2 0,-3 0-1 15,2-1-4-15,-1 2 5 0,-1 0-19 0,-1 0 15 16,-5 0 3-16,-1 0 0 0,-1 0 2 0,1 0-2 16,-1 0-3-16,-1 0 1 0,0 0-4 0,-2 0 7 15,2 0-31-15,-1 0 30 0,-1 0-2 0,-1 0-6 16,2 1 1-16,0 0 2 0,-1 0 3 0,0 1-8 16,2-1 2-16,-6-1 2 0,4 3-6 0,-1 0 2 15,1 0 3-15,-2 0 0 0,2-1 0 0,-2 1 1 16,0-1 0-16,-5 2-4 0,5-2-1 0,-1 3 4 15,1-3 2-15,-1 1-3 0,1 0 1 0,0-1-2 16,0 1 0-16,0-2-4 0,0 4 9 0,1-4-5 16,-1 1 1-16,-2-1-2 0,0 1-1 0,-2-2 4 15,2 1-3-15,0-1 2 0,-1 1-1 0,0-1 2 16,3 2 1-16,-2-2-9 0,0 0 9 0,-2 1 1 16,2-1-6-16,-1 1 2 0,-2 0-1 0,3-1 0 0,-1 1-2 15,-2-1-1-15,3 2 5 0,-1 0-4 0,-1-1 6 16,1 0-1-16,1 1-2 0,0-1-6 15,-2 0 7-15,6 0 2 0,0-1 0 0,-2 1-3 16,3-1 1-16,-2 0-3 0,2 0 3 0,-1 0-4 0,0 0 7 16,1-1-4-16,-1 1 8 0,0-2-5 0,1 1-8 15,0-1 9-15,0 2-8 0,0-2 6 0,1-2 2 16,-1 3-4-16,-1-1-1 0,3 1-4 0,0-1 7 16,1 0-2-16,5 0 1 0,0 0-1 0,1 0-1 15,-2 0 2-15,-3 2-7 0,4-3 4 0,-1 2 9 16,2-2-2-16,-2 1-4 0,-1-1-4 0,-3 3 4 15,3-3-16-15,0 1 14 0,-4-2 3 0,0 2 0 16,0 0 0-16,0 1 3 0,0-1-4 0,0 0 2 16,0 0 23-16,5 0-28 0,1 1 35 0,0 0-42 15,2-1 3-15,0 0-5 0,-1 1 9 0,1-2 10 16,1 2 5-16,-1-2 2 0,-1 1 4 0,2-1 1 16,0 2-6-16,-3-4 4 0,1 3 4 0,0-2 0 15,-1 2 0-15,-1-1-6 0,1 1 10 0,-2-1-7 0,-4 0 0 16,-1 2 4-16,-1-1 5 0,-2-1-2 15,1 3-6-15,-1-1 5 0,-2 0-5 0,-2 0-1 16,-1 1-5-16,1 0-3 0,-1-1 4 0,-3 1-5 0,1-2-2 16,-5 2-4-16,1-1-7 0,-2 1-21 0,-13 0-31 15,23-1-27-15,-23 1-24 0,19-4-53 16,-19 4-80-16,12-3-93 0,-12 3-60 0,0 0-48 0,0 0-183 16,-1-14-548-16,-7 10-782 0</inkml:trace>
  <inkml:trace contextRef="#ctx0" brushRef="#br0" timeOffset="79212.602">6678 9984 747 0,'0'0'638'0,"2"-10"-104"16,-2 10-44-16,0 0-104 0,2-13-9 15,-2 13-71-15,0 0-31 0,0 0-64 0,2-11 4 0,-2 11-9 16,0 0-10-16,0 0-15 0,3 9 10 16,-3-9-27-16,2 13-21 0,-2-13-36 0,3 22 41 0,-2-9-58 15,0 4 8-15,1-2-35 0,1 3 10 0,-1 1-25 16,1 5 20-16,-1-2-39 0,0 2 25 0,2-1-39 15,-2 2 28-15,1-1-40 0,-1-1 30 0,0 0-36 16,1 0 26-16,0-1-76 0,1-3-26 0,-1-1-46 16,0-1-80-16,0 1-54 0,1-3-75 0,-1 0-55 15,1-2-46-15,-1-2-124 0,1-2-113 0,-4-9-281 16,10 13-535-16</inkml:trace>
  <inkml:trace contextRef="#ctx0" brushRef="#br0" timeOffset="79547.6367">6993 10196 102 0,'6'-15'853'16,"-1"1"-210"-16,0-2-62 0,0 3-28 0,-1 0-86 15,0-2-29-15,0 2-61 0,1 0-40 0,-2 3-57 16,2-1-52-16,-2 2-43 0,-3 9-38 0,6-16-31 16,-6 16-23-16,7-12-47 0,-7 12 10 0,11-8-7 0,-11 8-11 15,15-2-1-15,-15 2-21 0,17 3 2 16,-7 2-11-16,0 1 33 0,0 2-40 0,-1 4 6 15,-1 0-5-15,0 1-1 0,0 5-7 0,-2 1 10 0,-1-1-11 16,-3 1 21-16,-1 1-19 0,-1 0 14 0,-1 3-9 16,-3 0 19-16,0-1-2 0,-3 1 16 0,1-2-9 15,-2 2 29-15,1-4-19 0,-2 0 22 0,1-1-24 16,2-4 28-16,0 1-34 0,0-2 2 0,1-3-7 16,1 1-9-16,1-3 3 0,3-8 0 0,-4 17 0 15,4-17 4-15,3 11 2 0,-3-11-9 0,17 8-2 16,-4-8 3-16,5 0-3 0,2-3-81 0,8-1-51 15,4-2-46-15,9-5-86 0,-1-1-76 0,1-1-95 16,1-1-54-16,1-3-168 0,-2 0-526 0,-1-2-786 16</inkml:trace>
  <inkml:trace contextRef="#ctx0" brushRef="#br0" timeOffset="79996.4878">7783 10049 888 0,'-6'-12'694'0,"-1"3"-98"0,2 0-12 0,0 1-37 0,0-2-20 15,0 2-43-15,1-2-60 0,4 10-34 16,-8-15-44-16,8 15-60 0,-3-18-52 0,3 18-60 0,5-18-33 16,5 10-29-16,1-1-25 0,3 1-21 0,5 2-10 15,3 0-14-15,1 1-14 0,1 2-1 0,-2 3-9 16,1-1-3-16,3 3-7 0,-2 3-5 0,-4-1-12 16,2 0-20-16,-1 2 10 0,-3 0-1 0,-2 2 5 15,-3-1-3-15,-2 1 8 0,-1 1 35 0,-5 1-40 16,-1 0 36-16,-4-10-34 0,-2 22 38 0,-4-10-37 15,-2 1 37-15,-2-1-44 0,-2 0 44 0,-3 1-42 16,2 0 43-16,-2-3-43 0,2 0 38 0,2 0-44 16,-1-3 40-16,5 0-41 0,-2 0 32 0,2 1-36 15,1-1 42-15,1 1-43 0,5-8 41 0,-4 14-53 16,4-14 41-16,3 15-34 0,2-6 37 0,2-2-37 16,4 0 38-16,1 2-39 0,2-1 42 0,0-1-35 15,4 2 36-15,0-1-35 0,2 0 40 0,0-1-35 16,-2 0 39-16,2 1-38 0,-1 0 40 0,0-1-37 15,-2-1 37-15,-1 1-37 0,1-1 34 0,-3 1-19 16,0 0 59-16,-3-2-28 0,0 0 45 0,-2 0-22 0,-1-1 46 16,-8-4-29-16,10 9 39 0,-10-9-48 0,2 11 32 15,-2-11-55-15,-10 12 27 0,-2-3-49 0,-6 0 38 16,-4 0-63-16,-7 3-20 0,-8 2-127 16,-3 0-112-16,-4 0-112 0,-2 1-195 0,-3-1-176 0,0 0-867 15,-1-2-1276-15</inkml:trace>
  <inkml:trace contextRef="#ctx0" brushRef="#br0" timeOffset="81647.6901">7034 11107 168 0,'0'0'330'15,"0"0"-62"-15,0 0-47 0,0 0-6 0,0 0-68 16,0 0 23-16,0 0-46 0,0 0 8 0,0 0-50 16,0 0 29-16,0 0-53 0,0 0 21 0,0 0-35 15,0 0 34-15,2 11 2 0,-2-11 11 0,0 0 2 16,0 0-1-16,0 0-6 0,0 0-6 0,0 0-3 15,0 0 1-15,0 0-4 0,0 0 5 0,0 0 8 0,0 0-2 16,0 12-2-16,0-12-4 0,0 0 0 0,0 0-9 16,0 0 1-16,0 0-4 0,0 0-1 15,0 0-3-15,0 0-4 0,0 0-4 0,0 0-6 0,0 0-4 16,0 0-7-16,0 0-8 0,0 0-5 0,0 0-4 16,0 0-6-16,0 0-5 0,0 0 2 15,0 0-9-15,0 0 5 0,0 0 0 0,0 0 0 16,0 0-1-16,0 0 0 0,0 0 1 0,0 0-8 0,0 0 4 15,0 0 3-15,0 0 0 0,0 0 0 0,0 0 7 16,0 0 8-16,0 0 0 0,0 0 9 0,0 0 2 16,0 0 3-16,0 0 0 0,0 0-2 0,0 0-2 15,0 0-5-15,0 0 1 0,0 0-8 0,0 0-1 16,0 0-6-16,0 0-2 0,0 0-1 0,0 0-6 16,0 0 4-16,0 0-3 0,0 0-1 0,0 0 1 15,0 0 1-15,0 0-4 0,0 0-2 0,0 0 3 16,0 0 0-16,0 0 6 0,0 0 0 0,0 0 3 15,0 0 6-15,0 0 0 0,0 0 6 0,0 0 3 16,0 0-3-16,0 0-1 0,0 0-4 0,0 0-1 16,0 0-3-16,0 0-4 0,0 0 1 0,0 0-4 15,0 0 1-15,0 0-7 0,0 0 2 0,0 0 1 16,0 0-5-16,0 0 7 0,0 0-2 0,0 0-3 16,0 0-4-16,0 0 2 0,0 0 0 0,0 0 0 15,0 0 0-15,0 0-2 0,0 0 4 0,0 0-6 16,0 0 2-16,0 0 2 0,0 0-2 0,0 0 3 15,0 0 0-15,0 0-2 0,0 0-1 0,0 0 1 0,0 0 4 16,0 0 0-16,0 0 1 0,0 0 2 0,0 0-1 16,-4 9-1-16,4-9 5 0,0 0 1 0,0 0-5 15,0 0-2-15,0 0 3 0,0 0-2 0,0 0-3 16,0 0 0-16,0 0 2 0,0 0 0 0,0 0-2 16,0 0 3-16,0 0-4 0,0 0 0 0,0 0 1 15,0 0 1-15,0 0-3 0,0 0 0 0,0 0 2 16,0 0-2-16,0 0-1 0,0 0-2 0,0 0 2 15,0 0 1-15,0 0-3 0,-12 0-1 0,12 0 8 16,0 0-5-16,0 0-6 0,0 0 4 0,0 0 0 16,-12 1 2-16,12-1-1 0,0 0-1 0,0 0 2 15,0 0 1-15,-14 3 0 0,14-3 1 0,0 0 1 16,0 0-1-16,-12 2-4 0,12-2 7 0,0 0-2 16,0 0 4-16,-12 2 0 0,12-2 1 0,0 0 1 0,0 0 17 15,0 0 18-15,0 0 10 0,-14 0 8 16,14 0 2-16,0 0 9 0,0 0-16 0,0 0 3 15,0 0 8-15,0 0-11 0,0 0 12 0,-9-3-18 16,9 3 9-16,0 0-28 0,0 0 16 0,0 0-33 0,5-10 13 16,-5 10-23-16,9-6 12 0,-9 6-22 0,14-6 23 15,-14 6-23-15,20-5 16 0,-20 5-15 0,23-3 11 16,-10 3-15-16,1 0 12 0,2 2-17 0,1 1 20 16,-1 1-13-16,0 3 14 0,-1 0-14 0,0 0 16 15,-3 4-18-15,-2 2 22 0,-2-1-13 0,-3 3 9 16,-3 2-7-16,-2 1 0 0,-4 2-8 0,-3 2 16 15,-5 3 0-15,0 1 1 0,-5 0 0 0,-2 3 17 16,-2-1-19-16,-1-1 26 0,3-4-28 0,1-3 29 16,1 1-30-16,2-3 28 0,2-3-32 0,1-1 27 15,3-3-34-15,0-1 31 0,2-1-36 0,2 0 39 16,5-9-34-16,-6 11 35 0,6-11-38 0,0 0 41 16,11 9-38-16,-11-9 31 0,21 0-30 0,-6-3 27 15,2 0-32-15,4-4 6 0,2 1-66 0,1-3-32 0,4-1-63 16,0-1-104-16,1 0-107 0,0-1-94 0,5-4-210 15,-2-2-592-15,0 1-879 0</inkml:trace>
  <inkml:trace contextRef="#ctx0" brushRef="#br0" timeOffset="82181.1521">7801 11093 608 0,'8'-12'705'0,"-1"1"-109"16,-1 3-22-16,-1-1-61 0,0-1-19 0,-1 1-42 15,2 0-39-15,-6 9-73 0,7-17 8 0,-7 17-63 16,5-14-7-16,-5 14-87 0,5-12 3 0,-5 12-70 16,3-8 12-16,-3 8-69 0,0 0 17 0,1-12-51 15,-1 12 28-15,0 0-49 0,0 0 29 0,-13-3-45 16,13 3 20-16,-16 5-47 0,8-1 27 0,-1 2-46 16,-2-2 31-16,2 2-39 0,-2 2 34 0,-1 0-32 15,1-1 30-15,1 3-27 0,-1-2 33 0,2 1-27 16,1 0 36-16,0 1-33 0,0-2 45 0,1 0-27 15,1-1 24-15,1 3-23 0,1-2 25 0,-2-1-19 16,6-7 28-16,-7 17-28 0,7-17 26 0,-5 16-22 16,5-16 28-16,-5 16-26 0,5-16 26 0,-4 12-29 0,4-12 29 15,-2 12-29-15,2-12 33 0,-2 12-34 0,2-12 27 16,0 0-33-16,-2 11 42 0,2-11-32 0,0 0 26 16,3 11-22-16,-3-11 26 0,0 0-27 15,14 4 25-15,-14-4-28 0,20-4 27 0,-7 2-28 0,3-3 27 16,-1 1-28-16,3 0 27 0,-1 0-31 0,2-1 33 15,-2 1-34-15,2 0 26 0,-2 0-25 16,-2 1 23-16,2 2-27 0,-4-1 28 0,1 1-21 0,-1 1 24 16,-13 0-15-16,24 3 29 0,-14-1-19 0,0 0 31 15,0 2-27-15,-1 2 35 0,-1-1-28 0,-2 1 40 16,-6-6-31-16,9 14 41 0,-9-14-36 0,2 14 39 16,-2-14-40-16,-7 16 38 0,-2-6-43 0,-2-1 28 15,-6 3-41-15,-3-1-17 0,-6 3 16 0,-8 0-3 16,-3 1-2-16,-3 2-5 0,-2-2-17 0,0 0-49 0,-2-2-44 15,4 1-25-15,2-2-47 0,8-2-68 16,6-3-51-16,2 0-110 0,7-3-50 0,2-1-117 16,13-3-676-16,0 0-865 0</inkml:trace>
  <inkml:trace contextRef="#ctx0" brushRef="#br0" timeOffset="82547.9497">8528 10815 833 0,'22'-18'870'0,"-4"0"-139"0,-3 4-95 0,-3 0-32 16,-1 4-45-16,-3 0-73 0,0 0-61 0,-1 2-65 0,-2 2-63 15,-5 6-53-15,7-8-44 0,-7 8-26 0,0 0-23 16,0 0-14-16,-12 13-12 0,3 0-17 0,-5 5-13 16,0 6 22-16,-5 6-61 0,1 2 32 0,0 3-45 15,2 0 60-15,1 0-65 0,3 3 8 0,2-7-7 16,5 2 7-16,1-2-10 0,4-4 0 0,3 0-5 15,5 1 0-15,2-2-2 0,4-1-5 0,5-3-3 16,4-3-6-16,3-3-5 0,2-2-19 0,3-3-21 16,3-1-13-16,-1-3-25 0,-1-3-15 0,-3 0-3 15,-4-4 10-15,-2 1 14 0,-2-1 13 0,-3-1-13 16,-1-3 2-16,-4 1 7 0,-2-3 46 0,-4 1-32 0,-7 5 38 16,3-11-35-16,-7 2 43 0,-4 2-40 15,-6-2 45-15,-1 3-35 0,-8 0 41 0,-4 1-38 16,-6 1 38-16,4 0-39 0,-2 2 15 0,1 2-112 0,1 2-109 15,2-2-86-15,6 0-170 0,0 3-108 16,2-1-163-16,4 2-690 0,2-1-1057 0</inkml:trace>
  <inkml:trace contextRef="#ctx0" brushRef="#br0" timeOffset="83832.2953">6731 12064 462 0,'0'0'431'16,"0"0"-65"-16,0 0-50 0,0 0-21 0,0 0-27 16,0 0-2-16,0 0-45 0,0 0-2 0,0 0-28 15,0 0-4-15,0 0-31 0,0 0 5 0,0 0-25 16,0 0-4-16,0 0-24 0,0 0 13 0,0 0-29 16,0 0 12-16,0 0-24 0,0 0 22 0,0 0-27 0,0 0 18 15,0 0-20-15,0 0 22 0,0 0-14 0,0 0 10 16,0 0-5-16,0 0 7 0,0 0-10 0,0 0 3 15,0 0-11-15,0 0-5 0,0 0-16 0,0 0 3 16,0 0-8-16,0 0-5 0,0 0-7 0,0 0-12 16,0 0 6-16,0 0-4 0,0 0-4 15,0 0 0-15,0 0 22 0,0 0-22 0,0 0-5 0,0 0 4 16,0 0-5-16,0 0 3 0,0 0 20 0,0 0-28 16,0 0-5-16,0 0 0 0,0 0 29 0,0 0-36 15,0 0 24-15,0 0-28 0,0 0 25 0,0 0-36 16,0 0 10-16,0 0 28 0,0 0-30 0,0 0 29 15,0 0-19-15,0 0 31 0,0 0-30 0,0 0 38 16,0 0-38-16,0 0 33 0,0 0-33 0,0 0 27 16,0 0-34-16,0 0 28 0,0 0-32 0,0 0 32 15,0 0-32-15,0 0 29 0,0 0-34 0,0 0 35 16,0 0-33-16,0 0 35 0,0 0-43 0,0 0 35 16,0 0-33-16,0 0 32 0,-12 1-34 0,12-1 42 15,0 0-42-15,0 0 40 0,0 0-38 0,0 0 31 16,0 0-33-16,0 0 37 0,0 0-37 0,0 0 36 15,0 0-33-15,0 0 33 0,0 0-30 0,0 0 34 0,0 0-32 16,0 0 37-16,0 0-37 0,0 0 35 0,0 0-11 16,0 0 9-16,0 0-39 0,0 0 37 15,0 0-32-15,0 0 36 0,0 0-44 0,0 0 41 16,0 0-39-16,0 0 37 0,0 0-35 0,0 0 28 0,0 0-28 16,0 0 32-16,0 0-30 0,0 0 32 0,0 0-32 15,0 0 38-15,0 0-35 0,0 0 37 16,0 0-30-16,0 0 36 0,0 0-38 0,0 0 40 0,0 0-36 15,0 0 38-15,0 0-41 0,0 0 36 0,0 0-35 16,0 0 36-16,0 0-38 0,0 0 31 0,0 0-45 16,0 0 42-16,0 0-40 0,0 0 9 0,0 0 39 15,0 0-45-15,0 0 38 0,0 0-31 0,0 0 32 16,0 0-32-16,0 0 4 0,12 5 11 0,-12-5 35 16,0 0-39-16,15 2 36 0,-15-2-39 0,19 0 33 15,-7 0-42-15,6-1 41 0,3-1-45 0,5 1 39 0,3-2-44 16,5 0 31-16,1 0-41 0,2 1 25 15,-2-2-41-15,-5 3 38 0,1-1-31 0,-4 1 36 16,-2 0-33-16,-3 0 38 0,-1 1-38 0,-3 1 43 0,0 1-41 16,-5 1 42-16,1 1-24 0,-2 1 47 0,-3 4-25 15,-2-2 13-15,-2 4 13 0,-1 0 11 0,-4 3 16 16,1 0 8-16,-3 4 5 0,-2 4 40 0,-1 1-58 16,-2 5 48-16,1 0-47 0,-2 3 49 0,2-2-60 15,-1 1 49-15,0-1-63 0,1 1 52 0,1-1-74 16,-1-1 55-16,1-3-72 0,0-1 68 0,1-1-78 15,1-2 65-15,1-2-71 0,-1-1 10 0,1-1-8 16,0-1-17-16,1-3-47 0,0-1-35 0,0 0-119 16,1-12-65-16,-1 18-51 0,1-18-86 0,-2 15-67 15,2-15-68-15,-1 10-148 0,1-10-689 0,0 0-1018 16</inkml:trace>
  <inkml:trace contextRef="#ctx0" brushRef="#br0" timeOffset="84031.9868">6820 12497 843 0,'-14'-4'826'0,"1"0"-128"15,1 1-86-15,3 0-29 0,9 3-35 0,-18-6-9 16,18 6-104-16,-15-7-12 0,15 7-93 16,-13-6-14-16,13 6-99 0,-7-6-17 0,7 6-77 0,3-11-10 15,5 4-86-15,4-1-31 0,9-2-102 0,4-1-45 16,7 0-75-16,9 0-57 0,1-2-43 15,3 2-95-15,-1 0-62 0,0 2-97 0,0 0-199 16,-3 0-306-16,-7 0-703 0</inkml:trace>
  <inkml:trace contextRef="#ctx0" brushRef="#br0" timeOffset="84464.682">7415 12172 394 0,'0'0'768'0,"3"-19"-92"0,-3 19-70 0,2-13-16 16,-2 13-1-16,1-12-37 0,-1 12-35 0,0 0-54 15,1-16-58-15,-1 16-62 0,0 0-62 0,0-10-54 16,0 10-47-16,0 0-15 0,0 0 10 0,0 0 8 16,0 0-20-16,0 12-11 0,0-12-13 0,0 19-5 15,0-7-18-15,0 3 13 0,0 2-43 0,0 1 2 16,0 1-43-16,0 0-20 0,1 1-25 0,1-1 0 0,0 0 0 16,0 0 0-16,1-1 0 0,-1-3 0 15,3 1 0-15,-2-2 0 0,0 0 0 0,0-4 0 0,2 1-70 16,-1-3-54-16,-4-8 23 0,9 12-62 0,-9-12 25 15,15 6-33-15,-15-6 35 0,17-1-43 0,-7-4 40 16,0-1-39-16,1-2 7 0,1-3 1 0,-2-1 30 16,3-2 21-16,-2-1 24 0,0-1 23 0,1 1 17 15,-4 0 15-15,1 2 29 0,-1 1 12 0,-1 0 27 16,0 1 21-16,-1 3 35 0,-1 0 9 16,-5 8 7-16,10-13-7 0,-10 13-11 0,6-11-23 0,-6 11 17 15,0 0 29-15,0 0 17 0,11 3 1 0,-11-3-2 16,3 12-14-16,-3-12 13 0,2 21-7 0,0-8-15 15,1 3-9-15,-2 0-9 0,1 3-13 0,0-1-12 0,2 2-12 16,-1 1-8-16,2 0-1 0,1-1-9 16,0-1-36-16,3 0-4 0,-1 0-128 0,1-2-58 15,1-1-138-15,2-3-74 0,3-1-99 0,-3-2-133 0,2-3-136 16,3-2-760-16,-1 0-1178 0</inkml:trace>
  <inkml:trace contextRef="#ctx0" brushRef="#br0" timeOffset="84865.1379">8229 12247 822 0,'0'-16'856'15,"-2"1"-165"-15,0 2-79 0,1-1-71 0,0 0-27 16,0 1-61-16,1 1-28 0,0-1-82 0,3-2-24 16,2 1-89-16,2 0-7 0,4 0-77 0,3 0 11 15,2 1-67-15,2 3 24 0,1 1-67 0,3 1 29 16,-1 2-50-16,0 2 26 0,0 3-37 0,-1 1 34 15,1 1-40-15,2 4 37 0,-3 0-36 0,2 3 8 16,-3 2 7-16,-2 2 9 0,0 1-2 0,-4 2 1 16,-1 1 5-16,-3 2 4 0,-2 1 6 0,-3 2-1 15,-2-1-7-15,-4 0 5 0,-1 4 13 0,-4 6 9 16,-2-3 6-16,-4 2 5 0,0 3 19 0,-2-4-5 0,2-2 0 16,0 1-1-16,0-1 10 0,0-1-15 15,3-4 2-15,1-2-88 0,3 2 0 0,1-5 0 16,3 0 0-16,2-2 0 0,4 0 0 0,3 1 0 0,6-2 0 15,7-3 0-15,7-1 0 0,7-2 0 16,10 0 0-16,4-3 0 0,3-1 0 0,2-3 0 0,3 0 0 16,2-2 0-16,-1-1 0 0,1 1 0 15,-2-3 0-15,-2-3 0 0,2 3 0 0,-4-3 0 0,-3-1 0 16,-5 1-6-16,-4-1-277 0,-9 0-9 0,-2 0-98 16,-7 2-51-16,-4 1-50 0,-4-1-115 0,-3-1-43 15,-2-1-216-15,-5 2-456 0,-4 7-925 0</inkml:trace>
  <inkml:trace contextRef="#ctx0" brushRef="#br0" timeOffset="86699.8416">10665 9692 159 0,'0'0'252'0,"0"0"-66"16,0 0-33-16,0 0-20 0,0 0-12 0,0 0-5 15,0 0-15-15,0 0 1 0,0 0-18 0,0 0 11 16,0 0-16-16,0 0 27 0,0 0 2 0,0 0 7 16,0 0 1-16,0 0 11 0,0 0-13 0,0 0 9 15,0 0-8-15,0 0 1 0,0 0 0 0,0 0 9 16,0 0 5-16,0 0 0 0,0 0-1 0,0 0-3 16,0 0-6-16,0 0-8 0,0 0-2 0,0 0-3 0,0 0-14 15,0 0-2-15,0 0-6 0,0 0-11 16,0 0-10-16,0 0-3 0,0 0-9 0,0 0-17 15,0 0 0-15,0 0-9 0,0 0-4 0,0 0-5 0,0 0-3 16,0 0-5-16,0 0-6 0,0 0 3 16,0 0-1-16,0 0-2 0,0 0 1 0,0 0-2 15,0 0 2-15,0 0-7 0,0 0 5 0,0 0-2 16,0 0 1-16,0 0 1 0,0 0-2 0,0 0 0 16,0 0 2-16,0 0-2 0,0 0 2 0,0 0-3 15,0 0 0-15,0 0 1 0,0 0 2 0,0 0 0 16,0 0-1-16,0 0 0 0,0 0 1 0,0 0 1 0,0 0-2 15,0 0-2-15,0 0 5 0,0 0 0 0,0 0 3 16,0 0 4-16,0 0-2 0,0 0-1 16,0 0-2-16,0 0 5 0,0 0 2 0,0 0 3 0,0 0 22 15,0 0-20-15,0 0 25 0,0 0-29 0,0 0 28 16,0 0-24-16,0 0 26 0,0 0-25 0,0 0 23 16,0 0-27-16,0 0 21 0,0 0-10 0,0 0 18 15,0 0-20-15,0 0 11 0,0 0-16 0,0 0 15 16,0 0-16-16,0 0 9 0,0 0-18 0,0 0 15 15,0 0-16-15,0 0 8 0,0 0-15 0,0 0-5 16,0 0 5-16,0 0 13 0,0 0-11 0,0 0 8 16,0 0-17-16,0 0 13 0,0 0-10 0,0 0 12 15,0 0-16-15,0 0 16 0,0 0-13 0,0 0 6 16,0 0-8-16,0 0 12 0,0 0-20 0,0 0-1 16,0 0-28-16,0 0 7 0,0 0-36 0,0 0 17 15,0 0-14-15,0 0 26 0,0 0-17 0,0 0 27 16,0 0-10-16,0 0 7 0,0 0 4 0,0 0 31 15,0 0-20-15,0 0 3 0,0 0 5 0,0 0 2 0,0 0-1 16,0 0-1-16,0 0 9 0,0 0-1 16,-6-10 1-16,6 10 2 0,0 0 1 0,0 0-3 15,-13-3 0-15,13 3 9 0,0 0 2 0,-13-4 8 16,13 4 12-16,-11-3 6 0,11 3 6 0,-14-2 2 16,14 2 21-16,-14-2-31 0,14 2 23 0,-18-1-11 0,18 1 13 15,-22 0-7-15,22 0 18 0,-26 1-15 0,14-1 10 16,12 0-16-16,-22 3 1 0,22-3-18 0,-18 3 8 15,18-3-14-15,-14 1 0 0,14-1-5 0,-12 1 5 16,12-1 5-16,0 0 8 0,-11 2 61 0,11-2-2 16,0 0 34-16,0 0-40 0,15 0 27 0,-2-2-55 15,2 0 31-15,4-1-56 0,4-3 32 0,2 2-45 16,0-1 32-16,7-1-41 0,0-1 31 0,2 1-45 16,-1-1 36-16,-1 1-39 0,0-1 32 0,-1 1-38 0,-7 0 38 15,1 1-40-15,-2 0 34 0,-4 2-37 0,-3-2 37 16,0 2-32-16,-4 1 36 0,-1-1-37 15,-11 3 39-15,21-4-41 0,-21 4 41 0,16-4-39 16,-16 4 38-16,11-3-40 0,-11 3 35 0,0 0-35 0,7-6 32 16,-7 6-36-16,0 0 34 0,0 0-35 0,0 0 39 15,0 0-41-15,-11-4 35 0,11 4-41 0,0 0 37 16,-10 4-36-16,10-4 38 0,-7 6-37 0,7-6 46 16,-6 14-42-16,4-3 45 0,1 0-27 0,1 3 24 15,1 2-2-15,1 1 8 0,3 1 7 0,-1 3-10 16,3 1 24-16,1 1-16 0,4 0-2 0,-3 7 0 15,1-4-7-15,2 0-3 0,1-1-3 0,-1 0-5 16,0-1-3-16,1 0-1 0,-4-4-1 0,1 0 1 16,-3-2 41-16,-1-1-47 0,-1-1 6 0,-2-1 8 15,-2-2 7-15,-1 0 2 0,-1-2 7 0,0 1 9 16,-6 2 3-16,-1-2-3 0,-2-2-3 0,-2 0-4 16,-5 0-8-16,-1-2-5 0,-4 0-5 0,-2-2-1 15,-1-2-5-15,-2 0-3 0,-2-2-3 0,-1-2-4 16,0 0-2-16,0-2-2 0,2-1-11 0,0-2-23 15,1 1-5-15,3-2-26 0,4 0-46 0,2 0-33 16,2-1-50-16,3-1-27 0,3 0-18 0,4 0-39 0,6 8-7 16,-2-17-53-16,7 7-35 0,4 0-51 0,5-2-59 15,5 0-72-15,2 2-119 0,5-3-282 0,0 3-545 16</inkml:trace>
  <inkml:trace contextRef="#ctx0" brushRef="#br0" timeOffset="87087.8557">11247 9966 417 0,'0'0'745'0,"7"-9"-159"0,-7 9-94 15,7-13-28-15,-7 13-59 0,6-15-38 0,-2 5-58 16,0 1-5-16,0-1-33 0,1-1-26 0,1 0-40 16,0 1-30-16,1-1-34 0,-1 1-28 0,-1 1-28 15,4 2-20-15,-4 1-17 0,3 0-2 0,-8 6-9 16,15-7-8-16,-15 7-6 0,16 0-9 0,-16 0-2 0,21 7-1 15,-10-2 1-15,1 3 1 0,-1 1-7 0,0 1 0 16,-1 1-7-16,0 1 1 0,-4-1-6 16,1 3 3-16,0-1 3 0,-2-1-2 0,-2-1 3 0,-1 0 0 15,-1 0 0-15,-1-11-1 0,-2 19 3 16,-1-8 2-16,-1-2-2 0,-2-1 14 0,-1 0 15 16,-1-2-16-16,0 0 3 0,-3-2-5 0,0-1 0 15,-2-2-7-15,1 0 4 0,-4-2-10 0,1 0 5 0,-1-2-1 16,0-1 3-16,1-4-3 0,1 0-6 15,1 0-1-15,1-2 7 0,1-1-12 0,4 0 9 0,1-1-65 16,1 0-28-16,4 0-27 0,1 1-37 0,6-3-6 16,0 1-54-16,2 0-30 0,6-2-54 0,7-1-62 15,2 2-49-15,2-1-70 0,8-2-520 0,-1 1-601 16</inkml:trace>
  <inkml:trace contextRef="#ctx0" brushRef="#br0" timeOffset="87583.2141">11986 9700 456 0,'0'0'695'16,"0"0"-132"-16,8 6-64 0,-8-6-24 0,0 0-50 15,0 0 2-15,0 0-49 0,0 0-32 0,0 0-61 16,0 0-64-16,0 0-32 0,0 0-46 0,0 0-25 16,0 0-31-16,0 0-11 0,10 5-17 0,-10-5-19 15,0 0-12-15,19 1-36 0,-19-1-9 0,20-1-40 16,-8 0 5-16,2 0-23 0,1-1 17 0,-1 2-30 0,1-3 30 15,1 0-16-15,-1-1 36 0,-1 0-12 0,-1-1 30 16,0-1-21-16,-3 0 1 0,1-2 12 16,-3 0 5-16,-2-1 2 0,-2-2 6 0,-1 1 8 0,-1-2 2 15,-2 0 9-15,-2 0 9 0,0 0 10 0,-3-1 10 16,-4 1 0-16,2 1 11 0,-2-3 18 0,-2 6-7 16,-3-2 8-16,1 3-8 0,-1 3 9 15,-3 1-10-15,1 2 11 0,-2 3 9 0,0 3-1 0,-5 1 21 16,-2 6-16-16,-1 2 21 0,-3 5 34 0,-1 3-37 15,2 0-7-15,2 3 4 0,-1 0-5 0,3 2-5 16,4 1 2-16,0-1 1 0,4-3-14 0,4 1-21 16,3-3 2-16,3 0 4 0,-1-1-2 0,5-3 4 15,3 0 11-15,5-1 13 0,0-2 4 0,5 1-2 16,6-4-14-16,4-4-11 0,7 0-6 0,7-3-16 16,2-1-5-16,5-3-7 0,8-2-5 0,-1-1-5 15,3-2-3-15,2-2-4 0,-1 4 0 0,-1-3 4 16,-4-1-10-16,-2 0 11 0,0-1-14 0,-4-1 6 0,-8 2-20 15,0-1-1-15,-3-1-24 0,-4 3 1 0,-4 0-34 16,-1-2-17-16,-4 2-28 0,0 0-23 16,-5-1-31-16,0 2-19 0,-13 4-23 0,18-7-63 15,-18 7-87-15,11-7-101 0,-11 7-61 0,0 0-92 0,0 0-711 16,0 0-932-16</inkml:trace>
  <inkml:trace contextRef="#ctx0" brushRef="#br0" timeOffset="89766.9878">10726 10721 426 0,'-18'-1'512'0,"1"1"-84"16,2 0-51-16,-4 1-2 0,0 0-35 0,1 1-24 16,-1-1-46-16,1 2-13 0,0-1-42 0,0 0 0 15,2 2-48-15,-1-2 4 0,5 1-46 0,1-1 1 16,-1 0-44-16,12-2 10 0,-17 5-27 0,17-5 25 16,-12 5 12-16,12-5 27 0,0 0-4 0,0 0 14 0,0 0 0 15,11 9-10-15,-11-9-20 0,28 0-10 0,-8-2-17 16,6 1-15-16,4-2-19 0,8-2-3 15,8 1-9-15,2-1-5 0,4-1-7 0,1 0-5 16,2-1-7-16,-1 1-15 0,-1-1-21 0,1 1-13 0,-2-1-9 16,-3 1-8-16,-2 0-12 0,-11 0-1 0,-3 1 7 15,-6 1 6-15,-5 1-5 0,-3 1 18 16,-1-2 2-16,-7 2-6 0,-11 2-13 0,12-5 4 0,-12 5-12 16,0 0 25-16,-8-3 11 0,8 3 11 0,-27-2 1 15,10 4 4-15,-3-2-3 0,-1 3 6 16,1-2 4-16,-2 1 1 0,0 1 1 0,3-2 2 0,0 2 2 15,0-1-6-15,5 1-6 0,1 0 9 0,0-2-4 16,2 3 6-16,1 1-3 0,3-1-16 0,-1 3 31 16,2 1-14-16,2 1 34 0,0 3 1 0,4 1 27 15,0 0 0-15,3 5 7 0,0 1-8 0,1 3 10 16,2 2 3-16,1 2-2 0,3 2 12 0,-1-1-33 16,0 2 27-16,3-3-35 0,-1 0 10 0,-1 0-23 15,1-2-7-15,-2-3-3 0,1-1-13 0,-4-3 9 16,1-1 4-16,-2-1 11 0,0-1 17 0,-3-2 12 15,0 0 7-15,-2-12 12 0,0 21 4 0,-4-13-21 16,-3 1 0-16,-3-1-5 0,-2 0-11 0,-7-1-5 0,0 0-5 16,-5-2-11-16,-5-2-1 0,-1 0-4 0,-5-1-4 15,-1-2-3-15,-1 0-5 0,0-2 1 0,7 1 26 16,0-2-47-16,5 1-9 0,0 0-70 16,4-2-49-16,4-1-36 0,1 2-53 0,5-2-69 0,2-1-15 15,9 6-38-15,-4-11-30 0,4 11-40 0,15-14-120 16,-1 6-580-16,7-1-739 0</inkml:trace>
  <inkml:trace contextRef="#ctx0" brushRef="#br0" timeOffset="90485.5692">11388 11087 379 0,'0'0'688'0,"5"-9"-146"15,-5 9-33-15,2-11-25 0,-2 11-24 0,-1-14-9 16,1 14-77-16,-1-14-54 0,1 14-36 0,-1-14-45 15,1 14-12-15,0-13-60 0,0 13-28 0,5-11-38 16,-5 11-8-16,14-7-31 0,-3 5 21 0,4 0-51 16,-1 2-1-16,3 3-10 0,1 0 9 0,1 2-30 15,-2 0 16-15,4 3-11 0,-4-1 8 0,2 1-10 16,-1 2 1-16,-5-2-4 0,0 2-10 0,0-1 8 0,-3 1 4 16,-2-2 1-16,0 1 4 0,-2-1-5 15,-6-8 7-15,5 16 1 0,-5-16-9 0,-5 14 3 0,-1-6 1 16,-4-3 7-16,-1 2-8 0,-3-1-9 0,-4-1 10 15,-4 1-3-15,-2-2 1 0,0-1 25 16,-2 0-35-16,0-2 6 0,5 1 13 0,-1-1-20 0,2-1 6 16,1 0 11-16,4 0-21 0,1-1-58 0,3-2-43 15,1-1-23-15,10 4-38 0,-10-10 3 0,10 10-28 16,7-17-22-16,3 5-41 0,4-2-29 0,7-4 8 16,6-4-17-16,3 0-14 0,1 0 10 0,0-1 35 15,0 0 41-15,0 0 42 0,-3 1 45 0,-1 0 54 16,-6 2 75-16,-2 1 58 0,-1 1 29 0,-6 1 61 15,-1 0 41-15,-2 1 30 0,-4 0 22 0,-2 1 17 16,-2 1 48-16,-2 1-21 0,-2-2 30 0,-2 1-2 16,-2 2-29-16,2-2-6 0,-3 3-2 0,1 0-4 15,2 3-30-15,0 0-39 0,5 8-37 0,-9-13-29 16,9 13 1-16,0 0 20 0,0 0 4 0,0 0-5 16,-9 9-1-16,9-9 6 0,3 25-17 0,1-8-3 0,2 5-21 15,2 2-17-15,1 4-13 0,0 1-15 0,3 3-13 16,-2-3-9-16,2 6-2 0,-1-6-10 0,0 1-10 15,0-2-2-15,-1 0-4 0,1-1-4 0,-3-5 0 16,-1-2-9-16,1 0-8 0,-2-5-1 0,0 2-9 16,-2-5-10-16,3 1-16 0,-3-4 1 0,0 0-3 15,0 0 2-15,-4-9 6 0,9 10-1 0,-9-10-5 16,13 4 3-16,-13-4 5 0,14-4 4 16,-5-1 5-16,1-2-1 0,0-4 4 0,-1 1 0 0,0-5 38 15,0 1-37-15,-1-4 41 0,-1 3-38 0,1 2 40 16,-2-2-23-16,1 2 11 0,-3 1 2 0,0 2 10 15,-1 1 6-15,2 0 1 0,-5 9-11 0,5-15-11 16,-5 15-1-16,4-9-5 0,-4 9 0 0,0 0 1 16,0 0 38-16,13-2-52 0,-13 2 24 0,14 7-85 15,-7-2-16-15,3 1-109 0,2 1-53 0,3-2-40 0,0 3-88 16,4 0-66-16,-1 0-69 0,-1 0-37 0,2 0-114 16,1-1-589-16,-4-2-862 0</inkml:trace>
  <inkml:trace contextRef="#ctx0" brushRef="#br0" timeOffset="90850.9581">12360 11081 102 0,'0'0'848'0,"2"-15"-155"0,-2 15 6 0,0-15-72 0,0 15-20 15,1-15 21-15,-1 15-74 0,1-14 1 0,-1 14-96 16,0-12-57-16,0 12-69 0,0 0-71 0,2-13-49 16,-2 13-33-16,0 0-18 0,0 0-21 15,0 0-17-15,0 0-5 0,10 7-16 0,-10-7-17 0,9 15 8 16,-5-6-26-16,4 3-10 0,-3 1-13 0,3-1-16 15,-1 2-29-15,4 0 0 0,-2 0 0 0,2 1 0 16,-3-1 0-16,2-2 0 0,-1 0 0 0,0-1 0 16,1-1-19-16,0-1-32 0,-3-3-2 0,2 1 2 15,0-3 9-15,-9-4 6 0,16 5 8 0,-16-5 1 16,20-5 6-16,-11 1 7 0,2-4 1 0,-2-1 0 16,0-3 5-16,1-2 5 0,-2-2-4 0,1 1 15 15,-3 0 29-15,-1 2 55 0,2-1 0 0,-3 3 61 16,1 3-149-16,-3-1-4 0,2 0 0 0,-4 9 0 15,7-13 0-15,-7 13 0 0,5-11 0 0,-5 11 0 16,7-6 0-16,-7 6 0 0,0 0 0 0,17 2 0 0,-5 1 0 16,1 1 0-16,4 3 0 0,4 0 0 0,4 1 0 15,4 3 0-15,9 2-293 0,3-1-156 0,2 2-92 16,-1 4-126-16,1 0-123 0,-1-1-186 0,-2 1-447 16,-5 0-1028-16</inkml:trace>
  <inkml:trace contextRef="#ctx0" brushRef="#br0" timeOffset="91534.1464">11076 11884 378 0,'-22'-1'604'0,"5"-1"-90"15,-1-1-44-15,3 1-19 0,2 1-33 0,0-1-23 16,13 2 2-16,-21-2-52 0,21 2-21 0,-18-2-37 16,18 2-36-16,-14-3-6 0,14 3-43 0,-13 0 17 15,13 0-51-15,0 0 19 0,-14-2-55 0,14 2 29 16,0 0-52-16,-12-2 35 0,12 2-71 0,0 0 19 15,0 0-52-15,12-9 27 0,0 6-47 0,8-1 28 16,10-2-59-16,13-1-17 0,6-1-100 0,7-1-31 0,15 1-26 16,-1 0-58-16,4 0-7 0,-1 1-33 15,-2 0-16-15,-11 3-11 0,-4 0-4 0,-3-2 16 16,-5 4 11-16,-11-1 15 0,-6 2 34 0,-12 1 48 16,-2 0 39-16,-17 0 30 0,16-1 25 0,-16 1 23 0,0 0 20 15,0 0 60-15,-22 1 29 0,6 0 41 16,-5 0 29-16,-1 0 43 0,-3 0 46 0,-2 1 14 15,2 0 5-15,0 0-14 0,4 1-13 0,2-2 3 0,1 2-46 16,3 0 4-16,-1 3 15 0,4 1 35 0,0 1-27 16,2 2 22-16,3 3-35 0,1 2 50 0,1-1-44 15,3 5 43-15,-1 0-54 0,3 2-3 0,1 4-15 16,1 0-13-16,2 2-17 0,0 2-4 0,2 2-25 16,0-1-16-16,1 1-10 0,-2-2-7 0,1 0-12 15,0 0-25-15,1 0-68 0,-4-5-80 0,3 1-63 16,0-2-75-16,0 0-110 0,0-1-121 0,3-1-107 15,0-2-240-15,0-2-420 0,0-1-885 0</inkml:trace>
  <inkml:trace contextRef="#ctx0" brushRef="#br0" timeOffset="91751.0224">11972 12387 1398 0,'9'-15'1001'0,"-9"15"-224"0,2-10-101 0,-2 10-79 15,4-9-61-15,-4 9-41 0,0 0-39 16,3-12-63-16,-3 12-78 0,0 0-54 0,0 0-43 0,0 0-23 16,0 0-39-16,0 0-16 0,14 6-36 0,-14-6-9 15,8 15-18-15,-3-5-15 0,1-1-29 0,1 3-43 16,0-1-60-16,-1 0-80 0,1 2-97 0,-2-1-109 16,4-1-62-16,-4 0-120 0,1-1-93 15,0 0-111-15,2-2-787 0,-4-1-1164 0</inkml:trace>
  <inkml:trace contextRef="#ctx0" brushRef="#br0" timeOffset="91934.2392">12181 12146 1309 0,'-10'-28'824'0,"-1"1"-181"0,1 1-76 0,-4 1 6 15,5 5-44-15,-3 0-43 0,2 1-96 0,1 2-30 16,2 2-110-16,-3 3-14 0,4-1-85 0,1 1-36 15,1 3-192-15,4 9-86 0,-4-12-34 0,4 12-82 16,0 0-79-16,11 0-92 0,-1 5-93 16,4 4-266-16,2 2-304 0,3 1-730 0</inkml:trace>
  <inkml:trace contextRef="#ctx0" brushRef="#br0" timeOffset="92535.1137">12293 12237 953 0,'0'0'988'0,"-11"-6"-209"15,11 6-55-15,-10-6-13 0,10 6-26 0,-10-9-77 16,10 9-64-16,-7-5-44 0,7 5-104 0,0 0-61 16,-11-8-61-16,11 8-52 0,0 0-49 0,0 0-35 15,0 0-24-15,0 0-67 0,0 0-47 0,0 0 0 16,7 18 0-16,-1-10 0 0,3 3 0 0,0 1 0 16,1 0 0-16,0 1 0 0,2 1 0 0,-1 1 0 15,-1-1 0-15,0-1 0 0,-1-1 0 0,0 0 0 16,-2-1 0-16,2 0 0 0,-5-1 0 0,3-2-18 15,-1-1-133-15,-6-7 7 0,10 12 3 0,-10-12 1 16,7 11-2-16,-7-11 0 0,9 6-8 0,-9-6-25 16,0 0 7-16,14-3 13 0,-14 3 27 0,10-8 18 15,-10 8 12-15,11-11 18 0,-5 4 17 0,-6 7 10 0,12-14 15 16,-5 7 3-16,-2-1 24 0,1 2 16 16,-6 6 34-16,10-13 21 0,-4 6 23 0,-6 7 10 15,6-8-3-15,-6 8-11 0,7-6-14 0,-7 6 4 0,0 0 0 16,12-6 6-16,-12 6-4 0,0 0-11 15,13 2-2-15,-13-2-10 0,9 4-6 0,-9-4-4 16,11 6 5-16,-11-6-17 0,14 11-5 0,-14-11-2 0,14 9-6 16,-14-9-2-16,13 11-2 0,-5-6-3 0,-8-5 1 15,14 10-3-15,-14-10-2 0,15 8-5 0,-15-8-11 16,12 5-3-16,-12-5 2 0,11 6-2 0,-11-6 1 16,0 0-4-16,15 2-5 0,-15-2-13 0,12-5-8 15,-12 5-7-15,11-9-6 0,-3 2 9 0,-2 0 4 16,1-1 5-16,-1 0 5 0,1-2 10 0,0 0 5 15,0-1 28-15,-3 1-22 0,3 1 25 0,-3 0-9 16,2 0 57-16,-2 0 5 0,0 2 22 0,-4 7-9 16,7-14 11-16,-7 14-16 0,6-10 10 0,-6 10-25 15,5-9 1-15,-5 9-22 0,7-6 12 0,-7 6-16 0,0 0 17 16,15-2 22-16,-15 2-19 0,14 5-10 16,-14-5 0-16,16 10-12 0,-8-5-2 0,2 2-3 15,1 0-3-15,2 1-7 0,-1 1-1 0,1-2-15 0,1 1-36 16,-3 1-50-16,3-2-63 0,-1 0-89 15,-2-1-93-15,0 0-95 0,-2 0-163 0,-2-1-133 16,-7-5-935-16,12 7-1326 0</inkml:trace>
  <inkml:trace contextRef="#ctx0" brushRef="#br0" timeOffset="93875.249">14597 9581 474 0,'0'0'511'0,"-16"-7"-82"0,16 7-33 16,-11-6-7-16,11 6-10 0,-10-7-8 0,10 7-18 16,-10-6-21-16,10 6-17 0,-9-6-57 0,9 6-24 15,-9-6-33-15,9 6-14 0,-8-5-19 0,8 5-25 16,0 0-5-16,-10-6-31 0,10 6 1 0,0 0-31 16,0 0 1-16,-8-6-28 0,8 6 9 0,0 0-33 15,10-5 17-15,-10 5-27 0,21-3 16 0,-2-2-26 16,0 4 18-16,8-4-27 0,0 2 31 0,9-1-38 0,-1 0 24 15,-1 0-25-15,1 0-3 0,0 1-37 0,-7-1-16 16,-1 1-9-16,-2 0-14 0,-4 2 19 0,-2-2-2 16,-2 0 28-16,-2 2 0 0,-3-1 18 0,-1 0-6 15,-11 2 2-15,16-6 9 0,-16 6 15 0,0 0-12 16,7-7 18-16,-7 7-16 0,0 0 8 0,-11-7 10 16,11 7-6-16,-14-4 15 0,14 4-11 0,-13-2 14 15,13 2-14-15,-11-3 2 0,11 3 13 0,0 0-18 16,-16 1 12-16,16-1-6 0,0 0 6 0,-9 9 13 15,9-9 1-15,-4 14 5 0,4-14 4 0,0 23 17 16,2-11 2-16,0 5 3 0,1-1 17 0,0 3-25 16,0 1 1-16,1 2-15 0,2 0 5 0,0 1-1 15,-1 0 8-15,1 0-9 0,0 0-4 0,0 2 1 16,0-2-6-16,1 0-1 0,-1-1-12 0,-1 1 5 16,-1-3-2-16,1-1-6 0,-1-3 8 0,-1 0-1 15,-1 0 10-15,-2-2 27 0,0-2 25 0,-2 0 40 16,-1-1-35-16,-2-1 4 0,-3 2 4 0,-2-3-10 0,-3 0-5 15,-2-2 21-15,-4 1-53 0,-2-1-5 0,-2-3-6 16,-2 1-7-16,0-3-3 0,0 1-4 16,3-1-8-16,0-1 0 0,-1-1-2 0,5 0-2 15,-2 0 0-15,4-1-5 0,3 1-5 0,1-1-33 0,12 1-49 16,-24-2-76-16,24 2-63 0,-18-4-77 0,18 4-99 16,-11-8-69-16,11 8-60 0,-5-9-133 15,5 9-673-15,2-11-938 0</inkml:trace>
  <inkml:trace contextRef="#ctx0" brushRef="#br0" timeOffset="95502.0661">15386 9713 357 0,'-18'0'375'15,"18"0"-44"-15,-14-1-29 0,14 1-12 16,-15 0 0-16,15 0-8 0,-13-5-45 0,13 5 10 16,-13-3-14-16,13 3-7 0,-10-5-42 0,10 5 11 15,-7-6-45-15,7 6 0 0,-7-9-33 0,7 9 0 0,0 0-39 16,-3-12 18-16,3 12-31 0,0 0 15 15,3-14-26-15,-3 14 16 0,7-8-35 0,-7 8 9 16,7-7-24-16,-7 7 17 0,13-6-31 0,-13 6 19 16,15-2-21-16,-15 2 25 0,16 2-26 0,-6 3 23 0,-2 2-26 15,0 0 23-15,0 2-20 0,0 2 18 0,-2 1-28 16,-2 1 25-16,-2 1-25 0,-1-1 22 0,-2 2-2 16,-1-1 0-16,-2 3-3 0,-2-3-6 0,-4 4 6 15,2-2-12-15,-3-1 5 0,-3-1 39 0,1 0 8 16,-4-1-2-16,2-3 19 0,-1 1 12 0,1-3 1 15,-1-1 8-15,0-2 3 0,1-2-1 0,1-1-4 16,0-1-14-16,2-1-5 0,-1-1-3 0,1-2-7 16,0-2-11-16,4 0 24 0,-2-2-36 0,3 0-8 15,1-2-7-15,1 1-7 0,3-3-26 0,-1 1-50 0,3 10-8 16,0-22-37-16,3 10-61 0,2-1-30 16,1 1-76-16,1-1-49 0,3 1-62 0,2-1-135 15,5 0-64-15,1-1-454 0,6 0-654 0</inkml:trace>
  <inkml:trace contextRef="#ctx0" brushRef="#br0" timeOffset="95919.4062">15674 9703 789 0,'0'0'666'0,"1"13"-139"16,-1-13-57-16,0 0-78 0,0 0 3 15,2 12-44-15,-2-12-12 0,0 0-61 0,0 0-40 0,6 6-60 16,-6-6-24-16,0 0-45 0,0 0-13 0,19-2-28 15,-19 2-16-15,19-2-46 0,-7 0-20 0,1-1-48 16,3 0 1-16,0-1-32 0,1 0 11 0,-2 0-20 16,3-2 8-16,-3-1-31 0,0 1 13 15,-1-3 1-15,0 2-5 0,-2-3 14 0,1 0 19 0,-3-1 18 16,-1 1 20-16,-2-2 15 0,0 2 27 0,-2-1 21 16,-2 3 20-16,-3 8 4 0,2-17-7 0,-2 17 24 15,-3-14 9-15,3 14-2 0,-11-11 10 0,11 11 7 16,-19-5 12-16,19 5 0 0,-27 3 12 0,11-1 13 15,-5 6-23-15,0 1 10 0,-5 2-21 0,2 3 18 0,-2 0-4 16,0 4-10-16,-1 3-5 0,0 1-13 16,4-3 7-16,0 4-11 0,4-2 14 0,4-1-17 15,0 3 38-15,5-5-29 0,2 1 1 0,4-4 5 0,1 2-7 16,3-3 9-16,3 3 5 0,4-5-4 0,2 1-2 16,4-1-5-16,6-2-12 0,2-2-11 0,1 0-10 15,4-2-8-15,1-3-9 0,1 1-5 0,1-3-26 16,0 1-43-16,0-2-54 0,0 0-53 0,-1 0-6 15,-2-2-89-15,0 1-68 0,-4 0-77 0,-2-2-57 16,-3 0-77-16,1 1-105 0,-2-2-546 0,-1 1-791 16</inkml:trace>
  <inkml:trace contextRef="#ctx0" brushRef="#br0" timeOffset="96787.0864">16908 9601 453 0,'0'-16'627'0,"-1"2"-142"15,1 3-29-15,-1-2 1 0,0 1-51 0,-1 1-7 16,1-2-58-16,-2 2-3 0,1 0-53 16,-1 2-22-16,-3 0-54 0,6 9-25 0,-10-14-38 0,10 14-24 15,-18-6-12-15,18 6-28 0,-23-1 10 0,8 4-21 16,0 0 1-16,-2 3-23 0,1-2 10 0,0 2-25 16,1 3 11-16,0-2-27 0,2 1 13 0,0 2-21 15,4-2 12-15,-1 2-27 0,3-2 27 0,3 1-26 16,4-9 3-16,-3 16-34 0,3-16-29 0,9 17-13 15,-2-9 7-15,4-2-31 0,3 2 9 0,1-3-30 16,1 1 21-16,0-1-14 0,1-1 25 0,-3-2-8 0,0-1 41 16,-1 0-9-16,-1-2 32 0,0-1-18 15,-2-3 34-15,0 0-21 0,-1-2 29 0,-1 0-12 16,-1-4 24-16,-1-1-12 0,0-1 36 0,-2 0-10 16,-1-2 24-16,-1 0-12 0,-1 2 17 0,-1-1 6 0,0 1 20 15,-2-2-20-15,2 3 43 0,-2 0-9 0,0 1 8 16,2 11-13-16,-2-18-21 0,2 18-7 0,-2-14-16 15,2 14-4-15,-4-10-6 0,4 10-13 0,0 0 1 16,0 0 0-16,-14 5-3 0,14-5-6 0,-10 12 2 16,10-12-3-16,-9 14-3 0,9-14 3 0,-6 18 1 15,6-18-1-15,-4 18 2 0,4-18-6 0,0 14 0 16,0-14 0-16,2 16 5 0,-2-16-1 0,6 12-2 16,-6-12 2-16,13 10-4 0,-3-7-7 0,1-1-5 15,2-1-2-15,2-2 1 0,2-1-10 0,0-3 12 16,3-1-7-16,1-3 15 0,-4-1-10 0,3-1 6 15,1-5-5-15,-3-1 13 0,0-1-8 0,-3-4 10 16,-1 4-5-16,-4-3 14 0,-1 2 5 0,-1-1 9 16,-4-2 1-16,-4 2 4 0,0 1 1 0,-2 2 9 15,-3 1-3-15,-2-3 5 0,-3 2-4 0,-3 2-1 16,-4 1 1-16,-4 5 0 0,-4 2 5 0,-5 5-1 16,-10 2 7-16,-9 8 21 0,-13 6 10 0,-3 7-9 0,-3 5-1 15,-1 7 25-15,1 2-47 0,1 6 32 0,4 3-41 16,1 2 4-16,5 2-3 0,4 2-6 0,8-1-4 15,4 1-8-15,9 0 23 0,5-1-18 16,12-8-1-16,5 0 1 0,5-6 2 0,9-1 10 0,4-2 23 16,7 1-10-16,8-5-2 0,8-3-1 0,5-5-9 15,7-3-6-15,4-6-6 0,4-3-7 16,5-6-4-16,1-2-1 0,2-2-1 0,13-7-8 0,-2-1 12 16,-1-2-16-16,-1-5 3 0,2 1-44 0,-3-1-21 15,-3-2-54-15,-2-1-33 0,-2 1-43 0,-13 3-28 16,0 0-8-16,-6 1-29 0,-2 1-47 0,-9 2-40 15,-5 3-103-15,-3 0-69 0,-6 2-121 0,-4 2-605 16,-4-1-846-16</inkml:trace>
  <inkml:trace contextRef="#ctx0" brushRef="#br0" timeOffset="98087.5339">15020 10643 402 0,'0'0'695'0,"-9"-11"-134"0,9 11-45 16,-7-7-72-16,7 7-33 0,-6-7-58 0,6 7-24 15,0 0-63-15,-9-9-16 0,9 9-49 16,0 0-26-16,-5-6-40 0,5 6-6 0,0 0-20 16,0 0 1-16,0 0-14 0,0 0-4 0,0 0-2 0,13 0 0 15,-13 0-11-15,24 3-10 0,-7-2-16 0,3-1-20 16,3 0 0-16,4 0 31 0,4-1-46 15,5-1-4-15,2-1-8 0,2-1-11 0,6 0-7 0,-1-2-18 16,-1 0-1-16,-7 0 8 0,-1-1 3 0,-3 0 2 16,-4-1 9-16,-4 2 8 0,-4-2 5 0,-4 0 19 15,-3 1-1-15,-5-2 33 0,-2 1-5 0,-7 8 42 16,3-14-25-16,-3 14 37 0,-8-13-24 0,1 7 50 16,-4 0-33-16,0 2 42 0,-1 1-43 0,-2 0 26 15,2 2-52-15,12 1 27 0,-23 0-48 0,12 1-5 16,11-1 1-16,-21 8 2 0,14 0-1 0,-1 1-5 15,3 2-5-15,2 3 1 0,3 3 13 0,2 2-17 16,1 5-11-16,6 2 1 0,0 4-3 0,0-1-4 16,2 1-2-16,3 4-5 0,3-1 5 0,-3 0-10 0,2 0 0 15,-4-5 0-15,0 0-7 0,-1-1-8 16,-1-1-7-16,-3-5-10 0,0 1 1 0,-2-6 4 16,-2 1 11-16,-1 0-4 0,-2-4 4 0,-2 0 3 0,-1 0-1 15,-5-1 2-15,0 0 4 0,-3-3-2 0,-2 0 3 16,-3-2 2-16,-4-1 1 0,-3 0-1 0,4-3-1 15,-7-2 4-15,-2-1-1 0,-1-1 0 0,2-2 0 16,-1 0-3-16,0-3-1 0,4 0 29 0,-1-1-79 16,0 0-39-16,6-1-104 0,0-1-29 0,7 1-55 15,2-2-68-15,5 2-42 0,5 8-58 0,-1-16 2 16,7 8-25-16,4-2-95 0,5 3-629 0,3-3-806 16</inkml:trace>
  <inkml:trace contextRef="#ctx0" brushRef="#br0" timeOffset="98803.476">15888 10974 458 0,'0'0'751'15,"12"-8"-144"-15,-12 8-57 0,8-11-42 0,-8 11-20 16,6-16-43-16,-6 16-49 0,4-17-60 0,-2 7-51 16,-2 10-50-16,4-19-17 0,-4 19-30 0,4-19-44 15,-4 19-22-15,5-19-30 0,-5 19-19 0,10-16-21 0,-10 16-4 16,13-11-16-16,-5 7-1 0,-8 4-10 0,20-4-4 15,-20 4-9-15,21 1-2 0,-10 2-2 0,1 1-19 16,1 2-1-16,-2 0-8 0,1 1-2 0,-3 0-13 16,-1 1 13-16,-2-1 5 0,1 2 6 0,-3 0 1 15,-4-9 3-15,1 16 0 0,-1-16-9 0,-6 15 15 16,-1-7 2-16,-2 2 3 0,-2-3-3 0,-4 0 3 16,1-1 16-16,-3 0-20 0,-1-1 14 0,-2-1-44 15,1 0 46-15,3-1-18 0,1-2-7 0,2 0-34 16,13-1-54-16,-23-2-17 0,23 2-48 0,-13-9 3 15,13 9-30-15,-5-12 12 0,5 12-19 0,4-18-3 16,1 5-18-16,2-1 3 0,1-3 12 0,5-2 29 16,1-1 24-16,1-3 25 0,1 1 33 0,-1-2 21 15,0 1 30-15,0 1 50 0,0-2 21 0,-1 1 51 16,-2 0 43-16,-2 4 38 0,0-2 6 0,-2 1 43 16,0 1-12-16,-1 0 40 0,1 1-12 0,-3 2 5 15,0 2-7-15,-1 0 14 0,-1 3-1 0,0 2-27 16,0-1-42-16,-3 10-31 0,6-14-27 0,-6 14-20 0,0 0 3 15,5-9 6-15,-5 9 0 0,0 0-1 16,6 15-9-16,-6-15-1 0,4 19-4 0,-2-6 7 16,1 3-20-16,0 2 8 0,-1 4-20 0,3 1 2 0,-2 1-23 15,0 1 0-15,1 0-9 0,1 4 2 0,0 1-8 16,0-5-2-16,0 0-8 0,0-1 0 0,1-2 1 16,1-1-2-16,-4 1-4 0,2-3-2 0,1-2-5 15,-1-2-23-15,0-1-10 0,1-2-1 0,0-1-10 16,-1-3-3-16,3 1-6 0,-2-3-4 0,-6-6-1 15,14 7 5-15,-14-7 0 0,16 0-14 0,-16 0 0 16,15-6-7-16,-7 1 5 0,0-3 3 0,-1 1 16 16,-1-1 7-16,1-1 7 0,-1 1 9 0,0-2 5 15,-2 2 12-15,2 1 8 0,-6 7 20 0,8-14 10 16,-8 14 11-16,6-11-2 0,-6 11 2 0,5-9-7 16,-5 9 1-16,5-8-14 0,-5 8 0 0,0 0-7 15,7-7-5-15,-7 7 2 0,0 0-4 0,0 0 1 16,14 3-2-16,-14-3 0 0,12 6-12 0,-4-1-38 0,1-1-60 15,1 2-62-15,0-2-45 0,3 2-89 0,-1 1-56 16,2-1-86-16,-2 0-32 0,0 1-58 16,2-1-104-16,-2 0-420 0,-1-2-676 0</inkml:trace>
  <inkml:trace contextRef="#ctx0" brushRef="#br0" timeOffset="99186.8989">16635 10908 394 0,'-3'-13'626'0,"3"13"-76"0,-3-13-11 16,3 13 2-16,-4-11-60 0,4 11-20 0,-4-14-42 15,4 14-31-15,-3-12-32 0,3 12-24 0,-4-11-50 16,4 11-44-16,0 0-51 0,-3-12-40 0,3 12-28 16,0 0-22-16,0 0-10 0,0 0-20 0,0 0-7 15,0 0-5-15,10 6-5 0,-10-6-4 0,8 12 2 16,-8-12-9-16,9 15-5 0,-4-8-5 0,1 2-2 16,-2-2-8-16,1 2-2 0,-1-2 0 0,-4-7-12 15,8 16 1-15,-8-16-8 0,9 14-10 0,-9-14-16 16,6 11-17-16,-6-11-18 0,5 10-16 0,-5-10 2 15,4 8 9-15,-4-8 12 0,0 0 1 0,8 9 7 0,-8-9 1 16,0 0 2-16,0 0 5 0,13-6-2 16,-13 6 9-16,6-10 7 0,-6 10 4 0,6-15 4 15,-6 15 2-15,6-17 6 0,-6 17 3 0,7-15 3 0,-7 15 19 16,4-12 13-16,-4 12 0 0,3-11 4 0,-3 11 1 16,0 0-8-16,4-12-10 0,-4 12 3 0,0 0-8 15,0 0 1-15,0 0 2 0,7-5 2 0,-7 5-10 16,0 0 12-16,7 9 3 0,-7-9-11 0,8 8 2 15,-8-8 0-15,8 11 0 0,-1-5-7 0,-1 0-1 16,4 0-48-16,-1-1-73 0,4 1-73 0,0 0-111 16,2-2-94-16,1 2-86 0,0-3-199 0,1 1-596 15,-1-1-884-15</inkml:trace>
  <inkml:trace contextRef="#ctx0" brushRef="#br0" timeOffset="99887.225">17367 10707 769 0,'3'-8'733'0,"-3"8"-151"0,6-15-32 0,-6 15-59 15,2-12-27-15,-2 12-66 0,2-11-41 0,-2 11-61 16,-2-12-41-16,2 12-48 0,-5-11-32 0,5 11-45 0,-8-9-14 16,8 9-23-16,-12-7-17 0,12 7-15 15,-16-6-14-15,16 6-15 0,-18-3-2 0,18 3-1 16,-20 2-10-16,9 1 30 0,0 1-42 0,0 0 32 0,1 2-47 15,-1 0 36-15,0 2-37 0,1-1 25 0,2 2-25 16,1-2 2-16,2 2-1 0,-1 0-3 0,2-1-14 16,4-8-16-16,-4 16-12 0,4-16-13 0,-1 14-25 15,1-14-16-15,3 13-9 0,-3-13-35 0,7 11 1 16,-7-11-12-16,11 9 22 0,-11-9-18 0,12 7 10 16,-12-7-1-16,13 3 23 0,-13-3 3 0,13 1 30 15,-13-1 10-15,12-1 25 0,-12 1-1 0,12-6 37 16,-12 6 13-16,10-11 23 0,-10 11 0 0,9-14 17 15,-9 14 3-15,8-15 43 0,-8 15-2 0,6-14 24 16,-6 14-6-16,5-12-3 0,-5 12-7 0,3-11-3 16,-3 11-5-16,3-10-9 0,-3 10-20 0,0 0-2 15,3-10-7-15,-3 10-10 0,0 0-6 0,0 0-3 16,0 0-2-16,7-6-10 0,-7 6 10 0,0 0-3 16,0 0-5-16,8 4 0 0,-8-4 0 0,0 0 4 0,13 6-5 15,-13-6 4-15,14 5 7 0,-14-5-4 0,20 2 1 16,-7-2-2-16,0 2-5 0,2-4-21 15,-1 2 22-15,3-2-9 0,0 2-17 0,2-5-4 0,-2 0 6 16,2-2 1-16,0-1 5 0,-2-2-4 0,-2 3 8 16,0-7-14-16,0 1 33 0,-3-4-5 0,-2 1 18 15,0-3-6-15,-2-1 26 0,-2-1-14 0,-2-1 12 16,-2 0 7-16,0-2 1 0,-2 4 5 0,-1-4 3 16,-1 0 3-16,-1 3-5 0,-2 0 4 0,0 2-10 15,-2 1 3-15,-3 2-30 0,0 4 10 0,-1 0-16 16,-3 5 12-16,-3 1-25 0,-3 5 37 0,-7 1-26 15,-6 6 19-15,-7 6-22 0,-4 3 31 0,-7 10-16 16,-1 6-2-16,1 2 20 0,2 6-6 0,1 2 4 16,5 5 28-16,4 1-40 0,4 2-7 0,8 1 0 15,8-6-8-15,8 0 0 0,5 0-3 0,7-6-3 16,9 4-2-16,6-2 2 0,8-4 0 0,13 3 2 16,9-4-5-16,5-3-6 0,6-5-26 0,4-3-49 0,3-3-62 15,-1-3-65-15,-1-3-74 0,-10-4-106 16,-1-1-115-16,-4-2-175 0,-1-3-663 0,-9-3-934 15</inkml:trace>
  <inkml:trace contextRef="#ctx0" brushRef="#br0" timeOffset="100571.8154">15309 11600 326 0,'-8'-11'732'15,"3"0"-111"-15,-2 1-37 0,2 2-18 0,1-2-30 16,4 10-35-16,-9-14-38 0,9 14-37 0,-6-11-16 16,6 11-41-16,-6-10-37 0,6 10-45 0,-4-8-40 15,4 8-62-15,0 0-36 0,-4-11-16 0,4 11-42 16,0 0 1-16,14-7-35 0,-1 3 2 0,5 1-28 16,2-1-17-16,5 2-57 0,4-2-60 0,4 1-44 15,2 0-42-15,0-1-37 0,1 0-5 0,-1-1-21 16,0 1-10-16,-7 1-10 0,-1-2 2 0,-4 3 58 15,-4-3 22-15,-3 2 49 0,-6 0-1 0,-10 3 56 16,8-6 7-16,-8 6 46 0,0 0 10 0,-14-7 55 16,14 7 6-16,-27-1 63 0,12-1 20 0,-2 2 16 15,-2 2 4-15,1-1 8 0,1 2 25 0,-1 0-38 0,3 2-3 16,-1 2-4-16,3 2 36 0,-1 2 24 16,1 5-9-16,2 1-10 0,-1 2-17 0,6 2 6 15,-1 2-20-15,3 2-18 0,1 1-18 0,1 0-18 0,1 2-16 16,2 1-10-16,0-1-11 0,2 3-11 0,-1-5-5 15,1 0-8-15,1 1-20 0,-1-2-53 0,1-2-83 16,0-1-80-16,2-1-57 0,0-2-95 0,0-4-126 16,1 3-69-16,3-6-110 0,0 1-789 0,1-4-1077 15</inkml:trace>
  <inkml:trace contextRef="#ctx0" brushRef="#br0" timeOffset="100789.4964">15827 12012 1223 0,'6'-9'917'0,"-6"9"-181"16,9-13-69-16,-9 13-42 0,7-11-57 0,-7 11-57 15,5-8-65-15,-5 8-70 0,5-7-69 0,-5 7-66 16,0 0-21-16,0 0-28 0,11-4-33 0,-11 4-30 16,8 5-26-16,-8-5-18 0,9 11-18 0,-3-4-10 15,1 1-16-15,-2-1-14 0,3 2-26 0,0 0-61 16,-1 1-33-16,1 0-82 0,0 0-100 0,-1-3-19 15,0 1-89-15,-2 0-84 0,2-1-89 0,-7-7-91 0,9 11-101 16,-9-11-516-16,5 9-871 0</inkml:trace>
  <inkml:trace contextRef="#ctx0" brushRef="#br0" timeOffset="100988.672">16003 11819 1168 0,'1'-22'820'15,"-1"3"-153"-15,0 0-71 0,-1 0 13 0,0 1-67 16,1 2-110-16,-2-1-54 0,-1 1-52 0,1 3-61 16,1 0-54-16,1 3-51 0,0 10-33 0,-2-19-71 15,2 19-93-15,0-13-70 0,0 13-21 0,0 0-31 16,0 0-43-16,0 0-111 0,18 5-30 0,-12 4-65 16,0 4-103-16,1 1-98 0,1 2-499 0,-2-2-723 15</inkml:trace>
  <inkml:trace contextRef="#ctx0" brushRef="#br0" timeOffset="101538.9929">16159 11862 961 0,'0'0'842'0,"0"0"-96"15,0 0-64-15,7-6-36 0,-7 6-31 0,0 0-89 0,0 0-49 16,0 0-75-16,0 0-65 0,0 0-75 0,7-6-51 16,-7 6-43-16,0 0-24 0,0 0-13 0,8 9-24 15,-8-9-7-15,12 12-27 0,-6-4-11 16,1 2-12-16,0 0-9 0,3 0-8 0,-2 2-7 0,-1-2 0 15,2 0-17-15,-1 2-9 0,-1-1-26 16,-1-3-36-16,0 1-21 0,1 0-13 0,-1-2-8 0,-6-7-14 16,9 15-15-16,-9-15-12 0,9 10 14 0,-9-10 4 15,7 8 6-15,-7-8 8 0,8 4 9 0,-8-4 6 16,0 0 8-16,15-1 16 0,-15 1 21 0,13-9 7 16,-13 9 10-16,14-10 12 0,-6 4 12 0,-8 6 22 15,13-11 35-15,-13 11 31 0,11-8 25 0,-11 8 12 16,10-7 4-16,-10 7 3 0,7-6-6 0,-7 6-10 15,0 0-11-15,9-8-8 0,-9 8-11 0,0 0-7 0,8-4 2 16,-8 4 3-16,0 0 3 0,15-2-7 0,-15 2-3 16,0 0-10-16,14 3-14 0,-14-3-8 15,13 3-4-15,-13-3-4 0,12 4-8 0,-12-4-6 16,12 6 1-16,-12-6 0 0,13 6-7 0,-13-6 2 0,12 7-3 16,-12-7-13-16,13 6-5 0,-13-6-8 0,12 7-1 15,-12-7-11-15,11 7-8 0,-11-7-5 0,9 4 1 16,-9-4 5-16,0 0 8 0,12 6 4 0,-12-6 4 15,0 0-5-15,14-1 1 0,-14 1-3 0,9-5 1 16,-9 5 1-16,11-10 6 0,-11 10 3 0,12-14 0 16,-12 14 7-16,9-13 2 0,-4 6 3 0,0-2 2 15,-5 9 4-15,9-15-2 0,-9 15 9 0,7-10 6 16,-7 10 9-16,7-11 2 0,-7 11-4 0,5-8-4 16,-5 8-7-16,0 0-1 0,6-9-3 0,-6 9 0 15,0 0 1-15,12-3-3 0,-12 3-7 0,0 0-35 16,16 2-52-16,-16-2-56 0,21 6-49 0,-10-4-31 15,5 3-53-15,0-2-98 0,3 1-61 0,1 1-66 16,2-1-166-16,2 0-610 0,-1 1-890 0</inkml:trace>
  <inkml:trace contextRef="#ctx0" brushRef="#br0" timeOffset="102222.2205">17342 11700 648 0,'6'-19'786'0,"-3"2"-111"0,-1 0-66 15,1 5-33-15,-3-1-49 0,-3 0-67 0,-1 2-61 0,0 2-54 16,-2 0-35-16,-2 1-34 0,-2 4-26 0,0 0-37 16,10 4-28-16,-23 0-33 0,11 4-34 0,0 1-17 15,-2 5-20-15,0 3-12 0,1 0-14 16,1 4-9-16,0 1-11 0,3 2-9 0,0-1-2 0,3-1-4 16,1 3-5-16,0-4-9 0,3 1-20 0,1-3-39 15,0 0-30-15,2-1-23 0,0-1-5 0,1-1-14 16,3-1-4-16,-1-1-14 0,1 0-6 0,2-3-4 15,2 0-17-15,1-2 19 0,0 0-22 0,1-3 42 16,1-1-23-16,-12-1 28 0,26-3-8 0,-12-2 40 16,0 0-2-16,1-2 38 0,2-6-7 0,-2 1 32 15,-1-3-11-15,1-1 43 0,-2 0 17 0,0-1 42 16,-1 0 17-16,-1-1 24 0,-1 1-20 0,-3 3 27 16,0 0-7-16,-2 0-15 0,1 1-1 0,-2 2 3 0,0 0-3 15,-1 2 2-15,0 0-15 0,-3 9-11 16,6-14-36-16,-6 14 14 0,6-13-7 0,-6 13-13 0,4-10 0 15,-4 10-3-15,5-7-1 0,-5 7-5 0,11-3-7 16,-11 3 10-16,15-2-4 0,-15 2-6 0,18-1-12 16,-18 1-11-16,25 0-7 0,-12 0 3 15,1-2-9-15,0 1 7 0,3-2 2 0,-1 2-2 16,0-2 6-16,-1-1 7 0,0-1 4 0,-2-1-4 0,1 0 1 16,-3-1 7-16,2-2 3 0,-3-1 29 0,-2-2-29 15,-1-1 34-15,0-1-31 0,-3 0-2 0,-1-4 15 16,-2 1 1-16,-1-2 3 0,-2 1 1 0,-3-2 7 15,-2 1 7-15,-2 1 0 0,0 0 1 0,-3 3 7 16,0 1 5-16,-2 4-13 0,-3 2 19 0,1 3 7 16,-5 5 17-16,-4 3 17 0,-5 6 25 0,-6 4 9 0,-1 8 11 15,-2 3 21-15,-7 9-23 0,-3 7-3 16,3 3 4-16,-1 3-15 0,1 4-9 0,2 0-12 16,3 2-1-16,4-2-4 0,4 0-8 0,5 0-8 15,9-9-16-15,4-1-1 0,6-2-20 0,4-4 8 0,7-6-3 16,6 2-2-16,8-1 2 0,9-1-17 15,7-6 19-15,8-3-35 0,7-3 31 0,15-3-44 16,5-1 0-16,3-3 0 0,3-3-18 0,0-3-40 0,-10-2-24 16,0-1-61-16,0-1-34 0,-3-2-64 0,-3-1-22 15,-2-1-93-15,-5-2-68 0,-3-1-113 0,-6-2-89 16,-8 1-200-16,-5-1-585 0,-2-2-1017 0</inkml:trace>
  <inkml:trace contextRef="#ctx0" brushRef="#br0" timeOffset="107906.9741">19828 8196 241 0,'-11'-18'562'15,"0"1"-143"-15,1 0-80 0,0 1-31 0,0 1-28 16,1 3-17-16,1-1-13 0,0 3-3 15,1 0-29-15,2 3-37 0,5 7-38 0,-9-11-30 0,9 11-11 16,0 0 27-16,0 0 29 0,-11 6 13 0,11-6 0 16,1 25 9-16,3-5 6 0,2 11-17 0,4 6 4 15,1 7-3-15,5 15 0 0,0 7 38 0,3 3-33 16,1 8 35-16,-2 5-50 0,5 20-16 0,-2 4 4 16,-1 5-13-16,-1 4-16 0,-3 1 23 0,-1 0-55 15,-3 2-12-15,1 1 10 0,-4 0-28 0,-1 1-7 16,0-2-7-16,-2-1 2 0,-1-21-5 0,0 1 7 15,1-1 21-15,-1 2-17 0,3-2 14 0,-1-2-15 16,1-1 1-16,-1-5-6 0,1-3 0 0,-2-4-5 0,0-5-6 16,-1-7-4-16,0-1-2 0,-2-14-8 15,1-3-2-15,-3-4-1 0,0-8-5 0,-1-4-8 0,0-7-15 16,0-3-1-16,0-4-14 0,-2-2-16 0,2-3-3 16,0-3-4-16,2-2-54 0,-2-11-4 0,0 18-56 15,0-18-31-15,0 0-52 0,3 9 22 16,-3-9-70-16,0 0-47 0,11-10-39 0,-6 2-39 0,0-1-46 15,2-2-95-15,-1-3-93 0,-1-1-460 0,1-2-730 16</inkml:trace>
  <inkml:trace contextRef="#ctx0" brushRef="#br0" timeOffset="111633.3875">20180 7976 227 0,'0'0'308'0,"0"0"-85"15,-13 0-23-15,13 0-32 0,0 0-7 0,0 0-33 16,-12-2 10-16,12 2-28 0,0 0 27 15,0 0-3-15,0 0 1 0,0 0-18 0,0 0 3 16,-14 0-13-16,14 0 3 0,0 0-8 0,0 0-2 0,0 0-8 16,0 0 8-16,0 0-3 0,0 0-3 15,0 0-15-15,-9-3-13 0,9 3-18 0,0 0-6 16,0 0-8-16,0 0-6 0,-10-6-6 0,10 6-4 16,0 0-4-16,-8-5-3 0,8 5-15 0,0 0 10 0,-13-4 0 15,13 4 0-15,-12-3-1 0,12 3-2 0,-12-2 0 16,12 2 2-16,-12-2-5 0,12 2 1 0,-15 0 2 15,15 0-3-15,-14-2 4 0,14 2 6 0,-17 2 2 16,17-2 8-16,-19 1 7 0,19-1 1 0,-20 3-2 16,8-1 7-16,12-2 2 0,-21 3 6 0,21-3-5 15,-22 5-6-15,10-5-7 0,-1 3 5 0,0-1-3 16,0-1-9-16,1 1-4 0,0-1 8 0,-2 1-7 16,2-1-3-16,0 0 3 0,0 1 10 0,1 0 6 15,11-2 3-15,-21 3-2 0,21-3 0 0,-17 2-15 16,17-2 7-16,-14 3-2 0,14-3 1 0,-14 5-4 15,14-5-1-15,-10 2-7 0,10-2-4 0,0 0 3 16,-12 5 1-16,12-5-1 0,0 0 0 0,-11 3 7 16,11-3 16-16,0 0 21 0,0 0 27 0,0 0 17 15,0 0-8-15,21-4-7 0,-2-2-3 0,5-1-4 16,12 0-5-16,12-4-6 0,16-6 3 0,8 2-14 16,6-3 11-16,11 0 1 0,26-3-5 0,8-1-9 15,8 1-5-15,4 3-5 0,9-3-2 0,6 2-8 0,5 0 0 16,3 3-10-16,4-2-2 0,2 3 1 0,3-1-1 15,2 4-1-15,-1-1-3 0,0 1-6 16,2 2 5-16,-1 1-12 0,2 0 10 0,-3 2-7 0,-1-2 3 16,-2 2 27-16,-1 1-41 0,-3-1 1 0,-3 0 2 15,-6 3-6-15,-5-2 3 0,-5 2 0 0,-3 1-2 16,-29 0 5-16,0 0-5 0,-7 0-21 0,-6 0 28 16,-6 2-3-16,-5-2 6 0,-9 0-2 0,-16 2 2 15,-6-1 0-15,-3 0-6 0,-14 1 5 0,-1-2-8 16,-9 3 12-16,-1-3 8 0,-7 3 6 0,-1 0-3 15,-2 0-8-15,-2 0 13 0,-3 0-8 0,-12 0-2 16,25 0-4-16,-25 0 0 0,18 0-1 0,-18 0-3 16,16 0 0-16,-16 0 3 0,15 1 6 0,-15-1 9 15,14 5 4-15,-14-5 9 0,11 8 13 0,-11-8 7 16,10 9 9-16,-10-9 0 0,9 14 5 0,-9-14 8 16,8 16 22-16,-8-16-18 0,6 15-1 0,-6-15-1 15,8 16 6-15,-8-16 32 0,7 16 17 0,-1-5 9 16,-2-3-6-16,3 2-20 0,-2-2-17 0,2 3-11 0,0-1-3 15,1 0-18-15,-1 0-7 0,2 0 6 0,-2 0-24 16,-1-1-10-16,-1 0-3 0,2 0-2 16,0 0-10-16,-3-2 5 0,1 0-3 0,-1 1-1 15,-4-8 4-15,10 13-2 0,-10-13 4 0,8 11 6 0,-8-11 8 16,4 8 7-16,-4-8 4 0,5 7 11 0,-5-7-38 16,0 0-21-16,7 10 0 0,-7-10 0 0,0 0 0 15,0 0 0-15,7 10 0 0,-7-10 0 0,0 0 0 16,0 0 0-16,0 0 0 0,6 7 0 0,-6-7 0 15,0 0 0-15,0 0 0 0,0 0 0 0,0 0 0 16,0 0 0-16,7 6 0 0,-7-6 0 0,0 0 0 16,0 0 0-16,0 0 0 0,0 0 0 0,0 0 0 15,0 0 0-15,0 0 0 0,0 0 0 0,0 0 0 16,4 8 0-16,-4-8 0 0,0 0 0 0,0 0 0 16,0 0 0-16,0 0 0 0,0 0 0 0,0 0 0 15,0 0 0-15,0 0 0 0,0 0 0 0,0 0 0 16,0 0 0-16,0 0 0 0,0 0 0 0,0 0 0 0,0 0 0 15,0 0 0-15,0 0 0 0,4-11 0 16,-4 11 0-16,0 0 0 0,0 0 0 0,1-10 0 16,-1 10 0-16,0 0 0 0,0 0 0 0,2-15 0 15,-2 15 0-15,0 0 0 0,0 0-4 0,0-13-58 0,0 13-3 16,0 0 3-16,0 0 6 0,0-15 46 0,0 15-69 16,0 0 34-16,0 0-50 0,-2-14 37 15,2 14-43-15,0 0 36 0,-2-11-31 0,2 11 38 0,0 0-41 16,-1-13 30-16,1 13-37 0,0 0 45 0,-4-14-13 15,4 14 38-15,-2-9-33 0,2 9 6 0,-5-11 0 16,5 11-9-16,-8-10 1 0,8 10 12 0,-12-12 3 16,4 7 14-16,1-2 9 0,-3 2 6 0,-1-1 6 15,2 1 1-15,-2-1 7 0,2 2 1 0,0 0 4 16,-3-1 1-16,4 0 3 0,-1 0 1 0,9 5 1 16,-16-7 0-16,16 7-1 0,-11-5 5 0,11 5-3 15,-11-7 2-15,11 7 0 0,0 0 0 0,-14-5-6 16,14 5 6-16,0 0-5 0,-9-5-3 0,9 5 5 15,0 0-3-15,0 0 1 0,-9-4-5 0,9 4 7 16,0 0-4-16,0 0 4 0,0 0 2 0,0 0-2 16,0 0 4-16,0 0 3 0,0 0 9 0,0 0 11 15,0 0 13-15,11-4 4 0,2 4-4 0,8 0-2 16,6-2 1-16,11 0-3 0,12 0-16 0,6-1 7 16,7 3-1-16,15-2 1 0,4 2 2 0,7-3 1 0,2 6-10 15,7-1 1-15,3 0-6 0,5 1-4 0,1 1 0 16,2 2 0-16,21 0 1 0,0 0 29 15,2 1-41-15,-1 1 32 0,1 0-41 0,-2 0 43 0,-2-1-44 16,0 1 34-16,-2 0-43 0,2 1 44 0,-22-5-42 16,22 2 41-16,-21-1-41 0,-1-1 42 0,3 0-40 15,-3-1 52-15,2 0-24 0,-3 1-2 0,-1 0-3 16,-1 0-1-16,-5-1 0 0,-3 0 0 0,-6-1-4 16,-3 0-35-16,-6 0 41 0,-3-1 1 0,-14 0-4 15,-2 0-2-15,-1-1 2 0,-3 1-2 0,-1-1-3 16,-1 0 3-16,-1 1-2 0,0-1 0 0,-2 0 2 15,1 2-1-15,-2-2-4 0,0 0 3 0,0 2-2 16,-1-1 2-16,-8 0-2 0,0 0-1 0,2-1 3 16,-2 1-3-16,0 0 1 0,-1-1-3 0,0 2-2 15,0-2 3-15,-2 2 0 0,0-2 0 0,-3 0-2 16,-4 1 30-16,0 1-36 0,-2-1 31 0,1 0-32 16,-2 1 31-16,-1-1-31 0,0-1 28 0,-1 2-34 15,-2-1 37-15,-3 0-38 0,-2 1 35 0,1-1-33 16,-2 1 33-16,0 0-32 0,0-1 34 0,-3 1-32 15,0-1 32-15,-2 1-34 0,1-2 33 0,-2 0-28 16,1 1 30-16,-2-1-31 0,0 3 34 0,-12-3-26 16,24 0 34-16,-24 0-22 0,26 0 30 0,-26 0-30 15,23 0 35-15,-23 0-30 0,22 0 38 0,-22 0-40 16,20 0 25-16,-20 0-32 0,17-1 32 0,-17 1-32 16,13-3 24-16,-13 3-26 0,12 0 26 0,-12 0-30 15,0 0 28-15,15-2-36 0,-15 2 41 0,0 0-42 16,0 0 29-16,14-1-11 0,-14 1 10 0,0 0-33 15,0 0 39-15,0 0-37 0,13-1 37 0,-13 1-34 16,0 0 18-16,0 0-29 0,0 0 38 0,0 0-44 16,0 0 31-16,0 0-21 0,0 0 5 0,13 1-24 15,-13-1 45-15,0 0-41 0,0 0 35 0,2 11-6 16,-2-11 11-16,0 12-30 0,0-12 42 0,-1 17-36 16,0-6 25-16,1 3-21 0,0 2 21 0,0 2-24 15,0 1 43-15,0 5-34 0,2 1 42 0,1 7-6 0,-1 1-18 16,2 0 1-16,-1 3 9 0,2 8-20 15,0 1 42-15,1 2 7 0,-1 5 2 0,1 1 14 16,3 9-16-16,-1 3 0 0,1 1-4 0,2 0-3 0,-2 3-1 16,2 0-2-16,2 2-45 0,0 3 63 0,2 2-6 15,0 0-2-15,1 2-9 0,0 0-7 0,1 2-1 16,-2-2 4-16,1 1-8 0,0 0-63 0,-2 0 73 16,-2 0-5-16,0 2 5 0,-3-3 7 0,0 0-29 15,-3-1 11-15,0 1-2 0,-2-2-21 0,-2-2-4 16,-1 0-8-16,-1-1 16 0,0 0-8 0,0 0 0 15,-2-1 0-15,1-1 0 0,-2-1 0 0,-1-2 0 0,0-1 0 16,1-9 0-16,0-4 0 0,0 3 0 16,1-3 0-16,0-2 0 0,-1 0 0 0,2-2 0 0,-1 0 0 15,1-3 0-15,0-1 0 0,0-7 0 0,-1 0 0 16,0-3 0-16,1 0 0 0,0-3 0 16,0-3 0-16,-1-3 0 0,1-1 0 0,0 0 0 0,-1-3 0 15,0-3 0-15,1-1 0 0,0-1 0 0,0-2 0 16,-1 2 0-16,1-2 0 0,0-3 0 0,0 1 0 15,0-2 0-15,0 1 0 0,0-1 0 0,1 1 0 16,-1-1 0-16,1 1 0 0,-1 1 0 0,0-2 0 16,1 1 0-16,-1 0 0 0,1 0 0 0,-1-1 0 0,1 1 0 15,0-1 0-15,0 1 0 0,0 1 0 0,1-1 0 16,-1-1 0-16,1 3 0 0,0-2 0 0,0 2 0 16,-1-2 0-16,1 2 0 0,0-1 0 0,0 2 0 15,-1 0 0-15,1 1 0 0,1-1 0 0,-2 2 0 16,0-1 0-16,-1 1 0 0,0 0 0 0,0 1 0 15,-1-2 0-15,1 1 0 0,-1-1 0 0,0 0 0 16,-3-1 0-16,3-1 0 0,-1-1 0 0,-1 1 0 0,1-1 0 16,-1-3 0-16,0-1 0 0,0 1 0 15,-2-3 0-15,3 1 0 0,-3-1 0 0,6-8 0 0,-11 14 0 16,11-14 0-16,-15 10-35 0,15-10 34 0,-16 7-76 16,16-7 60-16,-22 2-75 0,22-2 59 15,-27-1-48-15,10-2 50 0,-3 0-4 0,-5-3-13 0,-7 0 5 16,-3-2 1-16,-8-3 0 0,-4 1 9 0,0 0 4 15,-3-1-32-15,-1 1 50 0,1 1-36 0,-3-1 49 16,1 2-40-16,0 1 45 0,-2-1-39 0,-1 2 43 16,0 0-38-16,-3 0 45 0,1 1-37 0,-3 1 37 15,-2 0-39-15,-12 0 40 0,2 1-33 0,-1-3 33 16,-1 3-37-16,-1 2 5 0,-2-1 5 0,-2-2 4 16,-2 3 0-16,-5-2 3 0,-1-1 0 0,-4-1-2 15,-1 2 1-15,-1-1 2 0,0-1 1 0,-2-2 1 16,0 4 3-16,0 0-2 0,-1 2-1 0,0-1 2 15,0 5-3-15,0-4 3 0,0-1-2 0,1 1 1 16,-1-1 8-16,-1 2-9 0,-2-1-4 0,-1-1 3 16,1 1 0-16,-2-1 3 0,-1 0 0 0,4-3 0 15,-6 4 13-15,-3-1-15 0,1 0 13 0,-1 0-16 16,-2-1-3-16,0 0 4 0,-2 0 12 0,2 0-18 16,0 0 19-16,-2-1-17 0,2 1 16 0,4 0-21 15,-3-1 14-15,5 2-12 0,1 0 16 0,4 1-15 16,5 1 14-16,1-4-14 0,2 5 10 0,4 0-8 15,2 1 12-15,1 1-15 0,2 0 14 0,4 1-12 16,2 1 13-16,2-1-17 0,9-1 1 0,-6 3 1 16,10-1 17-16,-1 0-15 0,2 0 14 0,-1 0-16 0,-1 0 4 15,2 1-2-15,-2-2 1 0,0 2 3 16,-9-2 0-16,10 1 0 0,0-1-1 0,-1 2 2 0,1-3-2 16,1 2 0-16,0-1 1 0,0 0 2 0,1 1 11 15,1-3-14-15,-1 2 2 0,0-1-2 0,0 0 1 16,0-1-2-16,0 1 10 0,-1-1-10 0,0-1-1 15,0 0-1-15,-2 1 2 0,2 0 1 0,-2-1 2 16,-3 0-2-16,1 0 16 0,-1 0-17 0,-12 1 1 16,-1-4 0-16,0 4 0 0,-2-2 1 0,0 1 1 15,-2 1-1-15,-1-1 0 0,1-1 0 0,-2 2-2 16,-2-2 3-16,0 1 2 0,-2 0-4 0,-1-1 3 16,0 2-3-16,1-1 2 0,0 0 0 0,3 1 1 15,0-2-2-15,1 2 2 0,2 1-2 0,-1-2 0 16,1 2 0-16,2 0 3 0,-1 0-1 0,2-1-1 15,-1 0 7-15,4 0-10 0,0 1 1 0,11-2 0 16,-9 4-1-16,10-4 2 0,0 0 0 0,2 1 1 16,-1-1-1-16,1 0 0 0,1 0 1 0,0-1 0 0,5-1-3 15,-2 1 2-15,3 0-2 0,2 0 1 16,1-1 1-16,10 0-1 0,0-1 1 0,4 0-4 16,2 0 4-16,5 1 0 0,3-1 1 0,1 0-1 0,5 0 1 15,0 0 0-15,2 0-1 0,2 0 0 0,2 1 4 16,2-1-4-16,-1 1 1 0,1 1 0 0,2-2-1 15,-1-1 0-15,12 3 3 0,-19-1-3 0,19 1 0 16,-16-2 0-16,16 2 1 0,-13-2-4 0,13 2 1 16,-15-1-1-16,15 1 0 0,-13-1 1 0,13 1 1 15,-12-2 2-15,12 2-4 0,0 0 2 0,-16-3 4 16,16 3-3-16,0 0 0 0,-16-2 2 0,16 2-4 16,0 0 2-16,-13-5 0 0,13 5 0 0,0 0 0 15,-12-6 1-15,12 6 3 0,0 0-3 0,-12-8-3 16,12 8 17-16,-6-8-17 0,6 8 18 0,-5-9-18 15,5 9 13-15,-5-10-16 0,5 10 10 0,-4-11-10 16,4 11 16-16,-3-16-17 0,3 16 16 0,-2-16-17 16,2 16 17-16,0-22-13 0,0 22 15 0,0-23-21 0,0 11 19 15,1-3-17-15,0 1 12 0,1-3-12 0,-1-2 0 16,2 1 2-16,-1-1 0 0,2-3 5 16,0 0-2-16,-1 1-1 0,1-2 0 0,1 1 1 15,0 0-1-15,-1 0 0 0,1 1 6 0,-1 0-5 0,-1 0 1 16,1 3 0-16,-1-1 2 0,0 1-2 0,0 0 1 15,1 0 1-15,-1-1-2 0,-1 0 2 0,1 0-2 16,-2 3 2-16,0-1 1 0,1-2 2 0,-1 2-1 16,0 0-2-16,0-1 2 0,0 2-1 0,0-1-2 15,0 1 1-15,-1 2 1 0,1 1 8 0,-1 0-15 16,0 0 15-16,1 1-18 0,-1 12 8 0,0-21-46 16,0 21-33-16,0-18-59 0,0 18-23 0,1-14-82 15,-1 14-53-15,0-12-91 0,0 12-60 0,0 0-23 16,0 0-18-16,0 0-64 0,0 0-709 0,0 0-869 15</inkml:trace>
  <inkml:trace contextRef="#ctx0" brushRef="#br0" timeOffset="112341.9901">20204 11582 344 0,'0'0'379'0,"5"-13"-40"0,-5 13-49 0,4-13-31 16,-4 13-31-16,2-12-14 0,-2 12-12 0,0-11-40 16,0 11 16-16,-2-14-28 0,2 14-6 0,-3-11-33 15,3 11 2-15,-6-11-18 0,6 11-10 0,-6-10-4 16,6 10 10-16,-8-9-17 0,8 9-2 0,-10-9-20 16,10 9 16-16,-10-8-14 0,10 8 21 0,-8-8-21 15,8 8 20-15,-10-6-18 0,10 6 19 0,-8-5-13 16,8 5 25-16,-7-5-26 0,7 5 29 0,-7-5-10 0,7 5-8 15,-9-6 1-15,9 6 4 0,-10-5 3 16,10 5-5-16,-10-6-4 0,10 6-13 0,-11-6-6 16,11 6-2-16,-11-8-5 0,11 8 0 0,-9-5 10 15,9 5 3-15,0 0-7 0,-11-7-10 0,11 7 5 0,0 0-15 16,-9-7 2-16,9 7 8 0,0 0 3 0,0 0-3 16,-10-6-6-16,10 6 6 0,0 0-2 0,0 0-1 15,0 0-2-15,-9-4-3 0,9 4-5 0,0 0-12 16,0 0 4-16,0 0-13 0,0 0-14 0,-9 4 51 15,9-4 36-15,-3 19 33 0,1-2 9 0,-1 5 21 16,0 6 11-16,1 7 11 0,1 11 10 0,0 1 5 16,2 4-15-16,-1 3-19 0,2 1-10 0,1 1-17 15,-1 2 11-15,3 6-50 0,0-9 17 0,1 9-41 16,1-12 22-16,0 1-46 0,0-3 18 0,-1-3-48 16,2-2-2-16,-1-2 0 0,0-3 0 0,-1-8 0 15,0-2 0-15,0-5 0 0,-1-3 0 0,-2-5 0 16,1 0 0-16,-1-2 0 0,0-3 0 0,-1-1 0 15,-2-11 0-15,4 19-35 0,-4-19-13 0,5 13 1 0,-5-13-20 16,4 9-6-16,-4-9-26 0,0 0-26 0,0 0-21 16,0 0-47-16,3 9-43 0,-3-9-44 15,0 0-43-15,0 0-40 0,0 0-65 0,-4-9-85 0,4 9-55 16,-5-8-105-16,5 8-582 0,-6-10-863 0</inkml:trace>
  <inkml:trace contextRef="#ctx0" brushRef="#br0" timeOffset="114010.2934">20503 8197 532 0,'7'-7'465'0,"-3"-1"-80"0,-4 8-66 15,6-8-36-15,-6 8-43 0,3-11-28 16,-3 11-13-16,0 0-9 0,-2-14-23 0,2 14-9 16,-7-7-13-16,7 7-17 0,-12-6-20 0,12 6-9 15,-21-1-8-15,8 2 3 0,-4 2-5 0,-1 3 4 16,-2 3 16-16,-5 1-27 0,0 5 36 0,-1 2-26 15,-3 3 22-15,0 2-22 0,2 3 15 0,0-1-21 16,3 2-4-16,2 1-14 0,5-4 7 0,1 0-18 0,5 0 2 16,1-2-21-16,3-1 7 0,3 0-10 0,3-1-2 15,2-1-11-15,3-1 6 0,6 0-12 0,1-2 0 16,8 3-6-16,2-4-4 0,6-2-40 16,3-2-31-16,2-1-75 0,4-2-50 0,-1-1-48 0,1 0-61 15,-1-2-33-15,-2 0-67 0,-5-1-89 0,-1-3-512 16,-6 0-601-16</inkml:trace>
  <inkml:trace contextRef="#ctx0" brushRef="#br0" timeOffset="114193.2186">20424 8563 363 0,'-9'-7'610'16,"0"2"-61"-16,9 5-45 0,-17-8-11 0,9 3-89 15,8 5-16-15,-15-10-48 0,15 10-10 0,-11-9-56 16,11 9-47-16,-8-7-59 0,8 7-33 0,0 0-50 15,-4-11-17-15,4 11-59 0,8-4-21 0,-8 4-69 16,23-4-48-16,-9 3-84 0,7 1-46 0,0 0-53 16,7 0-43-16,0 1-68 0,1 1-26 0,0-1-406 15,-2 0-403-15</inkml:trace>
  <inkml:trace contextRef="#ctx0" brushRef="#br0" timeOffset="114743.6046">20770 8462 744 0,'6'-8'503'0,"-6"8"-25"15,4-14-10-15,-4 14 9 0,1-14-36 0,-1 14 2 16,-2-14-39-16,2 14-33 0,-1-13-22 0,1 13-29 15,-3-11-49-15,3 11-51 0,0 0-45 0,-4-14-38 16,4 14-28-16,0 0-22 0,0 0-14 0,0 0-8 16,0 0-8-16,0 0-11 0,0 0 0 0,4 10-8 15,-4-10-11-15,4 15-7 0,-4-15 31 0,5 19-43 16,-2-7 32-16,0-1-40 0,2 3 29 0,-1-1-41 16,0 1 27-16,1-1-56 0,0 0-14 0,0 0-59 15,-1-2-4-15,0 0-23 0,-1-3 34 0,1 1 18 16,-4-9 18-16,7 14 14 0,-7-14 13 0,3 9 14 15,-3-9-1-15,0 0 13 0,0 0-8 0,0 0 12 16,4-9-9-16,-4 9 16 0,-1-19-10 0,0 7 3 16,-1-5 0-16,1 0 11 0,0 0 6 0,0 0 2 15,1 0 6-15,0 3 8 0,0 1 9 0,0 0 18 16,0 1 2-16,0 12-7 0,0-20-6 0,0 20-13 16,0-16-6-16,0 16-8 0,1-12 0 0,-1 12 1 15,0 0 1-15,6-9 6 0,-6 9-3 0,0 0-1 16,12 4 0-16,-12-4-2 0,11 9-2 0,-4-4-1 15,-1 2 1-15,1 0-12 0,1 0 12 0,-1 4-2 0,2-3 12 16,-1 3-22-16,0-3 19 0,-1 1-51 16,0-1-17-16,0-1-5 0,0 0-4 0,-1 0 2 15,0 1 1-15,-6-8-1 0,10 10-3 0,-10-10 26 0,7 9-2 16,-7-9 14-16,0 0-35 0,10 3 13 0,-10-3-13 16,0 0 16-16,8-12-21 0,-8 12 24 15,5-14-32-15,-3 3 33 0,2-3-5 0,0-1 28 16,0 0-15-16,0 1 28 0,0 0 8 0,0 0 32 0,-2 1-15 15,2 2 29-15,-1 1-1 0,-1-1 20 0,3 3-17 16,-5 8-5-16,4-14-22 0,-4 14 0 0,3-11-16 16,-3 11 11-16,0 0-16 0,6-11 8 0,-6 11-10 15,0 0 9-15,0 0-8 0,11 4 8 0,-11-4-13 16,8 7-22-16,-8-7-39 0,11 11-45 0,-4-4-53 16,0 0-47-16,3 1-74 0,0 1-64 0,2 0-94 15,1 0-106-15,1 0-421 0,2-2-555 0</inkml:trace>
  <inkml:trace contextRef="#ctx0" brushRef="#br0" timeOffset="115228.4235">21370 8291 734 0,'-5'-13'724'0,"1"2"-125"0,-1 0-45 15,1 2-32-15,1 0-67 0,-1 0-49 16,4 9-61-16,-6-14-78 0,6 14-37 0,-5-11-55 15,5 11-24-15,-4-7-38 0,4 7-9 0,0 0-24 0,0 0 21 16,0 0-29-16,-11 10-18 0,11-10-8 0,-1 18-5 16,1-18-3-16,0 24-6 0,0-9-22 0,4 2 14 15,-2-1-4-15,2 2-6 0,1 4-2 16,1-3-5-16,-1 0 28 0,1 2-43 0,-2-4 17 0,2-2-48 16,-1 1 1-16,0-3-20 0,0 2-13 0,-1-5 10 15,-1 0 2-15,-3-10 20 0,5 17 14 0,-5-17 10 16,6 10-4-16,-6-10 10 0,0 0-1 0,0 0 6 15,0 0-7-15,0 0 5 0,1-18 13 0,-3 9-3 16,-3-7 1-16,1 1 2 0,-1-5-5 0,-1-3 1 16,-2-3-7-16,-1-2 1 0,1-1-6 0,0 1 3 15,-1-3 3-15,0 4 4 0,1-3-6 0,1 4 8 16,2 2-5-16,-1 4 1 0,2 3-3 0,2 1 1 16,1 3-16-16,0 0 6 0,1 13-8 0,4-18 6 15,3 10 0-15,-7 8 4 0,15-8 2 0,-3 5-1 16,-12 3 0-16,28 3-2 0,-9 1-12 0,1 2 2 15,0 3-5-15,1-1-10 0,-1 2-3 0,-2 0-13 16,0 0 2-16,-3 1 10 0,-1-1 23 0,-3 0-19 16,-2 0 29-16,-1 2-18 0,-3-3 25 0,-5-9-27 0,2 18 27 15,-2-18-24-15,-7 17-2 0,-3-8-63 16,-1 1-41-16,-3-1-72 0,0-1-50 0,-5 0-54 16,1 1-132-16,2-4-90 0,0 1-394 0,1-2-494 15</inkml:trace>
  <inkml:trace contextRef="#ctx0" brushRef="#br0" timeOffset="115461.5266">21901 8144 1120 0,'8'-8'788'0,"2"3"-135"16,-10 5-119-16,9-9-70 0,-9 9-73 0,9-9-53 15,-9 9-62-15,7-6-58 0,-7 6-8 0,0 0-51 16,0 0 9-16,0 0-38 0,12 4 9 0,-12-4-52 15,4 13 10-15,-4-13-40 0,5 20 11 0,-2-8-38 16,0 1-4-16,2 1-17 0,-1 3-42 0,0-2-48 16,1 2-53-16,-1 0-61 0,1-3-94 0,0 4-85 15,0-2-68-15,1 0-190 0,1-3-558 0,-1 2-801 16</inkml:trace>
  <inkml:trace contextRef="#ctx0" brushRef="#br0" timeOffset="115643.2429">21907 8207 287 0,'-14'-13'701'0,"-1"0"-117"0,2-1-22 0,1 1-41 0,-1-2-49 15,4 4-35-15,0-1-62 0,1 0-27 0,2-1-66 16,3 3-34-16,1-2-71 0,2 12-24 0,2-19-41 16,5 12-19-16,5-4-45 0,2 4-51 0,7 1-59 15,4 2-64-15,0 2-83 0,4 2-81 0,1 2-48 16,3 5-46-16,-1 0-88 0,-1 3-136 0,-3 2-305 15,-3 3-481-15</inkml:trace>
  <inkml:trace contextRef="#ctx0" brushRef="#br0" timeOffset="115809.9743">22064 8397 80 0,'-11'10'779'0,"1"1"-170"0,0-1-104 16,1-2-34-16,2-1-59 0,0 0 0 0,7-7-47 15,-12 10-34-15,12-10-65 0,-9 8-43 0,9-8-63 16,0 0-19-16,0 0-62 0,3 10-50 0,-3-10-81 15,18 2-62-15,-6-1-89 0,2-1-64 0,2 0-51 16,4-1-60-16,0-1-78 0,3-2-97 0,2-1-245 16,-1-1-324-16</inkml:trace>
  <inkml:trace contextRef="#ctx0" brushRef="#br0" timeOffset="116261.098">22392 8301 613 0,'8'-15'668'0,"-2"0"-70"0,-2 1-18 0,0 1-47 15,-1 1-48-15,-1 0-34 0,-2 12-17 0,2-19-95 0,-2 19 2 16,2-15-93-16,-2 15-15 0,1-10-79 15,-1 10 9-15,0 0-37 0,0 0 47 0,0 0-44 16,0 0 25-16,0 12-54 0,0-12-15 0,3 22-14 16,0-8-9-16,0 0-11 0,4 2-9 0,-1 2-8 0,1 3-5 15,1-3-6-15,1 2 25 0,-2 0-41 16,2-1 19-16,-2-1-55 0,2 1 23 0,-2-4-37 16,-1 0 17-16,-1-2-45 0,0-1 43 0,1-2-31 0,-2-2 52 15,-4-8-30-15,6 14 46 0,-6-14-34 0,4 9 39 16,-4-9-38-16,0 0 41 0,0 0-36 0,0 0 41 15,-4-9-39-15,-2 0 11 0,0-2-10 0,-3-4 6 16,0-4 5-16,-2-3 0 0,-3-5 32 0,2-1-36 16,-3-7 32-16,2 0-41 0,-1-2 39 0,3 0-41 15,1 0 40-15,1 6-7 0,2 2-35 0,2 0 36 16,1 4-38-16,1 3 40 0,1 2-39 0,1 1 35 16,1 4-41-16,1 1 35 0,3 2-37 0,0 2 33 15,3 3-32-15,3 1 37 0,1 3-4 0,-11 3-2 16,28 3 2-16,-11 3-4 0,3 2-2 0,0 4-10 15,1 3-40-15,0 1 47 0,-1 0-41 0,-4 0 40 16,-2 1-35-16,-1-2 43 0,-3 1-37 0,0 1 35 16,-4-3-31-16,-2-1 33 0,-3 1-27 0,-1-2-1 15,-3-1-7-15,-3 2-3 0,-1-1-34 0,-3-1-1 16,-1-2-16-16,-2 0-25 0,0 0-16 0,-1-2-41 16,-1 0-1-16,1-2-32 0,-2 1 3 0,4-4-31 15,0 1-6-15,2 0-58 0,10-3-79 0,-19 3-68 16,19-3-119-16,0 0-341 0,-18-1-466 0</inkml:trace>
  <inkml:trace contextRef="#ctx0" brushRef="#br0" timeOffset="116860.452">22354 8042 430 0,'2'-13'361'0,"-2"13"-76"0,0 0 4 15,1-10-70-15,-1 10 26 0,0 0-6 0,2-12-16 16,-2 12-25-16,0 0-8 0,2-10 1 0,-2 10 18 16,0 0 3-16,1-12 3 0,-1 12-2 0,0 0-8 15,0 0-6-15,2-11-5 0,-2 11-14 0,0 0-15 16,0 0-25-16,0 0-21 0,4-9-22 0,-4 9-21 15,0 0-10-15,0 0-13 0,18 0-3 0,-7 3 0 16,4 1-6-16,2-1-1 0,5 3 5 0,1 1 2 16,1 2-11-16,3 1 13 0,0 0-20 0,-1 2 11 0,0 0-17 15,-1 0 19-15,-2 3-20 0,-1 0 46 16,0 1-29-16,-4-2 29 0,-2-1-48 0,0 3 0 16,-3-1 10-16,-1 2-2 0,0-3 2 0,-3 2-2 15,-2-1 7-15,-2 1-5 0,1-1 3 0,-5 3 4 0,0-3 6 16,-2 1-4-16,-2 0 7 0,-2 0 4 0,-1 0 47 15,-2 0-23-15,-3-1 28 0,-3 0-45 0,0-1 20 16,-2-1-47-16,-2-1 31 0,-6 2-48 16,-1-3 29-16,-3 0-41 0,-2-1 30 0,-1-1-48 0,-1-3 24 15,-1 0-91-15,2-1-34 0,3-1-105 0,2-2-69 16,5-2-74-16,1 0-128 0,1-3-70 0,3 0-109 16,3 0-689-16,4-1-960 0</inkml:trace>
  <inkml:trace contextRef="#ctx0" brushRef="#br0" timeOffset="119666.1392">20396 9207 41 0,'-14'-1'253'0,"0"-2"-40"0,2 1-30 15,0 0-15-15,0-1 4 0,1 2 0 0,11 1-13 16,-22-3-6-16,22 3-5 0,-20-4-19 0,20 4-9 16,-16-3-27-16,16 3-8 0,-16-2-10 15,16 2-5-15,-14-1-2 0,14 1-9 0,-16-1-7 0,16 1-4 16,-16 1-8-16,16-1 13 0,-18 0-9 16,18 0 7-16,-21 4-9 0,9-2 4 0,0-2 2 15,-1 3 3-15,2-1 4 0,0-1 0 0,-1 1 8 0,1 1-7 16,11-3 3-16,-21 2-10 0,21-2 7 0,-17 3 7 15,17-3 11-15,-15 3 6 0,15-3-2 0,-12 2 8 16,12-2-27-16,0 0 25 0,-14 3-14 0,14-3 23 16,0 0 0-16,0 0 33 0,0 0-34 0,0 0 1 15,0 0-3-15,23-5-22 0,-4 4 4 0,6-4-18 16,8 0 9-16,11-2-26 0,9 0 26 0,17-1-24 16,11-2 14-16,10 1-14 0,8 0 18 0,28-2-17 15,10 2 11-15,10 0-15 0,7 0-14 0,5 2-4 16,3 0 12-16,2 1-6 0,-1 0-15 0,2 2 11 15,-3-2-23-15,-3 2 13 0,-1-2 8 0,-4 1-19 0,-3 1 12 16,-5 0-6-16,-9-1 14 0,-3 3-11 0,-28-2 7 16,-4 3 9-16,-3-4-8 0,-7 3 9 15,-6-2-4-15,-5 0 11 0,-6 0 4 0,-13 1 2 16,-5-1 30-16,-3-1-5 0,-4 0 24 0,-5 1-30 0,-8 0 34 16,-1 0-26-16,-9 1 37 0,0-1-30 0,-4 1 40 15,-3 0-38-15,-3 2 32 0,-2-2-48 16,-2 2 23-16,0-1-49 0,-13 2 29 0,21-2-44 0,-21 2 27 15,17-3-38-15,-17 3 27 0,13-1-45 0,-13 1 41 16,13-3-44-16,-13 3 35 0,0 0-42 0,15-3 40 16,-15 3-38-16,0 0 37 0,12 0-38 15,-12 0 38-15,0 0-37 0,0 0 31 0,0 0-44 0,14-2 23 16,-14 2-43-16,0 0 26 0,0 0-42 0,0 0 34 16,0 0-33-16,0 0 33 0,12-2-37 0,-12 2 16 15,0 0-25-15,0 0-8 0,0 0-22 0,0 0-24 16,0 0-8-16,0 0-24 0,0 0 28 0,0 0-18 15,0 0 9-15,0 0 11 0,0 0 15 0,0 0 16 16,0 0 18-16,0 0 20 0,0 0 15 0,0 0 10 16,0 0 7-16,0 0 9 0,0 0 7 0,-8 5 0 15,8-5 13-15,0 0 6 0,0 0 18 0,0 0 15 16,0 0 14-16,0 0 14 0,0 0 25 0,0 0-4 16,0 0 18-16,0 0-11 0,0 0 8 0,0 0-16 15,0 0 3-15,0 0-13 0,0 0 3 0,0 0-7 0,0 0-6 16,16 4-1-16,-16-4-18 0,26 0 18 15,-6 0-21-15,3 0 9 0,5 0-13 0,4 1 8 0,7-1-15 16,3 2 15-16,10 0-24 0,4-1 10 0,3 1-20 16,2 0 20-16,11 2-32 0,2-1 24 0,-1 0-16 15,-10 1-2-15,-1-2 0 0,12 3-2 0,-11-4 17 16,2 1-27-16,-1-1 35 0,12 1-29 0,-11-2 17 16,10 1-22-16,-1 0 21 0,-9-1-22 0,12 2 20 15,-2 0-22-15,0 0 6 0,1 1 21 0,-2 0-24 16,1 1 21-16,0-1-33 0,0 1 32 0,-1 0-19 15,-12 0 19-15,11 0-20 0,-13-1 2 0,0 1 0 16,-1 0-2-16,-1-1 3 0,-1 1 9 0,1-1-10 16,1 0 7-16,-3-1 3 0,2 0-4 0,-2 2 2 15,2-3-1-15,-1 0 2 0,1 0 3 0,-2 2-7 16,1-3 1-16,-4 1-6 0,1 0 9 0,1-1 9 16,-3 3 0-16,-2-3-3 0,0 2 1 0,2-1-4 15,-3 0 2-15,1 1-2 0,-1 0 24 0,0-1-28 16,-7 1 21-16,0 0-28 0,0-1 30 0,6 1-33 15,-6-1 30-15,-1 2-25 0,1-3 25 0,-1 2-35 16,-1 0 13-16,1 1 27 0,-1-1-31 0,0 0 0 16,-2 1 0-16,3 0 4 0,-3-1 2 0,-1 1 1 0,0 1 29 15,1-1-43-15,-2 0 36 0,0 0-36 0,0 0 33 16,-1 1-32-16,0-1 34 0,2 0-37 16,-2 0 31-16,-1 0-32 0,-4-1 30 0,0 0-29 15,2-2 37-15,2 4-38 0,-2-3 32 0,3 0-37 16,-3 1 27-16,4 0-28 0,0-1 28 0,1-1-33 0,0 2 31 15,0-1-29-15,0 0 21 0,1 1-23 16,-2-2 22-16,1 1-25 0,-5-1 21 0,4 1-18 0,-3-1 21 16,-1 0-21-16,1 0 20 0,4-1-17 15,-3 1 13-15,2-1-12 0,1 1 3 0,0 0-6 16,1 0 15-16,2-2-14 0,-1 2 5 0,0-1-38 0,2 1 27 16,-1 0 4-16,1 0-12 0,0 0-4 15,-2 0 5-15,-1-1 6 0,0 1 7 0,0-1 0 16,-6 1 6-16,0-1 5 0,0 1 1 0,-2 0 2 15,0-2 5-15,-3 2 1 0,0-3-2 0,-1 3-2 16,-5-1 5-16,0-1 8 0,-2 1-3 0,0-1 3 16,-5 2 2-16,1-1-2 0,-2 0-2 0,0-1 1 0,0 2-3 15,-13 0-1-15,25 0 4 0,-25 0 2 0,23 1 6 16,-23-1-10-16,24 1 2 0,-24-1 5 16,25 2-3-16,-11-2 5 0,-1 1 0 0,0 0-2 15,3 0-4-15,-1 0 4 0,2 0-1 0,-3-1-7 16,3 0 3-16,1 1 2 0,-2-1-6 0,2 0 1 0,0 0-11 15,3 1-4-15,-2 1-11 0,0 0-3 0,1-2 3 16,-2 1 4-16,1 1-3 0,0-1 2 0,-3 2 1 16,0-3 5-16,-3 1-2 0,2 1 6 15,-2-2 7-15,0 2-4 0,-13-2-3 0,26 1 8 16,-13-1 1-16,-1 1-3 0,-12-1 6 0,25 0 1 0,-25 0 2 16,21 0-2-16,-21 0 3 0,20-1-3 15,-20 1 1-15,19-3-5 0,-19 3-1 0,15-3-4 0,-15 3-18 16,15-3-44-16,-15 3-42 0,13-3-31 0,-13 3-24 15,12-1-28-15,-12 1-73 0,0 0-8 0,12-5-54 16,-12 5-81-16,0 0-55 0,0 0-405 0,5-7-423 16</inkml:trace>
  <inkml:trace contextRef="#ctx0" brushRef="#br0" timeOffset="121397.0014">24895 8200 216 0,'7'-12'678'0,"-2"-1"-142"0,-3 2-56 16,2 1-16-16,-4 10-48 0,5-16-41 0,-5 16-54 16,5-14-49-16,-5 14-44 0,3-10-43 0,-3 10-31 15,0 0-30-15,6-9 6 0,-6 9 16 0,0 0 4 16,2 11-15-16,-2-11-5 0,0 20-18 0,-2-3 5 16,2 2-25-16,-5 5-11 0,4 2-19 0,-2 1-2 15,0 3 5-15,1 3-39 0,0-2 23 0,0-2-32 16,1-2 17-16,1 0-24 0,0 1 21 0,0-3-30 15,1 0 23-15,0-3-25 0,0-1 22 0,1-2-27 0,-2-3 27 16,2 1-27-16,-2-5 22 0,1 1-21 0,-1-13 29 16,2 19-23-16,-2-19 29 0,1 14-31 15,-1-14 26-15,0 0-33 0,0 0 29 0,0 0-31 16,0 0 26-16,-1-11-30 0,0-2 33 0,-1-2-30 0,0-4 38 16,0-4-47-16,-1-2 8 0,1 0 6 0,0-4 1 15,0-2 22-15,0 3-26 0,0 0 24 16,1 0-31-16,-2 3 35 0,3 0-30 0,-2 5 28 15,2 1-24-15,0 2 26 0,-1 4-40 0,1 0 28 0,0 13-35 16,1-16 31-16,-1 16-21 0,8-6 28 0,-8 6-26 16,13 3 25-16,-4 3-20 0,4 2 29 0,2 3-36 15,4 2 14-15,2 4-13 0,2-2 13 0,5 6 5 16,1 1 19-16,2 0-21 0,1-2 23 0,2-2-43 16,1 2 21-16,0-3-32 0,0-1 9 0,1-3-17 15,-4-2 10-15,-1-2-6 0,-2-2 19 0,-5-3-8 16,-3 1 21-16,-2-4-12 0,-6-1 23 0,5-3-10 15,-7-2 22-15,1-2-9 0,-2-4 1 0,-3-2 3 16,-3-2-10-16,-4-2 6 0,0-3-2 0,-4-4-3 16,-2-5 19-16,-1-1-24 0,-4 1 17 0,1-1-28 15,-3 2 28-15,1 0-34 0,2 3 36 0,1 6-27 16,-1-1 22-16,4 5-20 0,-1 2 9 16,2 1-38-16,0 2-50 0,2 3-29 0,3 7 7 0,-8-11-6 15,8 11-42-15,0 0-55 0,0 0-70 0,-4 11-40 16,4-11-29-16,4 16-63 0,4-4-74 0,1 5-531 15,4-2-625-15</inkml:trace>
  <inkml:trace contextRef="#ctx0" brushRef="#br0" timeOffset="122579.2257">25871 8412 651 0,'0'0'583'0,"0"0"-93"15,-1-12-37-15,1 12-16 0,-4-11-41 0,4 11 12 16,-9-11-54-16,2 3-24 0,7 8-56 0,-11-11-53 15,11 11-42-15,-11-9-38 0,11 9-28 0,-14-5-24 16,14 5-13-16,-18 2-19 0,7 2-12 0,0 2-1 16,-3 1-18-16,3 3 4 0,0 0-8 0,-1 2-2 15,2-1-9-15,3 4-3 0,0-2-2 0,0 2 2 16,2-2-4-16,3 2 3 0,2-1-1 0,4 0 0 16,1-1-4-16,4 1 2 0,3 0-4 0,2-2-4 15,3-1-18-15,1-1-17 0,0-2-16 0,2-1-13 16,-5-2 0-16,2 0 13 0,-2-3 7 0,-1 1 1 0,-3-2 6 15,-11-1 8-15,22-4 5 0,-13 0 1 16,-9 4 9-16,12-12 1 0,-8 4 1 0,-1-1 19 16,-3 9-13-16,4-20 18 0,-4 20-19 0,-2-20 18 15,2 20-16-15,-2-20 19 0,2 20-16 0,-4-15 5 16,4 15 7-16,-1-15 20 0,1 15-25 0,-4-10 12 16,4 10-22-16,0 0 19 0,-3-12-24 0,3 12 18 15,0 0-16-15,0 0 17 0,0 0-13 0,0 0 21 16,0 0-26-16,0 0 22 0,0 0-16 0,7 8 4 15,-7-8-7-15,7 8-4 0,-7-8-18 0,7 9-19 16,-7-9-14-16,10 8-36 0,-10-8-30 0,16 8-17 0,-16-8-21 16,17 9-20-16,-17-9 12 0,17 6 2 15,-17-6 16-15,18 1 11 0,-18-1 21 0,18-1 29 16,-18 1 17-16,20-6 16 0,-13 0 13 0,1-1 15 16,2-1 23-16,-1-2 29 0,0 1 17 0,-2-2 14 15,0 0 63-15,-1 1 20 0,-1 2 21 0,1-2-7 0,-2 1 17 16,-4 9-11-16,8-14 20 0,-8 14-36 0,7-12-8 15,-7 12-50-15,6-9 5 0,-6 9-36 16,0 0 16-16,6-6-27 0,-6 6 17 0,0 0-25 16,10 4 25-16,-10-4-29 0,4 10 9 0,-4-10-16 15,7 13 30-15,-7-13-26 0,6 17 17 0,-1-8-25 0,0 1 16 16,0 0-18-16,-1 0 14 0,2-1-25 16,-3 2 2-16,3-2 0 0,-3 0 5 0,2-1-2 15,-1 2-2-15,-4-10 2 0,6 15 0 0,-6-15-5 16,7 14-12-16,-7-14-2 0,4 10-8 0,-4-10 8 15,3 7 3-15,-3-7 4 0,0 0-3 0,9 9-12 0,-9-9-11 16,0 0 8-16,0 0 5 0,11-3 5 16,-11 3-3-16,0 0 28 0,11-7-20 0,-11 7 24 0,7-5-23 15,-7 5 22-15,7-6-20 0,-7 6 24 16,7-7-18-16,-7 7 31 0,6-7-18 0,-6 7 21 16,5-7-13-16,-5 7 19 0,0 0-19 0,9-10 18 0,-9 10-23 15,0 0 14-15,5-7-22 0,-5 7 17 0,0 0-24 16,0 0 15-16,8-6-16 0,-8 6 17 0,0 0-20 15,0 0 22-15,14-2-24 0,-14 2 19 16,0 0-18-16,15 0 19 0,-15 0-18 0,9 2 10 16,-9-2-10-16,12 2 18 0,-12-2-18 0,13 5 2 0,-13-5-2 15,12 5 1-15,-12-5 0 0,9 5-4 0,-9-5 5 16,10 4-3-16,-10-4 3 0,0 0 2 16,12 4 4-16,-12-4 2 0,0 0 3 0,9 5-1 15,-9-5 2-15,0 0 12 0,11-3-21 0,-11 3 1 16,0 0 0-16,12-6 1 0,-12 6 22 0,8-6-10 0,-8 6 29 15,9-6-13-15,-9 6 20 0,7-7-3 0,-7 7 25 16,9-4 2-16,-9 4-7 0,0 0-8 16,9-8-11-16,-9 8-8 0,0 0-8 0,9-9-13 15,-9 9 3-15,0 0-9 0,10-3-8 0,-10 3 4 16,12-3-5-16,-12 3 5 0,14-1-4 0,-14 1 0 16,22 0 2-16,-22 0-5 0,27-1 2 0,-10 1-8 0,-2 0-12 15,1 0-5-15,-1 0-4 0,4 0-13 0,-2-2 11 16,1 2-5-16,-2-3 18 0,2 2-10 0,-3-2 12 15,-1 0-5-15,-1-1 14 0,1 0-11 16,-1-3 16-16,-1 1-10 0,-1-2 10 0,-2 0-11 16,-3-1 18-16,4-3-15 0,-6 4 13 0,1-2-12 0,-1 0 9 15,-4 10-12-15,4-18 20 0,-4 18-9 0,3-15 9 16,-3 15-13-16,0-12 10 0,0 12-12 16,-5-7 11-16,5 7-8 0,-13 0 11 0,13 0-7 15,-20 7 11-15,9 0-4 0,-3 4 4 0,1 0 0 16,-1 3 6-16,3 0 2 0,2 2 5 0,-1-2-6 0,6 3 1 15,0-1-6-15,4 0-3 0,4-1 5 0,4 4-2 16,5 4-5-16,9-4 1 0,10 1-44 16,6 1-86-16,9-4-86 0,9 1-106 0,7 0-63 15,1-2-139-15,3-1-179 0,0-3-320 0,0-1-618 16</inkml:trace>
  <inkml:trace contextRef="#ctx0" brushRef="#br0" timeOffset="124147.0473">28606 8340 701 0,'-13'-2'729'0,"13"2"-171"0,-19-1-118 0,19 1-104 16,-15-2-52-16,15 2-20 0,0 0-17 0,-17-1-16 15,17 1-29-15,0 0-13 0,-14-2-56 0,14 2-16 16,0 0-45-16,0 0 8 0,0 0-37 0,0 0 14 16,0 0-38-16,0 0-1 0,0 0-40 0,8 6 7 15,-8-6-34-15,14 0 3 0,-14 0-33 0,23 0 5 16,-11-1-25-16,1-1 3 0,1-2-9 0,1-1 4 16,0 0 1-16,-1-3-1 0,3-1 7 0,-1-2 10 0,-1-1 23 15,0 0-17-15,-2-3 48 0,-3 0-17 0,0 2 48 16,-3 0 1-16,-2 0 23 0,0 1-8 15,-4 0 23-15,-1 12-18 0,0-20 18 0,0 20-10 0,-8-15 14 16,-1 9-11-16,-2 3 30 0,-2 0-4 0,-3 3 9 16,-3 3-5-16,-3 1 2 0,-1 3 7 0,-3 4 3 15,2 1-1-15,-1 3 0 0,1 3 12 0,5-1 5 16,2 2 13-16,1 2-24 0,7-3 19 0,2 2-16 16,5-1-1-16,2 2-9 0,5 2-9 0,5 2-12 15,5 0-10-15,7 1-6 0,5 1-9 0,2-3-1 16,5-1-3-16,0-4-14 0,2 1-21 0,0-4-15 15,-1-3-23-15,-5-3-7 0,-1-1 9 0,-2-3-1 16,-3-1 5-16,0-3 6 0,-3 0 5 0,-2-4 12 16,-1 0 0-16,0-3 3 0,-3-2 9 0,0-2-2 15,-1-3 4-15,-2-2 2 0,-1-1 3 0,-2-2-3 16,-3 0 1-16,2 1 16 0,-4-2-8 0,0 0 10 16,-1 2 17-16,0 1 19 0,-1 0-1 0,-1 3-1 15,1 0 8-15,-1 1-13 0,0 1-9 0,-1 10-5 0,2-15-12 16,-2 15-6-16,3-10 3 0,-3 10 2 0,0 0-8 15,0 0 8-15,0 0-4 0,0 0 8 16,6 10-10-16,-6-10-1 0,5 16 0 0,-3-7-4 16,1 2 1-16,1-1 1 0,2 2-1 0,0 1-3 0,1 1-3 15,0-1-17-15,0-1-13 0,0 1-22 0,1-3-16 16,-1 2-7-16,0-2-1 0,0-2 12 16,1 0 6-16,-1-2 10 0,1 0 2 0,1-2 1 0,2 1 7 15,-11-5 7-15,22 1 4 0,-10-2 10 0,0-4 2 16,2 1 4-16,0-4 2 0,0 0 5 0,0-3 0 15,0 1 7-15,-3 0 31 0,0-1 7 0,1 1 26 16,-3-1 20-16,-2 1 4 0,0 3 21 0,1 0 4 16,-8 7-22-16,11-13-16 0,-11 13-17 0,8-8-14 15,-8 8-16-15,0 0-1 0,10-7-12 0,-10 7 4 16,0 0-7-16,0 0 5 0,8 8-9 0,-8-8 9 16,5 11-11-16,-5-11 12 0,5 14-17 0,-5-14 5 15,6 17-2-15,-1-7 19 0,-1 1-16 0,0-3-7 16,1 2-1-16,0-1-3 0,0 2 0 0,1-2-22 15,-2 0-27-15,1-1-10 0,-1 1 3 0,-4-9 0 16,9 13 7-16,-9-13 4 0,7 11 6 0,-7-11-9 16,10 5-16-16,-10-5-3 0,0 0-7 0,17 0-4 15,-17 0-5-15,14-8-1 0,-14 8 12 0,14-11 13 0,-7 5 9 16,1 2 11-16,-1-3 20 0,-7 7 16 16,12-10 15-16,-12 10 10 0,10-8 15 0,-10 8 6 15,7-6 0-15,-7 6-3 0,0 0-11 0,10-9-4 0,-10 9-7 16,0 0-5-16,9-4-5 0,-9 4-2 0,0 0 1 15,0 0 1-15,0 0-1 0,13 0 3 16,-13 0-1-16,9 4-1 0,-9-4-1 0,12 5 1 16,-12-5 1-16,18 6-5 0,-6-3 2 0,1 0-6 0,1-1 3 15,2 3-6-15,1-2-3 0,0 0-13 0,1-2-9 16,-1 2 6-16,0-1-2 0,-2-2 1 0,2 0-5 16,0-2 0-16,2 0 4 0,-2 0-4 0,1-3 9 15,0-1 0-15,-2 1 6 0,1-2 0 0,0-1 5 16,-2-1 6-16,-2 0 1 0,-1-1 12 0,-1 0 2 15,-2-1 4-15,0 1 1 0,-3 1 19 0,-1 0 2 16,-1 1-2-16,-4 8-5 0,5-15-4 0,-5 15-10 16,0 0 2-16,-2-15 3 0,2 15 0 0,-9-5-2 15,9 5 2-15,-14 0-5 0,14 0-3 0,-16 3-2 16,7 2-4-16,-1 0 1 0,1 0-1 0,1 1 0 16,-3 2-3-16,2 0-3 0,2 3-1 0,-1-1 2 15,1-1-1-15,1 0-3 0,2 1-7 0,-1-3-18 16,1 3-14-16,4-10-4 0,-6 17-8 0,6-17-3 15,-4 15 11-15,4-15-12 0,3 12-9 0,-3-12-20 0,7 11 4 16,-7-11-8-16,9 9 7 0,-9-9-9 16,12 6 31-16,-12-6 0 0,15 1 21 0,-15-1-11 0,17-1 30 15,-7-4-9-15,-1 1 19 0,0-2-12 0,2-3 20 16,-1 2 0-16,-1-3 24 0,1-1-4 0,-3 0 37 16,0 2 25-16,-1-1-3 0,0 2-3 0,-2-2 0 15,0 2 0-15,-4 8 6 0,7-16 4 16,-7 16-1-16,5-12-11 0,-5 12-11 0,5-8-14 0,-5 8-15 15,4-10-11-15,-4 10-7 0,0 0-2 0,0 0-8 16,0 0 6-16,10-4-2 0,-10 4 1 0,0 0-4 16,8 12-1-16,-8-12 0 0,9 12 0 0,-3-5-3 15,0 1-10-15,1-1-6 0,-1 0-17 0,2 0-18 16,1 1-4-16,0-1-10 0,1 2-8 0,0-4-16 16,0 1 10-16,-1-1 0 0,2 0 14 0,-1-2 5 15,0 1 21-15,1-2-4 0,-11-2 26 0,19 0-7 16,-19 0 15-16,19-2 7 0,-19 2 15 0,17-9 5 15,-8 3 26-15,-2 1 7 0,1-3 10 0,-2-1 2 16,2 2 23-16,-2-2 10 0,0 1 10 0,-6 8 6 0,9-14 5 16,-9 14-8-16,9-12-17 0,-9 12-17 15,6-9-22-15,-6 9-9 0,0 0-15 0,7-9-8 16,-7 9 0-16,0 0-16 0,0 0 11 0,0 0-1 16,6 7-13-16,-6-7 2 0,2 13 2 0,-2-13-7 0,2 13-26 15,-2-13-26-15,6 19-36 0,-2-8-52 16,1-1-54-16,2 3-64 0,1-3-48 0,2 1-78 15,-1-1-61-15,1 0-149 0,1-1-336 0,-1-2-503 0</inkml:trace>
  <inkml:trace contextRef="#ctx0" brushRef="#br0" timeOffset="124331.4454">30482 8332 128 0,'-6'-17'761'0,"0"2"-192"0,2 1-30 0,0 0-50 15,1 1-60-15,0 3-55 0,1-1-54 0,0 1-47 16,2 10-60-16,-3-18-33 0,3 18-51 0,-2-13-41 16,2 13-73-16,0 0-51 0,2-15-36 0,-2 15-93 15,0 0-56-15,14 0-72 0,-7 6-28 0,4-3-98 16,-2 3-515-16,2-2-511 0</inkml:trace>
  <inkml:trace contextRef="#ctx0" brushRef="#br0" timeOffset="124546.8676">30750 8228 436 0,'8'-10'667'16,"-2"0"-88"-16,0 1 21 0,-1 0-39 0,1 0-9 16,0 0 48-16,-2 0-85 0,1 2-33 0,-5 7-97 15,6-13-67-15,-6 13-100 0,5-8-12 0,-5 8-45 0,0 0 39 16,0 0-44-16,5 16-1 0,-2-4-3 16,-2 4-15-16,1 4-63 0,2 3 48 0,0 9-15 15,1 0-21-15,1 1-19 0,4 7-13 0,-1 0-13 0,0-1-48 16,1-1-50-16,1 1-23 0,-1-1-100 0,2-3-58 15,-4-5-103-15,0-1-66 0,-1-1-89 0,-1-4-105 16,-2-3-55-16,-1-3-795 0,-3-2-1065 16</inkml:trace>
  <inkml:trace contextRef="#ctx0" brushRef="#br0" timeOffset="125963.9735">20708 9501 491 0,'0'0'533'0,"0"0"-88"0,0 0-40 0,0 0 2 15,0 0-9-15,0 0-10 0,0 0-18 0,0 0-24 0,0 0-34 16,0 0-27-16,0 0-48 0,0 0-23 0,0 0-32 16,0 0-8-16,0 0-48 0,0 0 15 0,0 0-44 15,0 0 8-15,0 0-39 0,0 0 19 0,0 0-53 16,0 0 40-16,0 0-39 0,0 0 24 0,0 0-38 15,0 0 24-15,0 0-33 0,0 0 28 0,0 0-41 16,0 0 41-16,0 0-43 0,0 0 35 0,0 0-33 16,0 0 40-16,0 0-40 0,0 0 43 0,0 0-28 15,0 0 45-15,0 0-28 0,0 0 41 0,0 0-30 16,0 0 41-16,0 0-38 0,0 0 36 0,0 0-38 16,0 0 36-16,0 0-37 0,0 0 36 0,0 0-41 15,0 0 36-15,0 0-39 0,0 0 36 0,0 0-47 16,0 0 32-16,0 0-39 0,0 0 31 0,0 0-48 15,0 0 46-15,0 0-55 0,0 0 40 0,0 0-41 16,0 0 38-16,0 0-42 0,0 0 39 0,0 0-43 16,0 0 36-16,0 0-40 0,0 0 38 0,-8 6-36 15,8-6 36-15,0 0-39 0,0 13 46 0,0-13-43 16,0 16 39-16,2-3-33 0,-3 0 40 0,0 3-35 0,-1 2 43 16,0 1-43-16,0 0 7 0,-1 3-1 0,0 0 5 15,0 1 2-15,-1 0 0 0,0-1 3 16,1 0-3-16,0-3 3 0,0 0-2 0,1-1-2 0,-1-2 0 15,1 1-2-15,2-5 2 0,-2 3-2 0,0-2-8 16,2-13-15-16,-2 20-17 0,2-20-23 0,-1 15-38 16,1-15-40-16,-2 12-46 0,2-12-34 0,0 0-52 15,0 15-106-15,0-15-117 0,0 0-64 0,0 0-158 16,0 0-555-16,12-2-881 0</inkml:trace>
  <inkml:trace contextRef="#ctx0" brushRef="#br0" timeOffset="126514.0317">21093 9732 915 0,'2'-10'758'16,"-2"10"-108"-16,3-16-62 0,-3 16-63 0,2-15-69 0,-2 15-71 16,4-17-20-16,-4 17-73 0,3-16-6 0,-3 16-95 15,6-16-5-15,-6 16-70 0,10-16 6 0,-4 9-60 16,2 1 16-16,3 0-42 0,-1 2 19 0,1 1-39 15,3 0 20-15,-1 2-36 0,2 1 29 0,-1 0-44 16,1 3 36-16,-1-1-34 0,2 2 28 0,-3 1-32 16,-1 2 30-16,0 0-36 0,-2 1 44 0,-2 3-35 15,-2 0 31-15,-4 0-20 0,-1 2-2 0,-3 2 7 16,-4-1 5-16,0 3 8 0,-3-1-2 0,-2 1 32 16,-1 0-24-16,-1-1 5 0,-1 1 2 0,0 0 7 15,0-3 8-15,1 2-6 0,1-2-6 0,1-3-3 16,1-1-7-16,2 1-2 0,0-4-1 0,1 1-6 15,1-1 3-15,6-7-7 0,-10 12 1 0,10-12 1 16,-10 9 2-16,10-9 4 0,-8 8 2 0,8-8 2 16,0 0 17-16,-6 11 9 0,6-11 11 0,0 0 9 15,-7 7 11-15,7-7 4 0,0 0-4 0,0 0-4 16,-7 6-7-16,7-6-5 0,0 0-10 0,0 0-5 16,0 0-3-16,0 0-6 0,-6 7-6 0,6-7-4 0,0 0-1 15,0 0-10-15,0 0-2 0,0 0-1 0,0 0-4 16,0 0-5-16,0 0-2 0,0 0 0 15,0 0-3-15,0 0 1 0,0 0 0 0,0 0-1 16,0 0-1-16,0 0-1 0,0 0 2 0,0 0-2 0,0 0 3 16,-8 5 2-16,8-5 0 0,0 0-3 0,0 0-1 15,0 0 0-15,0 0-8 0,0 0-15 0,0 0-31 16,0 0-28-16,0 0-32 0,0 0-27 0,0 0-38 16,2-12-38-16,-2 12-11 0,0 0-28 0,2-12-54 15,-2 12-68-15,2-10-13 0,-2 10-46 0,0-14-22 16,0 14-15-16,2-14-37 0,-2 14-84 0,1-13-257 15,-1 13-401-15</inkml:trace>
  <inkml:trace contextRef="#ctx0" brushRef="#br0" timeOffset="127115.2267">20662 9718 271 0,'-8'-5'636'0,"8"5"-123"0,-13-9-45 16,13 9-43-16,-9-9-54 0,9 9-27 0,-7-9-26 15,7 9-32-15,-5-12-11 0,5 12-36 0,-5-14-31 16,5 14-31-16,0-14-44 0,0 14-20 0,0-13 5 16,0 13-19-16,1-12-17 0,-1 12-18 0,2-9-7 15,-2 9-21-15,6-11-2 0,-6 11-15 0,8-8 4 16,-8 8-17-16,12-6 7 0,-12 6-5 0,17-2-8 15,-17 2 3-15,21 0 1 0,-11 2-2 0,1 1 4 16,1 3-8-16,0 1 2 0,-2 1-1 0,2 2 11 16,-3 1-9-16,-2 1 6 0,-2 3-4 0,-1 1 15 15,-3 2-9-15,-5 1 9 0,-1 0 1 0,-6 6 3 16,-4 1-3-16,-5 2 6 0,-4 2 3 0,-3-2 3 0,-4 1 5 16,3-4 2-16,-3 2 11 0,0-2 3 15,1 0 9-15,1-4 2 0,1 2 29 0,7-7-31 0,1 0 28 16,4-2-46-16,0-2 28 0,4-1-42 0,1-2 26 15,1-1-37-15,3 0 40 0,0-2-50 0,7-6 41 16,-9 10-37-16,9-10 36 0,0 0-42 16,0 0 33-16,12 9-36 0,-12-9-3 0,23-4 34 0,-5 2-40 15,5-4 32-15,2 0-53 0,5-1-5 0,4-1-86 16,1 0-46-16,4-3-54 0,-1 1-83 0,0-1-70 16,-6 2-71-16,1-1-73 0,-2 0-88 0,0-1-594 15,-4 0-806-15</inkml:trace>
  <inkml:trace contextRef="#ctx0" brushRef="#br0" timeOffset="127731.1901">21531 9657 421 0,'16'-8'809'0,"-4"-1"-173"0,-2 3-55 16,0 1-62-16,-2-2-27 0,-8 7-44 0,14-9-2 15,-14 9-79-15,12-8 5 0,-12 8-79 0,10-6 0 16,-10 6-81-16,8-6-1 0,-8 6-71 0,0 0 10 16,10-8-62-16,-10 8 18 0,0 0-60 0,0 0 24 15,0 0-50-15,0 0 32 0,0 0-44 0,0 0 32 0,-15 0-45 16,5 2 39-16,-5 4-45 0,1-2 34 16,-4 0-36-16,2 2 30 0,-1 0-40 0,-2 0 33 0,-1 1-35 15,0 2 38-15,2-1-38 0,-1 0 35 16,1 1-36-16,0 0 2 0,0 1-12 0,2 2 22 0,-1 0-1 15,3 0 14-15,-1 1-12 0,2 2 9 0,1-2-3 16,-1 2 4-16,2 1 0 0,0-2-3 0,2 3 5 16,1-4 0-16,1 2-1 0,-1-2 1 0,2 2 4 15,1-2-3-15,1-1 0 0,-1 1-2 0,2-3 0 16,0 0 0-16,3-10 0 0,-5 19 4 0,5-19-3 16,-2 14 7-16,2-14 3 0,0 13 0 0,0-13 2 15,6 9 2-15,-6-9 3 0,11 5-8 0,-11-5 6 16,16 1-7-16,-3-4-1 0,-13 3-2 0,25-3 4 15,-9-2-7-15,1 1 2 0,1 0 0 0,3-2-5 0,-3 0 2 16,0 2 3-16,1 0-3 0,-2 0-7 16,1 0 5-16,-2 1-3 0,0 0-2 0,-3 0 3 15,1 2-1-15,-2-1 3 0,2 0-1 0,-14 2 1 16,24 2-3-16,-24-2-1 0,23 4 5 0,-12-1-2 0,-1 0 6 16,-2 2-6-16,0 0 2 0,0 0 2 0,-2 1 3 15,-1 3 35-15,-5-9-36 0,4 14 31 16,-4-14-41-16,-4 17 41 0,-1-8-40 0,-3 2 35 0,-5 1-48 15,-2 0 47-15,-3 0-38 0,-5 2 37 0,-1-1-40 16,-2 0 37-16,-2 0-41 0,-1-1 32 0,-1 1-51 16,-1-1 8-16,-5 0-77 0,5 0-21 15,-1-3-52-15,2 1-49 0,1-3-33 0,4 0-64 0,3-1-39 16,4-1-30-16,1-2-17 0,4-1-120 0,13-2-112 16,-19 0-379-16,19 0-631 0</inkml:trace>
  <inkml:trace contextRef="#ctx0" brushRef="#br0" timeOffset="128571.4989">22209 9579 803 0,'22'-28'727'16,"-6"6"-131"-16,0 0-54 0,-5 3-42 0,0 1-34 15,-3-1-24-15,-2 6-52 0,-1 0-5 0,-1 0-77 0,0 2-16 16,-4 11-95-16,6-15-5 0,-6 15-75 0,0 0 22 15,0 0-55-15,0 0 54 0,-21 8-58 16,9 6 39-16,-4 7-44 0,1 1 36 0,-5 9-36 0,1 2 40 16,1 2-35-16,1 2-9 0,1 1-8 0,2-1 3 15,3 2-2-15,2-2-19 0,2-3 4 0,5-2-11 16,1-3-3-16,3 3-7 0,2 0 1 16,5-4 2-16,2 1-14 0,4-3 7 0,2-3-13 0,8 2 47 15,2-2-57-15,2-4 49 0,-1-3-58 0,0-3 46 16,1-2-54-16,-2-1 55 0,-4-4-63 0,1 0 50 15,-5-1-46-15,-2-4 56 0,-1 1-59 0,-2-2 9 16,0-2-7-16,-3 0 3 0,0-3 6 0,0-1 2 16,-3 2 1-16,-1-3 3 0,-2 0-1 0,-5 7 3 15,4-16 0-15,-4 16 1 0,-5-16-2 0,1 9 0 16,-4-1 5-16,-3-1-4 0,-1 1 0 0,-1 1-1 16,-3 0 3-16,1 2 4 0,-3-1-9 0,0 1-1 15,3 1-10-15,-2 1-7 0,4 0-13 0,1 0-15 16,0 2-19-16,12 1-16 0,-20-4-11 0,20 4-11 0,-16-2 10 15,16 2 3-15,-11-1 9 0,11 1 12 16,0 0 12-16,-15-2 14 0,15 2 9 0,0 0 9 0,0 0 6 16,0 0 10-16,0 0 2 0,0 0-3 0,-9-3 13 15,9 3 1-15,0 0 1 0,0 0 3 16,0 0 13-16,0 0 3 0,0 0 11 0,0 0 1 0,0 0 9 16,4-9-1-16,-4 9-2 0,0 0 5 0,0 0-13 15,0 0-2-15,0 0-1 0,0 0-2 0,0 0-3 16,0 0-2-16,0 0 2 0,0 0-6 15,0 0-5-15,0 0 3 0,0 0 0 0,0 0-1 0,0 0 1 16,0 0-1-16,0 0-1 0,0 0-6 0,0 0 5 16,3-10-13-16,-3 10 14 0,0 0-5 0,0 0 2 15,0 0-6-15,0 0 8 0,0 0-5 0,0 0 2 16,0 0-4-16,0 0 0 0,0 0-1 0,0 0-4 16,0 0 4-16,0 0 0 0,0 0 0 0,0 0 0 15,0 0 0-15,0 0 0 0,0 0-4 0,0 0 5 16,0 0-3-16,0 0 1 0,0 0 1 0,0 0 2 15,0 0-1-15,0 0-4 0,0 0 1 0,0 0 0 16,0 0 2-16,0 0-1 0,0 0 1 0,0 0-2 16,0 0-1-16,0 0 8 0,0 0-4 0,0 0 0 0,0 0 1 15,0 0-1-15,0 0 0 0,0 0-4 16,0 0 6-16,0 0-3 0,0 0 5 0,0 0-10 16,0 0 1-16,0 0-1 0,0 0 2 0,0 0-6 15,0 0 7-15,0 0-2 0,0 0 5 0,0 0-8 16,0 0 2-16,0 0-6 0,0 0-10 0,0 0-4 15,0 0-6-15,0 0-10 0,0 0-13 0,0 0-15 16,0 0-17-16,0 0-26 0,0 0-29 0,0 0-40 0,0 0-35 16,0 0-69-16,0 0-55 0,0 0-92 0,0 0-64 15,0 0-125-15,-9-6-552 0,9 6-784 0</inkml:trace>
  <inkml:trace contextRef="#ctx0" brushRef="#br0" timeOffset="130349.7944">20698 10475 248 0,'0'0'414'15,"-23"0"-66"-15,23 0-12 0,-21-1-24 0,21 1-14 16,-22 0-23-16,22 0-1 0,-22-4-4 0,22 4-2 15,-20-2 13-15,20 2-30 0,-21-3 6 0,21 3-29 16,-18-3 8-16,18 3-40 0,-16-3-13 0,16 3-31 16,-15-2-17-16,15 2-11 0,-13 0-16 0,13 0-12 15,0 0-11-15,-19 1-9 0,19-1-14 0,-10 4-4 16,10-4-2-16,0 0-8 0,-10 7-6 0,10-7-13 16,0 0 4-16,4 12 6 0,-4-12-10 0,16 10 3 15,-1-5-6-15,3-1-7 0,8 0-10 0,3-1 8 0,7 2-3 16,1-4-1-16,3 0-8 0,1 0-10 15,-2-1-18-15,1-1-5 0,-3 0-12 0,-5 0 5 16,-3 1 3-16,-1-2 6 0,-3-1 9 0,-6 2 2 0,-1-2 13 16,-1 1 5-16,-4 0-1 0,-2 0 8 0,0-2 2 15,-11 4 5-15,14-6 19 0,-14 6-21 0,0 0 24 16,7-6-9-16,-7 6 29 0,0 0-25 0,0 0 41 16,0 0-40-16,-13 3 37 0,13-3-27 0,-13 12 13 15,5-2 3-15,1 1 8 0,-2 2 0 0,0 2 15 16,0 3 7-16,1 0-9 0,-1 4-8 0,-2 3-6 15,3-3-10-15,2 0-9 0,-1 1-9 0,1 1 28 16,2-2-50-16,0 1 31 0,0-1-42 0,1 1 35 16,0-4-46-16,0-1 36 0,1 0-49 0,0-2-15 15,2 0-101-15,-2-3-49 0,2 2-83 0,0-4-82 16,0-11-90-16,0 22-88 0,0-22-34 0,0 19-153 16,0-19-568-16,0 13-888 0</inkml:trace>
  <inkml:trace contextRef="#ctx0" brushRef="#br0" timeOffset="130566.0343">20702 10899 683 0,'-13'-6'798'0,"-1"0"-125"0,4 1-103 0,-3-1-12 0,3 4-25 16,2-3-38-16,8 5-62 0,-16-9-55 0,16 9-57 15,-10-7-57-15,10 7-58 0,-6-7-44 0,6 7-32 16,6-9-29-16,3 5-34 0,7-1-50 15,4 2-55-15,5-3-65 0,9 1-49 0,2 1-57 0,1 0-76 16,2-1-39-16,-1 3-61 0,2-1-39 16,-3 1-64-16,0 0-89 0,-1-1-485 0,-6 0-679 0</inkml:trace>
  <inkml:trace contextRef="#ctx0" brushRef="#br0" timeOffset="130965.9068">21289 10675 756 0,'4'-9'663'0,"-4"9"-88"0,7-15 23 0,-7 15-63 15,4-15-12-15,-4 15-38 0,4-12-13 0,-4 12-28 16,3-12-38-16,-3 12-49 0,0 0-59 0,2-15-57 16,-2 15-50-16,0 0-38 0,0 0-37 0,2-10-5 15,-2 10-10-15,0 0 4 0,0 0-3 0,-1 12 1 0,1-12-16 16,-2 19-9-16,1-9-7 0,0 3-6 16,0 0-15-16,0 3-8 0,0 1-10 0,0-1 3 15,0 2-13-15,2-2-5 0,-1 0-1 0,0-1-4 0,1-1 0 16,0 0-5-16,0-3-13 0,1 1-25 15,0 0-22-15,0-2-29 0,1 0-9 0,1-2-7 0,-4-8 18 16,12 13-52-16,-12-13 26 0,16 6-35 0,-16-6 22 16,22 1-53-16,-11-4 55 0,1 1-22 0,2-4 6 15,1-3 12-15,-1-1 20 0,2-2 21 0,-3 0 9 16,-1 2 14-16,0-1 19 0,-3 1 22 0,0 1 34 16,0 2 23-16,-2 0 8 0,0 0 16 0,-7 7 0 15,12-11-11-15,-12 11-5 0,9-9-8 0,-9 9-10 16,7-6-9-16,-7 6 10 0,0 0 17 0,0 0-4 15,0 0 0-15,9 6-2 0,-9-6-5 0,3 12-10 16,-3-12-4-16,4 13 26 0,-4-13-42 0,5 21 31 16,-1-10-65-16,1 3-26 0,1 1-108 0,1-2-71 15,4 3-74-15,0 0-105 0,2-1-68 0,1 0-36 0,3-2-130 16,0 0-590-16,2-2-844 0</inkml:trace>
  <inkml:trace contextRef="#ctx0" brushRef="#br0" timeOffset="131383.4179">22091 10754 485 0,'1'-17'760'0,"-2"2"-165"0,0 1-5 15,-1 1-47-15,0 0-23 0,0 0-32 0,0 1-65 16,1-1-61-16,-1 1-34 0,1 2-37 0,1 10-46 16,0-21-32-16,0 21-24 0,6-17-72 0,0 9-26 15,5 1-17-15,1 0-21 0,4 3-14 0,1 1-1 16,3 1-15-16,1 2-1 0,1 1-6 0,2 2-6 15,0 0 0-15,-2 3-5 0,1-1 11 0,-2 2-18 16,-3 1 7-16,-2-1 0 0,-2 1 0 0,-1 3 2 16,-3 1 3-16,-3-2 0 0,-2 5 6 0,-3-2 11 15,-4 3 0-15,-3 5 13 0,-4-2-1 0,-2 0 2 16,-5 3 41-16,-1 1-33 0,-2 0 22 0,-1-2 1 16,-1 4-5-16,-2 0 1 0,4-4-10 0,2 0 10 0,0-2-9 15,4-2-3-15,1 0 0 0,4-4 2 16,1 2 7-16,4-5 21 0,1 1 2 0,2-11 9 15,8 19 4-15,4-13-15 0,5 0-18 0,7-1-8 0,5-2-60 16,7 0 0-16,1-1 0 0,3-2 0 16,2-2 0-16,-1 1 0 0,0-2 0 0,0 1 0 15,-1 0 0-15,-1-2 0 0,1 1 0 0,-3-1 0 0,-1 1 0 16,-1 0-18-16,-6-2-118 0,-2 2-46 0,-2 0-57 16,-5 2-63-16,0-2-26 0,-3 0-28 0,-4 2-85 15,-1-2-84-15,0 0-78 0,-12 3-116 0,13-4-661 16,-13 4-981-16</inkml:trace>
  <inkml:trace contextRef="#ctx0" brushRef="#br0" timeOffset="133033.2165">20618 11961 231 0,'0'0'553'0,"0"0"-97"15,-3-14-50-15,3 14-3 0,-3-10-27 0,3 10-26 16,-4-15-8-16,4 15-23 0,-3-14-1 0,3 14-11 15,-1-19-43-15,1 19-20 0,2-23-44 0,0 10-25 16,3 0 14-16,2-1-45 0,4-2-6 0,1 1-35 16,4 1-1-16,4 0-38 0,5 0 15 0,1 3-39 15,2 2 19-15,2-1-29 0,1 5 19 0,-2 1-31 16,0 1 15-16,0 1-32 0,0 4 31 0,-1 1-34 16,-1-1 21-16,-3 3-28 0,0 0 23 0,-2 2-29 15,-3 0 40-15,-4 0-42 0,-3 1 23 0,-2 1-23 16,-5-2 28-16,-5-7-26 0,0 18 27 0,-7-10-29 15,-5 3 30-15,-4 0-28 0,-4 0 29 0,-6 0-26 0,-1 1 24 16,-1 0-24-16,1-2 32 0,1 0-34 16,4-2 21-16,2 0-24 0,5-1 21 0,0 0-34 15,2 0 27-15,3 0-23 0,1 1 8 0,5-1-17 16,4-7-1-16,-2 18-5 0,2-18-8 0,7 18-2 16,2-8 8-16,0 1-3 0,3 0 20 0,1-2 1 15,3 3 0-15,1 1 9 0,1-2-2 0,0 0 9 16,1-1-2-16,-1 2 5 0,1 0-21 0,-2-2 31 0,1 0-2 15,-3-1-3-15,2 1-4 0,-4-1 7 0,1 0 0 16,-2 0 2-16,-1 0 7 0,-1 0 20 0,-2-4 10 16,-2 3 27-16,1-1 25 0,-7-7 24 0,6 12 4 15,-6-12-3-15,-5 13 0 0,-4-7-8 0,-1 0-29 16,-7 1-4-16,-4 0-16 0,-4 0-13 0,-7 0-12 16,-3 0-4-16,-7 1-8 0,-1-1-3 0,1 0-3 15,3-1-10-15,2 0-13 0,2-2-38 0,6-1-46 16,4 0-82-16,5-2-78 0,1 0-160 0,6-2-132 15,13 1-145-15,-14-7-753 0,14 7-1049 0</inkml:trace>
  <inkml:trace contextRef="#ctx0" brushRef="#br0" timeOffset="133483.5078">21590 11816 1257 0,'5'-16'776'0,"-2"3"-105"0,-2-2-32 0,0 4-66 0,0 0-7 16,-1 11-113-16,1-19-15 0,-1 19-105 0,1-16-24 16,-1 16-98-16,0 0-7 0,0-14-62 0,0 14 20 15,0 0-50-15,0 0 30 0,5 13-59 0,-5-13 28 16,3 20-56-16,1-5 28 0,-2 1-55 0,1 2 35 16,1 0-52-16,0 3 41 0,-1 2-52 0,3-2 0 15,-2 2 0-15,0-4 1 16,2 1-1-16,-3-2 0 0,2-2 1 0,-1 0-3 0,1-3-11 0,-1 1-8 15,0-4 3-15,1 0 3 0,0-2 3 0,2-1-3 16,3-2-16-16,1-2-14 0,3-1-17 0,-1-2 1 16,3-3-7-16,1-3-4 0,4-2 41 0,-2-2-40 15,3-3 40-15,1-3-45 0,-2-2 42 0,1 0-27 16,-2 0 46-16,-1-1-32 0,0 1 48 0,-3 4-17 16,-3-1 68-16,-1 3-6 0,-1 1 59 0,-2 1-28 0,-1 3 24 15,-1-1-52-15,0 3 27 0,-7 5-54 0,9-7 42 16,-9 7-27-16,0 0 65 0,9 5-47 15,-9-5-1-15,3 13 6 0,-3-13 4 0,6 19-4 0,-3-6-9 16,2 1-5-16,-1 2-11 0,2 0-7 0,2 2-1 16,2 0-5-16,0 0-4 0,3 1-11 0,-1-2-35 15,2-1-48-15,1 2-90 0,1 1-91 16,0-4-74-16,-1 0-53 0,1-1-124 0,-1-1-117 0,0-1-135 16,-1-1-757-16,-2-1-1148 0</inkml:trace>
  <inkml:trace contextRef="#ctx0" brushRef="#br0" timeOffset="133700.9828">22627 11914 1098 0,'8'-18'940'0,"-2"3"-119"0,-1 0-58 0,1 2 8 16,-2 4-138-16,-1-1-22 0,-3 10-160 0,6-16-85 16,-6 16-75-16,4-9-23 0,-4 9 26 0,0 0-7 15,7 6-18-15,-7-6-22 0,10 19-166 0,-3-4-81 0,2 4 0 16,1 4 0-16,3 4 0 0,0 0 0 15,2 4 0-15,1 3 0 0,0-1 0 0,-1 0 0 16,1-1 0-16,-4-6 0 0,2 0 0 0,-3 0-93 0,-1-2-240 16,-1-3-52-16,-2-2-35 0,-2-4-72 0,-1 1-53 15,-3-4-53-15,-1-12-120 0,-3 19-744 16,3-19-1082-16</inkml:trace>
  <inkml:trace contextRef="#ctx0" brushRef="#br0" timeOffset="135334.9903">21839 9466 396 0,'13'-7'520'0,"-2"1"-104"16,-2 2-66-16,-9 4-22 0,15-10-20 15,-15 10-28-15,13-6-15 0,-13 6-17 0,9-5-17 16,-9 5-30-16,10-6-20 0,-10 6-22 0,0 0-25 0,11-6-20 15,-11 6-18-15,0 0-10 0,9-5-12 16,-9 5-8-16,0 0-6 0,0 0-2 0,10-5 2 16,-10 5 3-16,0 0-1 0,0 0 2 0,0 0 9 15,0 0-14-15,0 0 9 0,8-6-17 0,-8 6 2 0,0 0-19 16,0 0-1-16,0 0-12 0,0 0 4 0,0 0-17 16,-18-1 8-16,18 1-14 0,-19 2 5 15,6 1-2-15,-1 0-2 0,-4 1 0 0,0 0-3 16,-4 0 4-16,0 2-4 0,-1 0 1 0,-3 0 0 0,0 0-5 15,-5 1 6-15,1 0-1 0,0 1 0 0,-1 1 9 16,1-2-13-16,4 0 9 0,2-1-10 0,1 1 2 16,0-1 3-16,2 1 7 0,4-1-11 0,0-1 10 15,2 1-12-15,-1 0 11 0,3-1-10 0,2-2 11 16,1 1-17-16,0 1 15 0,1 0-14 0,1-1 10 16,0 2-12-16,8-6 10 0,-13 12-5 0,7-6 14 15,1 1-12-15,0 0 12 0,0 2-13 0,-1-1 11 16,6-8-7-16,-7 17 12 0,2-8-5 0,1 0 20 15,-1 0-7-15,1 0 9 0,-2 0-4 0,2 0-6 16,0-1 4-16,-1 2 6 0,1-1 7 0,-1 1-2 16,1-1-3-16,-2 0-8 0,1 0-6 0,0 0 1 15,1 1 4-15,0 0-5 0,0 0 24 0,0-1-36 16,-1 2 10-16,0-1-26 0,2 0 28 0,-1 1-7 0,0 0 6 16,1-1-6-16,0 1 1 0,-1-2-4 0,0 2 3 15,1-2-2-15,1 1-3 0,-1 0-5 0,0-1 7 16,3-9 0-16,-5 18 0 0,5-18 1 0,-3 17-5 15,3-17 3-15,-3 13-10 0,3-13 9 0,-2 13-3 16,2-13 3-16,-3 13-1 0,3-13 0 0,-3 11-3 16,3-11-2-16,-2 11 1 0,2-11 0 0,0 0 4 15,-2 15-4-15,2-15 21 0,0 0-28 0,-2 12 22 16,2-12-17-16,0 0 18 0,-2 11-19 0,2-11 22 16,0 0-25-16,0 0 19 0,-1 11-24 0,1-11 8 15,0 0 22-15,0 0-21 0,0 0 12 0,0 0-11 16,0 0 19-16,0 13-25 0,0-13 25 0,0 0-23 15,0 0 19-15,0 0-23 0,0 0 5 0,0 0 26 16,0 0-21-16,0 0 0 0,0 0 0 0,0 0 3 16,0 0-6-16,0 0 0 0,0 0 6 0,0 0 2 15,9 4-1-15,-9-4-3 0,0 0 0 0,15-6-2 16,-15 6 3-16,13-6-1 0,-13 6 2 0,19-7-26 16,-9 3 24-16,3 0 2 0,1-1-7 0,2-1 4 0,1 2 0 15,5-2-10-15,0 1 3 0,1-1 0 0,2 1-5 16,0-1 2-16,1 1 1 0,-2 2 3 15,3-2 3-15,-2 2-2 0,0 1 2 0,-3-1-1 0,0 2-7 16,-2-1 5-16,-1 2 3 0,-1 0-1 0,-1 3 4 16,-1-1-6-16,-1 1 8 0,-2 1 1 15,1 1 20-15,-2 1-23 0,-1 1 19 0,-1 0-11 0,-2 1 16 16,1-1-34-16,-2 0 39 0,-1 1-22 0,-1-1 26 16,0 1-22-16,-5-8 40 0,6 17-20 0,-6-17 46 15,0 13-37-15,0-13 32 0,-9 16-43 0,3-8 30 16,-3-2-43-16,-3 2 29 0,-2-1-42 0,-3 0 35 15,-2 0-41-15,-4-1 31 0,-2 0-39 0,-2-1 23 16,0 0-61-16,-2-2-7 0,0 0-84 0,2-2-51 16,-1 1-43-16,1-1-52 0,6 0-29 0,0 0-75 15,5-1-50-15,1-1-105 0,2 0-136 0,13 1-298 16,-19-3-573-16</inkml:trace>
  <inkml:trace contextRef="#ctx0" brushRef="#br0" timeOffset="137724.3895">24817 9367 180 0,'0'0'296'0,"0"0"-37"0,0 0-36 0,0 0 8 0,-6 7-41 16,6-7 13-16,0 0-27 0,0 0-10 0,0 0-18 16,0 0-14-16,0 0-15 0,0 0-12 15,0 0-6-15,0 0-13 0,0 0 10 0,0 0 4 16,0 0 4-16,0 0 0 0,0 0 0 0,0 0-9 16,0 0-3-16,0 0-6 0,-6 7-5 0,6-7-9 15,0 0 0-15,0 0-7 0,0 0-7 0,0 0-7 0,0 0-9 16,0 0-1-16,0 0-8 0,0 0-9 15,0 0 0-15,0 0-4 0,0 0-4 0,0 0 1 0,0 0-3 16,0 0 2-16,0 0-1 0,0 0 1 0,0 0-5 16,0 0 6-16,0 0 0 0,0 0 2 0,0 0-1 15,0 0 6-15,0 0 2 0,0 0 2 0,0 0 1 16,0 0 8-16,0 0 1 0,0 0-1 0,0 0 3 16,0 0-1-16,0 0-8 0,0 0 1 0,0 0-6 15,0 0-1-15,0 0-7 0,0 0 0 0,0 0-8 16,0 0-3-16,0 0-1 0,0 0-1 0,0 0-5 15,0 0 2-15,0 0 2 0,0 0-4 0,0 0 0 16,0 0-4-16,0 0 3 0,0 0-2 0,0 0 2 16,0 0-3-16,0 0 6 0,0 0-3 0,0 0 2 15,0 0-3-15,0 0 0 0,0 0 15 0,0 0-17 16,0 0 1-16,0 0-5 0,0 0 4 0,0 0 3 16,0 0-2-16,0 0 1 0,0 0-2 0,0 0 3 15,0 0-3-15,0 0 1 0,0 0-2 0,0 0 1 16,0 0 3-16,0 0-3 0,0 0 3 0,0 0 1 15,0 0 0-15,0 0-3 0,0 0 3 0,0 0-5 16,0 0 4-16,0 0 1 0,0 0 0 0,0 0-2 16,0 0 3-16,0 0 0 0,0 0-6 0,0 0 2 15,0 0 0-15,0 0-2 0,0 0 3 0,0 0 2 16,0 0 0-16,0 0-2 0,0 0 0 0,0 0 0 16,0 0 3-16,0 0-6 0,0 0 6 15,0 0-2-15,0 0 3 0,0 0-5 0,0 0 2 0,0 0 1 16,0 0-4-16,0 0 2 0,0 0-5 0,0 0 5 15,0 0 1-15,0 0 3 0,0 0-6 0,0 0 3 16,0 0-4-16,0 0 5 0,0 0-3 0,0 0 0 16,0 0 2-16,0 0-2 0,0 0-3 0,0 0 7 15,0 0-2-15,0 0-1 0,0 0 0 0,0 0-3 16,0 0 0-16,0 0 5 0,0 0-5 0,0 0 4 16,0 0-1-16,0 0 2 0,0 0-2 0,0 0-3 15,0 0 1-15,0 0 0 0,0 0-1 0,0 0 3 16,0 0 3-16,0 0 0 0,0 0-3 0,0 0 3 15,0 0-2-15,0 0-1 0,0 0-1 0,0 0-4 16,0 0 7-16,0 0 3 0,0 0-1 0,0 0 1 16,0 0-1-16,0 0 4 0,0 0-4 0,0 0-2 15,0 0 7-15,0 0 7 0,0 0 8 0,0 0-9 16,0 0-5-16,0 0-3 0,0 0-4 0,0 0 1 16,-13-3-1-16,13 3-3 0,-10-2 19 0,10 2-19 15,-16-1 16-15,16 1-20 0,-16-1 22 0,16 1-23 16,-19-2 19-16,19 2-25 0,-18-1 22 0,18 1-19 0,-15-1 19 15,15 1-18-15,-15-1 24 0,15 1-13 16,-13 0 23-16,13 0-19 0,0 0 17 0,-14-2-16 16,14 2 19-16,0 0-15 0,0 0 19 0,-14-3-11 15,14 3 15-15,0 0-7 0,0 0 11 0,0 0-10 0,0 0 8 16,0 0-13-16,14-7-2 0,-3 5-4 0,4-2-4 16,4 2 2-16,7-3 1 0,0 1-12 0,9 1 3 15,2 0-6-15,4-1 4 0,5 0 4 0,4 2-17 16,0-1 6-16,-2 1 4 0,-8 1-7 0,0 0 6 15,-9 1-6-15,-2 1-8 0,-5-2-19 0,-2 0 6 16,-4 1-5-16,-3 0 10 0,-15 0 0 0,23 0 14 16,-23 0-10-16,0 0 15 0,0 0-8 0,0 0 8 15,0 0-11-15,-14 2 9 0,14-2-5 0,-26 0 9 16,13 1-8-16,-1-2 13 0,1 2-17 0,13-1 18 16,-22 0-10-16,22 0 10 0,-18 0-19 0,18 0 8 15,-15 2-1-15,15-2 10 0,-10 10 3 0,10-10 15 16,-5 18 0-16,5-8 19 0,2 5 7 0,-2 2-2 15,3 5 7-15,2 0 8 0,0 1 12 0,-1 2-19 16,4 4 22-16,-4 1-31 0,3-2-12 0,-3 1-2 16,0-3 3-16,1 0-2 0,-3 1-2 0,3 0-2 15,-3-1 3-15,-2-1-4 0,0-1-8 0,-1-1 12 16,-3 0 16-16,0-2 6 0,-2 0 20 16,-1-3 33-16,-4-1 4 0,-3-2-1 0,-2-1 5 0,-4-2-11 15,-5 0-11-15,-2-3-14 0,-7-2-14 0,-1-1-16 16,-1-4-7-16,-2 0-7 0,-1-2-3 0,1-1-9 15,1-2-5-15,2-1-2 0,3-1-1 0,6 1-2 16,1-2-3-16,4 1-2 0,4 0 2 0,1-1-49 16,4 0-43-16,2-2-58 0,1 1-71 0,5-2-41 15,4 9-34-15,-1-12-37 0,1 12-58 0,13-13-38 16,-3 8-40-16,3 1-59 0,4 0-41 0,1 1-123 0,3 0-276 16,4 0-544-16</inkml:trace>
  <inkml:trace contextRef="#ctx0" brushRef="#br0" timeOffset="138436.7781">25262 9864 326 0,'0'0'782'0,"11"-10"-172"0,-11 10-57 0,5-12-40 16,-5 12-59-16,6-17-28 0,-6 17-38 0,3-19-44 0,0 9-46 16,-3 10-3-16,5-20-78 0,-2 12-3 15,-3 8-72-15,9-15-2 0,-3 8-55 0,1 0 4 0,2 3-46 16,-9 4 22-16,20-6-46 0,-20 6-2 0,25 0-3 15,-12 2-3-15,-1 1-4 0,3 1-3 0,-1 2 0 16,0 0-4-16,1 1-8 0,-3 0-9 0,0 1-6 16,0 0-5-16,-3-1 4 0,-3-1-3 0,2 1 17 15,-8-7-3-15,4 12 5 0,-4-12 35 0,0 10-39 16,0-10 38-16,-14 10-47 0,5-6 43 0,-2-2-40 16,-3 2 3-16,0-3 1 0,-1 0 7 0,0 0-8 15,-1-1 5-15,3-1-36 0,-1 0-5 0,1-1 13 16,1-1-41-16,3-2-44 0,1 0-38 0,8 5 6 15,-7-13-17-15,7 13 6 0,4-19-14 0,5 7-16 16,2-4 0-16,5-1-14 0,5-1 13 0,0 0 26 16,7-4 20-16,3-1 24 0,-1-1 24 0,0 2 20 15,0-3 23-15,-1 0 15 0,-4 0 44 0,0 0 12 16,-3 0 39-16,-4 2 61 0,-1 1 32 0,-4 1 31 16,-2 3 2-16,0 0 31 0,-4 1 7 0,-1 2-7 15,-3 1-2-15,1 3-13 0,1 1-15 0,-5 10-6 16,4-18-42-16,-4 18-12 0,1-13-35 0,-1 13 37 15,0 0-16-15,0 0 40 0,0 0-33 0,0 0 49 16,-5 15-40-16,0-3 30 0,3 4-49 0,-1 2 35 16,1 1-50-16,0 5 29 0,0 1-58 0,2 0 31 15,0 2-48-15,0 0 30 0,2-1-50 0,0 1-3 16,1 0-2-16,0-1-2 0,3-1 0 0,-2-1-2 0,1 1-4 16,1-4 0-16,-3 0-12 0,3-4-20 15,-2 0-29-15,1-2-13 0,0-1-14 0,-1-2-16 16,0-3-3-16,1 2-12 0,0-5-2 0,2 1 11 15,-7-7 10-15,17 6-2 0,-17-6 13 0,21-3-6 0,-10 0 14 16,0-2 11-16,0-3 12 0,0 0 12 16,-1-1 11-16,1-1 2 0,-3 0 22 0,1 1 9 15,-1 0 37-15,-2 2 2 0,-1 1 42 0,1-1-34 16,-6 7 36-16,10-11-46 0,-10 11 27 0,6-7-52 16,-6 7 29-16,0 0-38 0,9-7 29 0,-9 7-32 0,0 0 35 15,11 4-33-15,-11-4 33 0,8 6-35 0,-8-6 30 16,14 11-38-16,-5-5 3 0,1 2-1 15,1 1-15-15,3-2-60 0,-1 2-50 0,0-1-61 16,3 0-62-16,1 0-76 0,0 2-63 0,-1-3-30 0,-1 0-45 16,1-1-112-16,-3-1-50 0,1-1-304 0,-2-1-503 15</inkml:trace>
  <inkml:trace contextRef="#ctx0" brushRef="#br0" timeOffset="138787.6017">26410 9749 693 0,'4'-10'600'0,"1"2"-67"16,-5 8-21-16,4-13-25 0,-4 13-7 15,4-11-12-15,-4 11-15 0,5-11-77 0,-5 11-18 0,0 0-83 16,4-12-10-16,-4 12-88 0,0 0-7 0,0 0-54 16,0 0 36-16,0 0-42 0,0 0 32 0,0 0-58 15,0 0 31-15,7 12-49 0,-7-12 1 0,0 15-8 16,0-15-2-16,3 18-10 0,-3-18-10 0,2 20-8 16,0-10-4-16,0 0-6 0,0 1-1 0,0-1-5 15,1 0 0-15,-3-10-16 0,6 18-10 0,-6-18-11 16,2 13-8-16,-2-13 5 0,6 11 5 0,-6-11-3 15,8 7-5-15,-8-7-3 0,13 0 9 0,-13 0-4 16,17-6-14-16,-4 0 5 0,1-3 1 0,1-1 38 16,1-2-33-16,2-1 42 0,0-1-39 0,-3 0 40 15,3 2-33-15,-4 2 67 0,-3-1-20 0,0 3 62 16,0-1-37-16,-3 3 29 0,0 0-53 0,-1-1 30 16,-7 7-45-16,14-6 28 0,-14 6-44 0,11-3 38 15,-11 3-40-15,13 5 38 0,-1-1-40 0,-1 1 37 16,5 3-50-16,3 1-25 0,6 2-117 0,5-2-74 15,1 3-98-15,5 2-179 0,0 0-154 0,-5-4-948 16,0 2-1272-16</inkml:trace>
  <inkml:trace contextRef="#ctx0" brushRef="#br0" timeOffset="140353.5801">24847 10582 191 0,'0'0'601'0,"0"0"-89"0,-11-7-81 0,11 7 0 16,0 0-40-16,-8-5-12 0,8 5-37 0,0 0-11 15,0 0-48-15,-8-6-16 0,8 6-44 0,0 0-23 16,0 0-28-16,0 0-17 0,0 0-29 0,-8-5 2 16,8 5-17-16,0 0 0 0,0 0-6 0,0 0-12 15,0 0-18-15,0 0-1 0,0 0-16 0,0 0 3 16,0 0-4-16,-8-5-8 0,8 5-7 15,0 0-6-15,0 0-1 0,0 0-9 0,0 0-12 0,0 0 6 16,0 0-5-16,0 0-4 0,0 0-3 0,0 0-2 16,0 0 2-16,0 0 0 0,0 0-3 0,0 0 0 15,0 0 0-15,0 0-7 0,0 0 6 0,0 0-3 16,0 0 3-16,0 0-1 0,0 0-2 0,0 0-1 16,0 0-1-16,0 0 4 0,0 0 5 0,0 0-7 15,0 0-1-15,0 0 2 0,0 0-1 0,0 0 4 16,0 0-5-16,0 0 5 0,0 0 0 0,0 0-1 15,0 0-2-15,0 0-1 0,0 0 1 0,0 0-4 16,0 0 8-16,0 0-5 0,0 0-2 0,0 0 1 16,0 0 1-16,0 0-1 0,0 0-5 0,0 0 5 15,0 0-9-15,0 0 8 0,-9-3 0 0,9 3 6 0,0 0-6 16,0 0-1-16,-12 2-3 0,12-2 8 16,0 0 2-16,-16 3-10 0,16-3 6 0,-12 1-2 15,12-1 1-15,-13 2 5 0,13-2-11 0,-11 3 4 0,11-3-2 16,-11 2-2-16,11-2-1 0,0 0-1 0,-14 4-3 15,14-4 4-15,0 0 1 0,-11 2-4 0,11-2 1 16,0 0 3-16,0 0 1 0,0 0 0 0,-12 4-2 16,12-4 5-16,0 0 3 0,0 0-3 0,0 0 0 15,0 0 0-15,0 0 2 0,-10 2 0 0,10-2-1 16,0 0 3-16,0 0-3 0,0 0 1 0,0 0 6 16,0 0-7-16,0 0 0 0,0 0-3 0,0 0 7 15,0 0-4-15,0 0-2 0,0 0 6 0,0 0-1 16,0 0-2-16,0 0-4 0,0 0 9 0,-11 2-1 15,11-2-1-15,0 0 3 0,0 0 9 0,0 0-3 16,0 0-2-16,0 0 8 0,0 0-1 0,0 0-3 16,0 0 2-16,0 0 4 0,0 0-1 0,0 0-5 15,0 0 5-15,0 0 4 0,0 0 0 0,0 0 6 16,0 0-5-16,0 0-2 0,0 0 3 0,0 0-9 16,0 0 6-16,0 0-3 0,0 0-3 0,0 0-2 0,0 0 4 15,0 0-2-15,0 0 2 0,0 0 1 16,0 0 0-16,0 0-4 0,0 0 5 0,0 0-2 15,0 0 1-15,0 0 1 0,0 0-2 0,0 0 2 16,0 0-5-16,0 0-6 0,0 0 4 0,0 0-10 0,-13-2 3 16,13 2-3-16,0 0 0 0,0 0 0 0,-14-1-3 15,14 1 1-15,0 0 0 0,-14-1-1 16,14 1-1-16,0 0 5 0,-13 0-4 0,13 0-3 16,0 0 1-16,-17-2 2 0,17 2 0 0,0 0 0 0,-14-1-1 15,14 1-1-15,0 0-1 0,0 0-7 0,-13 1 9 16,13-1-5-16,0 0 0 0,0 0 0 0,0 0 1 15,0 0 2-15,-14-1-2 0,14 1 5 16,0 0 3-16,0 0 2 0,0 0 2 0,0 0-1 0,15-1-1 16,-15 1-3-16,24-2 3 0,-5 0-1 0,6-1-3 15,5 2-1-15,7-2 0 0,3 1 2 0,10-1 1 16,2 0 32-16,1 1-54 0,0-1 5 0,0 0-11 16,-3 0-9-16,-1 0-20 0,-11-1-11 0,-2 2-5 15,-7-1 4-15,-2 0 14 0,-6 2 3 0,-1-3-11 16,-3 1-25-16,-1-1-13 0,-5-1 1 0,-1 2 11 15,-1-2 6-15,-9 5-19 0,5-7-16 0,-5 7 8 16,0 0-10-16,-12-12 16 0,2 9-17 0,-2 0 16 16,-2 0 18-16,0 2 17 0,-2-1 33 0,2 2-12 15,-1-1 25-15,0 2-13 0,1-1 24 0,-1 3-15 16,1-1 21-16,2 2-11 0,-1 0 42 0,0 2 2 16,2 3 43-16,-1 1 14 0,3 1 15 0,0 2 25 15,1 3 13-15,-1 0 14 0,1 3 28 0,2 2-14 16,0 0-7-16,1 1-7 0,0 0 31 0,3 0-55 15,-1 1 26-15,2 1-51 0,0-4 17 0,1 1-58 0,1 0 28 16,-1-1-37-16,2-2 7 0,2 5-47 0,-1-5 33 16,2 4-46-16,-2-1-3 0,2-3-111 15,-2-1-48-15,3-1-87 0,-2-1-76 0,2-1-64 16,2 1-109-16,-2-3-37 0,1 0-92 0,0-2-754 0,3-1-979 16</inkml:trace>
  <inkml:trace contextRef="#ctx0" brushRef="#br0" timeOffset="140570.4049">25416 10934 878 0,'5'-10'855'0,"0"1"-136"15,-5 9-109-15,7-12-53 0,-7 12-47 0,6-11-60 16,-6 11-60-16,3-10-49 0,-3 10-49 0,0 0-42 16,6-8-11-16,-6 8-11 0,0 0-12 0,0 0-21 15,0 0-32-15,4 10-24 0,-4-10-21 0,4 12-26 16,-4-12-17-16,6 18-11 0,-2-7-15 0,-1-2-8 15,3 2-15-15,-1 1-32 0,1-1-60 0,1 0-58 16,-2 0-127-16,1-1-68 0,0-2-63 0,0 2-131 16,-1-2-60-16,1 0-72 0,0 0-188 0,-6-8-358 15,4 8-802-15</inkml:trace>
  <inkml:trace contextRef="#ctx0" brushRef="#br0" timeOffset="140753.549">25601 10721 650 0,'4'-20'775'16,"1"2"-177"-16,-3 1-20 0,1 1-14 0,-1-1-50 16,2 2-70-16,-2-2-36 0,0 3-88 0,1 1-14 0,-1 1-74 15,0 1-8-15,0 0-86 0,-2 11 8 16,6-15-92-16,-6 15-19 0,8-11-73 0,-8 11-47 16,13-6-80-16,-13 6-84 0,16 2-67 0,-7 1-75 15,0 3-61-15,0 3-103 0,0 1-619 0,-4 2-786 0</inkml:trace>
  <inkml:trace contextRef="#ctx0" brushRef="#br0" timeOffset="141453.309">25860 10746 1091 0,'0'0'856'0,"0"0"-111"0,6-14-50 16,-6 14-39-16,0 0-57 0,4-11-77 0,-4 11-65 15,0 0-70-15,0 0-68 0,0-11-73 0,0 11-47 16,0 0-41-16,0 0-30 0,0 0-19 0,0 0-20 15,9 10-11-15,-9-10-15 0,10 18-10 0,-6-6-7 16,3 2-11-16,-1-2-5 0,1 5 44 16,2-1-63-16,-2 1 50 0,1 0-64 0,1 0 51 15,-3-2-64-15,2-1 42 0,-3 0-76 0,1-2 29 0,2-1-57 16,-4-1 31-16,0-1-35 0,-4-9 38 0,7 15-27 16,-7-15 46-16,8 11-42 0,-8-11 22 0,10 4-49 15,-10-4 38-15,0 0-31 0,18-3 45 0,-18 3-27 16,18-10 43-16,-11 3-35 0,3-2 48 0,0 0-28 15,-1 0 39-15,-1 0-27 0,-1 2 52 0,0-1-10 16,0 1 56-16,-7 7-21 0,11-12 12 0,-11 12 1 0,10-9-7 16,-10 9-12-16,8-7-8 0,-8 7-9 15,7-7 3-15,-7 7-13 0,0 0 0 0,8-4 7 16,-8 4 12-16,0 0 3 0,14 6-2 0,-14-6-8 16,11 7 45-16,-11-7-59 0,12 9 40 0,-12-9-53 15,13 12 44-15,-13-12-50 0,11 11 44 0,-3-4-48 0,-8-7 44 16,11 14-48-16,-11-14 40 0,10 10-50 15,-10-10 30-15,10 9-55 0,-10-9 39 0,9 8-51 0,-9-8 34 16,6 6-39-16,-6-6 45 0,0 0-40 0,14 7 32 16,-14-7-41-16,0 0 44 0,16-3-37 15,-16 3 32-15,16-10-35 0,-8 6 48 0,1-3-42 0,2-1 46 16,1 0-30-16,-1-1 41 0,1 1-31 0,-1 0 5 16,1-2 10-16,0 1 38 0,-1 1-40 0,0 0-5 15,-1-1 26-15,1 1 14 0,-3 1 17 0,-8 7 15 16,14-11 7-16,-7 6 7 0,-7 5 3 0,11-10-8 15,-11 10-9-15,10-8-11 0,-10 8-7 0,8-6-4 16,-8 6-3-16,7-6-4 0,-7 6-2 0,0 0 2 16,10-5 5-16,-10 5 14 0,0 0 9 0,12-3 9 15,-12 3 9-15,0 0 10 0,16-1 0 0,-16 1 11 16,16-1-2-16,-16 1-24 0,25 1-13 0,-10-1-1 16,1 0-10-16,2 2-3 0,2-2 0 0,1 0-5 15,0 2-3-15,0-2-11 0,0 2 4 0,0-1-9 0,0 0 7 16,-1-1-6-16,0 1-3 0,-2-1 3 0,1 2 3 15,-2-2-36-15,-1 0-29 0,0 0-39 16,0 0-44-16,-1 0-58 0,-1 0-68 0,1 0-50 0,-1-1-27 16,-1 0-31-16,-2 0-36 0,-11 1-69 0,23-2-50 15,-23 2-75-15,16-4-171 0,-16 4-361 16,11-3-747-16</inkml:trace>
  <inkml:trace contextRef="#ctx0" brushRef="#br0" timeOffset="143070.3945">25021 11633 909 0,'-8'-10'869'0,"2"2"-184"16,1 1-102-16,5 7-90 0,-8-14-70 0,8 14-52 15,-8-10-67-15,8 10-32 0,0 0 12 0,-8-6 37 16,8 6-24-16,0 0-34 0,-6 13-23 0,6-13-26 15,-4 23-27-15,3-7 12 0,1 2-78 0,0 3 22 16,0 4-70-16,3 2-14 0,-1-1-11 16,0 2-9-16,1 3-4 0,1-2-10 0,0-3-6 0,0-2 0 15,1-1-10-15,0-2-15 0,-2-3-18 0,1-1-19 16,0-2-10-16,-2-1 1 0,0-3 12 0,-2-11 15 0,5 18 2 16,-5-18 5-16,5 9-2 0,-5-9-3 15,0 0-8-15,0 0 0 0,7-17-2 0,-7 4 18 0,1-4-45 16,0-3 35-16,-2-7-41 0,1-2 18 15,1-7-41-15,-1-3 41 0,4-5-26 0,-2-2 4 16,-1 0 15-16,3 2-5 0,2 0 10 0,1 1 9 16,1 2 8-16,4 1 29 0,0 2-30 0,-1 5 32 0,2 3-32 15,1 5 47-15,1 3-46 0,0 0 36 0,4 4-31 16,-3 5 30-16,2 3-29 0,-2 4 35 0,2 3-27 16,-2 3 29-16,2 4-29 0,1 2 10 0,1 4 1 15,-1 2 5-15,1 3-2 0,0 4 35 0,-5 0-32 16,2 2-5-16,-1 1 5 0,-3 2 2 0,-4-1-2 15,0-1 2-15,-2-1 1 0,-3 2 4 0,-2-4-10 16,-2 0 1-16,-4-1 21 0,-2 2-52 0,-4-2 20 16,-1 0-43-16,-5-3-1 0,0-1-37 0,-4-2-11 15,1 0-3-15,-2-3-23 0,0-2 18 0,2 0-6 16,1-4 30-16,4 1-21 0,0-2 25 0,1 1-15 16,13-3 10-16,-19 2-5 0,19-2 13 0,-12 1 12 15,12-1 9-15,0 0 18 0,0 0 24 0,0 0 20 16,0 0 13-16,2 13 19 0,-2-13 11 0,13 15 26 15,-6-6 6-15,4 1 18 0,0 1-26 0,4 0 15 0,0 3-17 16,3 0-9-16,3 2 3 0,3-1 5 0,2-2-25 16,1 1 10-16,3 0-21 0,1-3 5 15,5 3-20-15,-2-5 13 0,1 0-17 0,-3-2 7 0,2 2-11 16,2-3 9-16,-5-2-13 0,-3 0 1 0,0-1-5 16,-3-1 2-16,-2-2-6 0,-1 0 1 0,-2-3-22 15,0-1 15-15,1-2-14 0,-1 0 21 0,2-3-16 16,-4 0 24-16,0-2-6 0,-2-1 4 0,-1-1-11 15,1-2 17-15,-2 0 6 0,0 1 30 0,-1 0 35 16,1-1-1-16,-3 1 20 0,-1 2-11 0,2 0 25 16,-3 1-19-16,2 0 39 0,-2 1-55 0,2 1 2 15,-4 1-15-15,2 3-7 0,0 1-12 0,0-1 5 16,-9 5 12-16,23 0-6 0,-23 0 7 0,20 5-8 16,-7 1 1-16,-2 2-2 0,1 0-6 0,-1 2 30 15,-2 0-47-15,0 1 30 0,-2 0-44 0,-1 2 33 16,-1-1-40-16,-1-1 1 0,-4 1-4 0,-2-1 1 15,-2-1-1-15,-1 2-1 0,-5 0-5 0,-2-2 0 16,-1-2 0-16,-2 0-14 0,-2-4 3 0,-1 2 24 16,-3-3-41-16,4-1 40 0,-4-2-43 0,4 0 25 15,0-3-57-15,3 1-3 0,1-2-68 0,5-2-4 16,1-1-35-16,3-1-24 0,4 8 14 0,2-21-4 16,2 7 36-16,5 0-29 0,5-3 26 0,2 0-17 0,4-1 17 15,0-1-7-15,2 0 31 0,1 0 13 0,4-4 31 16,-3 0 0-16,1-1 32 0,0 0 3 15,-5 2 28-15,2-3 20 0,-4 4 33 0,1-2-1 0,-4-1 44 16,-1 1 0-16,-1-1 46 0,0 0-6 0,-1 1 19 16,-3 2 4-16,-1 2 37 0,0 2 31 0,-2 0-40 15,-1 3 55-15,-1 2-29 0,0 0 12 0,-1 3-68 16,-3 9 9-16,5-16-66 0,-5 16 22 0,0 0-28 16,0 0 61-16,0 0-13 0,6 9 20 0,-5 2-5 15,1 6 13-15,0 3-17 0,0 7-2 0,2 3-9 16,1 5-10-16,-1 0-10 0,4 6-20 0,-2 0-12 15,1-1-5-15,1 2-22 0,2-3 1 0,-3-1-9 16,-1-5 6-16,3-2-18 0,0 0-1 0,-2-2-6 16,2-3-1-16,-1-3-13 0,0-4 14 0,-2 1-13 15,1-4 9-15,-3-3-12 0,1-1 14 0,2-2-10 16,-3-1 18-16,-4-9-20 0,11 10-6 0,-11-10-10 16,11 6 0-16,-11-6-4 0,12-4-14 0,-12 4-18 15,9-12-7-15,-3 2-13 0,-3-1 40 0,4-3-62 0,-3 0 38 16,1-2-38-16,-1 1 51 0,2 1-28 15,-1-1 51-15,2 1-34 0,-2 1 40 0,1 1-30 16,-1 2 37-16,1 1-33 0,2 2 39 0,-2 0-33 0,1 2 41 16,-7 5-37-16,18-4 40 0,-18 4-30 0,19 2 38 15,-7 1-33-15,-3 4 51 0,4 2-33 16,-3 0 64-16,1 2-39 0,0 1 61 0,1 2-47 0,-2 0 0 16,-1 1 8-16,1-1 1 0,-2 0 0 0,-3-1-5 15,1 0 8-15,0 0 20 0,-2-2-9 0,-2 0 18 16,2-1-20-16,-4-10 15 0,-2 15-37 0,2-15 25 15,-8 15-38-15,-4-9-16 0,-3-2-9 0,-6-1-2 16,-6-2-124-16,-2-1-106 0,-7-2-154 0,-2-4-115 16,-7 0-238-16,2-1-255 0,3-4-655 0,1 0-1312 15</inkml:trace>
  <inkml:trace contextRef="#ctx0" brushRef="#br0" timeOffset="145155.2204">28590 9594 119 0,'0'0'482'0,"0"0"-89"16,0 0-100-16,0 0-16 0,0 0-66 0,0 0 29 16,0 0-68-16,0 0 35 0,0 0-63 0,9 5 22 15,-9-5-44-15,0 0 18 0,0 0-22 0,0 0-33 16,0 0 2-16,0 0-3 0,0 0-17 0,0 0-7 16,0 0-29-16,0 0 12 0,0 0-7 0,0 0-5 15,0 0-5-15,0 0-7 0,0 0-1 0,0 0-7 16,0 0 0-16,0 0 1 0,0 0 1 0,0 0-2 15,0 0 10-15,0 0 6 0,0 0 10 0,0 0 7 16,0 0 3-16,0 0-2 0,0 0 9 0,0 0-1 16,0 0-7-16,0 0-2 0,0 0 12 0,0 0-2 15,0 0-1-15,0 0-6 0,0 0-6 0,0 0-6 16,0 0-4-16,0 0-3 0,0 0-3 0,0 0-7 16,0 0 7-16,0 0-3 0,0 0 0 0,0 0-1 15,0 0 0-15,0 0-3 0,0 0-1 0,0 0 0 16,0 0-7-16,0 0 9 0,0 0 3 0,0 0 8 15,0 0 6-15,0 0 0 0,0 0-2 0,0 0-6 16,0 0 1-16,0 0-4 0,0 0-1 0,0 0 0 16,0 0 4-16,0 0 3 0,0 0-5 0,0 0-2 15,0 0-3-15,0 0 0 0,0 0-6 0,0 0-2 16,0 0 1-16,0 0-10 0,0 0 0 0,0 0-1 16,0 0 2-16,0 0-2 0,0 0 0 0,0 0-3 15,0 0 0-15,0 0 4 0,0 0-3 0,0 0 2 16,0 0-7-16,0 0 5 0,0 0 0 0,0 0 2 15,0 0-7-15,0 0 5 0,0 0 1 0,0 0 0 16,0 0-1-16,0 0-2 0,0 0 0 0,0 0 1 16,0 0 1-16,0 0 0 0,0 0-2 0,0 0 3 15,0 0-3-15,0 0 1 0,0 0 0 0,0 0 1 16,0 0-5-16,0 0 4 0,0 0 1 0,0 0 0 16,0 0-2-16,0 0 0 0,0 0-1 0,0 0 4 15,0 0-2-15,0 0-1 0,0 0-2 0,0 0 4 16,0 0 1-16,0 0-5 0,0 0 3 0,0 0 0 15,0 0 2-15,0 0 0 0,0 0-2 0,0 0 1 16,0 0-2-16,0 0-2 0,0 0 2 0,0 0 1 16,0 0 0-16,0 0 2 0,0 0-1 0,0 0 0 15,0 0-2-15,0 0 2 0,0 0-2 0,0 0-4 16,0 0 3-16,0 0 2 0,0 0 0 0,0 0 0 16,0 0-1-16,0 0 0 0,0 0 1 0,0 0 2 15,0 0-5-15,0 0 2 0,0 0 3 0,0 0 0 16,0 0 1-16,0 0-4 0,0 0 3 0,0 0-1 15,0 0 0-15,0 0 0 0,0 0 0 0,0 0-5 16,0 0 14-16,0 0-11 0,0 0 2 0,0 0-1 16,0 0-2-16,0 0 1 0,0 0-2 0,0 0 3 15,0 0 0-15,0 0-2 0,0 0 2 0,0 0 2 16,0 0-3-16,0 0 2 0,0 0-1 0,0 0-2 16,0 0 0-16,0 0 2 0,0 0-4 0,0 0 4 15,0 0-13-15,0 0-3 0,0 0-9 0,0 0 0 16,0 0-3-16,0 0 1 0,0 0 1 0,0 0 7 15,0 0 2-15,0 0 5 0,0 0-2 0,0 0 4 16,0 0 8-16,0 0-5 0,0 0 3 0,0 0-2 16,0 0 5-16,0 0-2 0,-14-3-1 0,14 3 0 15,0 0 1-15,-10-6 4 0,10 6-2 0,-8-3 0 16,8 3 3-16,-11-5-1 0,11 5 3 0,-13-6-3 16,13 6 9-16,-18-4 6 0,9 1 2 0,-2 1 6 15,-3 0-1-15,-1-1 5 0,-3 1 2 0,2 0 11 16,-2 1 3-16,-1-1-4 0,2 1 11 0,2-2 12 15,2 3 11-15,1-1-9 0,12 1 33 0,-20-1-24 16,20 1 38-16,-17-2-2 0,17 2-2 0,-12-3-9 16,12 3-15-16,0 0-17 0,0 0-9 0,0 0-11 15,6-8-7-15,5 4-8 0,5 2-6 0,2-2-3 16,0 2-5-16,7-1-1 0,2 1-7 0,0 0 2 16,2-1-3-16,0 1-5 0,-2 1 0 0,2 0 2 0,0 1-2 15,-4-2-1-15,-1 2-1 0,-2-1 2 0,-4 1-1 16,-1 0-1-16,-4-1 4 0,1 1 0 15,-14 0-1-15,22-1-1 0,-22 1-3 0,17-1-1 16,-17 1-1-16,11-3 2 0,-11 3-3 0,0 0-2 16,0 0 2-16,0 0-3 0,0 0-3 0,0 0 0 15,0 0 0-15,0 0-2 0,0 0 3 0,0 0 3 16,-5 7-6-16,5-7 8 0,-9 13 1 0,5-5-5 16,-1 2 5-16,-1 1 2 0,1 2-3 0,0 0 1 15,0 1-1-15,1 1-36 0,0-1 38 0,-1 2-38 16,2-1 30-16,1-1-35 0,0 1 51 0,0-1-47 0,0-2 36 15,1 1-28-15,-1-2 32 0,0-2-31 0,0 2 41 16,2-11-32-16,-4 19 31 0,4-19-32 16,-5 14 7-16,5-14 1 0,-10 13 4 0,10-13 1 15,-13 11 0-15,2-7 32 0,-2-1-31 0,2 1 29 16,-5-2-38-16,-2 0 32 0,-2-1-37 0,-1-1 14 0,0 0-50 16,-2 0-14-16,0-1-24 0,1 1-41 0,0-2-11 15,1 1-39-15,2 1-16 0,5 0-74 16,-1-1-58-16,15 1-30 0,-19-2-71 0,19 2-8 0,0 0-32 15,0 0-460-15,0 0-511 0</inkml:trace>
  <inkml:trace contextRef="#ctx0" brushRef="#br0" timeOffset="145996.7563">28897 9806 198 0,'9'-6'705'0,"-9"6"-171"0,10-11-58 15,-10 11-13-15,5-11-22 0,-5 11-35 0,2-14-29 16,-2 14-38-16,0-14-18 0,0 14-36 0,1-14-35 15,-1 14-59-15,1-12-17 0,-1 12-54 16,2-12-16-16,-2 12-31 0,6-8-1 0,-6 8-35 0,11-5 10 16,-11 5-28-16,17-2 6 0,-17 2-19 0,22 3-3 15,-11 0-14-15,1 1-13 0,-1 0-9 0,2 1-9 16,-3 0-4-16,0 0-11 0,1 1 0 0,-4 0 4 16,0 0 24-16,-7-6-8 0,9 11 19 15,-9-11-6-15,0 13 16 0,0-13-10 0,-5 8 17 0,5-8-9 16,-11 7 8-16,11-7-4 0,-19 6 9 0,8-3-14 15,-2-2 16-15,1 0-14 0,12-1 15 0,-23 2-20 16,23-2-4-16,-19 0-55 0,19 0-13 0,-16-3-43 16,16 3-12-16,-11-7-7 0,11 7-14 0,-5-11-21 15,5 11-10-15,5-13-6 0,1 2 25 0,3 0 23 16,4 0 37-16,2-4 20 0,4 0-18 0,0-3 72 16,2-1-8-16,0 1 74 0,-2-2 4 0,1 0 66 15,-1 0-7-15,-1-1 73 0,-1 1 14 0,-1-1 28 16,1 2 6-16,-5 2 25 0,1 1 5 0,-3 2 8 15,-1 2-2-15,0 1-6 0,-3 3-30 0,0 0-36 16,-6 8-31-16,10-14-36 0,-10 14-21 16,8-7-14-16,-8 7 9 0,0 0 21 0,0 0 3 0,8 11-4 15,-8-11 0-15,2 19-15 0,-1-7-4 0,0 1-6 16,1 4-12-16,-2 0-8 0,1 1-15 0,0 1-8 16,0 0-3-16,1 2-9 0,0-2-37 0,1 3 37 15,2 0-35-15,-2-1 37 0,0-2-39 16,0-2 30-16,0 1-53 0,0-2 11 0,0-1-61 0,0-3 7 15,0-1-42-15,0 0-3 0,2-1 12 0,-5-10 4 16,9 15 1-16,-2-10-2 0,-7-5 4 0,16 5 20 16,-16-5 9-16,20-4 7 0,-8 1 12 0,-1-4 14 15,0 0 0-15,0-2 5 0,0 0 12 0,-1-1 9 16,1 2 1-16,-2-2 8 0,-3 3 23 0,2 0 26 16,-2 0 22-16,-6 7 2 0,11-11-2 0,-11 11-6 15,9-7-20-15,-9 7-12 0,8-6-2 0,-8 6-2 16,0 0 1-16,0 0 0 0,0 0 10 0,14 5-24 15,-14-5 36-15,6 6-26 0,-6-6 34 16,8 11-31-16,-8-11 47 0,10 11-31 0,-10-11 30 0,12 13-46 16,-5-7 35-16,1 1-43 0,1 0 33 0,0 0-26 15,2 0 17-15,1-1-41 0,-1 0 17 0,1-1-75 16,-1 0-4-16,1-1-53 0,-2 1-7 0,0-3 31 16,-10-2-35-16,17 4-19 0,-17-4-22 0,14 1-35 15,-14-1 2-15,11-2 10 0,-11 2 42 0,9-4 19 16,-9 4 25-16,0 0 19 0,11-8 21 0,-11 8 14 15,0 0 10-15,7-9 22 0,-7 9 28 0,0 0 31 16,8-9 24-16,-8 9 14 0,0 0 2 0,6-8 5 16,-6 8-4-16,0 0-2 0,0 0-6 0,5-9-16 15,-5 9-9-15,0 0-12 0,0 0-10 0,0 0-3 16,6-7-8-16,-6 7-11 0,0 0-20 0,0 0-18 16,0 0-21-16,0 0-39 0,0 0-59 0,0 0-85 15,9 4-55-15,-9-4-51 0,0 0-96 0,0 0-548 16,0 0-593-16</inkml:trace>
  <inkml:trace contextRef="#ctx0" brushRef="#br0" timeOffset="146688.7328">29852 9757 209 0,'0'0'344'0,"-9"-3"-41"0,9 3 33 0,-8-5-39 16,8 5-31-16,-7-6-21 0,7 6 1 15,-6-8-7-15,6 8 14 0,-4-9 8 0,4 9 20 16,-3-9 23-16,3 9 12 0,0 0-12 0,-3-13-14 0,3 13-38 16,0 0-16-16,-3-10-57 0,3 10-14 0,0 0-55 15,0 0-3-15,0 0-30 0,0 0 28 16,0 0-32-16,0 0 52 0,-6 6-68 0,6-6 27 16,0 13-38-16,0-13 26 0,0 17-40 0,0-17 26 0,3 21-35 15,-1-10 23-15,1 1-41 0,1 1 2 0,-1-1 30 16,2-1-41-16,0 0 31 0,0-1-39 0,-1 0 16 15,1-1-45-15,0-1 15 0,1 0-37 0,1 0 12 16,-7-8-39-16,13 9 8 0,-13-9-1 0,18 5 7 16,-18-5 4-16,19 0 9 0,-19 0 12 0,21-6 5 15,-11 0 12-15,2-1-4 0,-1 0 12 0,0-4-7 16,0 3 6-16,-1-3 7 0,-1 1-1 0,0 1 13 16,-3 2 1-16,1 0 6 0,-1 0 6 0,0 0 7 15,-6 7-4-15,9-9-3 0,-9 9 0 0,8-7-9 0,-8 7 0 16,0 0 3-16,11-6 0 0,-11 6-1 15,0 0 0-15,17 5 4 0,-17-5-26 0,21 6-36 16,-6-4-64-16,4 4-63 0,1-1-80 0,4 0-66 16,1 0-34-16,2 1-103 0,0-2-134 0,-1 1-346 0,1-1-532 15</inkml:trace>
  <inkml:trace contextRef="#ctx0" brushRef="#br0" timeOffset="147389.0987">30830 9643 709 0,'7'-10'655'0,"0"2"-87"0,-7 8-30 16,9-13-64-16,-9 13-63 0,5-11-57 0,-5 11-63 15,0 0-22-15,1-14-54 0,-1 14-4 0,0 0-57 16,-10-7 13-16,10 7-64 0,-14-1-14 0,14 1-19 16,-15 3-11-16,15-3-11 0,-19 6-8 0,10-1-6 15,0 1-8-15,-1 0-1 0,1 1-6 0,0-1-4 16,1 1-4-16,0 0-5 0,1 1-12 15,0 1-14-15,0-3-28 0,2 1-30 0,5-7-17 0,-7 14 2 16,7-14-6-16,-5 11-8 0,5-11-5 0,0 0-4 16,1 13 10-16,-1-13-4 0,0 0 2 0,9 9-12 15,-9-9 16-15,12 2-14 0,-12-2 20 0,14-1-21 16,-14 1 30-16,20-4-14 0,-10-1 32 0,1 3-2 16,0-3 36-16,-1 1-16 0,-1 1 57 0,1-3 7 15,-10 6 44-15,15-7 8 0,-15 7 28 0,14-9-10 16,-14 9 1-16,11-8 0 0,-11 8 9 0,8-4-13 0,-8 4-2 15,9-4-21-15,-9 4-3 0,0 0-17 16,9-6-6-16,-9 6-12 0,0 0 2 0,0 0-11 0,12-5 4 16,-12 5-7-16,0 0 0 0,12 3 2 0,-12-3 7 15,10 3-8-15,-10-3 6 0,13 5-4 0,-13-5 5 16,17 2-5-16,-17-2 3 0,23 3-6 0,-12-1 3 16,-11-2-4-16,25 0 5 0,-13 0-8 0,2-2 9 15,-2-1-7-15,0 1 2 0,3-2 2 0,-1-1 8 16,0-3 17-16,-1 1 22 0,1 0 15 0,-2-4 0 15,1 1 15-15,-3-1-27 0,4-4 15 0,-3 1-17 16,-4-1 15-16,0-3-27 0,0 0 11 0,-3 0-28 16,1 0 24-16,-3-1-32 0,-1 2 27 0,-2 0-30 15,-1-1 6-15,-1 2 6 0,-3 1-11 0,-1 0 0 16,-4 0-4-16,-3 2-3 0,-3 3-1 0,-5 1 0 16,-4 4 4-16,-4 4-2 0,-9 2 5 0,-8 4 0 15,-1 5 7-15,-2 5 15 0,-10 5 11 0,0 7 10 16,4 2-2-16,-2 4 7 0,3 3 7 0,2 3 27 15,6 2 10-15,4-1 25 0,6 1-37 0,10-6 39 0,6 1-26 16,7 0 48-16,6-5-47 0,5-3 44 16,3-1-25-16,8 2 74 0,6-4-70 0,8 3 60 15,7-6-111-15,5-2 64 0,7-2-107 0,6-3 76 16,15-1-106-16,2 0 74 0,5-3-98 0,1 0 63 0,1-3-76 16,-2 0-75-16,-10-3-64 0,-3 1-80 15,-1-1-104-15,-5-2-58 0,-8-1-52 0,-5 0-65 16,-6-2-84-16,-4 0-33 0,-6 2-206 0,-3-4-329 0,-5 0-791 15</inkml:trace>
  <inkml:trace contextRef="#ctx0" brushRef="#br0" timeOffset="148196.3141">29055 10406 204 0,'-21'-6'698'0,"-3"0"-180"16,-2 1-94-16,-1 0-4 0,0 3-19 0,1-1-25 15,-1 0-24-15,5 2-38 0,1 0-25 16,4-1-34-16,1 2-33 0,2-1-31 0,1 0-31 0,13 1-27 16,-20-2-16-16,20 2-7 0,-15 1 18 0,15-1-13 15,0 0 38-15,0 0-47 0,0 0 20 16,17 7-55-16,0-5 17 0,2 0-49 0,4 0 21 16,6-2-42-16,1 2 31 0,9 1-11 0,0-2-9 15,2 0-37-15,2 1-36 0,-2 0-43 0,0-2-28 0,1 0 4 16,-5-1 10-16,-6-1 15 0,-3 0 18 0,-3-1 18 15,-3-1 6-15,-4-1 6 0,-2 0 8 0,-5-1 10 16,-4 0 1-16,-7 6 4 0,6-13 4 16,-6 13 6-16,-5-12 8 0,-1 6 6 0,-2-1 16 15,-3 1 15-15,1 2 10 0,-2 0 6 0,0 1 0 16,0 2 1-16,12 1 2 0,-25 3 12 0,12 1 8 0,-2 3 8 16,1 1-7-16,-1 4-23 0,0 2 41 0,1 3-30 15,-1 3 32-15,1 1-45 0,1 2 28 0,4-1-51 16,0-1-3-16,2 3-1 0,3-1-6 15,0 2-3-15,2 0 31 0,0 0-52 0,2-4-1 0,1 4-81 16,1-3-30-16,1 0-66 0,1-2-63 0,3-1-67 16,2-1-84-16,0 0-56 0,2-2-47 0,3-1-181 15,0-3-487-15,0 0-779 0</inkml:trace>
  <inkml:trace contextRef="#ctx0" brushRef="#br0" timeOffset="148396.6892">29588 10797 1444 0,'7'-10'960'0,"-3"1"-211"16,-4 9-77-16,4-13-50 0,-4 13-67 0,4-11-58 15,-4 11-72-15,0 0-77 0,3-13-81 0,-3 13-49 16,0 0-40-16,0 0-25 0,0 0-21 0,0 0-25 16,11 6 43-16,-11-6-94 0,10 17 45 0,-4-7-112 15,3 0-22-15,-1 3-109 0,1-1-49 0,0 1-101 16,1-1-70-16,-1 0-103 0,-1-1-108 0,1 1-28 15,-3-5-119-15,0 1-627 0,-6-8-949 0</inkml:trace>
  <inkml:trace contextRef="#ctx0" brushRef="#br0" timeOffset="148573.0157">29741 10582 320 0,'1'-19'871'0,"-2"3"-204"0,0 0-72 0,0-1-61 0,-1 2-19 16,-1 2-49-16,1 1-75 0,0 0-59 0,2 12-62 15,-3-19-55-15,3 19-54 0,-2-17-59 0,2 17-74 16,-2-10-48-16,2 10-19 0,0 0-66 16,0 0-71-16,0 0-70 0,11 8-67 0,-4-1-42 0,-1 4-64 15,1 0-101-15,1 1-501 0,0 2-631 0</inkml:trace>
  <inkml:trace contextRef="#ctx0" brushRef="#br0" timeOffset="149106.8223">29890 10634 419 0,'0'0'882'0,"0"0"-183"0,8-6-42 15,-8 6-78-15,0 0 0 0,6-13 6 0,-6 13-78 16,0 0 7-16,3-12-106 0,-3 12-25 0,0 0-124 16,0 0-13-16,3-11-90 0,-3 11 8 0,0 0-76 15,0 0 24-15,0 0-61 0,0 0 38 0,11 5-64 16,-11-5-4-16,9 12-1 0,-3-4 1 0,0 0-5 16,1 2 38-16,2 1-53 0,-1-1 53 0,-1 0-66 15,2 0 48-15,-1 1-51 0,-2-3 46 0,1 0-57 16,-1 1 19-16,1-1-73 0,-1-2 18 0,-1 2-51 0,-5-8 29 15,9 12-43-15,-9-12 35 0,9 10-41 16,-9-10 43-16,6 8-26 0,-6-8 53 0,7 5-29 16,-7-5 41-16,0 0-40 0,0 0 34 0,16-1-13 0,-16 1 35 15,10-6-19-15,-10 6 38 0,11-9-12 0,-11 9 69 16,10-7-3-16,-10 7 57 0,10-8-24 0,-10 8 50 16,10-6-23-16,-10 6 37 0,8-6-38 0,-8 6 26 15,9-4-47-15,-9 4 23 0,0 0-50 0,11-5 30 16,-11 5-51-16,0 0 43 0,14-4-52 0,-14 4 45 15,0 0-47-15,15 5 45 0,-15-5-56 0,11 4 43 16,-11-4-50-16,13 6 43 0,-13-6-55 0,12 9 47 16,-12-9-28-16,13 9 12 0,-13-9-63 0,13 10 34 15,-13-10-58-15,10 8 21 0,-10-8-11 0,9 8-3 16,-9-8 8-16,7 6 14 0,-7-6 5 0,0 0 10 16,9 5 5-16,-9-5-2 0,0 0 0 0,15-3-41 15,-15 3 52-15,10-6-38 0,-10 6 43 0,13-10-32 16,-13 10 46-16,14-10-30 0,-14 10 55 0,12-10-16 15,-12 10 46-15,10-7-34 0,-10 7 33 0,9-9-41 0,-9 9 28 16,9-7-48-16,-9 7 33 0,7-6-43 0,-7 6 35 16,11-3-40-16,-11 3 36 0,14-3-48 15,-14 3 7-15,21 2-94 0,-9-1-25 0,4 1-93 0,1 2-35 16,3-2-40-16,3 2-90 0,2-2-78 0,-1 4-40 16,2-1-116-16,0 0-700 0,0-2-933 0</inkml:trace>
  <inkml:trace contextRef="#ctx0" brushRef="#br0" timeOffset="149772.8842">31222 10599 485 0,'9'-12'821'0,"-3"-1"-111"0,0 1-71 0,0 1-68 16,-3 0 14-16,0 2-73 0,-3 9-63 0,3-19-43 15,-3 19-27-15,-1-17-102 0,1 17-25 0,-4-14-77 16,4 14-6-16,-10-7-64 0,10 7 3 0,-14-5-46 15,14 5-10-15,-22 5-12 0,11-3-7 0,-2 4-4 16,0 1-14-16,1 1 2 0,0 1-3 0,1 0 2 0,1 0-8 16,0 1-3-16,2-1 1 0,1 1-10 15,2-1-13-15,-2 1-57 0,3-1 13 0,0-1-66 16,1 2 19-16,-1-2-35 0,4-8 16 0,-3 14-13 16,3-14-2-16,1 11 11 0,-1-11-1 0,6 11 7 0,-6-11 6 15,16 4 8-15,-16-4 5 0,22 2 7 16,-8-5 5-16,2 0 11 0,1-2 13 0,0 1 17 0,1-2 10 15,-1 0 8-15,-1-1 14 0,1-2 16 0,-3 2 22 16,-1-1 25-16,0-1-7 0,-2 2 14 0,0-1-5 16,-2-2 35-16,1 3-17 0,-4 0 26 15,1-2-41-15,-2 1 33 0,-5 8-36 0,7-14 5 0,-7 14 10 16,6-13 4-16,-6 13-2 0,5-12-12 0,-5 12-8 16,5-11-2-16,-5 11-4 0,4-11-8 0,-4 11-4 15,0 0-5-15,4-11-9 0,-4 11-14 0,0 0-19 16,5-11-9-16,-5 11-14 0,6-6 34 0,-6 6-42 15,8-7 42-15,-8 7-29 0,11-8 33 0,-11 8-26 16,13-10 37-16,-7 4-18 0,3-1 29 0,-2-2-34 0,1 0 60 16,-1-3-29-16,2-1 57 0,-3 0-35 15,0-2 54-15,0-1-22 0,-2-1 42 0,-1 0-36 16,-1-2 26-16,-2 2-42 0,-2-1 2 0,-2 0 4 0,-2-1 1 16,-1 0-9-16,-2 2-9 0,-3 3-6 0,-1 1-6 15,-4 3 0-15,0 4 2 0,-4 4 3 16,-3 2 7-16,-4 4-2 0,-5 5 30 0,-6 7-37 0,-1 5 31 15,-6 6-25-15,0 8 24 0,0 1-30 0,1 4 4 16,1 0-12-16,3 5-1 0,4-2-33 0,2 1 47 16,5 1-36-16,7-7 49 0,3-3-34 0,5 1 53 15,5-6 1-15,2 1 7 0,6-6 30 0,4 0 35 16,4-3-82-16,9 1 87 0,6-2-100 0,8-1 74 16,6-4-107-16,6-2 67 0,5-4-131 0,2-2-5 15,4-1-60-15,0-3-54 0,3 1-46 0,2-2-99 16,2-1-54-16,1-1-83 0,0 1-111 0,1 0-81 15,-3 0-77-15,-1-2-711 0,-3 0-1039 0</inkml:trace>
  <inkml:trace contextRef="#ctx0" brushRef="#br0" timeOffset="151440.2489">28886 11525 187 0,'-9'-7'735'0,"-1"3"-139"0,3-2-73 16,7 6-4-16,-11-12-39 0,11 12-16 0,-10-12-38 15,10 12-17-15,-6-9-47 0,6 9-45 0,-7-7-54 0,7 7-54 16,0 0-29-16,0 0 16 0,0 0 8 0,0 0-19 16,-9 8 3-16,9-8-16 0,-1 21 17 15,0-6-51-15,1 2 34 0,0 3-78 0,0 1 35 0,1 5-78 16,0 0 38-16,0 0-64 0,1 2 43 16,0-1-60-16,0 1 56 0,0-1-70 0,0-2 47 15,0 0-54-15,1-3-2 0,-1-3-10 0,0-2-16 0,-1 0-16 16,1-3-5-16,1-2 9 0,-2 0 53 0,-1-12-36 15,3 16 39-15,-3-16-46 0,0 0 30 0,0 0-44 16,0 0 39-16,4-11-35 0,-4 0 34 0,0-7-49 16,-2-7 33-16,2-1-44 0,-2-9 37 0,1-3-38 15,0-7 13-15,1-1 4 0,0-2 5 0,2-1 38 16,2-1-38-16,1 2 40 0,1 1-23 0,2 3 38 16,2 4-30-16,1 3 38 0,-2 8-8 0,3 4-3 15,-3 4 3-15,5 3-7 0,-1 4 4 0,2 3 1 16,4 3 3-16,-1 4 0 0,1 1 1 0,2 4-3 15,3 2-1-15,1 2 2 0,1 5 3 0,1 2-2 16,-2 3-34-16,-1 0 43 0,-2 5-36 0,-4 0 40 16,0 2-45-16,-6 3 19 0,-4-3-46 0,-5 1-1 15,0 1-45-15,-7 2-16 0,-2 3-16 0,-5-2-5 16,-3 0 1-16,-4 1-6 0,-3-1 25 0,1-7 22 16,-1 0 24-16,1-3 15 0,3-2 13 0,0-5 12 15,2 1 3-15,2-3 17 0,1-1 1 0,1-3 13 16,5 1 0-16,6-5 3 0,-11 5 5 0,11-5-10 15,0 0 2-15,0 0-1 0,0 0 5 0,0 0 1 16,0 0-4-16,0 0 8 0,0 0 8 0,16 1 5 16,-16-1 7-16,20 6 0 0,-8-1 1 0,3 4 3 15,2 0-2-15,4 3-4 0,3 3 5 0,3 0-5 16,6 2-3-16,2 2-4 0,1-2-2 0,2 2-2 16,1-4-1-16,-2 1-2 0,0-1-6 0,-1-3 4 15,-6 0-1-15,-2-3-4 0,-3-1-2 0,-2-2 6 16,-6-1 1-16,1-1-2 0,-5-2 7 0,1 0 2 15,-14-2 8-15,22-2 6 0,-11-3 2 0,-3-1-2 0,0-1 7 16,0-3 5-16,-2-2-6 0,1-1 1 16,1-5-14-16,1 0 12 0,-1-1-11 0,2 0 32 15,1 0-46-15,2 0 38 0,0 2-20 0,1 1 22 0,0-1-19 16,1 4 39-16,-2 0-34 0,0 2 18 0,-1 2-17 16,-1 1 11-16,2 2-35 0,-3 3 32 15,2 1-34-15,-12 2 30 0,23 0-7 0,-11 2 0 0,-1 1 0 16,-2 3-3-16,3 1-3 0,-3 2-5 0,-1 1-8 15,0 1 1-15,-1 1-3 0,-2-1 0 0,-1 1 2 16,-1-1-2-16,-3 2-1 0,0-2-5 0,-2 1 8 16,-1-2-6-16,-4 1-4 0,-2 0 5 0,0-2-3 15,-2 0 0-15,-2 0 0 0,0-4-36 0,-3 2 38 16,3-3-36-16,1 0 44 0,-1-2-55 0,1-1 11 16,12-1-55-16,-22-3-12 0,22 3-37 0,-15-6-17 15,15 6-16-15,-9-13-9 0,9 13 5 0,1-19-13 16,4 5-3-16,6-4-2 0,1 0 2 0,5-4 14 15,3-5 29-15,2-1 24 0,0-1 24 0,1 0 18 0,-2-2 26 16,0-1 30-16,-1-1 28 0,-1 0 44 16,-1 0 24-16,-1-1 36 0,-1 1 29 0,-2 0 21 15,-2 5 19-15,-2 1-7 0,0 2 16 0,-2 5 34 16,-1 1-4-16,-2 1 8 0,0 4-24 0,-1 3-39 0,-1 1-42 16,-3 10-24-16,6-12-15 0,-6 12 7 0,0 0 4 15,0 0 3-15,2 17 3 0,-2-5-7 16,0 7-38-16,0 2 47 0,0 6-45 0,2 4 52 0,1 2-70 15,1 8 42-15,2 2-7 0,1 0-17 0,1 1-7 16,1-1-10-16,2-2-13 0,0 0 2 0,1-2-3 16,0-2-9-16,-3-7-45 0,2 0 46 15,0-5-50-15,-1-5 39 0,-1-1-43 0,0-2 41 0,-1-3-41 16,-1-1 56-16,-1-6-48 0,1 1 39 0,-7-8-44 16,15 7 42-16,-15-7-1 0,15-1-12 0,-15 1 11 15,16-10-28-15,-9 0 0 0,0-1-2 0,0-1 7 16,0-1-4-16,-3 0 5 0,1 0 3 0,0-1 4 15,-2 4 0-15,1-1 1 0,-1 1-4 0,1 0 1 16,-4 10-3-16,7-15-10 0,-7 15-5 0,7-10 4 0,-7 10 5 16,10-6 1-16,-10 6 3 0,15 0 6 15,-15 0-3-15,16 6 3 0,-7-1 2 0,2 3 3 16,-2-1-1-16,2 4 1 0,-2-1 5 0,0 3-3 0,-1-1 1 16,1 1-2-16,-2-1 5 0,-1 2-1 0,-1-3 2 15,-2 1 1-15,0 0 3 0,-3-12-2 16,-3 20 4-16,0-10-38 0,-3 1 38 0,-3-2-37 0,-3 0 44 15,-1 0-46-15,-6-2 14 0,-2 0-37 0,-3-2-79 16,-2-1-95-16,-1-1-47 0,0-2-66 16,-1-1-52-16,6 2-47 0,-2-5-26 0,4 0-93 0,5-1-190 15,2-3-335-15,6 0-700 0</inkml:trace>
  <inkml:trace contextRef="#ctx0" brushRef="#br0" timeOffset="152126.9727">31199 11625 668 0,'11'-13'750'0,"-2"1"-138"15,-2 1-59-15,0-2-60 0,-3 3-26 16,-1 0-46-16,0 0-42 0,-3 10-68 0,3-18-15 16,-3 18-85-16,-1-16 9 0,1 16-73 0,-5-11 3 0,5 11-31 15,-9-5-25-15,9 5-16 0,-12-1-13 0,12 1-10 16,-16 5-12-16,16-5-11 0,-14 9 15 15,5-3-26-15,3 1 0 0,0 1-9 0,2 1 2 16,-1-1-1-16,5-8-4 0,-4 18-2 0,4-18 0 0,0 16 2 16,0-16-3-16,9 16-3 0,-2-8-22 0,3-1-23 15,2 0-19-15,1-1-12 0,1-1-6 16,0 0 9-16,0-3 10 0,-1 0-3 0,0-2 8 0,1 0 3 16,-1-3 10-16,-1-1 9 0,0-2 1 0,0 1 11 15,-2-4 0-15,-1 0 5 0,-1-1 3 0,-1 1 3 16,-3-1 4-16,-1 0-4 0,0-1 13 0,-3 11-3 15,3-19 11-15,-3 19 4 0,0-16-10 0,0 16 7 16,-2-15-21-16,2 15 36 0,-3-14-12 0,3 14 16 16,-2-11-17-16,2 11 9 0,-2-10-16 0,2 10 9 15,0 0-15-15,-2-12 10 0,2 12-17 0,0 0 5 16,0 0-23-16,-1-13-3 0,1 13-1 0,0 0 2 16,0 0-2-16,0 0-6 0,0 0-6 0,6-6-1 15,-6 6-1-15,0 0 3 0,0 0 3 0,15-4 10 16,-15 4 6-16,15-5 2 0,-15 5 8 0,18-9 1 15,-7 4 1-15,0-1 2 0,1-2 16 0,-1 0 8 16,-1-3 32-16,2-1-22 0,-3 0 29 0,0 0-24 0,-3-1 54 16,1-1-51-16,-4 1 50 0,-1 0-52 0,-3 1 37 15,-2 0-34-15,-3-2 39 0,-5 3-48 0,-2-1 40 16,-7 3-47-16,-3 3 45 0,-4 2-28 0,-4 6 46 16,-8 0-36-16,-7 7 5 0,-3 5 11 0,-9 6 5 15,-1 4 19-15,0 7-24 0,1 2 42 0,2 7-33 16,1 3 45-16,3 2-9 0,5 2 3 0,4 3 5 15,7-3 0-15,6-1 1 0,10-5-33 0,7-1 86 16,5-2-83-16,7-6 93 0,6-1-76 0,8 3 4 16,10-3-109-16,7-4 0 0,7-4 0 0,14 2 0 15,6-6 0-15,3-3 0 0,-7-5 0 0,3-3 0 16,0-2 0-16,-2-1 0 0,1-4 0 0,-4-1 0 16,-2-1-103-16,-9-3-388 0,-1 0-131 0,-5-1-189 0,-6 0-218 15,-5-4-597-15,-2 0-1282 0</inkml:trace>
  <inkml:trace contextRef="#ctx0" brushRef="#br0" timeOffset="155592.0063">3534 13811 632 0,'0'0'430'0,"0"0"-12"15,-9-4-71-15,9 4 24 0,0 0-48 0,-5-11 0 16,5 11-15-16,-1-14-30 0,1 14-44 0,2-20-21 16,1 8-19-16,3-1-14 0,0-2-14 0,3-3 4 15,2 1-31-15,1 2 2 0,2 1-44 0,3-1 18 16,0 3-42-16,4 2 31 0,0 3-39 0,2 2 31 15,-1 4-39-15,0 2 6 0,4 2-9 0,0 4 1 16,2 2-3-16,-3 3 4 0,2 3-44 0,-2 2 31 16,1 7-10-16,-1-1-10 0,-4 4-5 0,-2 1-2 15,-5-2-13-15,-1 2-8 0,-4 2 1 0,-2-2-13 16,-3-3 2-16,-2 3-9 0,-3-2 1 0,-3 0 38 16,-2 5-55-16,-3-1 42 0,-2-2-57 0,-4-1 20 0,-2 2-23 15,-6-1 29-15,0-3-23 0,-3-3 26 16,2-5-16-16,0 0 37 0,-2-4-28 0,0-5 29 15,2 3-19-15,0-9 21 0,3-2-25 0,-3-3 25 16,1-5-29-16,-2-3 7 0,2-6-9 0,-2-7-1 0,3-5 3 16,2-5 6-16,4 0-7 0,3-5 20 15,3 0-9-15,4 6 6 0,4 0 16 0,2 4 16 16,2 1 13-16,2 3 3 0,2 0 2 0,2 2-7 0,-1 2-5 16,3 4-3-16,3 0-2 0,0 4-6 15,1 2 0-15,2 4 5 0,2 3-6 0,-1 1-1 0,2 4 2 16,1 4 2-16,2 2-9 0,4 3 0 15,-2 4 11-15,-2 1-3 0,1 3-34 0,-3 1 9 0,-1 2-25 16,-2 1 17-16,-2-1-23 0,-2 1 17 0,-4 0-20 16,-1-2-9-16,-1-2-2 0,-4-2 6 0,-1 0 2 15,-2-2 12-15,-1-1 23 0,-1-1-8 0,-1-4-2 16,-3 2 7-16,0-3 4 0,-1 0 0 0,7-7 5 16,-19 5 4-16,19-5-1 0,-18-1 9 0,9-2 1 15,-2-1 6-15,3 0 46 0,0-2 53 0,0 1-17 16,8 5 17-16,-11-11-49 0,11 11 28 0,-8-9-58 15,8 9 32-15,-6-9-60 0,6 9 33 0,0 0-42 16,3-10 32-16,6 4-37 0,4 3 31 0,6-2-69 16,6 2-21-16,3 1-68 0,3-1-65 0,6 3-60 15,3 0-109-15,2 0-2 0,7 3-124 0,1 1-114 16,-1-1-334-16,0 3-528 0</inkml:trace>
  <inkml:trace contextRef="#ctx0" brushRef="#br0" timeOffset="155792.7242">4887 14087 1017 0,'0'0'803'0,"0"0"-170"0,9 4-136 0,-9-4-20 15,-6 9-32-15,-1-1-9 0,-7 3-43 16,-7 3-34-16,-8 5-36 0,-5 2-34 0,-4 0-39 16,-10 8-43-16,-5 0-27 0,-3 1-37 0,-1 2-26 0,-2-1-58 15,-2 2 24-15,-1 1-13 0,-2 0-19 0,0 1-15 16,2 0-20-16,0 0-65 0,2-1-25 0,3-1-88 15,7-5-88-15,10-5-104 0,5-3-114 0,5-2-104 16,8-5-84-16,5-3-710 0,7-3-966 0</inkml:trace>
  <inkml:trace contextRef="#ctx0" brushRef="#br0" timeOffset="156292.3583">6596 13641 1431 0,'-11'-14'847'16,"2"2"-152"-16,-2 2-97 0,2 0-63 0,0 2-55 16,1 0-60-16,2 1-44 0,6 7-47 0,-13-10-55 15,13 10-42-15,-11-7-33 0,11 7-20 0,0 0-12 16,-13 5-20-16,13-5-18 0,-5 14-63 0,5-14 36 16,-1 21-65-16,3-8 30 0,2 2-46 0,1 1 34 15,2 3-70-15,1-2-8 0,1 2-94 0,0-2-21 0,2 1-114 16,-1 0-47-16,0-1-105 0,1 0-103 0,-1-1-45 15,-3 2-107-15,0-5-746 0,0 2-1009 0</inkml:trace>
  <inkml:trace contextRef="#ctx0" brushRef="#br0" timeOffset="156481.7569">6066 13797 1086 0,'-31'-19'722'0,"0"0"-109"0,6 3-53 0,2-1-6 15,3 0-48-15,1-1-53 0,6 2-91 16,1-1-74-16,4 0-57 0,4 1-43 0,4 0-44 0,5 0-28 16,9-2-25-16,6-1-26 0,12-1-49 0,8 2-63 15,6 2-55-15,13-2-52 0,4 6-44 0,-6 2-83 16,1 6-64-16,0 0-89 0,-2 4-67 0,-1 3-162 0,-3 2-357 16,-6 3-629-16</inkml:trace>
  <inkml:trace contextRef="#ctx0" brushRef="#br0" timeOffset="156658.9073">6384 13973 573 0,'-21'14'731'0,"1"-3"-170"15,1-1-84-15,2 0-50 0,2-3 1 0,2 1-7 0,2-2 9 16,0-2-70-16,3 0-50 0,0 2-46 0,8-6-58 16,-14 8-44-16,14-8-34 0,0 0-18 0,-5 8-24 15,5-8-20-15,17 3-42 0,-3-2-60 0,10-1-52 16,7-1-47-16,8-1-65 0,10-2-65 0,3 2-64 15,1-3-22-15,3 1-97 0,0 1-47 16,0-2-571-16,-3-1-684 0</inkml:trace>
  <inkml:trace contextRef="#ctx0" brushRef="#br0" timeOffset="157142.6209">7153 13894 993 0,'5'-11'812'16,"0"-1"-114"-16,-5 12-75 0,5-18-24 0,-5 18 11 15,3-13-102-15,-3 13-11 0,3-12-87 0,-3 12-11 16,0 0-105-16,3-14 4 0,-3 14-118 0,0 0 9 15,3-11-89-15,-3 11 31 0,0 0-73 0,0 0 38 16,14 5-53-16,-14-5 28 0,13 11-64 0,-3-2 55 0,1 0-65 16,2 1 30-16,1 2-52 0,1 0-35 15,2 0-52-15,-1 1-33 0,2-1-61 0,0 1-56 16,2-2-36-16,1 0-36 0,0-1-16 0,1 1-17 0,1-4-19 16,0 1 17-16,-1-1-3 0,1-3 68 0,-2 0 8 15,-2-3 94-15,0-1 0 0,-1-4 88 16,-1 0-3-16,0-2 108 0,-4-2 18 0,-1 1 99 15,-1-2 38-15,-3-1 39 0,-1 2 48 0,-2-1 21 0,-5 9 18 16,8-16-11-16,-8 16-16 0,3-12 25 0,-3 12-53 16,2-12 17-16,-2 12-70 0,0 0 7 0,3-14-65 15,-3 14 11-15,0 0-61 0,2-10 21 0,-2 10-17 16,0 0 9-16,0 0-27 0,15-1-4 0,-15 1-9 16,21 5-4-16,-4-3-8 0,1 2-9 0,7-2-30 15,2 3-30-15,1-4-34 0,2 2-32 0,5-1-29 16,1-1-16-16,-4 0-5 0,0-1-6 0,0-1 5 15,-2 0 13-15,0-1 29 0,-2-2 25 0,-3-1 23 16,-1-1 14-16,-3-1 14 0,-2-3 10 0,-2 1 13 16,-6-3 53-16,-2 0-18 0,-2 0 50 0,-2-2 1 15,-3 2 16-15,-3-1 5 0,-1-2 11 0,-3 0 13 16,-1 2-29-16,0 1-2 0,-2 0-30 0,-2-1 6 16,0 5-20-16,0-1 20 0,-1 1-33 0,3 3-33 0,8 5-48 15,-14-6-27-15,14 6-45 0,0 0-57 16,-12 4-67-16,12-4-59 0,7 9-38 0,3-5-71 0,5 4-97 15,6-2-487-15,4 2-619 0</inkml:trace>
  <inkml:trace contextRef="#ctx0" brushRef="#br0" timeOffset="158243.2701">8698 13782 204 0,'0'0'759'16,"0"0"-172"-16,3-11-50 0,-3 11 3 0,-8-13-55 15,8 13-13-15,-12-14 9 0,2 6-68 0,0-1 16 16,-1 3-69-16,-1-1-17 0,1-1-87 0,0 1-14 15,1 2-84-15,1 1-3 0,9 4-66 0,-16-4 15 16,16 4-53-16,-16 1 21 0,16-1-47 0,-14 10-2 16,6-3-6-16,3 0 30 0,1 3-41 0,1 0 34 15,2 0-54-15,1-10 32 0,1 25-58 0,1-13 10 16,3 1-31-16,0 0-15 0,4-1-32 0,-1 1-3 16,1-2-32-16,4-1-22 0,-1-1-13 0,1-2-13 15,3 1 4-15,-1-4 11 0,2 1 21 0,0-3 13 16,-2-2 23-16,3-2 23 0,-2-1 21 0,1-2 21 0,-2-2 39 15,0-2 17-15,-1 2 42 0,1-6 49 16,-4 2 19-16,-1-2 28 0,-1 0 33 0,-2 1-7 0,-1-1 84 16,-1 1-50-16,-3 0 19 0,-1 2-51 0,1 0 27 15,-2 10-47-15,0-17 18 0,0 17-65 0,-2-14 17 16,2 14-64-16,-1-13 16 0,1 13-53 0,0 0 37 16,0 0-50-16,0 0 31 0,0 0-38 0,0 0 30 15,0 0-56-15,13 9 14 0,-6-1-61 0,3 1 19 16,2 0-63-16,2 3 4 0,2-1-96 0,1 0-4 15,1 1-34-15,-1-2-28 0,2 0-4 0,-2-1 2 16,1 2 2-16,-3-5 11 0,-1 1 24 0,-2-1 40 16,0-2 38-16,-3 0 26 0,-9-4 27 0,18 2 14 15,-18-2 34-15,13-5 33 0,-13 5 25 0,10-10 27 16,-10 10 23-16,8-15 41 0,-5 5 45 0,0 0-15 16,-1-1 41-16,0-1-1 0,1 4 10 0,-3 8-12 15,3-22 17-15,-3 22 16 0,2-20-26 0,-2 20 15 16,1-14-59-16,-1 14 0 0,3-12-57 0,-3 12 8 15,0 0-42-15,5-11 32 0,-5 11-45 0,0 0 25 16,11 3-33-16,-11-3 24 0,11 7-21 0,-4 1-10 16,2-1 22-16,1 3-65 0,0 0-9 0,2 2-33 0,-1-2-42 15,3 3-12-15,-1 0-10 0,2 0 0 0,-1-1 1 16,0 0 2-16,2-2-1 0,-2-1-3 16,0-1 3-16,0-3 21 0,0 0 19 0,-1-3 15 0,0-1 29 15,-1-2 27-15,-1-1 38 0,2-3 16 0,-2-2 21 16,-1 0 35-16,0-4 25 0,-1 3 51 0,-1-4-3 15,0 0 11-15,-2 0-3 0,-2 1 21 0,0 2 27 16,1-2-25-16,-2 2 67 0,-3 9-36 0,8-17 20 16,-8 17-70-16,4-13-7 0,-4 13-71 0,5-11 15 15,-5 11-50-15,0 0 24 0,10-6-42 0,-10 6 24 16,12 4-41-16,-12-4 33 0,16 8-38 0,-6-1 30 16,3 0-37-16,-1 2 35 0,2-1-48 0,-1 1 15 15,4 1-80-15,1 1 34 0,1-1-57 0,0-1 1 16,2-2-51-16,0 0 7 0,1-1-11 0,-5-1 11 15,2 0 38-15,-3-4 14 0,-1-1 28 0,-2 0 3 16,0-4 22-16,-2 0 5 0,-1-2 31 0,-1-4 17 16,-1 0 29-16,-3-4 22 0,-2-2 26 0,-2-4-18 15,-2-4 41-15,-2-3-9 0,-4-5 29 0,-2-7 6 0,-3-1 4 16,0-1-6-16,-3 0 10 0,2 1 17 16,-1 2-29-16,2 5 72 0,1 5-46 0,3 8 89 15,0 1-112-15,3 3-39 0,0 2-23 0,1 3 56 0,4 11-105 16,-5-10 82-16,5 10-90 0,0 0 24 0,6 11-40 15,0 2 0-15,3 6 0 0,2 6 0 0,6 6 0 16,0 2 0-16,1 3 0 0,2-1 0 0,0 1 0 16,3 1 0-16,0-3 0 0,1 1 0 0,1 0 0 15,-1-2 0-15,0 0 0 0,1-3-23 0,-2-2-151 16,-5-5-58-16,1-2 32 0,-5-5 8 0,-1-1 28 16,-3-4 34-16,-1 0 27 0,0-3 23 0,-9-8-3 15,10 9-25-15,-10-9 51 0,0 0-28 0,0 0 58 16,4-8-10-16,-4 8 56 0,-7-16-12 0,1 4 22 15,-2-2 5-15,-1 2 34 0,-1-4 14 0,-2 0 56 16,0 1-33-16,3 2 49 0,-1 1-50 0,2 1 65 16,1 1-89-16,1 3-11 0,6 7-19 0,-11-16-10 15,11 16 44-15,-5-9-71 0,5 9-7 0,11-11-41 0,2 8-63 16,8-1-51-16,10-2-149 0,6 1-92 16,10 1-100-16,2 1-151 0,2-2-131 0,0 3-773 15,4-3-1183-15</inkml:trace>
  <inkml:trace contextRef="#ctx0" brushRef="#br0" timeOffset="159411.539">11857 13593 369 0,'0'0'551'0,"0"0"-120"0,4-10-63 15,-4 10-43-15,0 0-30 0,0 0-40 0,5-12-22 0,-5 12-12 16,0 0-18-16,0 0-13 0,0 0 3 0,4-9-8 15,-4 9-16-15,0 0-14 0,0 0-3 16,0 0 8-16,0 0 2 0,0 0-21 0,13 2 11 0,-13-2-23 16,0 0-16-16,0 0-9 0,0 0-8 0,10 2 5 15,-10-2-19-15,0 0 16 0,0 0-29 16,0 0 24-16,0 0-41 0,0 0 24 0,0 0-37 0,9 6 24 16,-9-6-36-16,0 0 27 0,0 0-41 0,0 0 35 15,0 0-46-15,0 0 33 0,0 0-39 0,0 0 35 16,0 0-40-16,0 0 34 0,0 0-36 0,0 0 35 15,0 0-34-15,0 0 39 0,0 0-39 0,0 0 52 16,0 0-26-16,0 0 33 0,0 0-32 0,0 0 35 16,0 0-33-16,0 0 34 0,0 0-40 0,0 0 39 15,0 0-44-15,0 0 35 0,0 0-40 0,0 0 33 16,0 0-41-16,0 0 38 0,0 0-35 0,0 0 27 16,0 0-42-16,0 0 40 0,0 0-41 0,0 0 41 15,0 0-41-15,0 0 39 0,0 0-40 0,0 0 39 0,0 0-35 16,0 0 35-16,0 0-38 0,0 0 41 15,0 0-40-15,0 0 38 0,0 0-39 0,0 0 38 16,0 0-37-16,0 0 37 0,0 0-35 0,0 0 35 16,0 0-44-16,0 0 43 0,0 0-40 0,0 0 40 0,0 0-38 15,0 0 36-15,0 0-39 0,0 0 40 0,0 0-35 16,0 0 38-16,0 0-40 0,0 0 37 16,0 0-38-16,0 0 38 0,0 0-37 0,0 0 37 0,0 0-37 15,0 0 38-15,0 0-34 0,0 0 36 0,0 0-40 16,0 0 38-16,0 0-39 0,0 0 43 0,0 0-41 15,0 0 37-15,0 0-41 0,0 0 42 0,0 0-38 16,0 0 37-16,0 0-38 0,0 0 39 0,0 0-40 16,0 0 46-16,0 0-46 0,0 0 36 0,0 0-36 15,0 0 38-15,0 0-40 0,0 0 19 0,0 0-61 16,0 0 43-16,0 0-27 0,0 0 40 0,-4-14-35 16,4 14 42-16,-5-10-40 0,5 10 40 0,-10-14-44 15,5 7 51-15,-3-5-37 0,2 0 39 0,-3 0-33 16,0-1 37-16,-1-1-2 0,0-3 5 0,1 4-4 0,0 0-24 15,2 0 61-15,-1 2 15 0,1 1 16 0,0 1-8 16,2 2-11-16,5 7-15 0,-9-13-10 0,9 13-5 16,-4-7 4-16,4 7 13 0,0 0 21 0,0 0-20 15,-3 11 60-15,3-11-34 0,3 21 76 0,1-7-72 16,-1 0 75-16,1 3-75 0,0 4-1 0,2 2-8 16,0-1-10-16,2 5-16 0,1-1-17 0,1 2 8 15,1 0-3-15,-1 1-8 0,4-1-22 0,2 3-82 16,0-1-42-16,-1-4-148 0,0-1-82 0,2-1-73 15,-1-1-132-15,-3-1-92 0,1-4-80 0,-3-1-821 16,-2-2-1192-16</inkml:trace>
  <inkml:trace contextRef="#ctx0" brushRef="#br0" timeOffset="159760.0998">11893 13757 1547 0,'0'0'726'0,"-9"-11"-91"0,9 11-52 0,0 0-32 15,-4-13-67-15,4 13-93 0,2-12-58 0,-2 12-39 0,6-12-44 16,-6 12-44-16,14-10-5 0,0 4-75 16,3 0 5-16,6 1-48 0,4 0 13 0,9 0-52 15,5 4 24-15,-1 1-48 0,3 0 32 0,8 2-44 0,-4 2 1 16,3 2-10-16,-4 0 8 0,-2 2-1 0,-2 2-8 16,-3 2-7-16,-8-3-5 0,-1 2 29 15,-4 1-45-15,-4-2 48 0,-3 1-55 0,-2 2 41 0,-5-1-32 16,-3 2 34-16,-3-1-36 0,-4-1 38 0,-2 1-33 15,-2 2 41-15,-4-2-9 0,-3-1 0 0,-3 1-4 16,-1-1 7-16,-3-2-7 0,-2-1 0 0,0-2 21 16,1-1-22-16,-2-5 1 0,-1 1-3 0,0-4 4 15,0-1-3-15,-3-2 4 0,2-4-38 0,2 1 45 16,0-5-30-16,4 1 31 0,2-2-35 0,1-3 32 16,4 1-47-16,5 0-20 0,2-2-17 0,3 1-66 15,6-3-44-15,1 2-49 0,5 0-95 0,3-1-106 16,4 4-66-16,2-1-184 0,2 2-616 0,0 1-904 15</inkml:trace>
  <inkml:trace contextRef="#ctx0" brushRef="#br0" timeOffset="160244.0282">14034 13330 278 0,'5'-28'612'0,"-1"3"-69"0,-4 0-3 0,0 1 6 16,-4-1-81-16,-1 2-21 0,-5 1-32 0,-1-1-25 15,-3 2-17-15,-3 1-32 0,-1 6-22 0,0 3-29 16,-2 3-21-16,-3 2-14 0,1 4-13 0,-3 7-19 0,-4 2-25 16,0 6 26-16,-3 8-72 0,1 5 57 0,2 4-67 15,6 4 84-15,4 4-94 0,2 3 5 16,7 3 3-16,5 2 2 0,5 0-135 0,5 3-4 15,3 1 0-15,8 8 0 0,2 0 0 0,5 0 0 0,4-2 0 16,0 0 0-16,4-2 0 0,-2-2 0 0,0-1 0 16,-2-2 0-16,-2-4 0 0,-3-6 0 0,-3-2 0 15,-4-1 0-15,-6-5 0 0,0-4 0 0,-5-3 0 16,-3-1 0-16,-6-1-265 0,-4-2-105 0,-2 3-28 16,-6-4-49-16,-2 0-30 0,-4-4-79 0,-2-1-48 15,3-6-71-15,0-2-723 0,-5-5-1002 0</inkml:trace>
  <inkml:trace contextRef="#ctx0" brushRef="#br0" timeOffset="160577.9001">13522 14041 1037 0,'-5'-19'860'0,"-1"0"-185"0,-2 5-80 16,4-2 14-16,-1 3-50 0,1 1-31 0,0 3-92 16,0-1-34-16,4 10-104 0,-3-18-32 0,3 18-97 0,3-14-8 15,3 8-61-15,3 2 10 0,5-1-68 16,5 0-20-16,4 0-122 0,6 2-61 0,7-1-55 15,0 3-48-15,3-4-18 0,1 4-28 0,0-2-6 16,-2 0 30-16,1 0 23 0,-3-2 47 0,-3 1 42 0,-8 0 45 16,-3-1 94-16,-2 1 88 0,-3-2 29 0,-4-1 78 15,-2 1-11-15,-4-2 59 0,0 1 39 0,-7 7 36 16,4-15-2-16,-4 15 10 0,0-14 6 0,0 14 1 16,-2-12-9-16,2 12-17 0,-3-11-31 0,3 11-28 15,0 0-50-15,-2-14-35 0,2 14-33 0,0 0-20 16,0 0-10-16,0 0-10 0,0 0-32 0,0 0 20 15,15 5-5-15,-7 2-13 0,1 0-25 0,0 2-50 16,5 0-51-16,-3 1-25 0,1 1-96 0,0 0-42 16,1 1-98-16,2 1-77 0,-4-3-101 0,1-1-105 15,-2 1-163-15,-1-2-663 0,-1 0-1091 0</inkml:trace>
  <inkml:trace contextRef="#ctx0" brushRef="#br0" timeOffset="160750.2492">14247 13661 1006 0,'-7'-20'774'0,"3"3"-128"0,0 1-55 16,-1-1 3-16,1 1-60 0,0 1-18 0,-1 2-128 0,2 2-26 15,0 1-106-15,1 0-18 0,2 10-91 0,-4-15-1 16,4 15-104-16,0 0-57 0,7-11-104 0,-7 11-101 16,13 1-107-16,-13-1-99 0,16 11-56 0,-6-3-143 15,-2 1-648-15,1 1-879 0</inkml:trace>
  <inkml:trace contextRef="#ctx0" brushRef="#br0" timeOffset="161110.5351">14395 13693 826 0,'0'0'930'0,"0"0"-140"16,0 0-69-16,0 0 17 0,-4-10-55 0,4 10-88 16,0 0-91-16,0 0-93 0,-4-11-83 0,4 11-58 15,0 0-56-15,0 0-31 0,0 0-17 0,0 0-34 16,15 5-12-16,-8 1-26 0,2 0-13 0,3 2-10 15,-1 0-14-15,0 2-15 0,0 1-7 0,0-1-15 16,-2 0-7-16,3 2-23 0,-3-2-29 0,-1 0 26 16,2 2-86-16,-3-2 24 0,-1-1-45 0,1-2 7 0,-2 2-74 15,1-1 54-15,-6-8-21 0,7 11 67 16,-7-11-22-16,9 8 42 0,-9-8-52 0,0 0 37 0,15-1-20 16,-15 1 45-16,11-12-17 0,-6 5 47 15,1-3-22-15,2 0 10 0,-2-2 36 0,-1 1 36 0,1 0 25 16,-1 3 22-16,-1-2 49 0,2 2-24 0,-6 8-4 15,6-13-17-15,-6 13-19 0,7-12-17 16,-7 12-11-16,6-6-8 0,-6 6-4 0,0 0-5 0,18 3 3 16,-9 3-10-16,4 1-12 0,1 1-10 0,5 3-88 15,-2-1-30-15,9 5-71 0,-1-2-45 0,3 1-51 16,-1-1-65-16,1-2-65 0,1-2-39 0,0 2-7 16,0-3-65-16,-3-2-59 0,-1-2-436 0,-1-2-643 15</inkml:trace>
  <inkml:trace contextRef="#ctx0" brushRef="#br0" timeOffset="161550.5914">15306 13648 228 0,'6'-39'630'0,"-2"-2"-108"16,1-3-38-16,-2 2 46 0,-2 4-13 0,-2 0 14 15,1 2 23-15,-3 0-53 0,0 4-15 0,1 5 13 16,-2 2-24-16,2 1-43 0,0 5-64 0,-1 1-21 0,1 1-91 16,0 4-16-16,2 1-90 0,0 12 3 15,-2-13-52-15,2 13 41 0,0 0-97 0,0 0-45 16,11 13 0-16,-3 5 0 0,4 6 0 0,4 6 0 0,1 4 0 15,1 3 0-15,3 1 0 0,0 0 0 0,-1 2 0 16,3-2 0-16,-2 1 0 0,2-3 0 16,-3-1 0-16,3 0 0 0,-2-3 0 0,-1-3 0 0,-1-1 0 15,-3-5 0-15,0-2 0 0,-4-4 0 0,0-3 0 16,-3-1 0-16,0-2 0 0,1-1 0 0,-4-1 0 16,0-3 0-16,-6-6 0 0,11 9 0 0,-11-9 0 15,0 0 0-15,0 0 0 0,15-4 0 0,-15 4 0 16,0-14 0-16,-3 3 0 0,-3-3 0 0,-4-2 0 15,-2-2 0-15,-5-1 0 0,-3 0 0 0,-2 0 0 16,-3 3 0-16,-1 1 0 0,-3 2 0 0,-1 2 0 16,-3 3 0-16,-1 3 0 0,-3 3 0 0,2 3 0 15,-2 2 0-15,1 2 0 0,-4 6 0 0,3 1 0 0,2 2 0 16,8 2 0-16,4 1 0 0,4 1 0 16,5-1 0-16,5 2 0 0,4-3 0 0,4 0 0 15,7 1 0-15,5 1 0 0,5-4 0 0,11-1 0 16,5-2 0-16,9-3 0 0,5-2-176 0,2-1-166 0,5-5-112 15,2-3-107-15,-2 0-131 0,1-3-111 16,-2-3-831-16,-4-1-1294 0</inkml:trace>
  <inkml:trace contextRef="#ctx0" brushRef="#br0" timeOffset="162152.8642">17145 13714 1197 0,'-10'-15'801'0,"2"2"-169"16,0-1-64-16,1 0-35 0,-1-1-49 0,3 0-32 15,0 1-108-15,1-3-33 0,2 3-82 0,1 0 9 16,3 2-65-16,0 0 1 0,1 1-75 0,5 0 19 16,2 3-62-16,1 1 23 0,3 2-50 0,4 3 28 15,-2 2-45-15,2 2 32 0,1 3-50 0,0 1 20 16,1 2-51-16,-1 2 31 0,-3-1-42 0,-2 4 22 16,-2 1-27-16,-4-1 8 0,-3 0 7 0,-2 0 10 15,-3 0 4-15,-5 1 7 0,-4 0 3 0,-3 2 0 16,-5-2 32-16,-5 2-31 0,-2-2 34 0,-4-2-36 15,-2-1 3-15,-2-1 1 0,-2-3 5 0,-1 0 42 16,0-3-33-16,5-2 40 0,0-1-41 0,0-2 2 0,3-1-1 16,1-2 4-16,0-2 1 0,2 0-1 15,3-1-1-15,4-2 0 0,2 0 29 0,5 0-44 0,1-1 26 16,5 0-52-16,2-1 1 0,2 11-53 0,5-20-21 16,2 8-20-16,4 0-35 0,5 1-18 0,2-1-70 15,7-2-65-15,3 4-50 0,2 0-20 16,4 1-95-16,6-1-130 0,3 2-416 0,0 2-636 0</inkml:trace>
  <inkml:trace contextRef="#ctx0" brushRef="#br0" timeOffset="162930.5066">17653 13512 872 0,'0'0'789'0,"6"-10"-93"16,-6 10-46-16,0 0-9 0,2-15 25 0,-2 15-110 15,0 0-12-15,0-11-111 0,0 11-12 0,0 0-140 16,0 0-2-16,0 0-105 0,0 0 54 0,0 0-66 15,0 0 38-15,0 0-110 0,16 7-15 0,-11 1-15 16,2 1-5-16,3 2-14 0,-2-1-6 0,3 2-8 16,1-1-8-16,0 2-2 0,2-1-12 15,-1 1-20-15,1-2-40 0,2 1-29 0,-4-3-35 0,3 0-16 16,-1 0-32-16,0-2-11 0,0 0-5 0,1-1 11 0,-2-2 18 16,-2-1 14-16,1-1 22 0,-12-2 21 0,18-2 6 15,-18 2 12-15,18-8 10 0,-12 1 27 16,0-1-9-16,1-4 32 0,-4-2-19 0,1 0 29 0,-1-1 3 15,-1 0 56-15,1 1-4 0,-2 1 49 0,1 1-16 16,0 1 59-16,-2 11-37 0,2-19 32 0,-2 19-53 16,1-15 21-16,-1 15-56 0,2-13 26 0,-2 13-47 15,0 0 39-15,0 0-29 0,6-8 50 0,-6 8-50 16,0 0 43-16,13 5-61 0,-13-5 44 0,16 12-55 16,-5-6 42-16,2 3-48 0,2-2 36 0,3 2-42 15,3 0 38-15,2 0-59 0,0-1 6 0,0-2-70 16,2 3 18-16,-1-4-43 0,-1 1 41 0,-1-1-28 15,-3-1 42-15,-1-2-26 0,-3-2 46 0,0-1-29 16,-4-2 47-16,0-1-28 0,-1-5 41 0,-2-2-31 0,-2-3 43 16,-3-2-32-16,-2-4 46 0,-2-5-28 15,-2-5 56-15,-2-4-26 0,-2-5 51 0,-2-2-29 16,0 0 50-16,1 1-10 0,0 1 29 0,0 9 12 16,2 2 21-16,1 5 16 0,0 2-13 0,1 5-35 0,1 1-18 15,-1 2-27-15,2 1-21 0,2 12-5 16,-4-13-2-16,4 13 16 0,0 0 14 0,0 0 13 0,4 20 4 15,1-4-61-15,2 5-22 0,1 7 0 0,2 3 0 16,4 6 0-16,1 3 0 0,2-1 0 0,-1 1 0 16,2 0 0-16,1 0 0 0,-2 0 0 0,1-2 0 15,-1-2 0-15,0 0 0 0,-2-3 0 0,-2-6 0 16,1-1 0-16,-5-5 0 0,1-2-41 0,-3-3-34 16,-1-3 22-16,0 0 8 0,-1-3 14 0,-1-2 7 15,-4-8 2-15,5 12 1 0,-5-12 7 0,0 0 1 16,0 0 2-16,0 0 5 0,-9-8-2 0,3-2 2 15,1-2 2-15,-1-2 8 0,0-2-4 0,1 0 14 16,2-2 11-16,0-1 5 0,2 0 13 0,5 0 15 16,2-3 19-16,5-2-18 0,5 1-1 0,6-2-52 15,6 1-6-15,6 3 0 0,4 1 0 0,4 2 0 16,2 2 0-16,5 2 0 0,1 2 0 0,1 0 0 16,0 1 0-16,0 3 0 0,-1-1 0 0,0 1 0 0,-3 2 0 15,0 1 0-15,-9 0 0 0,-1 0 0 0,-3 1 0 16,-5 2 0-16,-3-3 0 0,-1 1 0 15,-7 4 0-15,-1-2-41 0,-3 1-230 0,-1-1-25 0,-2 0-93 16,-11 2-105-16,14-2-108 0,-14 2-85 0,0 0-153 16,0 0-611-16,-11-6-1068 0</inkml:trace>
  <inkml:trace contextRef="#ctx0" brushRef="#br0" timeOffset="164978.7343">20457 13299 290 0,'4'-25'714'0,"1"0"-111"0,-3-1 1 16,1 3-60-16,-1 1-31 0,0 2-17 0,0 3-36 15,-1 1-60-15,0 2-72 0,-1 3-65 0,0 11-39 16,1-16-51-16,-1 16-7 0,0 0 36 0,0 0 44 16,-2 12-63-16,1 0 15 0,-1 7-67 0,0 6 19 15,2 3-61-15,0 6 20 0,2 2-56 0,2 7 23 16,1-1-50-16,2 1 30 0,2-1-46 0,1-3 0 16,0 0 0-16,2-2-2 0,2-4-2 0,-4-5 28 15,1-1-52-15,-3-6 30 0,0-1-51 0,0-5 36 16,-2 0-31-16,-1-4 49 0,0-1-42 0,-5-10 38 15,8 9-36-15,-8-9 36 0,0 0-37 0,11-3 2 16,-11 3-1-16,5-17 23 0,-4 4-47 0,0-4 34 0,-1-3-42 16,-2-5 29-16,0-2-6 0,-1-6-5 0,0-2-2 15,-2-6-2-15,1-1-42 0,0-1 51 0,2 7-29 16,-1 3 51-16,1 2-24 0,1 6 41 16,0 0-22-16,-1 7 41 0,2 0-47 0,-2 5 31 0,2 1-38 15,0 12 38-15,1-15-37 0,-1 15 50 0,0 0-48 16,10-4 38-16,-3 9-37 0,3 5 43 0,2 2-3 15,4 3-3-15,2 4-24 0,4 1 26 0,4 5 1 16,3 0-7-16,1 1 0 0,2 0-3 0,1-2-43 16,1-1 30-16,2 1-70 0,-1-4 14 0,-1-3-52 15,0-1 31-15,-6-4-12 0,-1-1 32 0,-4-3 0 16,-3-2 39-16,-4-1-2 0,-2-3 33 0,-14-2-22 16,23-3 53-16,-14-3-13 0,-2-2 38 0,-1-4-28 15,-3-3 45-15,-3-2-41 0,-1-4 43 0,-2-4-43 0,-4-4 45 16,0-2-44-16,-5-4 41 0,2 4-24 15,1 1 63-15,-1 4-32 0,3 4 26 0,0 2-55 16,2 1-15-16,-1 5-13 0,2 1-29 0,1 2-50 16,3 11 2-16,-4-14-34 0,4 14 20 0,0 0-63 0,0 0-19 15,0 0-56-15,15 7-60 0,-6 3-40 16,1 2-49-16,4 3-42 0,-1 3-12 0,6 1-18 16,2 1-62-16,4 3-33 0,3-2-478 0,0-2-593 0</inkml:trace>
  <inkml:trace contextRef="#ctx0" brushRef="#br0" timeOffset="166097.3534">21579 13441 207 0,'15'-1'666'0,"-15"1"-85"0,7-6-69 16,-7 6-29-16,0 0-35 0,2-15-23 0,-2 15-9 15,-4-13-6-15,4 13-67 0,-8-15 4 0,2 9-29 16,6 6-49-16,-11-13-48 0,11 13-44 0,-14-7-35 16,14 7-31-16,-13-3-19 0,13 3-17 0,-18 4-10 15,10 1-21-15,-2 2-11 0,1 1-5 0,1 3-5 16,1 0-42-16,-1 2 43 0,4-1-44 0,0 2 39 15,2-1-36-15,1-1 36 0,2 2-40 0,1-1 27 0,1 2-53 16,2-2 16-16,2 0-46 0,0-1 1 16,0 0-21-16,3-1 24 0,2 1-27 0,-1-4-10 15,2 0 3-15,-1-2 10 0,-1-1 29 0,0-3 1 0,-1 2 23 16,-10-4-5-16,20-1 23 0,-20 1-4 0,16-9 5 16,-10 2 7-16,0-2 6 0,-1 0 20 15,-3-1 17-15,0-1 29 0,0-1 33 0,-2 12 4 0,-1-24 42 16,0 12-25-16,-2 1 8 0,0 1 12 0,1-1 2 15,-1 2-7-15,3 9-18 0,-6-16-20 0,6 16-17 16,-5-13-15-16,5 13-13 0,0 0-8 0,-6-7-7 16,6 7-3-16,0 0-5 0,0 0-3 0,-4 8-5 15,4-8-1-15,3 11-6 0,-3-11-20 0,6 15-76 16,-1-6-13-16,2 0-56 0,0 0 0 16,2 1-19-16,0-1-26 0,2 1-9 0,-1-2-16 0,1 1-2 15,1-2 6-15,0-1 23 0,-1 0 23 0,0-3 33 16,-1 0 25-16,-10-3 19 0,20 0 22 0,-20 0 12 15,17-6 23-15,-8 0 25 0,-1-1 25 0,-1-1 40 16,-2-2 38-16,4-1 39 0,-3 2 33 0,-1-2 14 16,1-1-4-16,0 1-8 0,-1 2 31 0,0-1 17 15,-1 2 36-15,0-1-52 0,-4 9 16 0,7-12-35 16,-7 12-36-16,5-11-25 0,-5 11-26 0,7-9-15 16,-7 9-15-16,0 0-4 0,11-4-8 0,-11 4-1 15,12 3-7-15,-12-3-5 0,17 10-41 0,-9-4 42 16,2 2-36-16,1 0 35 0,-1 1-38 0,0 1 39 0,1 0-42 15,-1 1 40-15,0-1-38 0,1 0 24 0,-2 1-52 16,-1-3 22-16,1 3-39 0,0-3 26 16,-3 1-39-16,1-1 13 0,0-1-34 0,-7-7 14 0,10 12 6 15,-10-12 21-15,8 8 5 0,-8-8 22 0,5 6-3 16,-5-6 12-16,0 0-9 0,13 4 5 0,-13-4-4 16,0 0 8-16,13-6 1 0,-13 6 7 0,11-11-11 15,-11 11 17-15,10-10-12 0,-5 3 20 0,1-1-7 16,-1 1 35-16,1 0-3 0,-1-2 26 0,1 1-20 15,-2 1 43-15,-4 7-18 0,8-15 56 0,-8 15-42 16,9-13 41-16,-9 13-17 0,6-10-14 0,-6 10-20 16,5-8-15-16,-5 8-13 0,0 0-11 0,7-10-9 15,-7 10-1-15,0 0-4 0,0 0-2 0,0 0 1 16,16 2-6-16,-16-2 12 0,10 7-14 0,-10-7-38 16,11 9 42-16,-11-9-35 0,12 12 35 0,-12-12-46 15,12 10 25-15,-12-10-48 0,12 11 29 0,-12-11-35 16,11 9 29-16,-11-9-24 0,10 8 46 0,-10-8-29 0,13 7 39 15,-13-7-25-15,15 5 34 0,-15-5-34 0,18 0 38 16,-18 0-29-16,20 0 32 0,-7 0-30 0,-13 0 31 16,24-4-28-16,-12 2 34 0,0 1-38 15,1-2 38-15,-1 1-37 0,2-1 36 0,-1 1-33 0,1-1 32 16,0 2-34-16,-1-2 40 0,2 2-8 16,-1-1-34-16,1 1 35 0,0-1-34 0,2 2 32 0,0-1-26 15,-1 1 34-15,1 0-38 0,1 0 33 0,1-1-31 16,-1 1 38-16,1-2-43 0,-2 2 40 0,2 0-35 15,2 0 33-15,-4-2-33 0,2 1 28 0,-3 1-30 16,1-2 36-16,-4-1-30 0,1 1 29 0,-1-2-33 16,0 2 37-16,-1-4-34 0,-1-1 35 0,0 0-35 15,-3-3 39-15,-1 0-44 0,-1 1 50 0,-2-2-30 16,-1 1 25-16,0-1 3 0,-3 11 33 0,0-24-24 16,-1 12 47-16,-2 2-37 0,0-1 36 0,-3 1-58 15,1 1 53-15,-2 0-47 0,-1 2 35 0,-2 2-46 16,-1 2 45-16,-1 1-33 0,-2 4 46 0,-1 1-41 15,-1 2 44-15,2 4-43 0,-2 1 39 0,2 2-41 0,2 2 45 16,5-1-53-16,1 2 53 0,3-1-52 0,5 1 61 16,2 0-76-16,6 1 55 0,6 0-67 15,5-1-2-15,7-1-43 0,6 0-48 0,5-4-124 0,3 0-60 16,4-3-89-16,1-2-119 0,1 0-150 0,-7-4-191 16,-1-1-697-16,-3-1-1151 0</inkml:trace>
  <inkml:trace contextRef="#ctx0" brushRef="#br0" timeOffset="167164.084">24770 13405 68 0,'9'-11'714'16,"-9"11"-177"-16,4-16-57 0,-4 16-33 0,2-20-46 16,-2 20-7-16,-2-24-47 0,-1 11-43 0,-3-1-30 15,1-2-12-15,-3 3-47 0,-1-1-29 0,-3 0-35 16,-1 1-10-16,-3 3-24 0,-2 1-10 0,1 3-6 15,1 2-16-15,-5 4 8 0,1 0-9 0,-1 6 32 16,-1 1-41-16,2 2 19 0,-3 5-51 16,3 1 32-16,4 1-16 0,3 0-45 0,3 3 36 0,0 1-37 15,5 0 27-15,2-2-39 0,3 1 35 0,2 0-37 16,2 2 31-16,1-3-33 0,5 1 27 0,0-4-36 16,3 1 22-16,0-3-53 0,2-2-8 0,3-1-11 0,-1-3-8 15,0-3-7-15,1 0 10 0,0-2 3 0,1-3 8 16,-2 0 2-16,1-4 15 0,-1-1-1 15,-1-5 0-15,1 0 10 0,-3-3 2 0,0-1 10 16,-3-2 3-16,0-1 6 0,-2 1 13 0,-1-1 15 0,-2 3 32 16,-1 1 36-16,0-1-9 0,0 2 36 15,-2 2-33-15,-1 1 26 0,-2 10-35 0,5-18 24 16,-5 18-44-16,4-13 16 0,-4 13-48 0,3-12 30 0,-3 12-44 16,0 0 33-16,0 0-40 0,0 0 36 0,0 0-12 15,0 0-37-15,0 0 37 0,14 6-4 0,-14-6-6 16,11 14-13-16,-4-6-30 0,2 0-58 0,0-1 3 15,2 2-35-15,1-2-13 0,2 1-16 0,0 0-17 16,2-2-6-16,0 1-11 0,2-1-12 0,1-1 0 16,0-1 1-16,0-2 16 0,0-1 35 0,2-1 26 15,-3-1 16-15,-1-2 21 0,0-1 20 0,0-2 22 16,-3-1 45-16,-1-3 38 0,0 2 33 0,-1-1 36 16,-3-1 20-16,1-1 17 0,-2 1 39 0,-2 1 14 15,0 2 20-15,0-2-34 0,-1 1 37 0,-5 8-42 0,9-13 23 16,-9 13-71-16,6-10 10 0,-6 10-71 15,6-9 17-15,-6 9-49 0,0 0 20 0,11-3-45 16,-11 3 32-16,10 5-47 0,-10-5 34 0,13 10-7 0,-5-3-5 16,-1-1-40-16,1 3 37 0,2 0-41 0,-1 0 33 15,1 0-36-15,-1 1-62 0,0 0 23 0,0 0-41 16,0-2 6-16,1 2-25 0,-2-1 10 0,1-2-10 16,-2-1 17-16,2 0 18 0,0-1 3 0,0-1 12 15,-9-4 12-15,18 3 8 0,-18-3 7 0,17-3 6 16,-17 3 5-16,19-9 7 0,-11 2 6 0,2-2 6 15,-3 0 7-15,2-3 41 0,-1 2 20 0,2-1 5 16,-4-1 31-16,1 0-18 0,-1 0 70 0,2 1-21 16,-3 1 38-16,1 1-48 0,-2 0 29 0,0 0-50 15,-4 9 18-15,10-14-56 0,-10 14 20 0,7-11-47 16,-7 11 27-16,13-5-44 0,-13 5 35 0,16 0-50 16,-5 3 41-16,5 3-4 0,-3-1-10 0,7 3-5 15,0 2-18-15,1-1-54 0,4 4-68 0,2 0-64 16,0-1-53-16,2 0-92 0,-3 1-76 0,3-1-79 15,-1 1-45-15,1-2-132 0,-2-3-563 0,-4 3-835 16</inkml:trace>
  <inkml:trace contextRef="#ctx0" brushRef="#br0" timeOffset="167580.6327">26318 13124 249 0,'6'-31'889'0,"-3"-1"-131"0,1 1-85 0,-2 4-16 16,0 0 21-16,-2 3-60 0,0 2 3 0,-2 3-76 15,2-1 53-15,0 4-159 0,0 2-61 0,0 1-76 16,0 2-50-16,0 11-62 0,0-15-40 0,0 15-11 16,0 0-84-16,0 0-55 0,0 0 0 0,9 17 0 15,-2-3 0-15,0 6 0 0,1 6 0 0,1 3 0 16,5 7 0-16,-3 0 0 0,3 1 0 0,-1 0 0 16,0 0 0-16,1-1 0 0,-1 1 0 0,1-1 0 15,-3-7 0-15,1-1 0 0,-1-3 0 0,-3-4 0 16,1-1 0-16,-1-2 0 0,0-2 0 0,-3-3 0 0,1-1 0 15,-1-2 0-15,0 0 0 0,-1-2 0 16,-4-8 0-16,7 11 0 0,-7-11 0 0,0 0 0 16,0 0 0-16,0 0 0 0,9-6 0 0,-9 6 0 15,-5-16 0-15,1 4 0 0,-3-1 0 0,-2-1-61 0,-2-1 72 16,-2 0-66-16,-3 1 69 0,2 2-61 16,-6 0 66-16,-1 3-65 0,0 2 81 0,-4 1-77 15,0 2 70-15,0 1-67 0,3 3 71 0,-5 1-69 0,2 2 72 16,0 3-71-16,1-1 68 0,4 3-68 0,1 1 86 15,1 1-96-15,5-1 73 0,4 3-57 0,5-3 72 16,2 2-72-16,6 0 71 0,5 1-69 0,4 1 31 16,7-1-128-16,7-2-34 0,5 0-105 0,10 1-52 15,6-3-59-15,4-1-130 0,1-1-144 0,5-3-135 16,1-1-754-16,0-1-1173 0</inkml:trace>
  <inkml:trace contextRef="#ctx0" brushRef="#br0" timeOffset="169314.2202">28043 13246 843 0,'-16'-5'787'0,"2"3"-168"0,0-1-111 16,1 0-57-16,0 0-18 0,1 1 1 0,1-1-47 16,-1 0-8-16,2 2-36 0,10 1-38 0,-19-3-44 15,19 3-36-15,-15-3-44 0,15 3-34 0,-11-3-37 16,11 3-17-16,0 0-18 0,0 0-13 0,0 0-9 16,0 0-15-16,7 7-32 0,4-4-45 0,7 0-46 15,0 0-28-15,3-1-51 0,5 0-8 0,-2-1-21 16,3-1-2-16,0 0 6 0,-2-3 20 0,-2 0 29 15,-1-3 27-15,-1-1 22 0,-2-4 17 0,-5 1 15 0,0-5 14 16,-4-1 13-16,-5 1 21 0,0-2 31 16,-4 1 29-16,-3-1 18 0,-2 0 25 0,-3 1 14 15,-3-2 5-15,-2 3 25 0,-1 2-25 0,-3 2 27 0,-1 1-39 16,-4 4 37-16,0 2-28 0,2 3-5 0,-6 4 6 16,0 1 21-16,-4 5-56 0,0 3 27 0,-3 5-46 15,4 3 22-15,1 2-12 0,6 0-17 0,3 1-11 16,4 0-2-16,3 2-8 0,6-1-6 0,1 0-2 15,6-1-6-15,7 4-12 0,7-1-18 0,7 0-23 16,4 1-33-16,8-5-71 0,3-2 15 0,5-3-27 16,5-3-11-16,2-2-24 0,1-1-2 0,2-6 7 15,-2-2 12-15,-3-3 21 0,2-3 26 0,-6-2 16 16,-3-6 24-16,-2-1 17 0,-4-2 16 0,-3-5 7 16,-4 0 19-16,-6-2 18 0,-3 0 25 0,-2 0 21 15,-4-2 28-15,-3 3 23 0,-1 1 20 0,-1-1 5 16,-4 4 44-16,0-1-19 0,-1 2 35 0,-2 2-36 15,0 0 52-15,-1 13-45 0,2-20 14 0,-2 20-72 16,2-16 17-16,-2 16-58 0,0 0 39 0,0 0-43 0,0 0 37 16,0 0-13-16,0 0-10 0,0 0-7 15,-3 16-4-15,6-4-11 0,0 2-6 0,2 0-3 16,0 3-4-16,2 1-5 0,0 1-2 0,3 1 1 0,-1-2-6 16,0 0-30-16,1 0-21 0,-1-2-22 0,-2-2-22 15,1-1-8-15,-2-1 2 0,2-1 7 0,-3-2 21 16,0 0 17-16,0-3 16 0,-5-6 7 0,10 8-1 15,-10-8 8-15,12 0 1 0,-12 0 3 0,16-6 6 16,-8-1 0-16,0-2 4 0,2-1 2 0,0-2-3 16,0-1 4-16,-2 1 6 0,2 0 13 0,-1-1 22 15,-2 3 17-15,-1 1 14 0,2 2-4 0,-3 0-10 16,-5 7-19-16,10-13-8 0,-10 13-8 0,8-8 2 16,-8 8 2-16,0 0-7 0,18 0-2 0,-18 0 11 15,12 9-11-15,-3-3-2 0,-1 1-3 0,0 1-1 16,3 2-1-16,-2 0 0 0,1 1-2 0,1-1 0 15,-1 1-1-15,-1-2 2 0,1 2-4 0,1-2-3 16,-2 1-8-16,1-2-16 0,1 1-15 0,-2-1-16 16,-1-2 1-16,2-1 1 0,-2 0 5 0,-8-5-5 15,16 6-4-15,-16-6 1 0,17 0-3 0,-17 0 0 16,17-6-4-16,-9 1 0 0,0-4 3 0,0 1 10 16,1-4 16-16,-1 0-3 0,-1 0 13 0,0-1 2 0,0 1 3 15,-2 1 28-15,1 2 13 0,-2 0 39 0,1 0-20 16,-5 9-3-16,7-13-8 0,-7 13-10 15,7-12-5-15,-7 12-11 0,6-7 9 0,-6 7-12 0,0 0 1 16,11-4-2-16,-11 4 0 0,11 4 1 0,-11-4-2 16,12 7 2-16,-4-2-3 0,-1 0-2 0,3 1 6 15,-1 1 2-15,2 0-1 0,2 0 3 0,1 0-19 16,1 0-29-16,3 2-8 0,3-2-26 0,0 0-20 16,1 0-19-16,2-2-16 0,0 0-6 0,2-2 3 15,-1 2 9-15,1-4 6 0,-3-1-1 0,3-1-2 16,0-2 23-16,-1 0 11 0,-1-3 13 0,-1-1 4 15,-1-3 22-15,-1 0 5 0,-2-1 18 0,-1-1 4 16,-3-1 34-16,-1-1 6 0,-4 3 28 0,-2-1 25 16,0 0-13-16,-5 1-10 0,0 2 6 0,-3 9 6 15,1-20 19-15,-1 20 7 0,-7-17 2 0,0 10 2 16,-1 1 5-16,-2 0-11 0,-2 3 16 0,0 1-31 16,-1 2 33-16,-1 1-11 0,1 1-13 0,-3 2-9 15,3 1-16-15,-1 2-9 0,2 2-6 0,0 1-5 0,0 1-7 16,3 1-3-16,1-1-1 0,0 1-11 0,3 1 0 15,1 1-1-15,3-3-1 0,0 1-13 16,2-2-11-16,2 2-5 0,1 0-10 0,3-2-16 0,0 0-23 16,2 0-14-16,0-2-9 0,2-1-2 0,0 0 0 15,3 0 2-15,-2-3 6 0,0 1-11 0,0-4 15 16,0 0 7-16,-12-1 21 0,23 0-3 0,-12-2 30 16,0-1-11-16,-1-1 10 0,-1-3-1 0,3-2 15 15,-3 2-5-15,-1-2 16 0,0-1 0 0,-1 1 22 16,-2 0-11-16,0 1 26 0,-1 1-8 0,-4 7 35 15,6-16-20-15,-6 16-2 0,5-11-3 0,-5 11-3 16,5-9-1-16,-5 9-9 0,0 0-6 0,4-12-4 16,-4 12 3-16,0 0-10 0,0 0 3 0,0 0-1 15,0 0-1-15,0 0 2 0,0 0-2 0,9 6 37 16,-9-6-47-16,8 7 35 0,-8-7-38 0,15 11 33 16,-5-7-51-16,3 2 11 0,2-1-25 0,2 1-12 15,0-1-23-15,1 0 8 0,1-1-8 0,1 0 6 16,0-1-1-16,-1-1 12 0,-1 0 9 0,0-1 10 15,-3 0 10-15,0-2 2 0,-1-1 15 0,-1-1 9 16,1-1 26-16,-1-3-3 0,-3-2 25 0,0 0-8 16,-2 0 64-16,-2-2-23 0,1 0 2 0,-2-1 20 0,-2 2 6 15,-2 0 15-15,-1 10 9 0,1-19 16 0,-1 19 3 16,-1-18 3-16,1 18-28 0,-2-13-19 0,2 13-23 16,0-12-18-16,0 12-15 0,0 0-7 15,0 0 0-15,0 0 0 0,0 0 1 0,0 0-7 0,0 0-4 16,2 16 18-16,1-6-38 0,2 1 27 0,1 0-39 15,2 3-9-15,1-1-79 0,0 0-15 0,1 2-96 16,1-2-54-16,-1-1-50 0,0 0-73 0,0-1-105 16,-2 0-13-16,0-1-104 0,-2-2-123 0,-6-8-368 15,11 13-703-15</inkml:trace>
  <inkml:trace contextRef="#ctx0" brushRef="#br0" timeOffset="169497.5796">30236 13075 473 0,'-16'-23'767'0,"1"2"-147"0,1 4-59 0,3-1-60 16,1 3-38-16,0 3-53 0,2 0-60 0,1 2-60 15,1 2-63-15,0 0-47 0,6 8-43 0,-8-13-37 16,8 13-42-16,0 0-43 0,0 0-60 0,0 0-80 16,12-2-91-16,-3 7-84 0,4 2-67 0,4 2-122 15,1 2-135-15,2 0-312 0,-1 1-513 0</inkml:trace>
  <inkml:trace contextRef="#ctx0" brushRef="#br0" timeOffset="169697.0446">30635 12986 847 0,'6'-18'857'0,"-3"2"-100"16,-1 0-11-16,-1 1-6 0,0 2-58 0,-1 1-88 16,1 0-76-16,-1 12-76 0,0-18-92 15,0 18-73-15,0-11-44 0,0 11-15 0,0 0-74 0,0 0 50 16,0 0-106-16,-1 13 62 0,4 0-104 0,1 3 69 15,2 3-121-15,2 5-5 0,2 4-80 0,2 0-73 16,1 4-51-16,1 1-108 0,2-1-30 16,-2-5-69-16,1-1-61 0,-1 0-93 0,0-2 38 0,0-1-78 15,0-2-101-15,-2-3-371 0,2-2-706 0</inkml:trace>
  <inkml:trace contextRef="#ctx0" brushRef="#br0" timeOffset="170398.8916">31293 13311 161 0,'16'-14'844'16,"-5"4"-106"-16,0-2-6 0,-1 1-79 0,-1-1-38 16,0 0 30-16,-2 0-100 0,1 0 2 0,-2 4-61 15,0-1-41-15,0 0-63 0,1 2-57 0,0 1-64 16,1 0-47-16,1 1-55 0,-9 5-32 0,23-1-16 16,-9 2-22-16,1 4-14 0,1 1-38 0,0 0-37 15,4 2 0-15,-3 3 0 0,1-1 0 0,-3 0 0 0,1 2 0 16,-4-2 0-16,1 0 0 0,-3 0 0 0,-1-2 0 15,-3 2 0-15,2-3 0 0,-8-7 0 0,4 14 0 16,-4-14 0-16,-4 9 0 0,4-9 0 0,-19 4 0 16,6-4 0-16,-4 0 0 0,-1-4 0 0,-4-1 0 15,-1-4 0-15,1 1 0 0,1 0-12 0,1-3-10 16,0-1-6-16,5 0-32 0,1-1-29 0,4-2 1 16,4 0-77-16,3 0 10 0,5-2-50 0,3-2-9 15,6-1-23-15,6-4-2 0,6-1-4 0,3 0 7 16,2 0 25-16,2 0 17 0,2 1 40 0,2-1 29 15,-1-1 26-15,-2 3 25 0,0-1 39 0,-3 1 43 16,-1 0 48-16,-4 5 40 0,-2 1 36 0,0 0 33 16,-6 3 38-16,0 1 14 0,-4 3-13 0,0 1-32 0,-1-1-32 15,-2 4-30-15,-1 0-27 0,-7 6-18 0,14-7-11 16,-14 7 10-16,13 1 10 0,-5 6-25 0,2 2 32 16,-1 3-26-16,3 5 40 0,3 6-36 0,-1 2 15 15,4 6 17-15,-2 2 11 0,1 3 19 0,-2 2-30 16,0 0 6-16,-2 2-23 0,-1 1-21 0,-4-1-53 0,-1 1 0 15,-2 2 0-15,-2-6 0 0,-2 1 0 16,-1-1 0-16,-3 1 0 0,-2 3 0 0,-1-2 0 16,0-6 0-16,-3-1 0 0,2-1 0 0,-2-5 0 0,1 1 0 15,-1-5-12-15,1-3-1 0,-1-2 13 0,2-4-6 16,-3-2 15-16,1-2 13 0,0-3-22 0,9-6 0 16,-18 4 0-16,18-4 0 0,-16-4 0 0,9-1 0 15,2-5 0-15,3 0 0 0,3-4 0 0,5-4 0 16,7-1 0-16,11-11 0 0,7 0 0 0,13-5 0 15,8 2 0-15,7 2 0 0,5 3 0 0,5 3 0 16,2 1 0-16,3 4 0 0,2 3 0 0,0 3 0 0,-1 1 0 16,-4 1 0-16,-1 3 0 0,-13 2 0 0,0 1 0 15,-3 2 0-15,-2 0 0 0,-4 0 0 0,-8 1 0 16,-3 0 0-16,-8 0 0 0,-2 2 0 0,-6-1 0 16,0 1 0-16,-5-1 0 0,-1 3 0 0,-2-2 0 15,-13 1 0-15,14-4-32 0,-14 4-436 0,0 0-104 16,-5-8-41-16,-6 4-123 0,-5-3-87 15,-4-1-744-15,-4 2-1212 0</inkml:trace>
  <inkml:trace contextRef="#ctx0" brushRef="#br0" timeOffset="173566.0073">5795 14757 233 0,'0'0'541'0,"-9"-16"-168"0,3 9-24 16,-2 0-88-16,0 0 27 0,-2 1-66 0,-2-2-1 15,-1 0-46-15,-1 1 5 0,-2 1-24 0,-2 0 15 16,1 0-24-16,-4 1-2 0,2 2-26 0,-1-1-13 16,0 1-16-16,0 3 12 0,1-2-25 0,1 2-2 15,1 2-4-15,-1 1 11 0,2 2 13 0,-1 2 3 0,-1 4 8 16,1 2 2-16,2 2-9 0,-1 2-7 0,3 1-11 15,1 0-1-15,2 1-23 0,1 1-8 16,2 0-9-16,4-1-4 0,2-1-24 0,1 0 17 0,3-1-15 16,3 0 7-16,3 1-16 0,1-3 12 0,3 0-20 15,1-2 4-15,3-3-27 0,2 0-3 16,1-3-29-16,0-4-12 0,0 1-7 0,2-4 2 0,0-2-2 16,2-2 5-16,0-1 18 0,-2-3 7 0,-1-1 11 15,-3 0 10-15,-2-3 7 0,-1-2 3 0,-2 0 7 16,-2-2 3-16,-3-1 13 0,-2 2 9 0,0 0 19 15,-2 1 19-15,-1-1-4 0,-1 3 30 0,0 0 2 16,-1 2 16-16,-1 10-28 0,1-19 8 0,-1 19-37 16,0-14 12-16,0 14-35 0,0 0 15 0,0 0-23 15,0 0 19-15,0 0-26 0,0 0 21 0,0 0-28 16,-1 11 26-16,1-11-22 0,6 21 16 0,-1-9-24 16,2 2 24-16,1-1-24 0,3 2 27 0,3-1-27 15,1 1 28-15,6 2-28 0,3-3 24 0,1 1-23 16,4-5 14-16,8 5-45 0,0-5-8 0,2 1-37 15,-3-4-32-15,1-2-18 0,1 1-9 0,-1-4-21 16,0 1 0-16,-2-1 8 0,-3-2 26 0,-3-3-4 16,-1 0 47-16,-2 2 1 0,-2-5 35 0,-3-1 0 15,-1 0 35-15,-2-5 19 0,-4 2 33 0,-4-2-3 0,0-4 26 16,-3 0 8-16,-4-2-9 0,0-1 1 16,-3-3-1-16,-1-3 9 0,-3 0 0 0,0-5 6 0,-2-1 11 15,-2 2 16-15,0 1 16 0,2 6 14 0,-1-1 1 16,-1 2-2-16,2 3 15 0,1 3-7 0,0 1-7 15,1 4-51-15,0 1-18 0,4 9-16 0,-7-11 9 16,7 11 6-16,0 0 59 0,-11 11 6 0,7 2 5 16,0 3-16-16,0 5 21 0,2 4-43 0,1 2 28 15,1 2-49-15,2 6 19 0,2-1-43 0,4 5 21 16,1-1-34-16,5-3 23 0,2 0-39 0,4-3-2 16,2-2 1-16,1-4-8 0,3-1 0 0,1-4-2 15,-2-5-5-15,3-3-25 0,-1-3-18 0,0-3-20 16,-2-3-22-16,1-3-14 0,2-2-3 0,-3-3-6 15,4-4-2-15,-1-3 9 0,-2-1 15 0,-4-3 9 16,0-2 42-16,-4-3-34 0,-3-2 14 0,-1-2 14 16,-5-3 3-16,-3 0 5 0,-1 0 3 0,-5-1 5 15,-1 1 7-15,-3-4 9 0,-1 2 6 0,-2 0-17 0,0 6 34 16,-2 2-12-16,1 2 23 0,0 1-25 0,0 6 29 16,-1 2-24-16,2 3 37 0,-1 2-7 15,8 5 45-15,-18 4 3 0,9 1 7 0,-2 5-10 16,3 4-6-16,0 4-6 0,2 1-9 0,3 3-8 15,1-2 20-15,4 5-38 0,3-1 21 0,4 2-40 16,5 1-14-16,6 1-118 0,4-1-82 0,5-2-82 16,3-4-114-16,3-1-128 0,2-3-77 0,3-2-182 0,-2-2-477 15,1-2-865-15</inkml:trace>
  <inkml:trace contextRef="#ctx0" brushRef="#br0" timeOffset="173832.7571">7524 14629 984 0,'-1'-13'888'0,"-1"2"-200"0,2 11-148 0,-3-15-125 16,3 15-80-16,0 0-8 0,0 0-6 0,0 0-4 16,0 0-21-16,0 0 39 0,3 10-35 0,0 2-30 15,1 2-37-15,3 3-39 0,-1 4-32 0,1 1-16 16,3 6-41-16,0-2-20 0,1 2-15 0,0 0-12 15,1 0-13-15,0 0-23 0,1-1-43 0,-1-2-63 0,-1-2-52 16,2 0-87-16,-3-5-46 0,-1-2-64 16,-1-1-59-16,0-2-25 0,-1-2-43 0,-3-1 94 15,1-2-47-15,-5-8-44 0,5 11-58 0,-5-11-439 0,0 0-541 16</inkml:trace>
  <inkml:trace contextRef="#ctx0" brushRef="#br0" timeOffset="174516.7225">7606 14955 615 0,'-12'-14'563'0,"-3"3"19"16,1-1-8-16,0 0-11 0,3 2 39 0,-1 0-55 15,1 1-47-15,1 0-35 0,1 3-39 0,2-1-48 16,0-1-57-16,7 8-62 0,-11-10-58 0,11 10-42 16,-4-8-35-16,4 8-25 0,7-11-28 0,2 7-62 15,6-1-61-15,2 1-67 0,1 0-61 0,7-1-41 16,1 0-31-16,3 3-10 0,-1-1-28 0,2 0-23 16,-1-1 13-16,0-1-27 0,-2 2 57 0,-1-2 9 15,-2-2 63-15,-3 2 4 0,-2-5 87 0,-3 1-3 16,-4-2 70-16,-3-1 30 0,-3-2 80 0,-3 0 17 15,-1-1 53-15,-1 1 36 0,-2-2 37 0,-1 1 24 16,-1-1 18-16,0 1-21 0,-1 3 27 0,0-1-22 16,1 4 36-16,0-1-35 0,0 2-41 0,3 8-46 15,-7-14-36-15,7 14-16 0,0 0 20 0,0 0-18 16,0 0 42-16,-7 7-11 0,7-7-16 0,3 24-9 0,1-11-18 16,2 3-11-16,0 5-9 0,1 0-3 0,1 2-13 15,3 2-10-15,0 0-6 0,1 2-14 0,2-2-3 16,-3-2-5-16,4 1-1 0,-1-3-1 15,1 0-28-15,-2-2-12 0,-1-2-23 0,2-3-17 0,-2-1-7 16,1-3-16-16,-2 1-7 0,1-4 20 0,1-1-50 16,-1-3-13-16,1 0-15 0,-13-3-12 0,25-3 8 15,-11 0-2-15,-1-3-5 0,1-1 11 0,-1-4 25 16,1 0 26-16,-3 0 20 0,0 1 17 0,-1 0 24 16,-1 2 41-16,-2 1 39 0,0 0 18 0,1 1 17 15,-8 6-9-15,10-10-9 0,-10 10-11 0,8-7-9 16,-8 7 15-16,0 0 41 0,14-2 19 0,-14 2-7 15,10 3-12-15,-10-3 2 0,13 7-15 0,-3-3-10 16,0 2-11-16,3-1-6 0,1 0-6 0,3-1-13 16,0 0-6-16,6 0-4 0,2 1-3 0,0-2-8 15,1 0-8-15,3-1 7 0,-1-1-59 0,0 0 20 16,-1-1-48-16,1 0 19 0,-2-1-44 0,-1-2 1 16,-1 0 0-16,-2-2-10 0,0-1 3 0,-3-1 14 0,-1-2 11 15,-2-2 6-15,-2-1 10 0,-3-4 19 16,-3 2 2-16,-3 0 10 0,-2-3 8 0,-2 5 12 0,-4-3 15 15,-1 1 14-15,-3 0 29 0,-1 2 0 0,-2 3 7 16,-4 2 29-16,0 1 4 0,-2 2 15 0,2 4 5 16,-4 3-8-16,2 1-1 0,-1 3 4 0,2 3 3 15,-1 3-3-15,4 2-16 0,2-1-11 16,3-1-10-16,1 1-5 0,3 1-13 0,3-1-4 0,3 1-8 16,3 0-9-16,6 0-8 0,4 0-33 0,8 1-65 15,3-3-90-15,9 1-103 0,3-3-87 0,3 0-119 16,0-4-71-16,1 1-82 0,2-3-218 0,-7-2-349 15,1 1-813-15</inkml:trace>
  <inkml:trace contextRef="#ctx0" brushRef="#br0" timeOffset="176766.5889">10021 14493 717 0,'-15'-35'571'0,"-3"1"-72"15,1 1-13-15,3 6 7 0,1 3-13 0,-1 0-37 16,5 6-20-16,0 2-51 0,0 2-71 0,2 3-63 15,2 1-48-15,5 10-22 0,-9-8 17 0,9 8 14 16,0 0 3-16,-6 18-3 0,6-3-15 0,2 9-25 16,0 7-46-16,2 6 34 0,2 8-19 0,1 5-6 0,4 10-22 15,2 2-21-15,1 0-12 0,2 3-13 16,3-4-7-16,0 0-15 0,2 0-1 0,2-5-48 16,-2-1 44-16,2-3-40 0,-3-10 40 0,-2-4-2 15,0-4-8-15,-2-2-8 0,-4-7-6 0,-2-6-14 0,0-1 0 16,-3-3 8-16,0-2 2 0,-2-5-20 0,-5-8-34 15,8 7-8-15,-8-7-18 0,0 0-1 0,8-12-42 16,-8 0 37-16,0-4-31 0,-2-5-9 0,0-5-1 16,-3-8-3-16,-1-10 4 0,-1-3 18 0,1 0 3 15,-1-2 27-15,0 2 11 0,2 1 8 0,1 1 16 16,1 10 18-16,0 2 3 0,2 6 20 0,-1 2-9 16,2 4 19-16,-1 2-24 0,1 3 9 0,1 3-3 15,1 2 15-15,3 3-15 0,1 1 15 0,-6 7-16 16,21-4 19-16,-8 5-2 0,4 5 7 0,2 5 12 15,5 1-17-15,2 5-3 0,2 4 3 0,0 1-6 0,-1 2 4 16,0-1-3-16,-3 2-2 0,-3-3 2 16,-3-1-11-16,-2-1-10 0,-3-2-3 0,-5-2 1 15,-4 0-1-15,-3-4 8 0,-5 4 3 0,-3-2 2 0,-7 0 2 16,-4-2-3-16,-6 2-1 0,-4-3-3 16,-3-3-1-16,-2 0 6 0,0-2 4 0,5-3 2 15,-1-3-2-15,6 0 1 0,2-2 5 0,0 0 2 0,2-3-1 16,4 0-9-16,1-1-2 0,5-2-2 0,4 0-5 15,5 8-6-15,-2-14-6 0,8 6-16 16,3-2 0-16,4 2 5 0,4-3-33 0,3 2 19 16,2 1-11-16,7-1 8 0,2 1-6 0,2 1-2 0,1 0 2 15,3 0-3-15,6 0 4 0,1 2-14 0,0-3-5 16,1 2-4-16,-1 0 5 0,1-1-10 0,-8 2-7 16,0-2-17-16,-1 0 25 0,-2 1-11 0,-2-3 39 15,-3-1 0-15,-2 0 30 0,-5 1-10 0,-4-3 28 16,-1-1 21-16,-3-1 16 0,-4 1 27 0,-3-2 11 15,-1 2 28-15,-2 1 10 0,-4-1 15 0,-3 2-5 16,-1 0 1-16,-1 3 2 0,-4-3-2 0,-2 4-17 16,-1 0-6-16,-2 0-1 0,3 3 2 0,-1 2 7 15,-1 2-3-15,13 0 4 0,-21 5 0 0,11-1-10 16,1 4 28-16,3 0-10 0,1 5-3 0,4-1-10 16,1 3-11-16,4 2-12 0,3 3-7 0,3 1-11 15,5-1-13-15,4 4-4 0,5-1-7 0,3 1-7 16,1-4-4-16,4 1-23 0,0-4-22 0,-4-3-34 0,2-3-6 15,2-1-2-15,-3 0-7 0,2-3-4 0,-5-1 9 16,-2-2 4-16,1 0 15 0,-3-3 4 16,1-1 7-16,-3-3 9 0,0 0 5 0,1-3 5 15,-2-2 2-15,1-2 10 0,-1-2-2 0,-3-2 1 0,4-2 4 16,-3-2 1-16,2 0 0 0,-2 0 5 0,-3 0 10 16,1 3 0-16,-1 2 0 0,0-2 0 0,1 1-2 15,-3 6 0-15,1-2-1 0,0 3 22 0,0 0-20 16,0 5 32-16,-2 0-35 0,-11 2 0 0,24 0 7 15,-13 2 1-15,1 2-6 0,-3 1-1 0,1 1 2 16,0 0 0-16,-3 2-2 0,-1 0 14 0,0 1-2 16,0-1-3-16,-6-8 5 0,2 17-2 0,-2-17-4 15,-5 17-1-15,-1-9 13 0,-1 1-21 0,-4 0 3 16,-3-2-7-16,-1-1 4 0,-1 2-1 0,0-2-6 16,0-3 5-16,1-1-1 0,1 1-6 0,14-3-52 15,-19 2-61-15,19-2-28 0,-13-5-61 0,13 5-31 16,0 0-17-16,0-16-46 0,7 7 11 0,2-2-43 15,4-3 50-15,3 0-24 0,2-5 45 0,2 0-18 16,-2-1 99-16,1-2 23 0,-1-1 47 0,-2 1 25 16,0-1 74-16,-4-2 51 0,0-2 27 0,-1 2 43 15,-5 1 40-15,-1 1 24 0,-1 0 58 0,-3 0 44 16,0 3 27-16,-2-3-2 0,0 4 3 0,0 2-14 0,-2 1-1 16,1-1-21-16,0 5-25 0,0-1-41 0,1 5-39 15,1 8-36-15,-3-18-27 0,3 18-4 0,0 0 10 16,0 0 25-16,0 0 10 0,0 0-10 0,14 16-46 15,-4-1 31-15,5 7-37 0,0 1 33 0,4 9-36 16,1 4 53-16,3 1 1 0,3 8 0 0,-1 5-3 16,2 0-19-16,-2 0-12 0,-2 3-20 0,-2-1-12 15,0 0-16-15,-2 0-67 0,-4-9 62 0,1-2-69 16,-3 0 66-16,-1-2-78 0,1-1 44 0,-2-3-57 16,-2-6 40-16,-2-1-17 0,1-6-6 0,-1-3 6 15,-2-4 12-15,0-1 9 0,-1-3 0 0,-2-1 4 16,-2-10 6-16,3 11-8 0,-3-11 0 0,0 0 12 15,0 0-52-15,0 0 52 0,-9-9-42 0,2 2 53 16,0-5-49-16,-4-4 49 0,2-2-3 0,-5-4-5 16,2-3 3-16,0-2-7 0,1-2 1 0,2-1-2 0,-1-3-8 15,4 0-19-15,1 0-12 0,3-1-2 16,2 5-1-16,3-3 3 0,3 3-3 0,2 2 0 0,4 2-2 16,2 2 2-16,3 5 7 0,-1 4 8 0,2 3 0 15,3 3 6-15,0 4 4 0,0 1-2 0,0 4 2 16,1 4 2-16,2 2 5 0,-3 2-2 15,0 2 2-15,0 4 14 0,-3-2-17 0,-2 2 4 0,-2-1-1 16,-1 2 4-16,-5-4 0 0,2 2 3 0,-6-1-4 16,-1-1 1-16,-1-2 1 0,-4 3 3 0,-1-4-3 15,-3 1 5-15,-4-1-2 0,-1 0 1 0,-4-3-2 16,-1 0-3-16,-2-3 2 0,0 1-3 0,0-2 1 16,0 0 6-16,3 0-1 0,2-1 0 0,0 1 3 15,13-2 1-15,-19 1-4 0,19-1 1 0,-16 2-2 16,16-2-5-16,0 0 0 0,0 0 0 0,0 0 0 15,8-6-1-15,4 3-11 0,1 0-18 0,5 0-14 16,3-1-18-16,1 1-19 0,1-2-10 0,2-1-10 16,0 1-8-16,-2-1 2 0,2 0-2 0,-2-2 13 15,0 0 6-15,-2-2-1 0,0 0-1 0,-2-1 3 16,0-3 9-16,-3 0 16 0,1-3 14 0,0-3 8 16,-6 1 9-16,1-6 7 0,-2 1 11 0,-1-2-2 0,-4-2 6 15,0 3 1-15,-1 0 14 0,-2-1 0 0,-2 1 22 16,0-3 24-16,-2 3-11 0,0 3 47 15,0-2-27-15,-3 6 41 0,2 2-37 0,-1 1 26 0,-1 1-18 16,1 3-14-16,0 3-2 0,4 8 9 0,-14-7 4 16,14 7-17-16,-13 5 45 0,6 4-36 0,0 3 40 15,2 4-29-15,-1 5 35 0,1 4-6 0,3 0-1 16,0 1-4-16,4 2-15 0,-1 3-12 0,5 0-8 16,1 1-4-16,4-3-13 0,0 1-6 0,5 0 9 15,2-1-21-15,0-5-5 0,0-4-2 0,4-1-4 16,-1-1-14-16,1-3-15 0,3-3-19 0,-1-3-7 15,-3 0-4-15,1-3-7 0,1-2 0 0,-1 0 3 16,-4-3 8-16,2-1 1 0,-1-1 8 0,0-3 3 16,-1 0 6-16,-2-2-2 0,-2-2 3 0,-1-2 5 15,1-2 0-15,-6-1 2 0,1-1 6 0,-5-1 6 16,0-1-7-16,-4 2 0 0,-2-1 5 0,-2 0 0 16,-2 2 11-16,-1 0 5 0,-1 4 6 0,0-1-2 15,-1 3 3-15,1 3 14 0,8 4 19 0,-21-4 6 0,21 4 15 16,-17 5 9-16,7 0 11 0,3 0 30 15,-1 5 7-15,3-2 16 0,3 3 23 0,0-1-93 16,2 5 88-16,4-2-91 0,1 2 12 0,6 1-81 0,3 0 0 16,5 2 0-16,2-2 0 0,4-2 0 0,0 3 0 15,4-5 0-15,2 1 0 0,-2-3 0 16,3 1 0-16,-1-3 0 0,1-1 0 0,-1-2 0 16,-5 0 0-16,1-1 0 0,-2-1-35 0,-2-2-162 0,-2-1-45 15,0 0-39-15,-2 0-41 0,-2 0-30 0,1-3-34 16,-7 2-61-16,1-2-104 0,-1-1 18 15,-11 4-83-15,9-8-726 0,-9 8-944 0</inkml:trace>
  <inkml:trace contextRef="#ctx0" brushRef="#br0" timeOffset="179384.4706">15100 14615 518 0,'1'-15'525'0,"0"0"-93"0,-2 3-26 0,0 0-31 16,-1-1-36-16,-2-1-4 0,0 1-22 0,-1-1-7 16,0 0-18-16,-2 3-19 0,1-1-12 0,0 2-27 0,1 2-29 15,1-1-37-15,4 9-36 0,-7-13-28 0,7 13-23 16,-6-8-9-16,6 8 20 0,0 0 21 16,0 0-17-16,-8 8 38 0,8-8-32 0,-2 17 47 15,2-17-42-15,0 24 32 0,0-11-18 0,0 0-8 0,2 4-6 16,0-1-9-16,1 2-6 0,0-1-14 0,0-1-15 15,3 0-11-15,-1 1-2 0,2 2-9 0,0-3-8 16,4 1-6-16,-2-2 2 0,0-3-8 0,5 3-3 16,0-3-19-16,0-3-22 0,1 1-13 0,2-3-14 15,-3-2-6-15,4-2-12 0,-2 0 7 0,0-3-15 16,-2-2 0-16,1 1 7 0,0-4-1 0,-1-1 7 16,-1-2 7-16,-2 0 13 0,1-1 10 0,-3 0 7 15,0-1 16-15,-2 4 4 0,-1-2 25 0,-6 8 16 16,11-12 12-16,-11 12-21 0,8-9-11 0,-8 9 2 15,8-6-16-15,-8 6 2 0,0 0 0 0,9-7 2 16,-9 7-1-16,0 0 1 0,11 4 0 0,-11-4 7 16,11 7-3-16,-11-7-1 0,14 9 0 0,-5-4 4 15,4 2-2-15,-1-1-2 0,3 0-3 0,1-1-1 0,5 2-11 16,1-2-29-16,0 1-4 0,2-2-31 0,1 1-23 16,0-2-4-16,-1 0-7 0,-2-1 16 15,0-2 16-15,-1 0 15 0,-4 0 14 0,-1-5 20 0,0 2 4 16,-1-3-1-16,-4-1 9 0,-2-3 6 15,1-1 4-15,-5-3 4 0,-1 0 19 0,-3-4-13 16,-2 3 15-16,-3-3 3 0,-1-3 17 0,-5 2-4 0,4 1 36 16,-3 1-3-16,-1 0-10 0,2 3-8 0,0 0-11 15,2 4-8-15,-1-1-2 0,1 3-21 0,1 1 3 16,5 7-23-16,-8-12-19 0,8 12-20 0,-8-5-40 16,8 5-57-16,0 0-60 0,0 0-49 0,-13 4-60 15,13-4-56-15,-3 10-31 0,3-10-74 0,3 13-86 16,-3-13-403-16,7 14-554 0</inkml:trace>
  <inkml:trace contextRef="#ctx0" brushRef="#br0" timeOffset="180053.0884">16024 14393 598 0,'-1'-19'711'15,"-2"3"-105"-15,1-2-41 0,-2 1 17 0,0 2-14 16,0 1-21-16,1 3-54 0,0 0-76 0,-1 0-74 15,4 11-68-15,-5-15-61 0,5 15-42 0,0 0-1 0,0 0 30 16,0 0-7-16,0 0-28 0,-6 16-30 0,7 0-25 16,1 3-56-16,2 6 40 0,1 5-62 15,2 2 29-15,0 2-46 0,2 4 34 0,3 0-8 0,-1 1-8 16,0-1-18-16,2-2-24 0,0-2-24 0,0-4-14 16,-1-3-14-16,0-3-13 0,0 1-17 0,-1-6-7 15,-1-1-16-15,1-1-12 0,-2-3-1 0,-1-2 4 16,1-2 18-16,-2-2-7 0,0-3-17 0,-7-5-12 15,15 7 12-15,-15-7 5 0,16-5 21 0,-9-2 19 16,1-1 12-16,0-2 19 0,-1-3 7 0,-1 0 11 16,-1-2 7-16,1 1 19 0,-2-1 42 0,0 1 39 15,-2 1-3-15,1 1 45 0,-1 1-32 0,0 0 38 16,0 2-38-16,-2 9 30 0,4-16-58 0,-4 16 30 16,2-13-52-16,-2 13 11 0,4-11-9 0,-4 11-9 0,0 0-3 15,7-7 0-15,-7 7-6 0,10 3-2 16,-10-3 0-16,20 6 11 0,-7 0-18 0,4 1 0 15,3 0 3-15,3 0-4 0,2 0-6 0,4 1-10 0,1-2-14 16,1 1-23-16,1-1-16 0,0 0-8 16,-4-2-8-16,0 0-9 0,-1-1 15 0,-2-1 11 15,0 1 7-15,-4-2 19 0,-1 0 9 0,-3-2 24 0,1 0-16 16,-3-2 7-16,1-1 9 0,-3 0 12 0,0-1 13 16,-2 1 15-16,-1 1 9 0,1-2 8 0,-3 0 14 15,1 1 0-15,-9 4-4 0,15-6-21 16,-15 6-13-16,11-6-13 0,-11 6-4 0,11 0-6 0,-11 0 1 15,14 0 15-15,-14 0-19 0,13 8 0 0,-5-3-2 16,0 1-3-16,0 1 0 0,0 0-3 0,0-1 5 16,-1 4-3-16,0-3 7 0,-1 0-6 0,-1-1 0 15,-5-6 7-15,10 14 3 0,-10-14 11 0,4 11 3 16,-4-11 8-16,0 0 3 0,-6 14 3 0,6-14 1 16,-15 7-1-16,4-4 1 0,-2-2-9 0,-2-1-4 15,-4-1-4-15,1-2 1 0,-6 0-6 0,4-1-2 16,2-1 7-16,0 0-10 0,3-3-3 0,0 1-26 15,4-2-52-15,1-1-50 0,5 2-58 0,3-2-47 16,4-1-76-16,3-2-79 0,5 1-89 0,4-1-58 16,4-1-200-16,4 0-500 0,3-1-835 0</inkml:trace>
  <inkml:trace contextRef="#ctx0" brushRef="#br0" timeOffset="181169.2889">18458 14504 654 0,'1'-11'610'0,"-1"0"-118"15,-2 0-37-15,-2-1-58 0,-1 0-35 0,-2-1-20 0,-1 1-28 16,-3 1-29-16,0-1-30 0,-1 2-23 16,1-1-41-16,-3 3-31 0,0 0-27 0,0 4-16 0,0 1-12 15,-1 4-10-15,-2 2 2 0,1 2-20 16,-3 3 3-16,2 4-24 0,0 1 3 0,2 4-19 0,2-1 3 16,2 2-19-16,0 2 10 0,3-1-24 15,3 2 10-15,2-3-26 0,2 0 29 0,2-1-4 0,3 1-4 16,1-2-12-16,4-1-17 0,3 0-23 0,1-1 5 15,5-2-61-15,1-4-16 0,2-1-15 0,2-2-4 16,-2-2 6-16,1-3 4 0,-1-1 24 0,0-2 17 16,0-2 11-16,0-2 13 0,-2-4 11 0,-2 1 9 15,-1-2-6-15,-3-2 41 0,-1 0-21 0,-2 1 28 16,-3-1 10-16,0 2 48 0,-1 1-13 0,0 3 31 16,-2-3-24-16,0 4 4 0,-4 7-27 0,7-14 2 15,-7 14-26-15,6-10 7 0,-6 10-10 0,0 0 15 16,0 0-19-16,11-4 18 0,-11 4-19 0,10 9 10 15,-3-4-11-15,3 2 9 0,2 0-12 0,0-1 12 16,4 1-12-16,0 0 0 0,4 0-5 0,1 1 3 0,-1-3-5 16,2 0-16-16,0 1-14 0,-1-1-13 15,0-2-5-15,0 0 0 0,-1-2 1 0,1 0 8 0,-1 0 5 16,-2-1 9-16,1-1 3 0,-1-1 7 16,-3 0 4-16,-3-2 3 0,2 1 8 0,-4-1 2 0,1 0 5 15,-3-2 4-15,0-1-2 0,-1 1 22 16,0-1-18-16,-2-1 20 0,-1-1-20 0,0 0 1 0,-1 0-1 15,-1 0-6-15,2-1 0 0,-2 1-3 0,1 0 3 16,2-1-3-16,-1 1-2 0,1 1-1 0,2 0-8 16,2 2-3-16,3-2 1 0,0 3-3 0,3-1-1 15,0 0-3-15,2 1-2 0,0 2-1 0,1 0 5 16,-1 1 0-16,1-1 3 0,-1 1 3 0,-3 1 7 16,0 0-7-16,-14 1 3 0,25 0-3 0,-25 0 5 15,22 1 7-15,-22-1 22 0,19 6 22 0,-19-6 32 16,13 8 37-16,-13-8 23 0,8 11 4 0,-8-11 5 15,3 14-10-15,-3-14 25 0,0 19-31 0,0-19 28 16,0 23-48-16,0-23 22 0,-1 22-55 0,1-22 23 16,2 22-52-16,2-9 30 0,1-1-12 0,2 0-8 0,3 1-13 15,5-1-9-15,2 0-37 0,7 1 37 16,3-3-11-16,2 0-22 0,3-1-34 0,1 0-27 0,1-3-13 16,1-1-14-16,-1 0 2 0,-4-2 5 15,-1-1 1-15,-1-2 7 0,-1-2 2 0,-2-1 19 16,-1-2 0-16,-3 0 21 0,0-5-16 0,-2 0 40 0,-3-2-8 15,-1-2 7-15,-3-2-5 0,-2-2 28 0,-1 0-12 16,-4 1 33-16,-1 1 7 0,-2-1 39 0,-2 3-10 16,-2-2 4-16,-2 2-1 0,-1 1-5 0,-5 1-2 15,-1 4 5-15,-3 2 9 0,-3 1 10 0,-3 4 5 16,1 2-30-16,-5 4 44 0,1 3-46 0,1 2 37 16,0 5-43-16,2 2 36 0,6-2-41 0,1 3 36 15,4 1-58-15,6-1 40 0,3 0-56 0,6 2 40 16,5 5-4-16,9-2-34 0,10-3-86 0,8 1-95 15,4-3-123-15,4-2-101 0,4-3-149 0,1-1-159 16,0-5-170-16,-1 1-581 0,-3-4-1057 0</inkml:trace>
  <inkml:trace contextRef="#ctx0" brushRef="#br0" timeOffset="181952.9401">21626 14355 585 0,'0'0'587'15,"-9"9"-127"-15,9-9-43 0,-9 10-20 0,9-10-22 16,-10 9-12-16,10-9-40 0,-8 8-19 0,8-8-22 0,-7 8-26 15,7-8-37-15,0 0-35 0,-7 9-33 0,7-9-29 16,0 0-23-16,0 0-18 0,0 0-15 16,4 10-9-16,-4-10-15 0,18 1-27 0,-5-1-29 15,4 0-31-15,2-1-25 0,3-1-20 0,2 0-16 0,0 0-2 16,0-4 0-16,-2-1 3 0,-2-1 2 0,-1 0 14 16,-2-4 11-16,-1 0 9 0,-4-4 2 0,-3 1 22 15,-2 1 2-15,-2-2 27 0,-3 1 27 0,-2 1 28 16,-3-2 9-16,-2 3 15 0,-2 0 6 0,-3 1 1 15,-2 1 26-15,0 3-8 0,-3 2 14 0,1 2 3 16,-2 2 15-16,2 4-5 0,-4 1 5 0,2 2 2 16,-4 5-2-16,2 2-3 0,1 2-12 0,1 1-11 15,3 1-5-15,1 2-42 0,4 0 29 0,3 1-44 16,2-1 29-16,4 0-39 0,3 2 33 0,4 1-44 16,5 1 29-16,3-1-37 0,6-1 30 0,5 1-8 15,5-2-21-15,3-1-28 0,2-4-64 0,4-1-15 16,1-2-28-16,2-1-17 0,1-4-25 0,-1 1-3 15,-6-5 3-15,0 1 1 0,-6-4 3 0,-2-1 25 0,-1-3 15 16,-4-1 16-16,0 0 17 0,-2-2 22 16,-3-1 18-16,-3-1 13 0,-3 1 45 0,-3-1 16 15,-2 0-1-15,-1-1 26 0,-3 3 24 0,-3-4 3 0,-2 12 37 16,3-17 16-16,-3 17 7 0,0-17 18 0,0 17 16 16,-2-15-19-16,2 15 18 0,-1-12-27 0,1 12-29 15,-2-12-22-15,2 12-12 0,0 0 13 16,0 0-36-16,0 0 34 0,0 0-41 0,0 0 29 0,4 16-43 15,1-5 29-15,1 1-44 0,3 1 31 0,1 3-48 16,1 1 5-16,3 0-51 0,-2 0-77 0,3 0-69 16,-1-1-72-16,0 0-77 0,1 1-128 0,-2-2-9 15,1-1-160-15,-2-4-563 0,0-1-813 0</inkml:trace>
  <inkml:trace contextRef="#ctx0" brushRef="#br0" timeOffset="182136.5586">22581 14260 643 0,'-6'-19'798'0,"1"4"-174"0,-1-1-119 15,-2 2-62-15,2 1-20 0,0-1-65 0,0 3-41 16,2 0-57-16,-1 3-60 0,5 8-45 0,-7-17-72 16,7 17-60-16,0 0-44 0,0 0-75 0,4-8-84 0,-4 8-136 15,17 4-9-15,-5 0-108 0,3 4-93 0,2 1-395 16,2-1-492-16</inkml:trace>
  <inkml:trace contextRef="#ctx0" brushRef="#br0" timeOffset="182987.5517">22940 14150 876 0,'4'-16'747'0,"-2"1"-88"16,-2-1-35-16,0 3 1 0,-2-4-53 0,0 3 8 16,-1 2-79-16,1 0-4 0,-1 1-120 0,3 11-20 15,-6-15-113-15,6 15 28 0,0 0-67 0,-12-1 60 16,12 1-97-16,-7 16 51 0,3-1-115 0,3 1 56 15,0 5-106-15,2 3 31 0,2 3-85 0,2 5 0 16,1 0 0-16,4 5 0 0,2 0 0 0,0 0-58 16,2-3-78-16,-1 1-17 0,2-3-78 0,-4-4-2 15,0-1-66-15,-1-7-16 0,-3-1 15 0,0-1 31 16,-1-3 43-16,-1-2 50 0,0-3 34 0,-5-10 29 16,2 15 27-16,-2-15 14 0,0 0 15 0,-8 6 12 15,8-6 28-15,-12-6 29 0,12 6 23 0,-14-12 21 0,4 2 39 16,1 3 39-16,1-5-40 0,0 1 34 15,1 2-18-15,0-1 36 0,2 0-55 0,0 1 18 16,2 1-58-16,3 8 24 0,-2-18-51 0,2 18 27 0,2-16-60 16,3 8-1-16,1 1-67 0,1 0 12 0,4-3-44 15,1 3 1-15,1 0-3 0,2 0 2 16,0-1 15-16,0 1 12 0,0-1 14 0,0 0 19 0,1-3 19 16,-2 3 0-16,-1-2 17 0,-1 1 16 0,-1-3 39 15,-2 1 46-15,-1 2 33 0,0-4 45 0,-2 5 18 16,-2-1 27-16,0 0 2 0,-4 9 37 0,6-16 24 15,-6 16-78-15,6-11 48 0,-6 11-111 0,4-11 53 16,-4 11-114-16,0 0 64 0,5-8-63 0,-5 8 16 16,0 0-89-16,0 0 0 0,2 17 0 0,-2-17 0 15,2 21 0-15,0-9 0 0,1 3 0 0,1 0 0 16,0 2 0-16,2 0 0 0,1 3 0 0,-1-1 0 16,2 0 0-16,1 1 0 0,-1-1 0 0,1-1 0 15,-1-3 0-15,1 0 0 0,-2-3 0 0,1 1 0 0,0-3 0 16,0 1 0-16,1-4 0 0,-1 0 0 0,2-1-52 15,0-4-126-15,-10-2 38 0,21 3-31 16,-10-6 48-16,1 1-38 0,1-4 61 0,-2 0-10 0,3 0 52 16,-3-1-24-16,-1 1 50 0,0 0-26 0,-2 0 58 15,0 2-18-15,-8 4 53 0,14-9-31 0,-14 9 35 16,10-7-42-16,-10 7 33 0,9-6-37 16,-9 6 33-16,0 0-41 0,14-3 47 0,-14 3-33 0,0 0 40 15,14 3-36-15,-14-3 35 0,16 6-35 0,-5-1 39 16,0-1-45-16,3-1 33 0,1 3-37 0,1-3 34 15,2 2-44-15,0 0 20 0,1-2-63 0,-1 1 21 16,1 1-46-16,-1-3 31 0,0 2-33 0,-1-3 41 16,-2 2-26-16,-1-3 47 0,0 0-38 0,-2-2 12 15,1 0-24-15,-1-3 43 0,-3-1-23 0,3-1 51 16,-3-2-46-16,-2-1 41 0,-1-2-29 0,-1 1 41 16,-3 0 2-16,-1 0 7 0,0-1 12 0,-2 0 10 15,-1 1 3-15,-1 2-28 0,-1-1 50 0,0 2-3 16,4 8 0-16,-9-12 1 0,9 12 1 0,-11-7 2 0,11 7 18 15,0 0-15-15,-16 4 38 0,16-4-46 0,-7 9 42 16,7-9-46-16,-3 13 39 0,3-13-58 16,3 18 40-16,1-10-61 0,3 4 6 0,2 0 18 0,2 0-102 15,4-1-41-15,1 3-128 0,4-4-48 0,0 1-58 16,2 0-91-16,0-1-64 0,0-1-27 16,1 0-33-16,0-1-63 0,-1-1-598 0,-1-1-828 0</inkml:trace>
  <inkml:trace contextRef="#ctx0" brushRef="#br0" timeOffset="183319.0464">24316 14507 448 0,'8'-11'597'0,"-2"0"-64"16,0 1-1-16,-2 0-19 0,0-2-32 0,2 0-20 16,-3 0-3-16,1 1-28 0,-1 1 43 0,0-1-2 15,-3 11-17-15,5-17-34 0,-5 17-133 0,6-14 2 16,-6 14-109-16,6-8 20 0,-6 8-95 0,11-6 58 16,-11 6-100-16,21 3 70 0,-10 0-96 0,3 3 66 15,2 1-86-15,1 2 2 0,-1 1-8 0,0 2-2 16,-2 1-2-16,2 1 0 0,-3 0-6 0,1 1 5 15,-2 2 57-15,-3 1-91 0,0-2 61 0,0-1-71 16,-4 0 67-16,0-2-70 0,-2-1 64 0,0-3-57 16,-3-9 68-16,5 18-69 0,-5-18 84 0,2 14-56 15,-2-14 103-15,0 0-73 0,0 13 93 0,0-13-116 0,0 0 0 16,0 0 0-16,0 0 0 0,-4-13 0 16,4 13 0-16,6-16 0 0,0 6 0 0,3-3 0 15,4-2 0-15,5-3 0 0,4 0 0 0,7-3 0 0,1 1 0 16,2 1 0-16,3 0 0 0,1-1 0 0,2 3-101 15,0 0-139-15,3 0-57 0,-4 1-52 0,2 0-37 16,0 1-21-16,-3 1-42 0,-3 4-36 0,-5-1-10 16,-5 4-41-16,-2-1-103 0,-3 2-560 0,-3 1-808 15</inkml:trace>
  <inkml:trace contextRef="#ctx0" brushRef="#br0" timeOffset="185986.7793">26302 14341 231 0,'0'0'556'0,"-13"-13"-164"0,5 7-29 0,-1 0-53 15,1 1 41-15,-4-1-50 0,3 0-24 0,1 3-37 16,-1-2-14-16,9 5-36 0,-16-8-16 0,16 8-40 16,-11-6-16-16,11 6-34 0,-10-5-10 0,10 5-22 15,0 0-4-15,-11-2-15 0,11 2 5 0,0 0-14 16,0 0 5-16,0 0-14 0,0 0 6 0,6 8-9 0,-6-8 6 15,15 5-9-15,-15-5 6 0,19 4-14 0,-5-2 1 16,-1-1-31-16,3 0-13 0,-3 1-25 0,4-1 14 16,-2-1-26-16,1 0 14 0,1-3 7 15,0 2 21-15,0 0-9 0,-3-4 27 0,-1 1-9 0,1 0 25 16,-3-2-13-16,-4 0 23 0,2 1 17 0,-2-2 7 16,-7 7 2-16,4-13 11 0,-4 13 2 0,-4-15 12 15,-3 7 4-15,-4 3 16 0,-2 0-7 0,-4 1 12 16,-2 1 4-16,-4 2 5 0,-6 2 14 0,-1 2 2 15,-3 3 22-15,-1 0-26 0,1 4-10 0,3 1-14 16,-1 1-10-16,2 1-5 0,4 1-14 0,2 2-8 16,0 0-5-16,8 0-6 0,4 1-6 0,1-1-6 15,6 0 6-15,6 2-14 0,5-1 7 0,9 3-1 16,7-2-8-16,10 3-24 0,6-3-30 0,8-2-28 16,2-1-31-16,11 1-12 0,3-2-14 0,-9-2-3 15,-2-4-8-15,-1-1 11 0,-1-1 7 0,-5-1 28 16,-6-4 4-16,-6 0 32 0,-6-3-1 0,-1-1 23 15,-1-3 5-15,-4-1 29 0,-4-1 6 0,0-4 9 0,-4-1-4 16,0-1 16-16,-6 0 3 0,0-1 21 16,0 0 13-16,-3-1-3 0,-1 2 12 0,-1 0 19 15,2 2 10-15,-2 2-8 0,0-2 8 0,-1 4-24 16,-1 8 10-16,4-17-40 0,-4 17 5 0,2-12-27 0,-2 12 13 16,0 0-12-16,0 0 13 0,0 0 7 0,0 0-2 15,12 9 9-15,-12-9-9 0,2 17-2 0,0-6-12 16,0 1 5-16,-2 0-9 0,3 2 0 0,-3 1-10 15,2 1 0-15,0 0-6 0,0-1 0 0,0 2 0 16,1-3 0-16,-1 1-2 0,1-3-14 0,1 1-20 16,0-1-12-16,-1-2-1 0,1 0 21 0,0-1-25 15,-4-9 27-15,12 13-34 0,-12-13 5 0,13 7-15 16,-13-7 7-16,15 1 0 0,-15-1 19 0,19-6-5 16,-8 0-1-16,1-1 5 0,-2-2-1 0,1-2 10 15,1 0 6-15,-3-1 3 0,0 2 2 0,0-3 8 16,0 2 16-16,-1 1 7 0,-3 1 18 0,3 2 11 15,-4-1 2-15,-4 8-10 0,9-13-12 0,-9 13-8 16,8-9-5-16,-8 9-2 0,8-6-8 0,-8 6 4 16,0 0 3-16,13-2-3 0,-13 2 4 0,11 2 0 15,-11-2 2-15,20 5-2 0,-6 0 4 0,1-1-4 16,4 1 0-16,3 1 1 0,2 0-4 0,4 3 0 16,1-3-23-16,2 0-26 0,1 0-19 0,1 1-9 0,-1-3-14 15,-5 1 4-15,0-2-4 0,0 0 10 0,-6-2 10 16,0 1 17-16,0-2 3 0,-2-3 19 0,-1 0 8 15,-1-1 0-15,-2-2 6 0,1-1 1 0,-5-3 16 16,2 0 5-16,-3 0 9 0,-1-3 7 0,-3 1 17 16,0 0 6-16,-3 0 9 0,0 2-11 0,-3 10 4 15,2-19-14-15,-2 19 18 0,-7-16-27 16,7 16 7-16,-11-12-9 0,11 12 20 0,-20-5-13 0,20 5 13 16,-24 2-21-16,7 4-3 0,2 1-3 0,-2 2 5 15,-1 3-3-15,1 0-6 0,1 1 0 0,3 0-3 16,2 1 1-16,-1 1-5 0,5 0-1 0,-1-1-4 15,4 2 22-15,0-4-25 0,2 1 18 0,2-13-32 16,0 22 28-16,5-11-51 0,0-1 10 0,2-2-15 16,1-1 15-16,2 0-11 0,1-3 11 0,0 0 1 15,0-2 16-15,-11-2-12 0,26 0 15 0,-14-3-1 16,3-1 14-16,-1-3-7 0,-1-2 11 0,1 0 19 16,-1-3 3-16,1-2-3 0,-3-1 7 0,1-2 18 15,-1 2 3-15,0 0 18 0,-2 0 24 0,1 2 13 0,-2 0 17 16,-1 3-12-16,-1 1-25 0,0 3-19 15,2 1-15-15,-8 5-12 0,18-3 16 0,-4 6-9 16,-1 2-1-16,5 7-30 0,0 0 45 0,0 8-10 0,2 1-7 16,0 6-5-16,-1 2-4 0,-6-1-3 0,2 4 22 15,-2 3-37-15,-6-4 26 0,1 2-40 0,0 0 24 16,-4-2-43-16,-1 2-7 0,-1-5-6 16,0-2 1-16,-4 1 3 0,2-2 2 0,-4-1 3 0,2-2 4 15,-3-6 5-15,-1 1 10 0,-2-2 6 0,1-2 12 16,-3-1 2-16,-1-3-3 0,-3-2-4 0,-1-1-2 15,0-4-3-15,0-1 1 0,-3-2-6 0,0-3-1 16,5 0 20-16,-1-3-43 0,1-1-17 0,2-2-103 16,4-3-31-16,2-1-73 0,5 1-52 0,5-4-18 15,2-4-2-15,5-2-10 0,5-1 31 0,3-3 8 16,2-1 53-16,3 2-2 0,-2 0 76 0,0-1-3 16,0 1 71-16,-2-1-3 0,-4 3 77 0,0-1 33 15,-2 2 67-15,-1 0 35 0,-3-1 24 0,0 4 26 16,-2-1 61-16,-2 5-31 0,-1-2 6 0,-3 1 1 15,2 2 4-15,-3 3-4 0,0 1-14 0,0-1-39 16,-2 12-30-16,4-18-26 0,-4 18-15 0,1-12-14 16,-1 12 6-16,0 0-12 0,0 0-3 0,0 0-13 0,0 0-7 15,0 0-6-15,9 6-5 0,-9-6-36 16,11 16 33-16,-5-8-53 0,2 4-91 0,0-1-84 16,4 2-95-16,-1 0-127 0,1 1-75 0,1-1-158 0,-4-1-676 15,1 0-936-15</inkml:trace>
  <inkml:trace contextRef="#ctx0" brushRef="#br0" timeOffset="186186.8521">28186 14279 771 0,'-2'-22'719'0,"-1"-1"-160"15,0 5 24-15,0 0 1 0,1 3-99 0,1 3-39 16,0 0-137-16,0 2-75 0,1 10-53 0,-1-17-10 15,1 17-73-15,0 0-21 0,4-10-83 0,-4 10-88 16,12 6-108-16,-3 3-115 0,1 1-39 0,1 7-95 16,3-3-85-16,-1 3-479 0,0 0-624 0</inkml:trace>
  <inkml:trace contextRef="#ctx0" brushRef="#br0" timeOffset="186987.997">28529 14416 260 0,'0'0'860'0,"8"-5"-124"0,-8 5-14 15,0 0-70-15,9-9-37 0,-9 9-47 0,0 0-87 16,6-8-53-16,-6 8-66 0,0 0-59 0,0 0-53 16,0 0-53-16,8-5-40 0,-8 5-28 0,0 0-17 15,0 0-29-15,9 4-12 0,-9-4-17 0,8 9-11 16,-8-9-6-16,11 13-15 0,-5-6-25 0,1 0-43 16,0 1-44-16,0 0-32 0,-1-1-43 15,0 1-18-15,1 0-18 0,-1-1-8 0,0 1-8 0,0-2-3 16,-6-6 13-16,12 13 26 0,-12-13 12 0,13 7 19 15,-13-7 8-15,15 5 16 0,-15-5 3 0,21-3 30 16,-9 0 9-16,0-3 20 0,3-1 12 0,-2-1-5 16,0-1 25-16,0 1 23 0,-1-1 50 0,-1 1 34 15,-3 2 18-15,1 0 18 0,-1 1-5 0,-8 5-2 16,14-10-4-16,-14 10-7 0,9-8-14 0,-9 8-18 16,11-4-9-16,-11 4-16 0,7-6-7 0,-7 6-7 15,0 0 0-15,12-1-2 0,-12 1-7 0,8 4 5 16,-8-4-5-16,16 5-1 0,-16-5-2 0,17 11 1 15,-6-5-1-15,2-2-3 0,2 2 2 0,0 0-3 0,1 1-1 16,0-2-2-16,1 0 0 0,0 0-2 0,1 1-14 16,0-3 7-16,-2 1-5 0,0-2 4 15,0 1 2-15,0-2 4 0,-2-2-3 0,1 1-1 16,-2-3 3-16,2 0-3 0,0-3-1 0,-2 1 1 0,1-3 16 16,-1-3-17-16,1-2 19 0,-2 0-20 0,-1-2 26 15,-1 0-18-15,-2 1 34 0,-1 0-34 16,1 1 40-16,-3 0-25 0,-2 3 37 0,0 0-26 15,-3 10 35-15,2-18-48 0,-2 18 30 0,-3-12-37 0,3 12 39 16,-10-6-24-16,10 6 50 0,-17-1-28 0,6 4 40 16,-1-1-48-16,-1 5 3 0,1 0 3 15,0 2 10-15,2-1 4 0,0 3-6 0,1-1-2 0,3 2 1 16,1-1-4-16,2 1-9 0,1 1-3 0,2 0-3 16,2-1-5-16,1 3-5 0,3-1-4 0,3-1-5 15,3 1-9-15,2 1-18 0,2-2-27 0,1-1-15 16,3-1-13-16,0-1-8 0,1-2 2 0,2 0 5 15,0-1 4-15,0-2 11 0,-1-2 14 0,-2-2 6 16,1-1 8-16,0-3 9 0,-1 0 6 0,1-1 6 16,0-3 3-16,-1-1-2 0,-1-2 5 0,-1-2 5 15,0-1 1-15,-2-2 4 0,-1 0-4 0,-1-2 5 16,-2 0 4-16,0 3 7 0,-2-1 16 0,-2 2 11 16,-1-1 24-16,-1 3-47 0,-3 1 28 0,0-1-46 15,-3 11 36-15,-1-14-38 0,1 14 37 0,-7-11-40 16,7 11 46-16,-16-4-30 0,16 4 34 0,-19 3-31 15,6 1 39-15,0 1-28 0,0 2 2 0,1 2 5 16,0-2-3-16,0 2-1 0,3 1-5 0,0 1 0 16,1 0-6-16,2 3-1 0,3-6-2 0,1 4-5 15,2-12 2-15,4 24-4 0,1-11-28 0,5 0-62 16,2 0-88-16,3-2-61 0,3 2-91 0,1-4-59 0,2 2-111 16,2-4 28-16,1 1-93 0,1-2-71 15,-1-2-436-15,1-2-677 0</inkml:trace>
  <inkml:trace contextRef="#ctx0" brushRef="#br0" timeOffset="187621.468">30111 14439 180 0,'7'-15'587'0,"-1"2"-101"0,-1-1-20 0,-1-1 1 15,1-1-58-15,-2 2 21 0,-1 2 19 0,-1-1-14 0,0 0-52 16,0 1 2-16,0 0-44 0,-1 12 20 0,1-18-80 16,-1 18-22-16,0-15-88 0,0 15-7 0,2-11-60 15,-2 11 3-15,0 0-46 0,0 0 22 0,14 0-41 16,-4 6 23-16,1 3-37 0,5 2 20 0,-1 4-36 15,2-1 26-15,3 3-49 0,0 2-16 0,-1-1-11 16,-2 2-23-16,1-2-3 0,-4 0-24 0,0-1-10 16,-3 0-1-16,-1-1-1 0,-1-2 12 0,-3 0 13 15,0-1 15-15,-2-3 11 0,-2 0 22 16,-2-10 37-16,3 17-41 0,-3-17 45 0,-4 9-40 0,4-9 15 16,-9 5 27-16,9-5 29 0,0 0 17 0,-17-1 15 15,17 1-11-15,-10-8-6 0,10 8-5 0,-9-13-13 16,9 13-3-16,-4-17-12 0,4 17-7 0,3-23 23 15,2 9-52-15,3-4-17 0,2 0-52 0,3 1 20 16,2-5-52-16,3 0 33 0,1 2-57 0,0-1 33 16,2 0 14-16,-1 2 1 0,3-1 8 0,-1 2 7 15,1 0 8-15,-2-1 14 0,2 3 3 0,0-2 7 16,0 1 9-16,-2 1 10 0,0-1 1 0,0 2-1 16,-1-1 5-16,-3 2 7 0,-1 0 25 0,-1 2 25 15,-1-1 25-15,-2 4 37 0,-3-1-31 0,-1 2 25 16,0 1-22-16,-2 1-16 0,-6 6-12 0,7-11-10 15,-7 11-5-15,0 0-36 0,-10-8 33 16,10 8-49-16,-19 0 41 0,19 0-45 0,-25 3 42 0,14 1-41 16,-3 2 37-16,2 0-37 0,1 2 47 0,-1 2-43 15,3 2 32-15,2-1-28 0,-1 2 26 0,4 1-38 16,2 1 30-16,2 0-48 0,2 2 16 0,1 1-42 16,4 2 18-16,0 0-11 0,2-1 13 0,2-1-23 15,0 0 8-15,1 0 13 0,2 0 7 0,-1-1 11 16,4 2 4-16,-2-4-4 0,1 0 20 0,-1-1-11 15,1 0 13-15,-3 1-8 0,2-4 13 0,-4 1-3 16,-1-2 18-16,0 1-7 0,-2-3 18 0,-1 2-7 0,-1-2 24 16,-1 1-12-16,-5-9 27 0,5 17-19 15,-5-17 22-15,-1 12-33 0,1-12 28 0,-10 15-38 16,3-8 32-16,-2 0-44 0,-4-2 29 0,0 3-38 16,-3-4 10-16,1 0-72 0,-3 1-69 0,0-4-97 15,-2 4-113-15,0-5-82 0,0 0-137 0,-2 0-605 16,1 0-785-16</inkml:trace>
  <inkml:trace contextRef="#ctx0" brushRef="#br0" timeOffset="189739.0265">31256 14141 212 0,'0'0'514'0,"3"-9"-77"15,-3 9-46-15,6-16-3 0,-2 9-32 0,0-4-44 16,4 2-35-16,-1-3-10 0,0 0-31 0,2 1-19 16,1-2-33-16,0 4-21 0,0-2-11 0,2 1-10 15,-2 1-22-15,2 0-25 0,-1 2-19 0,1 1-17 16,-1 3-10-16,0-1-12 0,-11 4-2 0,25 3 1 15,-11 2 7-15,1 3 64 0,2 5-73 0,-1 0 69 16,2 6-85-16,0 0 60 0,-4 2-76 0,0 3 62 0,-4 0-72 16,0 4 64-16,-3-6-74 0,-1 2 9 15,-2-1 0-15,0-1-3 0,-1-2 7 0,-2-2 2 0,0 0 6 16,-1-1-2-16,-1-3 2 0,-1-1 2 0,-2 1 4 16,-1-3 8-16,0 0-5 0,-2-4-14 0,-2 0 18 15,0-1-15-15,-1-1 26 0,-3-2-15 0,1 0 23 16,12-3 12-16,-25-2 10 0,13 0-1 0,-1-2 0 15,2 1-34-15,1-3 34 0,1-1-8 0,1 0-5 16,1-2-8-16,1 0-2 0,1-3-3 0,3 1-15 16,2-2-5-16,1-2-2 0,4-2-4 0,2 0 0 15,2-2 2-15,2 1-8 0,6-3-4 0,2 2 3 16,-4 4 0-16,7-2-2 0,2 3 2 0,0 2-1 16,2 1 1-16,2 3 1 0,-2 2-2 0,2 4-1 15,1-1 5-15,6 6-3 0,-1 4 2 0,6 2 58 16,0 4-52-16,-2 4 65 0,0 1-56 0,0 2 42 0,-2 3-41 15,0 1-1-15,-3-1 0 0,0 2 0 16,-2 0-5-16,-2 0 1 0,-2 0 1 0,-3 0 3 0,-3-4-8 16,-2-3-1-16,-2 1 6 0,-4-3-2 0,-2-2 2 15,-3 0 1-15,0-3 60 0,-3-1-42 0,-2-1 5 16,-3-9 26-16,1 16 8 0,-1-16 4 0,-6 6 16 16,6-6 4-16,-16 1 11 0,4-4-5 0,-1-1 4 15,-2-5-28-15,-2 0 46 0,2-4-2 0,0 0 45 0,3-3-38 16,3 1 30-16,3-2-45 0,5 0-4 15,4 1-31-15,4-5 5 0,7-1-45 0,5 0-23 0,10 0-13 16,5 3 0-16,6 1 0 0,5 5 0 0,4 0 0 16,6 2 0-16,1 4 0 0,3 1 0 0,1 2 0 15,0 1 0-15,1 2 0 0,-5-1 0 0,0 3-99 16,-2-1-109-16,-12 2-13 0,-1-2-92 0,-9 0 1 16,-4 0-152-16,-7 0-54 0,-2 0-127 0,-19 0-89 15,13-3-750-15,-13 3-1108 0</inkml:trace>
  <inkml:trace contextRef="#ctx0" brushRef="#br0" timeOffset="191239.8284">7053 15593 480 0,'-8'-14'560'0,"-1"-3"-75"16,2 4 10-16,0-2-17 0,-1-1-52 0,1 3-22 15,0-2-26-15,0 2-21 0,2-2-19 0,0 4-27 16,1 1-41-16,-1 1-58 0,1 0-46 0,4 9-32 16,-4-11-27-16,4 11-20 0,0 0 28 0,0 0-39 15,16 8 28-15,-7 2-43 0,2 6 25 0,4 4-9 0,0 5-8 16,3 4-9-16,-1 3-9 0,1 2-11 15,0 0-2-15,-2 2-8 0,0 1-11 0,-1 0-37 16,1-1 38-16,-3 0-33 0,2-1 3 0,-2 1 38 16,0-1-38-16,-2-6 31 0,-1 0-4 0,0-2-3 0,0 0-3 15,-3-5-3-15,0-2 1 0,-2-3-5 16,0-3-2-16,0-1 6 0,-2-1 1 0,1-3 6 16,-4-9-1-16,5 16 1 0,-5-16-3 0,0 0-4 0,4 9-2 15,-4-9-5-15,0 0-3 0,-2-12-39 0,2 12 28 16,-3-22-34-16,1 6 14 0,0-1-44 0,1-3 39 15,-1-5 8-15,4-1 3 0,-1-1-1 0,1 1 8 16,3-5 9-16,1 3-7 0,2 0 1 0,1 2 4 16,0 5 4-16,2 3-7 0,0 2 2 0,1 3 5 15,0 3-3-15,1 2 5 0,-2 5-3 0,3 0 4 16,-1 5 1-16,3 0 1 0,-1 3 4 0,3 1-7 16,1 2-4-16,-1 2-5 0,1 2-37 0,-2-1 43 15,0 3-39-15,-3 0 31 0,1-2-41 0,-2 1 42 16,-2-1-30-16,-3-1 43 0,-2 0-29 0,-1-1 10 15,-3 0 0-15,-2-10 5 0,-3 21 6 0,-2-12 5 16,-4 3 0-16,-5 0 9 0,-1 1 30 0,-4-2-43 16,-2-2 36-16,-4 3-37 0,1-3 38 0,-1-3-52 15,0 0 4-15,3-2-68 0,1-1-39 0,2-1-43 16,5-2-63-16,0-1-108 0,14 1-19 0,-15-7-70 16,15 7-48-16,2-11-48 0,7 1-414 0,6-1-522 15</inkml:trace>
  <inkml:trace contextRef="#ctx0" brushRef="#br0" timeOffset="191622.988">7911 15827 10 0,'-5'-9'739'0,"5"9"-154"0,-11-10-8 16,5 4 24-16,6 6-21 0,-11-15-53 0,11 15-59 15,-10-10-45-15,10 10-62 0,-7-11-62 0,7 11-65 16,-4-10-44-16,4 10-37 0,0 0-24 0,9-8-8 15,-9 8-19-15,19 0-15 0,-6 1-12 0,3 2-10 16,1 4-17-16,3 0-6 0,1 2-10 0,1 1-5 16,2 2-5-16,0 0 0 0,0 2-6 0,-1 0-5 15,-5-2-36-15,1 0 38 0,-3 1-36 0,1-2 38 16,-4 0-34-16,-1-2 34 0,-1 0-35 0,-2 0 38 16,0-2-36-16,-1-1 38 0,-2 0-33 0,-6-6 44 15,12 10-15-15,-12-10 56 0,8 6-22 0,-8-6 30 16,0 0-37-16,0 0 19 0,0 0-34 0,0 0 28 0,-3-9-38 15,3 9 21-15,-10-15 0 0,7 6-10 16,-2-2-4-16,2 1-7 0,0-1-3 0,1-2 2 16,2 1-17-16,0 12-25 0,1-24-61 0,2 11-52 15,2 1-60-15,2-1-33 0,3 3-59 0,3-3-55 0,1 3-32 16,0 1-40-16,2 1-16 0,0 2 20 0,2 2 6 16,0 1-13-16,1 1 3 0,-1 1-25 0,0 2 28 15,1-1-247-15,-1 2-171 0</inkml:trace>
  <inkml:trace contextRef="#ctx0" brushRef="#br0" timeOffset="192122.8425">8562 15779 364 0,'0'0'395'0,"14"7"-12"0,-14-7-24 16,0 0 16-16,12 4 4 0,-12-4-40 0,0 0 4 16,0 0 6-16,0 0 11 0,10-3-8 0,-10 3 1 15,0 0-49-15,0 0-14 0,6-8-23 0,-6 8-36 16,0 0-26-16,8-8-37 0,-8 8-36 0,0 0-24 16,10-8-22-16,-10 8-18 0,14-4-14 0,-14 4-10 15,21-1-11-15,-21 1-7 0,25 0-4 0,-13 2-5 16,3 0-13-16,-3 2-14 0,3 0-10 0,-2 1-13 15,1 1-1-15,-3 0-5 0,-2 0 8 0,-1 1-1 16,-1-1-5-16,-3 4 7 0,-4-10-2 0,3 17-26 0,-3-17 36 16,-7 19-32-16,-1-9 45 0,-2 1-36 15,-2-1 41-15,-5 0-43 0,0 1 43 0,-2-3-45 16,-1 2 27-16,3-5-39 0,0 1 32 0,2-2-28 0,2-1-20 16,2-1-50-16,11-2-60 0,-17-3-46 0,17 3-18 15,-4-10-1-15,7 2-22 0,7-4-8 0,4-3 11 16,7-3 18-16,7-3 24 0,2-1 27 15,2 1 35-15,2-2 19 0,-1 2 40 0,-1 2 40 0,-2 0 50 16,-6 4 28-16,-3 1 36 0,-3 0 63 0,0 6 81 16,-7-2 52-16,0 3 22 0,-1 0 1 15,-3 1-4-15,-7 6 5 0,9-8 4 0,-9 8-3 0,0 0-33 16,0 0 26-16,0 0-10 0,0 0-22 0,0 0-13 16,0 0 6-16,1 13-12 0,-1-13-29 0,6 23-6 15,3-7-46-15,1 4 14 0,7 5-50 0,6 5 14 16,3 4-51-16,8 4-4 0,1 1-5 0,5 0 25 15,-1-1-43-15,-1 4 20 0,-3-3-41 0,0 1 15 16,-7-8-13-16,-4 1-5 0,-1 1-11 0,-5-2-6 16,-2-3 2-16,-7-1 0 0,-4-5-5 0,-2 0 0 15,-3-3 1-15,-5-2-20 0,-3 2-26 0,-3-1-22 16,-6 1-42-16,-3-1-51 0,-4-3-39 0,-4-3-111 16,-2-1-48-16,-3-3-166 0,-1-3-38 0,-1-2-143 0,1-4-594 15,0-4-920-15</inkml:trace>
  <inkml:trace contextRef="#ctx0" brushRef="#br0" timeOffset="192306.1126">9056 15623 1198 0,'-6'-19'811'0,"-2"1"-166"0,0 3-86 0,2 2-68 0,0 1-47 16,2 1-125-16,0 1-42 0,0 3-93 0,4 7-40 15,-6-14-98-15,6 14-38 0,0 0-84 0,8-11-80 16,-8 11-90-16,19 0-87 0,-2 3-43 0,1 2-56 16,5 2-67-16,5 1-443 0,0 3-523 0</inkml:trace>
  <inkml:trace contextRef="#ctx0" brushRef="#br0" timeOffset="192658.0454">9455 15751 591 0,'8'8'636'0,"0"-1"-81"0,-3 0-27 16,-5-7-47-16,9 10 8 0,-9-10-8 0,7 7-10 15,-7-7-83-15,6 8-7 0,-6-8-51 0,0 0-55 16,10 8-50-16,-10-8-51 0,0 0-37 0,13 3-32 16,-13-3-54-16,17-1-51 0,-17 1-34 0,20-3-37 0,-8 2-59 15,0-2-5-15,1 0 15 0,-2 0-25 16,0-2 12-16,1 2 18 0,-3-3-1 0,0 0 8 0,0-1 8 16,-3-1 15-16,-1-1 18 0,-1-1 14 15,-2-1 5-15,-2-1 20 0,0 12 16 0,-2-20 5 0,-1 9 13 16,-1 1 26-16,-1 1 31 0,-2 2-8 0,0 1 16 15,-2 0 4-15,1 2 5 0,-3 2 3 0,11 2 21 16,-22 0-15-16,8 6 42 0,0 1 4 0,-4 3 2 16,2 3 5-16,0 1-17 0,2 2-1 0,0 2-51 15,3 0 26-15,1-1-39 0,4 2 42 0,3-1-37 16,1-1 20-16,4 0-36 0,3 0 18 0,4 0-35 16,2-3-4-16,3 1-3 0,4-2-3 0,3-2-13 15,7-1-27-15,2-1-62 0,4-2-55 0,2-2-126 16,3-1-60-16,1-3-81 0,7 4-141 0,-7-3-24 15,2 1-218-15,-4-1-427 0,-2 1-822 0</inkml:trace>
  <inkml:trace contextRef="#ctx0" brushRef="#br0" timeOffset="193306.4051">10496 15840 975 0,'-5'-17'674'0,"-2"0"-103"0,1 1-49 0,-1 1-35 15,-2 0-68-15,-3-2-48 0,1 3-24 0,-1 0-54 16,-4 1 11-16,3 2-85 0,-2 1 6 0,1 5-75 16,-2 1 6-16,3 3-50 0,-2 2 37 0,1 4-51 15,-1 2 32-15,3 3-54 0,-2 5 37 0,3 2-24 16,4 0 39-16,2 1-29 0,4 0 23 0,2 1-30 15,5 1 27-15,6 3-36 0,4-1-11 0,8 3-6 16,4-3-9-16,6-3-8 0,0-2-6 0,3-2-14 16,1-3-28-16,1-1-37 0,-3-4 7 0,-1-2-55 15,-1-1-27-15,-4-2-13 0,-2 0-5 0,0-4 16 16,-4-1 13-16,-1-3 28 0,-2 0 16 0,-7-1 7 0,0-2 58 16,-5-6-45-16,-3 3 45 0,-3-3-38 15,-4-4 59-15,-4-4 5 0,-5-4 22 0,-4-6 16 16,-4-1 8-16,-2-3 20 0,0 2-17 0,0 0 51 15,-1 1-7-15,3 3 39 0,-1 1-7 0,4 7 30 16,4 5 25-16,1 1-103 0,1 4 51 0,2 1-105 16,1 2 64-16,6 10-108 0,-8-10 82 0,8 10-86 15,0 0-4-15,-5 13 0 0,6-2 0 0,2 4 0 0,1 3 0 16,2 5 0-16,3 3 0 0,2 3 0 0,3 3 0 16,2 0 0-16,1 2 0 0,3-3 0 0,1 0 0 15,1-2 0-15,0-1 0 0,2-2 0 0,2-2 0 16,-6-5 0-16,1-1 0 0,0-2 0 0,-5-3-167 15,1-1-35-15,-6-3 6 0,1 0 19 0,-1-2 31 16,-3 0 31-16,-8-7 20 0,15 8 16 16,-15-8 8-16,0 0 12 0,0 0 12 0,0 0 19 0,5-10-5 15,-10 3 10-15,-1-1 39 0,-5-2-18 0,-1-4 52 16,-3 3-6-16,2-3 60 0,-3 1 7 0,2 0 59 16,0 1-11-16,4 1 63 0,0 0-45 0,0 0-17 15,5 3-31-15,0-1-31 0,5 9-98 0,1-19 0 16,5 10 0-16,5-1 0 0,6 1 0 0,4-1 0 15,9 1 0-15,9-3 0 0,4 4 0 0,3 0-191 16,3 1-162-16,1 0-162 0,2 2-186 0,-3 1-140 16,-1-2-924-16,-1 2-1459 0</inkml:trace>
  <inkml:trace contextRef="#ctx0" brushRef="#br0" timeOffset="195924.4092">12571 15768 198 0,'-13'-13'691'15,"-1"-1"-117"-15,1 0-10 0,-1-2-27 0,1 1-37 16,0-1-10-16,-1 0-34 0,3 1-57 0,0 0 46 16,4 4-36-16,-2 0 5 0,2 1-92 15,0 2-33-15,1 1-98 0,6 7-23 0,-9-10-60 0,9 10 3 16,0 0-44-16,0 0 13 0,0 0-35 0,-6 10 22 16,6-10-46-16,4 19 21 0,0-5-33 0,0 0 26 15,3 2-32-15,1 3 24 0,2-1-28 0,-1 1 26 16,1 1-33-16,0-2 28 0,2 0-29 0,0-1 22 15,0-1-57-15,-1-2 27 0,1-2-57 0,-3-2 23 16,2 0-24-16,-2-1 12 0,0-3 11 0,0-1 33 16,-9-5-51-16,18 2 28 0,-18-2-29 0,16-4 32 15,-5-1-35-15,-2-2 38 0,-2-3-32 0,2-3 19 16,-3-1-28-16,1-3 42 0,2-1-25 0,-2-1 43 16,0 0-31-16,-1 0 50 0,1 2-41 0,-1 2 45 15,2 1-32-15,-4 1 44 0,1 3-49 0,1 1 40 16,-2 0-39-16,-4 9 43 0,12-10-32 0,-12 10 39 15,13-3-37-15,-13 3 45 0,19 3-37 0,-8 3 38 0,-2-2-8 16,5 3-2-16,-1 2-4 0,1-1 1 16,1 2-5-16,1 2-2 0,-1-2-6 0,-1 2 3 15,1 0-2-15,-1 0 4 0,-1-1 0 0,0-2-46 0,-1 3 27 16,-1-4-57-16,-2 1 14 0,1-2-41 0,-2-1 38 16,-1-1-13-16,-7-5 45 0,14 11-23 0,-14-11 44 15,8 5-30-15,-8-5 25 0,0 0-46 0,12-1 8 16,-12 1-24-16,9-10 13 0,-5 1 2 0,-1 0 9 15,1-3 10-15,0-1 5 0,1-2 4 0,-1 1 9 16,2-1 6-16,0 0-2 0,-2 1 4 0,1 0 4 16,-1 4 4-16,0 0 3 0,0 0-2 0,-4 10 4 15,8-14-5-15,-8 14 11 0,7-8 15 0,-7 8 15 16,0 0-1-16,18 3-2 0,-9 2 1 0,-1 1-10 16,1 3-4-16,5 0-2 0,-3 2 1 0,5 1-4 15,-1 0 3-15,4 1-27 0,1 2 27 0,2 0-32 16,1-1 34-16,2 0-36 0,0-2 32 0,-1 0-33 15,3-1 40-15,0-1-38 0,2-2 26 0,-4 0-36 16,0-4 14-16,2 3-35 0,-3-4 14 0,3 1 2 0,0-3-11 16,-2 1-5-16,2-1 0 0,-5 1-7 15,0-2-1-15,-1-2 5 0,2 1 14 0,-4-1 4 16,0 0 2-16,3-1 5 0,-4 0 7 0,0-2 4 16,-1-1 4-16,0 2 5 0,-2 0-1 0,-1-3 1 0,-1 0-3 15,1 0 3-15,-3-1 5 0,-2-1-4 0,3 1 4 16,-4-2-1-16,-1-1-2 0,-1-2 1 15,1 1 1-15,-4-1-9 0,-1 1 14 0,0-1 15 0,0 3 1 16,-1-2 11-16,0 0 5 0,-1 12 1 16,-2-22-14-16,2 22 18 0,-2-20-21 0,2 20 17 0,-4-16-28 15,4 16 24-15,-5-16-33 0,5 16 24 0,-7-12-28 16,7 12 19-16,-5-11-26 0,5 11 23 0,-6-8-23 16,6 8 23-16,-7-6-27 0,7 6 20 0,0 0-18 15,-20-2 21-15,20 2-23 0,-17 6 23 0,5-2-5 16,-3 4 6-16,1 1-2 0,-2 1 10 0,-2 3 4 15,3 0 14-15,-1 2-19 0,3 0 37 0,0 1-32 16,1 2 32-16,5 0-36 0,0-3 53 0,4 2-37 16,1 0 42-16,4-1-36 0,1-1 30 0,6-1-44 15,0 1 29-15,4 0-41 0,3-3 31 0,5-1-42 16,-2-1 34-16,2-3-35 0,4-2 30 0,-3 0-41 16,-2-3 46-16,3-2-56 0,-1 0 47 0,-4-2-45 15,3-1 41-15,-4-2-44 0,1 0 39 0,-5-2-35 0,2-1 39 16,-3-1-36-16,-2-2 43 0,-3-1-33 15,-3-1 46-15,-2-1-35 0,0 0 32 0,-4-2-37 16,-2-2 35-16,-3-2-35 0,0 1 42 0,-2 1-8 0,1 0 30 16,1 3-24-16,-1 2 37 0,2 3-36 15,2-1 11-15,-1 3-47 0,5 8 20 0,-6-13-34 0,6 13 29 16,0 0-27-16,0 0 31 0,19 11-37 0,-2 2 37 16,5 3-38-16,4 9 29 0,4 2-31 0,1 2 30 15,0 4-30-15,4 5 26 0,1 2-26 0,-3 1-2 16,-1 1-3-16,1 2 22 0,-2 0-42 0,-3 0 12 15,-6-5-22-15,-2 1-7 0,-1-2 2 0,-4 0-2 16,-2-2 1-16,-4-6 14 0,-4-2 5 0,-3-3 7 16,-2-4 8-16,-2-2 3 0,-3 0 5 0,-4-2 0 15,-3-1 8-15,-1-3 4 0,-4-4-5 0,-1-2 6 16,-1-3-5-16,-3-4 2 0,-2-1 0 0,-3-4 2 16,-3-3-2-16,1-4-2 0,-4-6-17 0,5 0-34 15,1-3-40-15,7-2-68 0,3 1-13 0,5-3-41 16,5 3-8-16,3-1-2 0,4-1-15 0,6-1-3 15,4-3-37-15,3 0 3 0,8-2-44 0,0-1 41 16,5 1-42-16,1 2-38 0,1 0-55 0,0 2-414 16,1 1-366-16</inkml:trace>
  <inkml:trace contextRef="#ctx0" brushRef="#br0" timeOffset="196241.3944">14524 15721 305 0,'-8'-7'395'0,"-1"1"-55"0,1 2-27 0,0-2-25 0,-1-1 34 16,1 3-44-16,1-2 24 0,7 6-21 0,-13-10-35 15,13 10-19-15,-9-10-27 0,9 10-35 0,-2-11-30 16,2 11-24-16,6-7-10 0,-6 7-1 0,16-4-7 16,-16 4-9-16,26 2-4 0,-10 0-5 0,3 4-5 15,1 0-13-15,0 3 1 0,3 0-11 0,-3 1-4 16,0 0-6-16,2 2-6 0,-4-1-9 0,2 3-1 16,-4-1-4-16,2-1-9 0,-1-1-2 0,-4 2-3 15,-2-5 2-15,0 3-6 0,-2-3 2 0,-1 0 4 16,0-1-4-16,-2-1 12 0,-6-6 12 0,9 10 14 15,-9-10 12-15,0 0 0 0,0 0 6 0,0 0 1 16,0 0 22-16,-10 4 5 0,10-4-15 0,-17-10 40 16,8 2-31-16,-1-3 7 0,0 1-51 0,2-2 27 15,0 1-44-15,2-3 34 0,-1 1-48 0,5-1 28 0,0 3-45 16,4-2 13-16,0 0-63 0,8-1-30 16,-1 3-76-16,5-1-91 0,4 0-112 0,4 3-72 15,-1 3-139-15,7 0-641 0,-2 2-833 0</inkml:trace>
  <inkml:trace contextRef="#ctx0" brushRef="#br0" timeOffset="196442.7876">15466 15856 1751 0,'0'0'1081'0,"-12"-5"-185"0,12 5-26 0,0 0-66 0,0 0-99 16,-10-6-59-16,10 6-87 0,0 0-83 0,0 0-81 15,0 0-387-15,0 0-8 0,0 0 0 0,0 0 0 16,0 0 0-16,0 0 0 0,0 0 0 0,0 0 0 16,0 0-444-16,0 0-301 0,14 1-179 0,-14-1-993 15,11 6-1643-15</inkml:trace>
  <inkml:trace contextRef="#ctx0" brushRef="#br0" timeOffset="202777.1304">7020 16652 159 0,'-4'-11'382'0,"-1"0"-66"0,-4 2-51 15,0 0-50-15,-3 2-29 0,-2 1 15 0,-1 2-14 16,-2 2-31-16,-1 1-27 0,-1 2 20 0,-1 1-54 16,-1 3 10-16,-1 1-10 0,0 3 2 15,2 2-8-15,-3 5 31 0,1 2 35 0,-2 6 3 0,3 4 15 16,-1 4 42-16,1 4-38 0,2 5 59 0,-2 8-76 15,0 2 62-15,2 3-109 0,1 2 77 0,3 2-79 16,0 1 62-16,2 1-74 0,1 2 22 0,4 2-27 16,1 0 45-16,1 0-66 0,2-8 34 0,4 0-70 0,3 0 43 15,2-1-59-15,4 6 40 0,7-3-58 0,0-2 44 16,7-3-50-16,5-3 46 0,4-2-60 0,6-5 53 16,6-2-58-16,8-5 41 0,8-2-94 0,6-4 40 15,6-5-118-15,2-4-2 0,2-4-88 0,3-5-59 16,0-5-91-16,-1-1-81 0,0-3-139 0,-14-3-489 15,0-2-719-15</inkml:trace>
  <inkml:trace contextRef="#ctx0" brushRef="#br0" timeOffset="205948.589">7994 17105 250 0,'0'0'233'0,"-7"-7"-28"0,7 7-40 16,0 0-13-16,-8-7-28 0,8 7-14 0,0 0 4 15,-9-6 22-15,9 6 9 0,0 0 1 0,-10-6-13 16,10 6 7-16,0 0-2 0,-7-5-4 0,7 5 20 16,0 0-24-16,0 0-14 0,-10-6-1 0,10 6 19 15,0 0 8-15,-7-6-4 0,7 6 8 0,0 0-11 16,0 0-14-16,-8-6-18 0,8 6-13 0,0 0-60 15,0 0 41-15,0 0 15 0,0 0 26 0,0 0 11 0,-6 7 5 16,6-7-33-16,2 16 80 0,1-7-85 0,1 2 72 16,0 3-67-16,0 3 85 0,1 4-62 0,2 1 52 15,-1 1-52-15,3 5 55 0,-1 2-66 0,0 1 38 16,1 0-58-16,2 5 6 0,0 1-3 0,-2 0 25 16,1-1-57-16,-1 1 26 0,1 0-50 0,-1-6 35 0,0 1-50 15,-1 0 36-15,2-1-53 0,-3-1 37 0,2 1-43 16,-2-5 37-16,1-2-42 0,-2-2 35 0,0 0-40 15,-1-4 37-15,1-2-53 0,0 0 10 0,-2-3-96 16,-1-1 5-16,1-2-28 0,-1 0-22 0,-3-10-47 16,6 14-45-16,-6-14-81 0,4 11-67 0,-4-11-114 0,0 0-29 15,0 0-91-15,0 0-412 0,0 0-665 16</inkml:trace>
  <inkml:trace contextRef="#ctx0" brushRef="#br0" timeOffset="206245.4083">8450 17281 120 0,'2'-19'747'0,"-1"1"-95"16,-2 1-13-16,0 2-69 0,0 1 33 0,0 3-157 16,1 11-27-16,-2-19-148 0,2 19 24 0,-2-10-61 15,2 10 7-15,0 0-21 0,0 0 29 0,-4 12-64 0,3-1 26 16,2 1-71-16,-1 6 16 0,2 1-60 0,1 5 17 15,0 1-49-15,1 1-12 0,3 4-6 0,0 2 1 16,1-1-15-16,1 0 23 0,2-2-39 0,-1 1 27 16,2 0-36-16,-1 0 36 0,0-3-44 0,2 0 31 15,-3-2-44-15,0-1 5 0,0-3-66 0,-2-2-6 16,0-1-101-16,-2-3 8 0,1-2-132 0,-1-2 8 0,-1 0-40 16,0-2-13-16,-5-9 12 0,7 16-47 15,-7-16-64-15,2 11-91 0,-2-11-70 0,0 0-295 0,0 0-473 16</inkml:trace>
  <inkml:trace contextRef="#ctx0" brushRef="#br0" timeOffset="206647.8043">7620 17313 329 0,'-39'-3'385'0,"0"-1"-80"0,0 3-31 16,0 0-47-16,2-1-28 0,6 1-29 0,2-1 11 0,3 2 6 15,5-1-12-15,2 1-23 0,4-1-27 0,0 1-21 16,4-2-17-16,11 2 2 0,-17-1 11 0,17 1 16 16,0 0 20-16,0 0 17 0,0 0 3 0,5-8 20 15,7 6 27-15,3-2 11 0,8-1-63 0,7-3 69 16,9-1-81-16,8-3 74 0,4-1-80 0,19-2 48 15,4-2-79-15,6-1 42 0,5 0-67 0,5-2 28 0,17-4-71 16,-16 7 51-16,2-1-65 0,-1 2 43 0,-2 1-62 16,-5 0 54-16,-1 1-59 0,-6 0 48 0,-4 3-55 15,-6-3 54-15,-12 6-54 0,-4-1-2 0,-6 1 3 16,-3 1 5-16,-9 0 1 0,-7 2-1 0,-2 2 2 16,-7 0 7-16,1-1-8 0,-3 1-21 0,-2 2-38 15,-3-2-51-15,-11 3 9 0,13-3-137 0,-13 3-2 16,0 0-94-16,0 0 5 0,0 0-53 0,0 0-45 15,0 0-53-15,-9 8-85 0,9-8-268 0,-9 7-378 0</inkml:trace>
  <inkml:trace contextRef="#ctx0" brushRef="#br0" timeOffset="210396.4621">9061 17792 259 0,'1'-13'438'0,"0"1"-58"0,-1 12-17 15,1-21-52-15,1 11 1 0,-2 10-3 0,5-19-24 16,-5 19-33-16,2-13-43 0,-2 13-30 0,3-12-27 16,-3 12 0-16,0 0-28 0,9-8 26 0,-9 8 9 15,10 3 3-15,-10-3-8 0,13 11-1 0,-6-4-20 0,1 2 16 16,1 3-6-16,0 1-23 0,0 3-4 15,0 0-12-15,2 0-12 0,-2 2-13 0,0 0-68 16,1 1 57-16,-1-2-6 0,0 0-12 0,0 0-12 0,-1 0-3 16,-1-3-10-16,0 0-3 0,-1 0-1 0,1-3-8 15,-1 1 4-15,-1-2-2 0,0-2-8 0,-5-8 2 16,7 16-4-16,-7-16 1 0,8 13 2 0,-8-13-2 0,5 9 3 16,-5-9 2-16,0 0-66 0,8 6 52 15,-8-6-17-15,0 0-22 0,11-8-13 0,-5 0-24 0,2-3-40 16,-2-1-9-16,4-6 21 0,0 0-22 0,2-6 14 15,1 1 15-15,0-2 16 0,2-1 10 0,0 1 14 16,2 0 11-16,-2 2 9 0,1 1-35 0,-2 2 64 16,-2 4-37-16,0 0 56 0,-3 5-41 0,0 0 61 15,-1 4-42-15,0 0 80 0,-8 7-62 0,15-4 72 16,-15 4-53-16,16 3 78 0,-7 3-61 0,0 2 76 0,1 3-13 16,0 1-11-16,1 4-2 0,1 1-13 15,0 1-15-15,3 4-14 0,-1 0 2 0,2 0-7 0,0 0-14 16,2 1 0-16,0-3-3 0,1 0-8 0,1 0-4 15,-2-1-9-15,3-1 7 0,0-2-2 0,-1-2-1 16,-1-3 0-16,-1-1-4 0,2-1-15 0,-2-3-16 16,-1-1 0-16,2-3 1 0,-2 0 0 0,0-2-3 0,1-3-19 15,-3 0-15-15,3-2 11 0,-4-2 12 0,0-2-3 16,-2-2 3-16,0-3 2 0,-1-1 4 0,-1-2 6 16,-3-2 4-16,-3-3 4 0,-1 2 2 0,0 1 3 15,-5-1-51-15,-1-2 72 0,-1 0-61 0,-2 3 70 16,-1-1-41-16,-1 0 69 0,-3 4-64 0,1-1 66 15,-3 3-47-15,2 2 74 0,-1 2-76 0,0 2 64 0,0 1-68 16,1 2 73-16,-2 3-56 0,1 2 52 16,-2 2-63-16,2 3 83 0,0 2-67 0,-3 5 62 0,3 1-70 15,-4 4 81-15,6 2-68 0,-1 1 54 0,4 2-12 16,0 0-15-16,3 2-4 0,0-1-10 0,3 2-5 16,2-1-7-16,1-1-4 0,3 0-2 0,2-2-2 15,3 0-8-15,4 0 7 0,0-4-9 0,5 0-59 16,1-1 52-16,3-4-79 0,-2-4 69 0,0 2-17 15,1-5-5-15,-1-1 6 0,-2-2 3 0,-1-2 6 0,0-2-17 16,-1 0 30-16,-3-2 1 0,-1-3 5 0,0 1-16 16,-3-2 12-16,-3-4-10 0,0 0 3 0,-3-1-9 15,-2-3 7-15,-2 1 5 0,-1-3-5 0,-1 0 5 0,-2-1-66 16,-2 2 81-16,1-2-67 0,-1 3 81 0,1 0-55 16,-1 3 88-16,2 0-57 0,-2 3 83 0,3 0-74 15,3 10 66-15,-6-15-79 0,6 15 66 0,-5-9-58 16,5 9 61-16,0 0-61 0,0 0 73 0,-6 8-53 15,6-8 45-15,0 15-59 0,0-15 51 0,3 21-55 16,0-10 41-16,0 2-51 0,1 1 50 0,-2 0-50 0,4 1 46 16,1-2-13-16,0 0-46 0,0 0 46 15,1-1 3-15,2 0-26 0,0-2-15 0,0 0-31 0,4-3-10 16,-2 1-20-16,3-4 8 0,-2 1-27 0,0-3 0 16,1-1 13-16,-1-1 16 0,1-2 16 0,-1-1-2 15,0-2 1-15,-2-2 11 0,0-3 4 0,-3-2 8 16,-2-1-9-16,0-2 10 0,-3-2 2 0,-2-2 15 15,-1 0-8-15,-2 1 3 0,-1-2 10 0,0 0-37 16,-1 3 89-16,1 1-15 0,-1 1 96 0,-1 2-49 0,3 2 47 16,-1 0-82-16,3 11 52 0,-4-15-83 0,4 15 63 15,0 0-44-15,-3-9 63 0,3 9-55 0,0 0 53 16,0 0-43-16,3 17 51 0,-3-17-51 0,6 18 41 16,-3-6-55-16,3 1 41 0,0 1-53 0,1 0 41 15,0 1-51-15,0-2 43 0,2 2-18 0,-1 0-39 16,1-2 38-16,1-1-7 0,-1 1 3 0,0-1-53 0,1-1 43 15,-2 0-5-15,1-1-9 0,-1 1-67 0,1-4 31 16,-3 1-18-16,0-2-17 0,-6-6-7 0,11 12 1 16,-11-12 4-16,10 7 0 0,-10-7 3 0,8 6-1 15,-8-6-12-15,0 0 4 0,12-1-56 0,-12 1 14 16,9-7 9-16,-9 7-3 0,8-15 6 0,-5 7 22 16,0-3 12-16,1 1 13 0,-1-2 9 0,1-1 9 0,0 1 11 15,0 1 64-15,-1-1 33 0,0 1-41 0,1 2 85 16,0-1-47-16,-4 10 48 0,7-15-56 0,-7 15 59 15,9-12-44-15,-9 12 64 0,9-6-59 0,-9 6 34 16,14-2-55-16,-14 2 44 0,15 2-57 0,-15-2 29 16,20 8-49-16,-10-3 40 0,1 1-58 0,0 3 41 15,0-1-48-15,-1 0 39 0,1 3-46 0,-1-3 40 0,0 2-47 16,1-2 39-16,-3 3-43 0,0-3 39 16,-1 1-43-16,1-3 34 0,-1 1-54 0,-7-7 26 0,11 11-52 15,-11-11 47-15,9 9-46 0,-9-9 50 0,9 5-65 16,-9-5 46-16,0 0-24 0,13-5-93 0,-7-1 73 15,0-3-53-15,0-1 88 0,0-3-58 0,0-1 80 0,-1 1-59 16,2 0 75-16,-2-1-58 0,0 2 88 0,-1 0-47 16,0 3 79-16,-1-1-47 0,0 2 51 0,-3 8-59 15,7-14 45-15,-7 14-63 0,4-10 48 0,-4 10-53 16,0 0 53-16,0 0-52 0,0 0 58 0,12 0-58 16,-12 0 54-16,8 12-51 0,-3-3 58 0,-1-1-42 15,1 2 74-15,2 0-57 0,2 2 55 0,1-1-43 0,1 0 46 16,2 3-46-16,3-3 28 0,2 2-46 15,0-3 40-15,4 1-51 0,-1-3 42 0,1 0-45 0,1-1 37 16,1-1-46-16,1-2 43 0,-2 0-45 0,-2-3 31 16,0 0-12-16,-3-1-10 0,1-1-3 0,0-2-8 15,-4 0-4-15,1-3-23 0,-3-1-6 0,-1-4-2 16,-1-3-41-16,-2-3 55 0,-1-2-50 0,-2-4 56 0,0 0-52 16,-1-3 65-16,-3-2-50 0,-1 1 10 15,-1-2 11-15,0 2 11 0,-1 0 8 0,1 1 8 0,-2 4 22 16,-1 2 63-16,1 2-62 0,-1 1 51 0,-1 4-66 15,-1 0 51-15,-1 2-60 0,0 5 54 0,-3 2-54 16,9 4 15-16,-21 0 11 0,7 6 7 0,0 3 57 16,0 4-53-16,-4 5 57 0,0 2-53 0,4 4 50 15,-1 1-40-15,4 1 35 0,1 3-46 0,4-2 44 16,0-2-47-16,4-1 42 0,2 1-48 0,2 0 39 0,4-3-45 16,0 0 36-16,3-2-43 0,3 2 39 0,4-1-48 15,2-3 21-15,2-2-97 0,-1-3-16 0,2-3-63 16,6 1-143-16,0-3-105 0,-2 0-76 0,2-2-115 15,0-2-149-15,0-2-435 0,2 1-798 0</inkml:trace>
  <inkml:trace contextRef="#ctx0" brushRef="#br0" timeOffset="210613.0952">12062 18014 1095 0,'11'-3'882'16,"-11"3"-104"-16,0 0-111 0,0 0-76 0,0 0-80 0,0 0-123 15,0 0 3-15,0 0 9 0,8 5 14 16,-8-5-55-16,-1 13-41 0,1-13-29 0,-3 19-58 0,-1-6 6 16,-2 2-39-16,-1 3-25 0,-1 3-41 0,-1 0-34 15,-4 2-59-15,-2 1-39 0,0 3 0 0,-2-2 0 16,2-1 0-16,-2 0 0 0,2-1-186 0,-1 2-162 16,4-5-124-16,-1 2-182 0,2-5-143 0,2-1-154 0,0-1-566 15,2-3-1148-15</inkml:trace>
  <inkml:trace contextRef="#ctx0" brushRef="#br0" timeOffset="213714.987">12707 17652 414 0,'0'0'536'0,"0"0"-24"0,-12-3-120 16,12 3-14-16,0 0-82 0,0 0-58 0,-13-1-50 15,13 1-27-15,0 0-13 0,0 0-12 0,0 0-25 16,0 0-10-16,0 0-17 0,4 11-9 0,-4-11-11 16,15 5-9-16,-3-3-8 0,1-1-12 0,3 0-8 0,4-1-1 15,1 0-7-15,2-1-5 0,2-1-1 16,0-1-3-16,2 0-6 0,-2-1-1 16,0 0-7-16,-2 1 2 0,-1-3 1 0,-4 1 3 0,0 1-41 0,-2-3 53 15,-2 1-45-15,-3-2 49 0,-1 1-47 0,-3 0 54 16,-1-4-48-16,-2 3 47 0,-4 8-5 0,2-21-1 15,-4 11 1-15,-2-1 12 0,-2-1 3 0,-1 0 7 0,-1 3-6 16,-3-2 9-16,-3 2 8 0,1 1-4 0,-3 0-50 16,1 2 65-16,-2 0-49 0,0 4 67 0,-2-1-69 15,-1 1 59-15,0 4-48 0,-2 1 81 0,-1 1-64 16,1 3 74-16,-1 1-67 0,-2 4 66 0,0 2-69 16,3 1 65-16,0 4-67 0,0 2 95 0,-1 5-70 15,3 0 50-15,2 5-54 0,5-4 45 0,1 2-60 0,3 1 61 16,3-1-58-16,3-2 55 0,4-1-45 15,3 0 46-15,2 2-39 0,7 0 43 0,1-3-41 0,9 1 38 16,1-2-41-16,5-1 23 0,1-4-43 0,5-6 23 16,2 0-45-16,-1-6 31 0,0-1-35 0,2-3 23 15,3-1-40-15,1-3 32 0,5-2-38 0,0-3 30 16,-2 1-38-16,-2-3 34 0,-9 0-31 0,-1-1 31 0,-3-2-36 16,-1-1 26-16,-4-2-38 0,-2-1 28 15,-2-1-45-15,-3-2 34 0,-2-3-36 0,-2 3 30 0,-3-4-33 16,-3 0 39-16,0 0-37 0,-2 0 44 0,-1 0-39 15,-3 0 9-15,0 0 10 0,0 3 0 0,-2 1 5 16,0-1 3-16,0 2 13 0,0 3 31 0,0 1 26 16,2 1 8-16,-2 12-2 0,0-22-21 0,0 22-5 15,0-16-11-15,0 16-7 0,0-12-15 0,0 12 0 16,0 0 4-16,0 0 12 0,0 0 2 0,0 0 5 0,0 0 2 16,12 8 15-16,-10 1-7 0,3 1 21 0,-1 2 1 15,0 2 0-15,3 2 2 0,-3-1-17 0,4 4 12 16,-4-3-22-16,3 3-33 0,-1 0 24 0,2-1 12 0,-2-1-18 15,1-2 9-15,-3 0-19 0,3-2 14 16,-3 1-20-16,4-6-4 0,-6 2-35 0,4-1 17 0,-2 0-33 16,-4-9 22-16,7 14-36 0,-7-14 43 0,8 10-26 15,-8-10 8-15,0 0-38 0,0 0 11 0,13-2-32 16,-13 2 31-16,8-15-53 0,-4 5 37 0,2-3-48 16,-2-2 62-16,1-1-32 0,-1 0 62 0,3 0-36 15,-3-1 63-15,0 3-46 0,2-1 14 0,0 0 21 16,0 2 23-16,-1 1 29 0,-1 2 12 0,2 0-2 15,-2 2-3-15,-4 8 3 0,11-10 11 0,-11 10 21 16,11-5 16-16,-11 5 14 0,16 3-8 0,-5 1 20 0,-1 1-10 16,0 4 25-16,-1 0-38 0,3 3 10 0,-1 1 6 15,2 2-18-15,1 0 5 0,-3 1-28 0,1 1 31 16,1 0-22-16,-2-1 19 0,2 0-61 0,-2-1-31 16,-2-2 0-16,1-1 0 0,-1 0 0 0,-3-1 0 0,3-1 0 15,-4-2 0-15,2-1 0 0,-7-7 0 0,8 13 0 16,-8-13 0-16,9 10 0 0,-9-10 0 0,0 0 0 15,10 3 0-15,-10-3 0 0,6-8 0 0,-6 8 0 16,6-19-70-16,-3 4-39 0,-1-3-35 0,0 1 26 16,1-4-23-16,-2 2 55 0,0-2-13 0,1 1 18 15,-1 1 16-15,-1 2 19 0,2 0 2 0,0 1 13 0,-2 4 4 16,2 0 8-16,-2 12 1 0,0-19 1 0,0 19-1 16,2-16-2-16,-2 16 6 0,0 0 13 0,3-9 1 15,-3 9 10-15,0 0 32 0,11 7-27 0,-11-7 34 16,9 14-28-16,-3-5 37 0,-1 4-33 0,3 0 36 15,0 1-43-15,-1 3 30 0,3 0-31 0,1 0 34 16,1-1-47-16,-1 1 39 0,3-2-41 0,1 1 31 16,2-1-34-16,0-2 30 0,1-1-33 0,0-1 22 0,3-1-33 15,-1-2 9-15,2 0-50 0,2-4 14 0,0-1-49 16,3-3 24-16,-1 0-47 0,1-1 32 0,-2-4-52 16,2-1 58-16,0-2-32 0,-1-3 60 0,-1-1-28 15,-7 1 51-15,2-3-37 0,-4 1 54 0,-2-1-43 16,0-3 56-16,-3 0-43 0,-1 2 50 0,-3 1-39 15,0-1 57-15,-4 1-46 0,-1 0 10 0,0 1 3 0,-2 0 5 16,0 0 10-16,-2 3 12 0,-1-2-6 0,0 4-4 16,-3-1 0-16,0 1-1 0,-1 2-6 0,-1 1-1 15,-2 2 2-15,-1 0 3 0,11 3-1 0,-23 1 6 16,12 2 7-16,-2 3 40 0,1 1-40 0,0 2 40 16,1 1-35-16,1 3 33 0,3 1-28 0,0 1 33 15,0-1-38-15,2 3 37 0,1-2-39 0,2 2 24 0,0-2-17 16,2 1 29-16,0-2-32 0,4 2 20 0,-1-3-24 15,1 0 28-15,4 0-32 0,-2-3 22 0,3 0-33 16,-1-2 28-16,0 1-30 0,1-3 22 0,0-2-26 16,-9-4 20-16,18 6-30 0,-18-6 24 0,17 3-21 15,-17-3 16-15,20-5-20 0,-10 1 20 0,-1-2-23 16,2-3 24-16,-3 0-32 0,-1-4 22 0,3 0-26 0,-3-2-6 16,-1-1 11-16,0 0 33 0,-1 0-30 0,-2 0 3 15,1-1 1-15,-2 3 7 0,1-1 6 0,-2 3 5 16,0 2 20-16,1-1 12 0,-2 11 11 0,2-19-10 15,-2 19-9-15,3-14-7 0,-3 14-10 0,1-11-16 16,-1 11 1-16,0 0 15 0,0 0-14 0,0 0 3 16,0 0 1-16,13 6 9 0,-13-6-8 0,6 17 11 0,0-9-15 15,-1 2 14-15,1 1 1 0,3 0-6 0,-1 1-4 16,2 1 10-16,4 1-11 0,1-1 4 0,2 0-9 16,0-2 9-16,4 0-15 0,0 0 4 0,-2-2-34 15,4-4 6-15,-1 1-38 0,-2 0 13 0,-1-1-13 16,0-4 45-16,-5 0-29 0,2-2 40 0,-5 0-28 15,5-3 38-15,-5-3-31 0,0 0 35 0,0-3-36 0,-3-1 38 16,-2-2-26-16,0-3 0 0,-2 0-1 0,-1 0 7 16,0-3 1-16,-1 2 11 0,-2-1 17 0,0 3 18 15,-2-1 30-15,2 3 4 0,0 0 20 0,-3 2 4 16,3 11-10-16,-2-20-16 0,2 20-22 0,-2-14-15 16,2 14 0-16,0 0-3 0,0 0-13 0,0 0 48 15,0 0-13-15,0 0-47 0,2 18 0 0,0-5 0 16,3 1 0-16,-1 3 0 0,1-2 0 0,1 6 0 15,1 0 0-15,3-1 0 0,-1 1 0 0,-1 0 0 0,3-2 0 16,-3 1 0-16,0-2 0 0,2 0 0 0,0-4 0 16,-3 0 0-16,2-2 0 0,-3 1-47 0,1-4-260 15,-2-1-119-15,1 0-17 0,-6-8-89 0,9 14-89 16,-9-14-94-16,7 9-121 0,-7-9-518 0,0 0-955 16</inkml:trace>
  <inkml:trace contextRef="#ctx0" brushRef="#br0" timeOffset="213898.669">14989 17449 607 0,'-17'-23'606'0,"2"1"-111"0,-1-1-18 0,3 5-31 0,3 3-37 16,2 1-67-16,-1 0-64 0,4 2-53 0,-2 2-58 15,7 10-42-15,-5-17-47 0,5 17-57 0,1-11-72 16,-1 11-70-16,11-5-68 0,-11 5-72 0,16-1-66 15,-4 3-54-15,0 1-68 0,2 2-342 0,0 1-314 16</inkml:trace>
  <inkml:trace contextRef="#ctx0" brushRef="#br0" timeOffset="214181.0077">15402 17340 759 0,'-1'-15'947'15,"-1"2"-149"-15,1 2 44 0,-1 0-37 0,2 11-158 16,-3-20 26-16,3 20-130 0,-2-14-106 0,2 14-104 0,0 0-50 16,0 0 14-16,0 0-26 0,0 0-23 15,0 0-14-15,11 17-160 0,-7-3-74 0,3 9 0 0,2 4 0 16,0 4 0-16,2 6 0 0,2 3 0 0,-2 1 0 16,2 2 0-16,-2 1 0 0,0-2 0 0,3-1 0 15,-3 1 0-15,2-3 0 0,-1-2 0 0,-2-2 0 16,1-5 0-16,-2-2 0 0,-2-5 0 0,0-1 0 15,0-3 0-15,-2-1 0 0,0-4-276 0,0 2-315 16,-1-4-76-16,0-2-106 0,-1 0-121 0,-3-10-686 0,6 13-1229 16</inkml:trace>
  <inkml:trace contextRef="#ctx0" brushRef="#br0" timeOffset="216700.2633">16617 16287 201 0,'-11'-10'366'0,"2"1"-74"15,-2 2 4-15,0 0-45 0,0 0-23 0,-1 0-14 16,2 1-13-16,1 1-21 0,0 0-22 0,-1 1-30 15,10 4-2-15,-21-2 35 0,8 4 16 0,-3 4 13 16,-3 3 23-16,-4 7 14 0,-4 6 68 0,-2 5-68 0,-1 4 13 16,-6 9-20-16,-2 6 1 0,-1 0 3 15,-1 3-18-15,1 6-23 0,1 0 16 0,0 2-20 0,1 3-20 16,1 0 21-16,4 3-58 0,4 0 17 0,5-1-54 16,5 0 25-16,8-2-50 0,6-8-12 0,6-1-5 15,7-1 2-15,9 7-4 0,5-2-3 0,8-3-8 16,8-2 30-16,5-3-40 0,8-4 31 0,4-4-40 15,2-2 31-15,3-5-42 0,1-2 34 0,-1-5-82 16,-3-3-20-16,-9-6-110 0,-4-2-19 0,-2-3-147 0,-7-3-49 16,-4-2-81-16,-6-1-104 0,-5-3-108 0,-1 1-631 15,-4-4-920-15</inkml:trace>
  <inkml:trace contextRef="#ctx0" brushRef="#br0" timeOffset="220067.4822">16328 16952 116 0,'0'0'695'0,"0"-15"-141"16,0 15-63-16,0-11-67 0,0 11-95 0,0 0-71 0,2-14-51 15,-2 14 12-15,0 0 1 0,0 0 64 16,0 0-73-16,14 11 64 0,-9 0-85 0,2 3 54 16,2 4-81-16,1 3 33 0,1 4-83 0,0 3 36 15,1 0-71-15,-1 1 38 0,1 0-64 0,-1-1 44 0,-2 1-71 16,2-1 48-16,-3 0-67 0,-1-2 57 16,-1-3-63-16,-1 0-3 0,1-3 2 0,-1 1 8 15,-2-4 8-15,-1-1 2 0,0-3 6 0,-1-1 8 0,-1-12 22 16,3 20 28-16,-3-20 24 0,2 17 18 0,-2-17-10 15,1 11-19-15,-1-11-17 0,0 0-9 16,0 0 18-16,-10 3-47 0,10-3 24 0,-8-10-47 16,0 2 31-16,2-2-41 0,-1-3 30 0,-2-3-39 0,-2-5 27 15,1-3-49-15,-1-4 28 0,-2 1-47 0,0-9 23 16,0 1-36-16,1 0-2 0,0-2 4 0,0-1 8 16,1 1 12-16,0-1 4 0,3 5-24 0,2 1 45 15,0 3-3-15,4 2-4 0,1 2-1 0,2 2 3 16,3 0-5-16,2 3-3 0,2 2 5 0,4 1 0 15,-1 3 0-15,5 1 0 0,-1 3 7 0,2 4 1 16,-1 2-5-16,1 1 5 0,-2 3-4 0,4 3 4 16,-3 1 2-16,4 5 8 0,-2-1-3 0,-2 3-3 15,1 1 1-15,-3 1 6 0,-3 2-10 0,2-2 10 16,-4 0-2-16,-1 1-2 0,0-1 45 0,-3 0-53 16,-1-1 56-16,-1-3-61 0,-1 2 52 0,-2-11-50 0,1 19 52 15,-1-19-50-15,-7 16 56 0,1-8-51 0,-1-1 46 16,-5-1-53-16,-2 1 50 0,-2-1-55 0,-2-1 51 15,-4 1-50-15,-2-2 44 0,0 1-66 0,0 0 16 16,-1 0-103-16,2-3-98 0,1 2-63 0,4-2-118 16,-1 1-60-16,4 0-36 0,3 1-100 0,3-1-99 15,9-3-267-15,-7 7-556 0</inkml:trace>
  <inkml:trace contextRef="#ctx0" brushRef="#br0" timeOffset="220466.8594">16827 17184 402 0,'0'0'663'0,"0"0"-80"15,0 0-65-15,0 0-103 0,0 0-77 0,0-11-55 16,0 11-30-16,0 0-12 0,0 0-77 0,16 1 30 16,-16-1-82-16,15 6 37 0,-6-1-82 0,0 0 43 15,-1 3-76-15,4-1 53 0,-3 2-73 16,1 1 55-16,0 0-71 0,0 1 63 0,-2 0-76 0,0 0 62 15,0 1-61-15,-2 1 57 0,1-3-65 0,-2 3 61 16,-1-3-66-16,1 1 62 0,-1-2-63 0,-1 1 60 16,-1-1-62-16,-2-9 65 0,5 15-64 0,-5-15 72 15,3 13-54-15,-3-13 90 0,3 10-34 0,-3-10 114 0,0 0-48 16,2 13 2-16,-2-13-5 0,0 0-10 0,0 0-10 16,0 0-13-16,0 0 1 0,-12-5 38 0,12 5-72 15,-9-13 41-15,3 3-60 0,1 2 42 0,-1-4-56 16,2-1 50-16,0-1-60 0,1 3 51 0,0-1-62 0,3 0 45 15,-1 0-63-15,1 0 33 0,3 1-99 16,0 1-29-16,4-2 34 0,2 1-123 0,2 0-10 0,2 2-99 16,2 1 27-16,1 1-22 0,2 3-37 0,-3-2-27 15,2 4 5-15,-3 1-10 0,0 2-29 0,-1 1-44 16,-1 1-230-16,0 2-198 0</inkml:trace>
  <inkml:trace contextRef="#ctx0" brushRef="#br0" timeOffset="220800.717">17362 17334 113 0,'0'0'531'16,"10"-5"-27"-16,-10 5-15 0,8-9-25 0,-8 9-23 16,10-14-21-16,-6 6-36 0,1 0-58 0,0-1 78 15,0-1-118-15,1 1 31 0,1-2-82 0,-1 2 26 16,2-2-93-16,-2 3 15 0,3 2-84 0,-1-3 32 16,0 3-78-16,0 2 40 0,2-1-67 0,-10 5 42 15,22-1-59-15,-22 1 49 0,21 3-61 0,-12 0 49 0,2 3-56 16,-3-1 52-16,0 2-62 0,1 1 56 15,-3-1-59-15,0 4 56 0,-3-2-55 0,1 1 58 16,0 0-56-16,-3 0 40 0,-1-10-38 0,2 18 51 0,-2-18-53 16,-2 18 54-16,2-18-48 0,-5 14 53 0,5-14-51 15,-9 13 53-15,9-13-53 0,-16 10 46 0,16-10-56 16,-18 6 66-16,18-6-65 0,-22 2 54 0,22-2-52 16,-23-1 57-16,23 1-45 0,-19-5 37 0,9 3-54 15,10 2 43-15,-15-11-109 0,8 5 20 0,7 6-95 16,-12-13 11-16,12 13-138 0,-3-14 16 0,3 14-31 0,3-17-18 15,1 9-31-15,3-1-31 0,1 0 3 16,2-2-14-16,2 3-7 0,1-1-28 0,4-1-302 16,0-1-241-16</inkml:trace>
  <inkml:trace contextRef="#ctx0" brushRef="#br0" timeOffset="221033.5205">17718 17129 32 0,'0'0'584'16,"13"-11"-103"-16,-13 11 34 0,6-8-16 0,-6 8 97 15,7-8-70-15,-7 8 60 0,0 0-104 0,5-10-46 0,-5 10-35 16,0 0-42-16,0 0-53 0,0 0-49 15,7-6-20-15,-7 6 9 0,0 0-9 0,13 12-1 16,-4-2-10-16,4 5-16 0,5 3-36 0,2 3-1 0,2 4-32 16,0 5-6-16,1-1-33 0,-1 4-88 0,0-1-14 15,-4 2 0-15,1 1 0 0,-2 0 0 0,-2 1 0 16,-1-1 0-16,-1 0 0 0,-4-5 0 0,-1 0 0 16,-2-1 0-16,-1-4 0 0,-2-1 0 0,-2-2 0 15,-3 1 0-15,-3-3 0 0,-1-1 0 0,-2 0 0 16,-3-2 0-16,-3-2 0 0,-2-1 0 0,-3-2 0 0,-3-3-350 15,1-1-237-15,-4-3-222 0,0-2-167 0,1-3-753 16,-2-3-1410-16</inkml:trace>
  <inkml:trace contextRef="#ctx0" brushRef="#br0" timeOffset="221216.6417">17819 16954 717 0,'1'-20'675'0,"0"4"-106"16,-1 2-63-16,1 2-101 0,-1 0-85 0,0 12-69 15,2-19-91-15,-2 19-88 0,3-14-97 0,-3 14-110 16,5-9-74-16,-5 9-103 0,0 0-204 0,14 2-269 16,-14-2-307-16</inkml:trace>
  <inkml:trace contextRef="#ctx0" brushRef="#br0" timeOffset="222385.0167">18200 17030 57 0,'0'-18'786'0,"-1"4"-115"16,0 0-62-16,0 1 14 0,0 1-17 0,1 12-30 16,-2-22-101-16,2 22-55 0,-1-15-77 0,1 15-70 15,-1-14-57-15,1 14-33 0,0 0 24 0,0 0 5 0,0 0 4 16,0 0-7-16,9 16-18 0,-4-1-13 15,-1 4-11-15,4 3-6 0,0 6-24 0,1 1-18 0,1 2-34 16,2 5 8-16,-3-5-26 0,1 4-6 0,0-4-3 16,-1-2-13-16,0-1-41 0,1-2 13 0,-3-4-14 15,0 1 25-15,-1-7-38 0,-1 0 39 0,2-2-32 16,-4-2 32-16,1-1-26 0,-4-11 36 0,6 17-31 16,-6-17-8-16,5 11 0 0,-5-11 0 0,0 0 0 15,0 0 0-15,0 0 0 0,0-14 0 0,-2 1 0 16,0-3 0-16,-3-6 0 0,1-2 0 0,-3-8 0 15,0-2 0-15,-1-6 0 0,2 0 0 0,-2-2 0 16,1-1 0-16,1 2 0 0,1-1 0 0,1 6 0 16,1 1 0-16,0 3-7 0,1 5 14 0,1 3-12 15,0 4 10-15,0 2-5 0,0 2 0 0,0 2-28 16,1 3 28-16,0 11-16 0,5-18 21 0,-5 18-32 16,14-10 25-16,-14 10-26 0,22-1 31 0,-10 2-26 0,4 5 37 15,-1 1-26-15,4 3 32 0,-2 1-22 16,2 1 20-16,2 3-24 0,-2 2-2 0,1-1 1 15,-1 3 30-15,-1-1-29 0,-1 1 33 0,-1 0-33 0,-2-2 31 16,-1 0-33-16,-1-1 26 0,-1-2 1 0,-2-3-18 16,-1 1 1-16,-1-1-13 0,3-3 4 0,-5 0-2 15,-5-8 2-15,9 13 10 0,-9-13 10 0,8 10 9 16,-8-10-22-16,0 0 0 0,0 0-29 0,13-7-2 0,-13 7-17 16,5-19-32-16,-1 3 27 0,1 0-52 15,-1-6 30-15,2 2-24 0,-1-3 51 0,0 2-21 16,3 1 42-16,-3 0-23 0,0 4 36 0,-1 2-20 0,0 0 27 15,-1 4-33-15,0-1 24 0,-3 11-19 0,8-13 27 16,-8 13-26-16,0 0 45 0,13-1-28 16,-13 1 41-16,12 13-28 0,-3-2 32 0,-2 2 0 0,2 1-11 15,0 4 0-15,2 2 1 0,1 5-7 0,1-1 5 16,0 3-6-16,3 0-3 0,1 2-7 0,2 1-8 16,-1-2-118-16,-1-4-36 0,0-1-79 0,2-2-2 15,0 0-185-15,-1-2-47 0,0-1-77 0,-3-3-44 0,-1-2-95 16,1-2-550-16,-3-1-850 0</inkml:trace>
  <inkml:trace contextRef="#ctx0" brushRef="#br0" timeOffset="223284.946">17958 17286 204 0,'0'0'502'0,"0"0"-88"0,0 0-45 0,0 0-66 16,0 0 46-16,0 0-31 0,0 0-37 0,0 0-25 15,0 0-24-15,0 0-29 0,0 0-23 0,0 0-29 16,0 0-19-16,4 9-18 0,-4-9-22 0,0 0-16 15,0 0-17-15,0 0-7 0,0 0-11 0,0 0-56 16,0 0 58-16,0 0-57 0,0 0 52 0,15 0 2 0,-15 0-20 16,10-3-1-16,-10 3-7 0,12-3-10 0,-12 3-18 15,16-5-4-15,-7 2-8 0,0-1-8 0,-9 4 2 16,17-9-3-16,-9 4-6 0,0 0 5 0,-1-3 1 16,-1 1-4-16,-1 0 8 0,0-3 6 0,0 1 8 15,-3-2 2-15,0 3 8 0,-2 8 1 0,1-21 8 16,-1 21 17-16,-3-17 15 0,3 17-40 0,-7-17 69 15,7 17-46-15,-7-13 55 0,7 13-54 0,-9-10 56 16,9 10-57-16,-12-5 69 0,12 5-52 0,-13 0 70 0,13 0-62 16,-14 6 72-16,6 0-71 0,0 0 80 0,-1 3-80 15,2 3 71-15,-1-1-65 0,2 1 59 0,0 1-88 16,1 1 72-16,1 0-88 0,0 1 65 0,1 0-79 16,2-2 66-16,1 0-74 0,0 0 67 0,2 0-74 15,3 0 59-15,-1 0-107 0,3-1 12 0,0 0-106 16,2-1-8-16,3-2-107 0,1 0-20 0,2-1-60 0,0-1-60 15,2 0-60-15,1-2-63 0,0-1-250 0,0-2-323 16</inkml:trace>
  <inkml:trace contextRef="#ctx0" brushRef="#br0" timeOffset="223821.0866">18398 17287 417 0,'-1'-11'535'0,"1"11"-90"0,0 0 39 0,-5-14-26 16,5 14-63-16,0 0-58 0,-6-12-56 0,6 12-33 0,0 0-23 16,-10-3-83-16,10 3 56 0,-10 4-82 0,10-4 66 15,-12 13-73-15,6-4 52 0,0 1-94 0,-2 2 62 16,3-1-83-16,1 4 50 0,0-1-75 0,1 0 67 16,2-1-84-16,0 1 60 0,2-3-70 0,1 3 72 15,0 0-76-15,2-3 5 0,1 0-3 0,2 1 5 16,2 0 2-16,-2-4 5 0,2 0 5 0,1-2-3 15,0-2-3-15,1 1 0 0,2-3-16 0,-13-2 21 0,23 1-34 16,-11-2 50-16,0-1-79 0,0-2 66 16,0-1-82-16,-1-3 61 0,1 0-73 0,-3-4 51 0,0-1-67 15,-1-2 55-15,0-3-64 0,-2-2 64 0,-1-2-48 16,-1-3 71-16,-2 0-48 0,-1-5 59 0,-1 2-43 16,-2-5 58-16,0-1-49 0,-2-2 59 0,-1 3-50 15,-3-5 24-15,-1 5 5 0,1 2 38 0,-1 1 33 16,-3 1 17-16,1 1 3 0,0 3 10 0,0 5-2 15,3 1-3-15,1 4-5 0,0 2-19 0,0 1-17 16,2 1-14-16,1 3-8 0,4 8 0 0,-9-7 25 16,9 7 19-16,0 0 11 0,-9 8-19 0,5 3 60 15,3 0-10-15,-1 4-5 0,2 3 3 0,0 1 6 16,2 4 34-16,1 2-49 0,0 1 31 0,1 3-52 16,1 0 26-16,2 1-44 0,0-1 28 0,3 0-49 0,-1 1 24 15,1-1-44-15,1-1 22 0,0-1-33 0,-1 1-2 16,3-3-3-16,-3-2-10 0,0-2-34 0,1-2-60 15,-1-1-38-15,-1-2-49 0,0-3-49 0,-1 0-82 16,-1-1-47-16,0-1-42 0,0-1-60 0,-2-2-12 16,1 0-26-16,-6-8-76 0,9 10-432 0,-9-10-616 15</inkml:trace>
  <inkml:trace contextRef="#ctx0" brushRef="#br0" timeOffset="223976.6546">18578 17388 470 0,'0'0'725'15,"-11"-8"-50"-15,11 8-71 0,-10-7 42 0,10 7-110 16,-11-11 10-16,11 11-94 0,-7-6 9 0,7 6-110 16,-6-8-24-16,6 8-109 0,-3-11-14 0,3 11-76 0,2-8-3 15,-2 8-100-15,13-11-27 0,-2 6-130 16,4 0-90-16,2 1-43 0,1-1-150 0,5 0-67 0,2 1-50 16,-2 0-143-16,2 1-510 0,-1 0-797 0</inkml:trace>
  <inkml:trace contextRef="#ctx0" brushRef="#br0" timeOffset="224785.7017">19068 17017 150 0,'-11'-13'534'0,"0"0"-48"0,1 1 11 0,0 0 0 15,0 1-23-15,1 0-13 0,1 1-23 0,2 2-38 16,-2 2-49-16,3-1-72 0,5 7-58 0,-9-9-43 15,9 9 21-15,0 0 20 0,0 0-9 0,0 0 12 16,-6 7 0-16,6-7-28 0,7 19 20 0,-1-4-18 16,1 2-13-16,2 3-3 0,2 3 3 0,2 4-19 15,0-1-2-15,3 5-20 0,1 0-18 16,0 2-14-16,0-3-14 0,-3-3-28 0,-1 0 9 0,-1-1-32 0,1-2-38 16,-2 0 1-16,-3-3-8 0,1-2 0 0,-2-1 0 15,-2-2 0-15,1-4 0 0,-2 2 0 0,1-3 0 16,-1-1 0-16,-4-10 0 0,4 15 0 0,-4-15 0 15,0 0 0-15,-2 12 0 0,2-12 0 0,0 0-25 16,-16-5-64-16,8 0-25 0,-3-3-32 0,-3-5 18 16,-1-2-46-16,-1-5 36 0,1-1-26 0,-1-4 56 15,-1-6-35-15,1-2 60 0,3-2-42 0,0-2 65 16,3 2-40-16,1 5 20 0,1-2 19 0,3 2 8 16,2 5 10-16,1 2 22 0,0 4 27 0,2 1 19 0,0 1 0 15,0 4 3-15,2 3 0 0,2 0 3 0,-4 10 4 16,12-10 18-16,-12 10 3 0,15-1 9 0,-4 4 10 15,2 3 12-15,2 2 3 0,1 4-11 0,1 1-2 16,3 3-7-16,1 0 1 0,-2 2-13 0,3 2-4 16,-2-2-7-16,-1 0-9 0,-1 0-4 0,-3-3-7 15,1-1-6-15,-4 0-1 0,2 0-7 0,-4-3-5 16,0-1-3-16,-2-1-9 0,0-2 3 0,-2-1-9 0,0 1 9 16,-6-7 6-16,11 10-1 0,-11-10-1 0,0 0-14 15,0 0-17-15,10-4-20 0,-10 4 20 0,1-17-63 16,0 4 12-16,-1-4-63 0,2-3-13 0,0-4 11 15,0-2 11-15,2-1 19 0,1 2 20 0,-1-1-9 16,1 2 47-16,0 2-21 0,-2 4 55 0,1 2-26 16,-1 2 39-16,0 3-35 0,1 1 44 0,-4 10-4 15,7-12 58-15,-7 12-20 0,0 0 41 0,14 2-4 16,-8 4-5-16,1 2-2 0,-1 4 1 0,2 1-14 16,1 4-8-16,1 2 27 0,-1 1-46 0,3 3 32 15,1 1-46-15,0 2 31 0,1-2-71 0,0 1-35 16,0 1-113-16,2-2-48 0,0-2-179 0,-2 2-31 15,3-2-72-15,-1-1-5 0,-1-6-89 0,0 1-35 0,1-3-377 16,0-1-623-16</inkml:trace>
  <inkml:trace contextRef="#ctx0" brushRef="#br0" timeOffset="225318.9635">20036 17212 443 0,'1'-11'598'0,"-1"11"-45"15,-1-21 25-15,-2 11-43 0,1 0-117 0,-3 0 35 16,0 0-104-16,-2 0 35 0,-1 0-120 15,-2 2 27-15,2 2-99 0,-2 1-27 0,-1 2-16 0,0 1 32 16,-1 3-78-16,-2 0 38 0,0 3-72 0,0 3 36 16,1 0-60-16,0 3 42 0,3 0-57 0,0 2 41 15,0-1-58-15,3 2 39 0,1-1-52 0,0 2 42 16,3-2-52-16,1 0 49 0,1-1-54 0,1-11 51 0,2 22-57 16,-2-22 42-16,5 18-75 0,-1-10 54 15,1 0-61-15,-5-8 64 0,11 12-45 0,-11-12 58 16,15 7-51-16,-15-7 56 0,14 1-53 0,-14-1 55 0,16-5-54 15,-9 0 62-15,-1-1-60 0,2-2 57 16,0-3-58-16,-2-1 57 0,0-1-49 0,0-2 48 0,0-1-55 16,-1 2 61-16,-1-3-31 0,-1 3 61 0,0 3-23 15,0 0 60-15,-1 1-49 0,1 0 24 0,-3 10-56 16,5-14 36-16,-5 14-55 0,0 0 42 0,0 0-35 16,12 1 56-16,-7 8-30 0,1 4 42 0,2 5-38 15,-1 4 33-15,1 4-37 0,1 5 35 0,2 7-32 0,-2 2 2 16,1 3 0-16,2 4-2 0,-1 2 24 0,3 9-35 15,0 4 19-15,-3-3-66 0,0-9 6 0,-2-2-46 16,-1 0 41-16,-2-4-55 0,2-4 71 0,-5-6-33 16,-1-7 47-16,-1 0-16 0,-3-4 59 0,-2-2-15 15,-3-3 41-15,-1-2-20 0,-3-6 32 0,-3-1-28 16,-2-3 24-16,-4-5-35 0,-1-1 16 0,-7-4-37 16,-1-5 16-16,-9-4-30 0,2-5 23 0,1-4-31 15,3-2 10-15,2 1-23 0,3-7 0 0,6-1-66 16,1-2-12-16,5 2-67 0,4 1-31 0,5 2-21 0,3 2-19 15,4 1-31-15,1-2-27 0,6 1 27 16,4 0-85-16,2 1 39 0,7-5-33 0,2 4-35 0,5 1-54 16,0 0-72-16,3 1-48 0,1 4-476 0,0-1-626 15</inkml:trace>
  <inkml:trace contextRef="#ctx0" brushRef="#br0" timeOffset="225620.6596">20286 17160 561 0,'-2'-16'680'0,"0"3"-65"0,4 0 129 0,-4 1-102 16,1 2-62-16,1 10-42 0,-2-20-85 0,2 20-81 16,0-16-77-16,0 16-53 0,6-9-35 0,-6 9-23 15,13-1-25-15,-2 5-16 0,3 2-14 0,2 4 9 16,3 3-50-16,2 4 22 0,1 2-46 0,3 5 25 16,-1 0-44-16,-1 0 25 0,-4-3-47 0,-1 0 26 15,-1 0-39-15,-3-1 25 0,-3-2-37 0,1-2 28 16,-2-1-37-16,-2-2 5 0,0-1 24 0,-2-1-34 15,-1-3 29-15,0 1-29 0,-5-9 8 0,3 12 31 0,-3-12-36 16,-4 9 29-16,4-9-25 0,-11 2 5 16,11-2 27-16,-20-2-36 0,9-3 34 0,-2 0-35 0,-1-2 3 15,0 0 12-15,1-3-59 0,2 1 7 0,-1-2-58 16,1 1-4-16,3 0-81 0,-1-2 13 0,3 0-114 16,2 2 7-16,1 0-113 0,3 10-13 0,-1-21-43 15,4 11-23-15,0-1-76 0,4 3-110 0,3-4-280 16,0 0-527-16</inkml:trace>
  <inkml:trace contextRef="#ctx0" brushRef="#br0" timeOffset="225919.4723">20694 16579 135 0,'-11'-46'750'0,"-2"3"-80"0,1 1 19 0,0 3-52 0,4 9-9 15,1-1-139-15,1 8 15 0,-1 2-131 0,3 4-44 16,1 3-103-16,3 14-8 0,-1-15 0 0,1 15-11 15,0 0-13-15,19 13-13 0,0 4-9 0,2 12-13 16,4 5-10-16,7 11-19 0,2 5-1 0,2 2-12 16,0 5-19-16,2 3 26 0,-2 4-3 0,-1 0-8 15,-2 2-7-15,-2 1-4 0,-1 0-21 0,-6-2-7 16,-1-1-6-16,-5-3-68 0,-2-2 0 0,-7-9 0 16,-2-1 0-16,-2-2 0 0,-3 1 0 0,-2-3 0 0,-2-1 0 15,-6-2 0-15,-2-1 0 0,-5-1 0 0,-3-4 0 16,-5-2 0-16,-2-1 0 0,-4-1-17 0,-4-3-426 15,1-4-149-15,-3-1-232 0,-1-1-243 0,1-3-593 16,-2-6-1327-16</inkml:trace>
  <inkml:trace contextRef="#ctx0" brushRef="#br0" timeOffset="227971.5407">21408 16713 401 0,'0'-12'519'0,"0"-1"21"0,0 2-66 16,-1-1 44-16,-1-1-104 0,0 1 99 0,-1-1-100 15,0 1 51-15,0 1-110 0,-1-3-62 16,-1 4-5-16,2 0-8 0,3 10-21 0,-5-18-29 0,5 18-52 0,-5-12-36 16,5 12-34-16,-5-10-19 0,5 10-8 15,0 0 22-15,0 0 14 0,0 0 9 0,-11 6-4 16,11-6 2-16,-4 16-9 0,2-5 12 0,1 2-31 0,-1 2 22 16,1 2-25-16,1 1 23 0,1 2-21 0,0 2 26 15,1 3-36-15,0 1 8 0,1 6-85 16,2 0-7-16,0 2 0 0,1 5 0 0,2 3 0 0,1-1 0 15,1 1 0-15,1 1 0 0,2 1 0 0,0 1 0 16,0 0 0-16,2 1 0 0,0-1 0 0,5 7 0 16,-2-8 0-16,2 6 0 0,1-9 0 0,0-1 0 15,1 0 0-15,7 3 0 0,-3-9 0 0,2-1 0 0,1-3 0 16,2-2 0-16,1-6 0 0,1-2 0 16,2-4 0-16,-2-7 0 0,0-4 0 0,4-2 0 15,1-4 0-15,0-3 0 0,8-4 0 0,-3-3 0 0,-2-2 0 16,-1-4 0-16,-2-2 0 0,-3-4 0 0,-2-1 0 15,-3-3 0-15,-3-2 0 0,-2-4 0 0,-4-3 0 16,-2-2 0-16,-4-2 0 0,-3-3 0 0,-5 0 0 16,-1-3 0-16,-4 0 0 0,-3-1 0 0,-2 1 0 15,-3 1 0-15,-1 1 0 0,-4 2 0 0,0 1 0 16,-1 3 0-16,-3 1 0 0,3 0 0 0,-2 4 0 16,3 6 0-16,1 0 0 0,0 6 0 0,2 2 0 15,0 0 0-15,2 3 0 0,-2 2 0 0,3 1 0 0,-1 1 0 16,3 3 0-16,-1-1 0 0,4 10-97 15,-6-15-82-15,6 15-21 0,-6-11-3 0,6 11-8 16,0 0-18-16,-1-12-14 0,1 12-2 0,0 0 4 0,0 0 53 16,8-5-106-16,-8 5 13 0,0 0-69 0,11 3 19 15,-11-3-76-15,10 3 2 0,-10-3-29 16,12 5-23-16,-12-5-102 0,10 7-273 0,-10-7-372 16</inkml:trace>
  <inkml:trace contextRef="#ctx0" brushRef="#br0" timeOffset="229004.0659">23623 16033 215 0,'16'-15'453'0,"-2"2"-58"15,-4 1-49-15,1 3-41 0,-2-1-22 0,-2 3-16 16,-2-2-18-16,-5 9-16 0,10-10-20 0,-10 10-18 16,4-11-28-16,-4 11-6 0,0 0 10 0,0 0 19 15,-15-1-4-15,7 6 11 0,-3 3-12 0,-3 4 16 16,-1 3-24-16,-2 5 41 0,-2 8-31 0,-1 3 36 16,0 4 6-16,3 5-7 0,-1 3 9 0,0 10-14 0,1 1 5 15,5 3-15-15,0 4-16 0,3-1-42 16,3 3 36-16,3 3-39 0,3 3 29 0,1 4-38 0,3-1 8 15,1 3-30-15,2 0-3 0,4 1-33 0,2-1-67 16,6 2-12-16,2-1 0 0,6 2 0 0,10 12 0 16,7-4 0-16,2-4 0 0,8-6 0 0,5-6 0 15,5-3 0-15,4-7 0 0,-8-12 0 0,4-4 0 16,-1-6 0-16,0-3-263 0,-1-8-91 0,-3-4-5 16,-3-4-155-16,-9-8-27 0,-6-2-80 0,-8-4-47 15,-6-3-89-15,-4-3-546 0,-5-3-907 0</inkml:trace>
  <inkml:trace contextRef="#ctx0" brushRef="#br0" timeOffset="233472.7517">20719 15691 180 0,'0'0'322'0,"0"0"-91"0,-10-4-6 0,10 4-39 16,0 0-1-16,0 0-37 0,0 0 13 15,0 0-19-15,0 0-26 0,0 0-17 0,0 0-16 16,-3-10-20-16,3 10-10 0,0 0-5 0,0 0-7 0,0 0 9 15,0 0-4-15,0 0 0 0,0 0 8 0,0 0-1 16,0 0-5-16,2 13 3 0,-2-13 3 0,0 0-6 16,2 11-7-16,-2-11 20 0,0 0 16 0,3 15-9 15,-3-15 0-15,3 13-7 0,-3-13-10 0,3 12-4 16,-3-12-8-16,5 15-2 0,-5-15-8 0,5 15-5 16,-5-15 10-16,7 15 12 0,-7-15-6 0,8 15-1 15,-8-15 14-15,7 15 7 0,-7-15-12 0,6 11-6 16,-6-11-8-16,6 13 2 0,-6-13 30 0,6 12-3 15,-6-12-12-15,8 14-3 0,-8-14-7 0,7 14-3 16,-7-14 5-16,8 16-3 0,-4-8-3 0,-4-8-6 0,10 15 1 16,-10-15-4-16,9 17-6 0,-5-8 0 15,1 0 14-15,0 0-8 0,1 1-2 0,-1 0 20 16,0 0-12-16,0 1-3 0,-1-2-8 0,2 4-1 0,0-3-5 16,-1 2-3-16,0-2 1 0,0-1-2 0,0 3-4 15,-1-4 0-15,1 3 2 0,0-3 2 0,0 1 2 16,-1 0 5-16,1 0-5 0,-1 0 2 0,1-1 0 15,0 0-1-15,-1 0 3 0,0 0 2 0,-4-8 9 16,9 17 0-16,-5-10 2 0,0 1-2 0,1 2 59 16,0-2-70-16,-1 1 69 0,0 1-71 15,1-1 51-15,-1 0-72 0,1 0 66 0,0 1-73 0,0-1 65 16,0 1-71-16,-1-3 70 0,1 4-75 0,0-2 62 16,1 1-66-16,-2 0 70 0,0-2-71 0,1 1 70 15,0 1-62-15,0-2 48 0,-1 1-55 0,2-1 69 16,-2 0-72-16,-4-8 78 0,8 15-80 0,-8-15 71 15,7 12-73-15,-7-12 73 0,5 11-68 0,-5-11 75 16,8 12-64-16,-8-12 76 0,5 12-77 0,-5-12 12 16,6 12-2-16,-6-12 2 0,6 12 1 0,-6-12 3 15,5 13 6-15,-5-13-1 0,8 13-2 0,-4-4 6 16,-4-9 7-16,7 16 1 0,-7-16-8 0,7 17-3 16,-7-17 5-16,7 16 1 0,-7-16-5 0,8 16 0 15,-8-16 0-15,7 17 2 0,-7-17 7 0,7 17-3 0,-7-17-6 16,7 17-3-16,-2-9 2 0,-5-8-1 15,6 17-2-15,-6-17 14 0,7 17-34 0,-7-17 24 16,5 19-27-16,-5-19 30 0,7 15-25 0,-7-15 31 0,7 17-28 16,-7-17 29-16,6 16-26 0,-6-16 25 0,7 16 10 15,-7-16-39-15,7 16 28 0,-7-16 5 0,6 17-3 16,-1-8 3-16,-2-1-5 0,1 3 3 0,0-3-3 16,0 2 2-16,0-1 25 0,0 1-37 0,2-2 2 15,-2 2-2-15,0-1 6 0,0 2 0 0,0-3-4 16,-1 2-3-16,1-2 3 0,-4-8-3 0,8 18 2 15,-8-18-3-15,6 15 2 0,-6-15-3 0,7 17 15 0,-7-17-9 16,6 15 48-16,-6-15-71 0,6 16 10 0,-6-16 53 16,6 13-56-16,-6-13 45 0,5 15-57 15,-5-15 56-15,4 15-53 0,-4-15 51 0,6 14-57 0,-6-14 56 16,5 15-55-16,-5-15 59 0,5 18-55 0,-5-18 59 16,6 17-64-16,-6-17 54 0,5 19-46 0,-5-19 46 15,4 18-57-15,-4-18 62 0,4 19-60 0,-4-19 62 16,4 18-58-16,-2-8 54 0,-2-10-57 0,3 18 52 15,-3-18-52-15,3 17 50 0,-3-17-51 0,3 15 40 16,-3-15-38-16,3 15 56 0,-3-15-59 0,3 16 61 16,-3-16-58-16,2 15 52 0,-2-15-52 0,4 17 59 0,-4-17-57 15,3 16 57-15,-3-16-59 0,3 20 60 16,-3-20-55-16,3 19 54 0,-3-19-54 0,3 19 54 16,-1-9-56-16,-2-10 13 0,4 19 8 0,-1-7-4 0,-3-12 1 15,4 19 3-15,-1-9 7 0,-3-10-10 0,5 20 3 16,-5-20-1-16,5 18-2 0,-5-18 4 0,5 17 1 15,-5-17 51-15,4 17-63 0,-4-17 56 0,6 18-59 16,-6-18 56-16,5 17-64 0,-5-17 57 0,4 17-50 0,-4-17 46 16,4 18-51-16,-4-18 44 0,3 16-42 15,-3-16 54-15,2 20-48 0,-2-20 51 0,3 18-50 16,-3-18 47-16,2 19-50 0,-2-19 54 0,1 19-53 0,-1-19 47 16,1 19-51-16,-1-19 52 0,2 18-54 0,-2-18 48 15,1 19-43-15,-1-19 41 0,2 17-43 0,-2-17 41 16,0 17-48-16,0-17 49 0,0 15-50 0,0-15 54 15,1 14-44-15,-1-14 34 0,-1 15-44 0,1-15 48 16,0 14-44-16,0-14 50 0,-3 13-37 0,3-13 40 16,-1 14-46-16,1-14 53 0,-2 15-58 0,2-15 49 15,-2 15-43-15,2-15 38 0,-4 16-43 0,4-16 48 0,-4 17-49 16,4-17 49-16,-3 17-50 0,3-17 44 16,-4 17-46-16,2-8 44 0,2-9-44 0,-5 19 46 15,5-19-42-15,-6 19 40 0,6-19-42 0,-4 21 47 0,1-11-46 16,0 1 40-16,1-1-38 0,0 0 42 15,-1 1-46-15,0 0 44 0,0-1-43 0,0 2 37 0,-2-1-35 16,1 2 46-16,-1 1-52 0,0-2 45 0,-1 1-43 16,1 1 46-16,-3 0-49 0,1 0 47 0,0 0-36 15,-1 1 39-15,-2 1-42 0,1 0 40 0,-1 0-45 16,-1 1 42-16,-1-1-40 0,2 0 46 0,-4 1-46 16,3-2 45-16,-2 2-43 0,0-2 43 0,-1 1-5 0,-3 3 1 15,1-5-7-15,-3 5-2 0,-1-2 1 0,-2 0-3 16,0 1-2-16,0-2-5 0,-3 2 1 0,0-2-2 15,1 1-1-15,-2 0-13 0,1-3-12 0,-2 3-12 16,3-3-3-16,4-3-12 0,2 0-10 0,0-1-18 16,4-2-32-16,1-2-21 0,0 0-33 0,2-1-58 15,1-1-7-15,1 0-71 0,9-4-22 0,-13 4-78 16,13-4-7-16,0 0-68 0,0 0-21 0,0 0-51 16,0 0-332-16,0 0-434 0</inkml:trace>
  <inkml:trace contextRef="#ctx0" brushRef="#br0" timeOffset="235594.7267">24070 16821 478 0,'0'0'425'0,"0"0"-46"0,-1-16-62 0,1 16-30 15,0-13 8-15,0 13 10 0,-2-16-10 0,2 16 2 16,0-15 55-16,0 15-76 0,2-17 52 0,-2 17-79 15,0-13-19-15,0 13-13 0,1-13-28 0,-1 13-28 16,0 0-35-16,0-14-27 0,0 14-20 0,0 0-3 16,0 0 29-16,0 0 1 0,0 0 29 0,0 0 10 15,11 13 6-15,-9-1 8 0,0 4-10 0,0 3 0 16,0 6-17-16,-1 3-13 0,-1 4-9 0,0 4-14 16,0 0 13-16,-1 2-47 0,0 0 14 0,-1 0-37 15,2 0 17-15,-2 1-35 0,1-2-7 0,1-1-2 16,0-1-2-16,0-1-3 0,0-7-6 0,0 0 2 0,0-1-2 15,0-4-6-15,0-2-33 0,0-1-57 0,0-2-55 16,0-2-56-16,1-1-40 0,-1-3-35 0,0-11 17 16,0 18-157-16,0-18-70 0,0 0-40 0,0 13-90 15,0-13-44-15,0 0-400 0,6-9-682 0</inkml:trace>
  <inkml:trace contextRef="#ctx0" brushRef="#br0" timeOffset="235795.9655">24384 16840 187 0,'7'-21'738'0,"-1"2"-64"0,-1 3-81 16,-2 2 20-16,2 0-149 0,-2 3-9 0,-3 11-152 0,4-15 4 15,-4 15 1-15,0 0 11 0,0 0-12 16,0 0-12-16,5 18-32 0,-5-5-29 0,1 5-21 16,0 4-30-16,1 3-33 0,1 5-26 0,0 5 7 0,2 1-55 15,1 5 15-15,0-1-45 0,1 2 3 0,0-3-92 16,0-5-21-16,-2-1-86 0,0 1 33 0,0-2-137 15,1-3 0-15,-2-4-168 0,3-1-11 0,-4-5-68 16,-1-1 22-16,-1-4-59 0,-1-3-115 0,0-11-351 16,-3 17-606-16</inkml:trace>
  <inkml:trace contextRef="#ctx0" brushRef="#br0" timeOffset="236022.7547">24056 16831 145 0,'-17'-20'658'0,"-1"1"-96"0,-1 0-38 0,6 2-4 16,-1 3-5-16,3 1-126 0,1 0-12 15,2 1-129-15,0 1 14 0,4 1-113 0,4 10 23 0,0-21-95 16,6 13 44-16,5-3-80 0,8-1 48 0,7 2-75 16,7-1 55-16,10 1-73 0,4 1 27 0,5 1-100 15,0 2 9-15,1 2-104 0,1 2-21 0,0 1-113 16,-3 2-29-16,0 1-49 0,-3 2-76 0,-9 0-52 15,-4 2-263-15,-4 0-293 0</inkml:trace>
  <inkml:trace contextRef="#ctx0" brushRef="#br0" timeOffset="237731.2394">24985 17359 626 0,'0'0'713'16,"3"-17"-56"-16,-3 17-39 0,1-17 74 0,-1 17-114 16,1-15-25-16,-1 15-109 0,0-15 16 0,0 15-77 15,0 0-27-15,1-16-96 0,-1 16-36 0,0 0-72 16,2-12-5-16,-2 12-49 0,0 0 17 0,0 0-27 16,10 6 24-16,-10-6-39 0,11 14 3 0,-4-5-34 15,0 1-2-15,0 4-6 0,-2 0-7 0,0 1 4 16,1-1-16-16,0 2-2 0,-1-2-2 0,-1 2-1 15,0-1-2-15,1-2-4 0,-2 1-3 0,-1-3-12 16,1 0-22-16,-3-11-11 0,6 19-23 0,-6-19 2 16,2 14 10-16,-2-14 4 0,5 12-1 0,-5-12-21 0,0 0-29 15,8 6-36-15,-8-6-13 0,12-5-15 16,-5-2 12-16,0 0-19 0,3-5 40 0,2-1-70 16,-2-2 70-16,2-2-46 0,1 0 87 0,-2 1-43 15,1 1 93-15,-3 2-50 0,0 2 100 0,-2-1-40 0,2 3 92 16,-4 0-70-16,1 2 69 0,-6 7-86 0,9-10 64 15,-9 10-54-15,10-6 91 0,-10 6-73 0,0 0 83 16,14 6-64-16,-14-6 65 0,10 10-56 0,-1-3 52 16,-3 3-57-16,3 1 44 0,1 1-59 0,3 1-1 15,2 0 1-15,5 4 6 0,4-3-7 0,3 2 1 16,6 0-4-16,3 2-15 0,-2-5-32 0,3 0 39 16,-6-2-98-16,-1-1 50 0,-1-1-83 0,-4-3 68 15,0 0-67-15,-7-4 77 0,0 0-42 0,-2-1 67 16,-3-2-53-16,-2-2 75 0,1-3-54 0,-6-1 69 15,-1-4-59-15,-1 0 72 0,-2-3-59 0,-2 0 89 16,-2-2-56-16,0 0 118 0,-3-1-83 0,1 1 95 16,0 0-43-16,-4 1 51 0,4 0-58 0,-3 3 53 15,1-1-65-15,-1 5 39 0,-2 0-58 0,2 2 43 16,7 6-51-16,-15-4 54 0,15 4-53 0,-19 4 56 16,9 1-52-16,2 1 44 0,-2 4-48 0,1 1 37 15,2 0-49-15,-1 3 42 0,4 0-54 0,0-1-1 16,0 0-3-16,2 1 2 0,2-1-2 0,0 1 36 0,0-1-46 15,3 0 38-15,0-2-71 0,1-1 24 16,0 1-66-16,2-2 49 0,0 0-61 0,1-1 48 0,-1-2-56 16,3 0 69-16,-9-6-58 0,17 8 33 0,-17-8-4 15,14 0-3-15,-14 0-3 0,15-6 7 0,-7 0 8 16,-3 0 68-16,2-4-67 0,0-2 63 0,-1-2-58 16,-3-2 65-16,1 2-64 0,0-2 70 0,1 1-55 15,-3 1 86-15,1 1-20 0,-1 2 69 0,-2 0-44 16,0 11 51-16,4-18-63 0,-4 18 34 0,2-14-66 15,-2 14 39-15,2-12-62 0,-2 12 50 0,0 0-60 16,0 0 48-16,0 0-52 0,0 0 48 0,0 0-48 16,0 0 44-16,9 6-48 0,-9-6 47 0,6 13-53 15,-6-13 56-15,8 17-57 0,-3-9 19 0,1 2-93 16,-1-2-52-16,5 2 23 0,-2-1-110 0,3 0 37 16,-1 0-79-16,1-3 28 0,-1 2-52 0,2-3 54 0,-3 1-32 15,0-3 81-15,-9-3-11 0,18 4 79 16,-18-4-16-16,15-1 71 0,-15 1-23 0,16-11 64 15,-9 4 28-15,-1-5 31 0,1 0 32 0,0-1 32 0,0 0 32 16,-1-2 63-16,-1 0 40 0,1 1 33 0,2 0-41 16,-4 1 83-16,1 2-32 0,-1 0 30 0,0 3-76 15,-4 8 5-15,8-17-88 0,-8 17 20 0,4-10-80 16,-4 10 55-16,0 0-49 0,0 0 52 0,13 3-53 16,-13-3 44-16,7 12-45 0,-3-3 25 0,1 2-50 15,0 2 23-15,1-1-41 0,-1 3 24 16,1 0-45-16,1 2-3 0,0-2 2 0,-2 1-3 0,3-2-2 15,-3 1 4-15,4 0 30 0,-5-1-41 0,3-2 33 16,-2 1-39-16,-1-5 27 0,0 3-42 0,1-4 27 16,-5-7-25-16,7 14 36 0,-7-14-37 0,6 11 38 15,-6-11-56-15,0 0 11 0,7 7-59 0,-7-7 30 16,0 0-59-16,12-5 3 0,-12 5-4 0,11-12 4 16,-7 6-9-16,3-3 11 0,-3 0 79 0,3-1-55 15,-2 1 75-15,1-3-50 0,-1 1 67 0,1-1-53 16,0 0 61-16,0 2-58 0,-2 0 64 0,3 1-53 15,-3-1 69-15,1 1-51 0,2 0 53 0,-3 2-61 16,1-1 57-16,-5 8-56 0,8-13 53 0,-8 13-50 0,10-9 48 16,-10 9-59-16,11-6 63 0,-11 6-61 15,11-1 65-15,-11 1-54 0,12 1 58 0,-12-1-48 16,11 6 46-16,-11-6-53 0,13 9 58 0,-13-9-60 16,14 11 52-16,-14-11-44 0,11 12 39 0,-11-12-48 0,14 11 52 15,-14-11-57-15,10 10 54 0,-10-10-54 0,9 8 58 16,-9-8-56-16,8 7 59 0,-8-7-57 0,8 6 56 15,-8-6-56-15,0 0 56 0,13 2-57 0,-13-2 52 16,0 0-51-16,14 0 62 0,-14 0-66 0,11-2 55 16,-11 2-53-16,0 0 54 0,14-5-41 0,-14 5 58 15,0 0-54-15,11-3 46 0,-11 3-56 0,0 0 51 16,0 0-55-16,11-4 44 0,-11 4-44 0,0 0 50 16,0 0-48-16,14 1 58 0,-14-1-46 0,7 5 46 15,-7-5-46-15,11 6 48 0,-11-6-53 0,16 7 45 16,-16-7-47-16,17 7 47 0,-5-2-52 0,-1-2 49 15,3 1-50-15,1 0 50 0,1-1-52 0,-1-1 43 16,0 1-46-16,0-3 41 0,-2 1-57 0,3-1 53 16,-3 0-47-16,1-1 44 0,-3-2-40 0,3 0 51 15,-3-3-51-15,-2-1 52 0,2-4-45 0,-4 1 45 16,0 0-48-16,-1-3 49 0,-2-1-48 0,0 3 45 16,-2-2-48-16,-2 1 49 0,0 0-49 0,0 0 47 15,-3 1-51-15,-2 2 47 0,1 0-44 0,-1 2 49 16,5 7-52-16,-12-8 53 0,12 8-53 0,-17-1 58 15,17 1-49-15,-19 6 40 0,11-1-43 0,-3 4 56 0,3 0-55 16,0 2 51-16,2 1-44 0,-1 0 49 0,3 2-48 16,2 2 50-16,2-3-51 0,2 1 0 0,2 1 18 15,0 0-118-15,3 0 38 0,5 1-120 0,3 0-47 16,6 1-111-16,1 0-80 0,2 1-72 16,11 1-71-16,-9-6-100 0,1 1-340 0,0-1-628 0</inkml:trace>
  <inkml:trace contextRef="#ctx0" brushRef="#br0" timeOffset="237924.8622">27310 17654 30 0,'0'0'889'16,"5"-11"-141"-16,-5 11-60 0,4-7 54 0,-4 7-99 15,0 0-14-15,2-11-164 0,-2 11-5 0,0 0-101 16,0 0 0-16,0 0-43 0,0 0-29 0,0 0-37 16,-15 6-44-16,9 1-41 0,-2 4-23 0,-1 1-31 15,1 2-12-15,-2 3-26 0,-1 2-19 0,0 1-40 16,-1 3-36-16,3-4-119 0,-5 5-38 0,1-3-120 0,1 3-43 15,0-5-130-15,1-1-97 0,2 0-103 16,-3-3-115-16,1 0-561 0,2-4-949 0</inkml:trace>
  <inkml:trace contextRef="#ctx0" brushRef="#br0" timeOffset="239725.1044">27665 17398 543 0,'0'0'620'0,"0"0"-102"0,-13 0-43 15,13 0-40-15,0 0-30 0,-16 0-36 0,16 0-48 0,0 0-55 16,-14 3-105-16,14-3 42 0,0 0-100 16,-11 5 41-16,11-5-79 0,0 0 50 0,-9 9-83 15,9-9 60-15,0 0-92 0,4 10 77 0,-4-10-82 16,7 6 73-16,-7-6-84 0,11 6 68 0,-11-6-81 16,16 5 51-16,-16-5-74 0,16 1 53 0,-16-1-76 15,21-1 65-15,-21 1-1 0,21-5-4 0,-11 1-8 0,1-2 5 16,0-3 1-16,-1 0 8 0,-2-2 0 0,0-4 7 15,-3 0 8-15,0-1 10 0,-2-2 14 0,-3-1 32 16,-1 0-55-16,-2 0 91 0,-5 0-56 0,2 1 106 16,-2 1-68-16,0 0 74 0,-2 6-64 0,-1 0 50 15,-4 3-35-15,-1 3 71 0,0 2-52 0,0 3 52 16,-2 3-46-16,-3 2 36 0,0 4-47 0,1 1 19 16,-2 5-22-16,3 2 18 0,1 1-30 0,1 0 11 15,2 3-31-15,5-1 11 0,1-1-16 0,-1 1-10 16,4-1-12-16,4 0-10 0,1 1 1 0,3-1 0 15,1 3-10-15,5-2-9 0,0-1-5 0,3-1-5 16,3 0-14-16,1-4-28 0,3 1-26 0,-2-2-57 16,4 0 2-16,-2-4-62 0,5 1 33 0,-1-3-74 15,1-1 46-15,-1-1-53 0,-2-2 74 0,1-3-82 16,0-2 101-16,-2-3-74 0,4-1 87 0,-4-2-55 16,2-4 90-16,2-3-49 0,-4-1 88 0,0-3-60 15,-4-1 93-15,1 0-55 0,-5 1 103 0,1 1-52 0,-2 0 123 16,-3 1-36-16,-1 1 86 0,0 2-47 15,0 1 40-15,-2 3-38 0,-1 0 32 0,-3 10-54 0,8-17 14 16,-8 17-55-16,6-13 19 0,-6 13-49 0,0 0 40 16,0 0-35-16,0 0 37 0,0 0-33 0,0 0 34 15,6 13-32-15,-6-13 23 0,2 21-38 0,-1-10 26 16,1 1-38-16,0 3-3 0,0 0-2 0,2 0-2 16,0 1-1-16,-1-2 6 0,4 2-7 0,-2-2 8 15,-1 1-68-15,0-3 10 0,1 2-55 0,-3-4 14 16,3 1-60-16,-1 0 44 0,-1-3-44 0,-3-8 64 15,5 16-22-15,-5-16 71 0,6 9-53 0,-6-9 67 16,0 0-46-16,0 0 62 0,13-5-51 0,-13 5 10 16,10-14 5-16,-6 2 36 0,4-1-33 0,-1-2 59 15,0 0-54-15,0 1 59 0,1-3-42 0,-1 4 95 16,-2 0-14-16,3 1 68 0,-3 3-29 0,0 0 37 16,-5 9-54-16,7-16 16 0,-7 16-54 0,6-9 20 15,-6 9-38-15,9-6 40 0,-9 6-21 0,0 0 45 16,14 5-33-16,-14-5 15 0,12 11-29 0,-8-3 19 15,2-1-39-15,-1 3-4 0,-1 0-3 0,1 1 0 16,0 0-2-16,1-1-2 0,-3 4 1 0,1-3-11 0,-1 0 22 16,1-1-30-16,-2 1 19 0,0-2-24 0,-2-9 17 15,8 18-32-15,-8-18 17 0,4 16-29 0,-4-16 26 16,2 11-19-16,-2-11 32 0,0 0-32 16,7 10 20-16,-7-10-56 0,0 0 13 0,12-4-45 0,-12 4 23 15,13-12-41-15,-5 3 34 0,0-2-41 0,2-1 49 16,-1 1-27-16,0-3 39 0,1 2-11 0,-1-1 57 15,-1 2-38-15,0 0 51 0,0 0-29 0,-2 3 62 16,-1-1-30-16,1 3 40 0,-6 6-42 0,7-11 26 16,-7 11-45-16,9-8 46 0,-9 8-36 0,0 0 62 15,0 0-25-15,12 6 44 0,-12-6-43 0,9 11 28 16,-9-11-43-16,9 14 34 0,-4-5-31 0,-1 0 25 16,0 0-34-16,3 1 28 0,0 1-33 0,1 0 29 15,1-1-36-15,0 2 28 0,3-1-35 0,1-1 34 16,3 2-39-16,0-1 10 0,2-1-48 0,0-1 21 15,2-1-56-15,0 0 21 0,-3-3-47 0,0-1 47 16,2-1-48-16,0-1 46 0,-1-2-48 0,-1-3 61 16,0-1-61-16,4-2 63 0,-3-3-46 0,1-1 19 0,-3-2 61 15,0 0-46-15,-2-1 63 0,-1 0-54 0,-3 1 78 16,-3-1-48-16,0 1 78 0,-1 1-56 0,-3 3 71 16,0-3-48-16,-3 11 47 0,2-17-52 15,-2 17 44-15,-3-14-46 0,3 14 44 0,-10-7-44 0,10 7 57 16,-12-4-40-16,12 4 45 0,-16 3-39 15,16-3 33-15,-18 6-36 0,9 0 35 0,-1-1-39 0,2 3 33 16,0 2-42-16,0-2 29 0,3 0-37 0,-3 3 30 16,5-1-39-16,-1-1 31 0,2 1-39 0,-2 0 38 15,4-10-40-15,-1 21 29 0,1-21-39 0,1 22 19 16,-1-22-47-16,3 17 29 0,-3-17-50 16,6 16 23-16,-6-16-47 0,8 14 38 0,-8-14-46 0,9 10 60 15,-9-10-44-15,12 6 62 0,-12-6-43 0,0 0 47 16,16-1-58-16,-16 1 57 0,11-11-56 15,-3 5 64-15,-3-1-50 0,2-3 13 0,0 1 60 0,-1-1-54 16,-1-1 64-16,-1 1-61 0,1-1 59 0,-2 1-48 16,0 0 65-16,2 1-57 0,-5 9 56 0,5-17-37 15,-5 17 48-15,4-12-52 0,-4 12 38 0,4-10-56 16,-4 10 48-16,0 0-58 0,3-9 57 0,-3 9-56 16,0 0 59-16,0 0-57 0,7 8 53 0,-7-8-55 15,7 9 54-15,-7-9-47 0,9 14 54 0,-9-14-71 16,11 14 36-16,-4-7-59 0,3 3 28 0,1-3-74 15,1 1 41-15,0 0-89 0,1-1 63 0,2 1-77 0,-2-2 75 16,2-2 5-16,-3-1 18 0,0 1 20 0,-12-4 10 16,20 3 10-16,-20-3 9 0,16-3 8 0,-16 3-36 15,14-8 79-15,-14 8-28 0,9-15 84 0,-4 6-62 16,-3-1 89-16,0-2-30 0,-2 0 54 0,0 12-42 16,0-21 71-16,0 21-55 0,-1-20 47 15,1 20-58-15,-1-16 25 0,1 16-67 0,-2-13 27 0,2 13-45 16,-5-8 30-16,5 8-35 0,0 0 48 0,0 0-35 15,-14 2 30-15,14-2-46 0,-8 9 34 0,8-9-42 16,-8 13 30-16,8-13-38 0,-4 17 27 0,4-17-38 16,-2 21 33-16,2-21-60 0,1 23-36 0,1-11-100 15,0 0-15-15,2-2-146 0,-1 1-50 0,0 0-106 16,-3-11-71-16,5 18-85 0,-5-18-105 0,4 14-390 16,-4-14-743-16</inkml:trace>
  <inkml:trace contextRef="#ctx0" brushRef="#br0" timeOffset="239910.8857">29062 17194 400 0,'-7'-23'897'0,"3"0"-100"16,-2 1-127-16,1 0 0 0,2 5-131 0,-1 2-67 16,0-1-40-16,0 4-135 0,2 2-13 0,0-1-111 0,2 11 8 15,-4-13-83-15,4 13 15 0,0 0-128 16,0 0-36-16,0 0-175 0,14 1-64 0,-9 6-107 0,3 2-95 15,-1 3-80-15,3 1-126 0,-2 0-326 0,0 1-633 16</inkml:trace>
  <inkml:trace contextRef="#ctx0" brushRef="#br0" timeOffset="240141.2649">29321 17095 440 0,'4'-19'859'0,"-2"3"1"16,0-1-45-16,-1 1-27 0,0 3-83 0,0 0-86 15,-2 2-106-15,1 11-102 0,1-17-84 0,-1 17-28 16,0 0 38-16,0 0-9 0,0 0-31 0,0 0-42 16,3 25-33-16,-2-6-106 0,1 6-116 0,1 6 0 15,0 2 0-15,2 3 0 0,2 5 0 0,1 0 0 16,1 1 0-16,0-2 0 0,1 0 0 0,1 0 0 16,-2-3 0-16,0 1 0 0,0-7 0 0,-1 0 0 15,-1-4 0-15,-1-2 0 0,-2-2-257 0,4-3-185 0,-5-2-114 16,-1-2-63-16,-1 0-147 0,-2-4-102 15,0 0-617-15,-2-4-1112 0</inkml:trace>
  <inkml:trace contextRef="#ctx0" brushRef="#br0" timeOffset="241608.9717">29720 16179 5 0,'10'-18'344'0,"1"-3"-16"0,0-3-73 0,-1-2 22 15,0-1-13-15,-1 0-8 0,-1-1 39 0,-2 1-51 16,1 2 70-16,-3 3-60 0,2 0 56 0,-3 2-68 16,1 1 77-16,-1 2-61 0,-1 3 43 0,0 2-104 15,1 0 27-15,-1 2-107 0,-2 10 33 0,3-15-90 16,-3 15 65-16,0 0-37 0,0 0 35 0,-9 6 13 0,2 7 16 16,-3 6-8-16,-6 6-29 0,-2 11 58 15,-2 3-4-15,-5 14-21 0,-3 3-7 0,1 4 33 16,-2 2-47-16,1 2 19 0,0 2-52 0,1-2-11 0,1 2-15 15,4-1-5-15,3-1-12 0,2-3-7 16,5 0 12-16,5-10-27 0,2-1 19 0,4-1-30 16,4-3 19-16,5-2-32 0,2-2 6 0,5-4-61 0,2-4-29 15,5-2-80-15,5-4-11 0,0-5-98 0,2-3-1 16,-1-5-137-16,2-4-25 0,0-2-70 0,-2-6-80 16,-1-1-115-16,1-4-558 0,-4-3-863 0</inkml:trace>
  <inkml:trace contextRef="#ctx0" brushRef="#br0" timeOffset="241924.7671">30300 16298 342 0,'3'-18'636'0,"1"2"21"0,0 1-45 0,0 0-32 15,-1 1-132-15,0 3-21 0,-1 0-34 0,-2 11-53 16,3-18-80-16,-3 18-41 0,0 0-16 0,-5-12 4 16,5 12-6-16,-15 7-12 0,4 2 26 0,-6 5-57 15,-4 8 29-15,-3 6-42 0,-3 3 21 0,-1 2-43 16,-5 9 22-16,0 2-35 0,3 0-11 0,2 1-21 16,4-6-12-16,2-2-12 0,5 1-7 0,1-1-2 15,3-1-6-15,5-6-2 0,2 0-3 0,3-3 18 16,3-2-34-16,2-2 22 0,4-1-33 0,1-1 5 15,3-2-91-15,3-3-44 0,0 1-120 0,4-4-14 16,0-3-160-16,2-1-70 0,-3-2-100 0,1-4-79 0,-1 0-144 16,-1-4-427-16,-1-2-847 0</inkml:trace>
  <inkml:trace contextRef="#ctx0" brushRef="#br0" timeOffset="242108.2693">30075 16760 604 0,'-12'-8'721'0,"1"0"-59"15,0 1-75-15,2 0 43 0,2 0-105 0,0 1-45 16,-1 0-27-16,8 6-127 0,-11-11-9 0,11 11-107 16,-8-8 0-16,8 8-91 0,0 0 18 0,0 0-118 15,5-13-32-15,-5 13-139 0,19-3-41 0,-6 2-127 16,0 1-20-16,2 1-102 0,3 0-35 0,-1 1-67 16,1-1-40-16,-2 0-337 0,0 1-492 0</inkml:trace>
  <inkml:trace contextRef="#ctx0" brushRef="#br0" timeOffset="243342.217">30242 16690 642 0,'0'0'635'0,"0"0"-20"16,3-9 31-16,-3 9-77 0,0 0 59 0,0-13-91 16,0 13 0-16,0 0-80 0,0 0-25 0,0-13-101 0,0 13-30 15,0 0-98-15,0 0-17 0,0 0-56 0,0 0 1 16,0 0-42-16,0 0 13 0,0 0-41 0,14 3-6 16,-14-3-13-16,10 13-8 0,-4-5-10 15,0 0-3-15,1 3-5 0,0-1-1 0,0 2-4 0,-2-1-26 16,1 2-37-16,-1-2-5 0,0 1-82 0,-1-2-34 15,-1 2-118-15,0-2 2 0,0 1-103 0,0-2 13 16,-3-9-21-16,4 18 5 0,-4-18 40 0,3 13 43 16,-3-13 17-16,0 0 23 0,3 11 42 0,-3-11 41 15,0 0 37-15,0 0 34 0,8-11 53 0,-8 11 51 16,5-13 48-16,-5 13 146 0,9-14 42 0,-4 6 46 16,-1 1 12-16,2-2 104 0,-6 9-78 0,8-13 1 15,-8 13 47-15,7-13-72 0,-7 13 6 0,6-11-86 16,-6 11-4-16,6-6-78 0,-6 6 8 0,0 0-56 15,7-7 32-15,-7 7-36 0,0 0 38 0,13 5-28 16,-13-5 3-16,14 8-9 0,-7-2-6 0,0 2-9 0,0-3-5 16,1 4-14-16,-1-1-4 0,0 0 20 0,0 1-34 15,-1-1 21-15,1 0-31 0,-1-2 24 0,-1 2-35 16,-5-8 22-16,9 13-35 0,-9-13 7 0,8 10-15 16,-8-10 34-16,6 9-31 0,-6-9 30 0,0 0-25 15,8 10 29-15,-8-10-34 0,0 0 29 0,0 0-41 16,9 6 21-16,-9-6-45 0,0 0 41 0,0 0-38 15,0 0 12-15,12-6 39 0,-12 6-36 0,0 0 40 0,0 0-32 16,8-6 38-16,-8 6-31 0,0 0 29 0,0 0-34 16,8-4 34-16,-8 4-35 0,0 0 43 15,0 0-41-15,10-4 44 0,-10 4-42 0,0 0 36 0,0 0-33 16,12-4 35-16,-12 4-37 0,0 0 37 0,15 0-39 16,-15 0 44-16,0 0-39 0,18 1 36 15,-18-1-34-15,14 0 37 0,-14 0-36 0,16 3 37 0,-16-3-44 16,14 0 43-16,-14 0-39 0,15 0 34 0,-15 0-41 15,15 0 36-15,-15 0-47 0,17 0 40 0,-17 0-37 16,15-3 43-16,-15 3-36 0,18-4 39 0,-18 4-41 16,17-7 42-16,-9 2-40 0,-8 5 45 0,14-11-41 15,-14 11 40-15,12-12-39 0,-7 4 40 0,-5 8-36 0,8-15 38 16,-8 15-34-16,7-16 37 0,-7 16-40 16,2-17 36-16,-2 17-36 0,0-15 40 0,0 15-43 15,-2-17 42-15,2 17-39 0,-5-12 39 0,5 12-37 0,-8-10 34 16,8 10-36-16,-11-9 37 0,11 9-38 0,-16-3 45 15,16 3-32-15,-16 1 34 0,16-1-35 0,-21 6 39 16,11-1-38-16,-1 3 3 0,2 0 7 0,1 1 7 16,-1 1-7-16,3 1 36 0,0 1-34 0,2-3 25 15,1 2-37-15,2 1 38 0,-1 0-41 0,2-12 41 16,1 20-43-16,1-9 36 0,1-1-42 0,0-1 25 16,-3-9-38-16,8 15 40 0,-8-15-36 0,11 13 38 15,-11-13-33-15,10 7 40 0,-10-7-31 0,12 1 32 16,-12-1-36-16,14-3 40 0,-14 3-37 0,16-7 41 15,-9 0-38-15,2-1 36 0,-1-1-21 0,-1-1 19 16,1-1-30-16,-1 0 36 0,0-1-30 0,-1 2 50 0,-1 1-20 16,0 1 37-16,-5 8-22 0,8-16 20 0,-8 16-39 15,6-11 11-15,-6 11-36 0,5-8 18 16,-5 8-33-16,0 0 29 0,0 0-31 0,0 0-81 0,9 8 116 16,-9-8-4-16,5 20 27 0,-3-5-20 0,2 4 29 15,-1 6-16-15,2 5 17 0,0 2-25 0,2 1 14 16,-1 8-28-16,2-2 22 0,0 1-24 0,1 0 16 15,3-2-26-15,-3 0 15 0,1-1-17 0,-1-5 23 16,-1-1-28-16,-1-2 13 0,-2-6-29 0,-1 0 28 16,-1-4-21-16,-1-2 16 0,-3-3-19 0,-1 0 24 15,-3-3-20-15,-1 0 20 0,-1-3-36 0,0-1 22 16,-7-2-30-16,3 0 12 0,0-4-46 0,11-1 20 0,-26-1-50 16,11-4 29-16,1-1-50 0,2-2-2 0,1-2-73 15,2-3 13-15,4-1-113 0,0-1 37 0,3-1-24 16,2-3-30-16,2 0 21 0,5-5-20 0,1-2 37 15,3-2-11-15,4-5 36 0,1 0 3 0,2 1 45 16,-1-1 42-16,3 0 49 0,-1 0 40 0,-1 2 51 16,-1 0 61-16,-2 4 35 0,0 3 59 0,-2 1 54 15,-2 4 19-15,-1 0 24 0,-1 1-68 0,-1 2 71 16,0 2-89-16,-2 0 58 0,0 1-75 0,-2 1 68 16,0 4-65-16,0-1 28 0,1 1-76 0,-5 8 25 15,6-14-71-15,-6 14 42 0,4-8-47 0,-4 8 37 16,0 0-55-16,0 0 61 0,0 0-65 0,7 7 63 0,-7-7-54 15,4 13 46-15,-4-13-59 0,5 17 48 0,-1-7-53 16,0 2 47-16,1 1-55 0,0 1 47 0,0 0-60 16,2-2 6-16,0 2-135 0,0-1-12 0,0 0-108 15,-1-1-111-15,1-1-79 0,-2-2-102 0,0 0-141 16,-5-9-428-16,6 10-745 0</inkml:trace>
  <inkml:trace contextRef="#ctx0" brushRef="#br0" timeOffset="243526.638">31175 16606 148 0,'-3'-23'876'0,"-1"0"-129"0,2 0 51 0,-1 2-124 15,1 2-1-15,-1 1-145 0,1 1-54 0,0 3-97 0,0 0-28 16,0 3-110-16,2 11-20 0,-3-19-89 16,3 19-1-16,0-12-45 0,0 12-25 0,0 0-126 15,0 0-16-15,0 0-172 0,11 9-44 0,-7 1-82 0,1 3-80 16,-1 2-85-16,0 2-122 0,-1 0-509 0,-1 3-789 15</inkml:trace>
  <inkml:trace contextRef="#ctx0" brushRef="#br0" timeOffset="244392.6719">31263 16746 594 0,'0'0'836'0,"0"0"-59"0,0 0-95 0,8-5 29 0,-8 5-117 15,0 0-33-15,0 0-110 0,7-7-36 0,-7 7-95 16,0 0-29-16,0 0-93 0,0 0-16 0,0 0-65 15,0 0 14-15,10 3-49 0,-10-3 18 0,7 11-43 16,-3-4 16-16,1 1-37 0,2 2 20 0,-2 2-37 16,1 0 28-16,0 1-38 0,-1 1 29 0,1-1-34 15,-1 1 24-15,0 2-32 0,-1-3 28 0,1 0-42 0,-1 0 12 16,-1-1-48-16,1-3 16 0,-1 1-53 0,-1 0 26 16,-2-10-38-16,5 15 45 0,-5-15-28 0,4 12 58 15,-4-12-32-15,0 0 40 0,5 10-59 0,-5-10 32 16,0 0-48-16,0 0 58 0,11-5-56 0,-11 5 54 15,7-11-46-15,-3 2 45 0,0 0-47 0,0-1 69 16,1 0-52-16,0-2 64 0,1 3-51 0,-1-1 66 16,-1 0-53-16,1 0 62 0,0 1-59 0,-2 0 68 15,3 0-27-15,-6 9 81 0,7-14-50 0,-7 14 45 16,6-11-64-16,-6 11 47 0,4-9-62 0,-4 9 47 16,0 0-53-16,7-7 53 0,-7 7-45 0,0 0 39 0,10 5-47 15,-10-5 38-15,7 7-40 0,-7-7 48 16,8 12-46-16,-3-4 47 0,2 0-53 0,-1 1 45 0,2 1-41 15,1 1 38-15,2-2-39 0,0 2 43 0,1-1-11 16,2-1-17-16,-1 0-20 0,0-1-11 0,1 0-3 16,1-2 1-16,-2 1 9 0,1-3-1 0,-2-1 10 15,0-1 2-15,1-1 3 0,-2-2 2 0,1-1-4 16,-1-2 0-16,1-2 2 0,-1-2 0 0,-1-2-47 16,-1-1 57-16,-1-3-50 0,0 2 62 0,-1-2-52 15,-2 0 57-15,0-2-50 0,-1 3 55 0,-2 0-53 16,0 0 56-16,-2 1-56 0,-2-1 54 0,1 2-8 0,-1 1-55 15,0-1 60-15,-2 2-10 0,0 0-52 0,4 9 45 16,-9-12-41-16,9 12 61 0,-12-8-57 0,12 8 63 16,-13-1-55-16,13 1 60 0,-15 5-49 0,8 0 70 15,1 2-40-15,0 1 37 0,1 1-34 0,-1 1 45 16,3 1-43-16,0 0 43 0,2 2-46 0,1 0 43 16,0 1-50-16,3 2 43 0,1 0-44 0,3-1 30 15,2 3-7-15,0-1-5 0,3-2-7 0,0 0 0 16,2 0 1-16,1-3-10 0,1-1-3 15,1-1-3-15,1 0-7 0,-2-5-1 0,1-1-3 0,1 2-6 16,0-4-3-16,1-2 3 0,-1-1 3 0,0-1 4 0,0-3-4 16,2-2-13-16,-1-1 1 0,-1-4 2 0,0 0-36 15,-1-1 47-15,-1-3-40 0,-2 1 48 0,-1-2-39 16,-2 1 48-16,-2 0-39 0,-1 2 44 0,-2-1-41 16,-2 1 44-16,0 4-41 0,-2-2 43 0,-2 12-43 15,2-19 45-15,-2 19-48 0,-2-16 45 0,2 16-45 16,-9-12 43-16,9 12-41 0,-15-6 41 0,15 6-43 15,-16-1 55-15,16 1-42 0,-21 6 49 0,12 0-29 0,-3 1 41 16,2 2-38-16,1 1 55 0,1 1-33 0,0 1 39 16,1 1-32-16,3 0 27 0,0 0-36 15,2 1 30-15,2 0-39 0,2 1 28 0,2-1-35 0,1 1 22 16,2 0-7-16,3-2-43 0,2 1-61 0,1 0-43 16,2 0-49-16,1-3-57 0,1 0-61 0,1-1-65 15,-1-2-86-15,0 0-31 0,-2-2-50 0,1-1-57 16,-1-2-76-16,1-1-419 0,-16-2-685 0</inkml:trace>
  <inkml:trace contextRef="#ctx0" brushRef="#br0" timeOffset="244727.047">32397 16851 231 0,'-2'-14'614'0,"-1"4"-70"0,1 0 1 0,2 10-13 16,-3-19 31-16,3 19-8 0,-3-17-37 0,3 17-75 0,-4-13-89 15,4 13-77-15,-2-12-57 0,2 12-43 0,0 0-29 16,0 0 0-16,0 0-7 0,0 0-45 0,13 3 38 15,-6 5-53-15,2 1 35 0,3 3-46 0,-1 4 27 16,2 1-13-16,0-1-13 0,2 8-9 0,0-2-11 16,-1 1-17-16,-1 0-16 0,-1 2-9 0,-3-5-11 15,0-1-8-15,-1 0 1 0,-4-4-2 0,1 1 1 16,-1-3 3-16,-1-1-2 0,-3-12 7 0,2 18 2 0,-2-18-1 16,-6 12 0-16,6-12 3 0,-11 2-2 0,11-2 0 15,-20-5 0-15,8-1-3 0,-2-2 5 16,0-3-5-16,-1-3 2 0,1 1 5 0,2-3-29 0,0 1 39 15,3-2-39-15,2 2 41 0,2 0-30 0,0 0 29 16,3 2-38-16,1 0 42 0,2 1-48 0,3 0 27 16,0-1-82-16,2 1 24 0,2 2-42 0,0 0-29 15,3 0-45-15,0 1-92 0,3 2-66 0,-1-1-50 16,-1 0-97-16,3 1-49 0,-1 1-117 0,1-1-488 16,-3 1-750-16</inkml:trace>
  <inkml:trace contextRef="#ctx0" brushRef="#br0" timeOffset="245043.6697">32671 16093 559 0,'-5'-31'667'16,"-1"3"-45"-16,2 4-25 0,-1 1-18 0,2 6-6 16,0 1-61-16,0-1-94 0,0 4-96 0,1 1-62 15,2 12-52-15,-3-16-46 0,3 16-9 0,0 0-12 0,0 0-6 16,0 0 5-16,0 0-2 0,8 15-51 15,-3 1 39-15,4 5-25 0,2 8 38 0,3 9-28 16,3 3 37-16,4 11-1 0,3 2-11 0,0 2-11 0,0 2-5 16,2-1-24-16,-1 3-36 0,2-2 4 0,-2 0-15 15,1 0 20-15,0-1 5 0,-4 0-5 0,0 0 18 16,-2 3-32-16,-3-7 29 0,-4-8-27 0,-2-2-56 16,-3-1-1-16,0-3 0 0,-5-5 0 0,-2-7 0 15,-2 1 0-15,-2-2 0 0,-2 0 0 0,-5-1 0 16,-2-1 0-16,-6-3 0 0,-3-1 0 0,-4-4 0 15,-7 2-76-15,-3-4-191 0,-4-2-70 0,4-5-105 0,-2-1-155 16,0-1-172-16,-1-3-128 0,2 0-627 0,-2-1-1157 16</inkml:trace>
  <inkml:trace contextRef="#ctx0" brushRef="#br0" timeOffset="245926.781">32893 15630 180 0,'-6'-12'393'0,"1"3"-79"0,5 9-32 16,-5-18-56-16,5 18 19 0,-3-12-12 15,3 12 17-15,3-13-32 0,-3 13-3 0,6-9-14 16,-6 9 40-16,9-10 15 0,-9 10 27 0,11-9-20 0,-11 9 29 16,12-6-9-16,-12 6-26 0,10-9-24 0,-10 9-37 15,9-5-31-15,-9 5-23 0,13-2-15 0,-13 2-19 16,18 5 11-16,-5 3 2 0,3 3-3 0,2 3 1 16,3 4 7-16,4 8-2 0,3 3 5 0,0 4 10 15,6 11 4-15,0 0-3 0,3 3-39 0,-1 3 42 16,1 4-21-16,-2 3 44 0,0 4-14 0,-2 2 5 15,-2 0-25-15,-2 3-15 0,-2-1-16 0,-3 2 0 0,-4-2-83 16,-4 3-18-16,-2 1 0 0,-4 0 0 0,-4 2 0 16,-4 2 0-16,-5 1 0 0,-2 0 0 15,-6 1 0-15,-5 0 0 0,-5-2 0 0,-4 2 0 0,-5-1 0 16,-8 13 0-16,-2 1 0 0,-4-1 0 0,-4-2 0 16,-3-3 0-16,1-1 0 0,-3-3 0 0,1-1 0 15,8-14 0-15,2-4 0 0,-1-1 0 0,0-3 0 16,3-5 0-16,1-2 0 0,2-5 0 0,-1-2 0 15,2-5 0-15,4-6 0 0,-2-6 0 0,-1 1 0 16,-2-6-98-16,1-5-417 0,-2 0-200 0,-4-4-188 16,6-5-976-16,-5-3-1601 0</inkml:trace>
  <inkml:trace contextRef="#ctx0" brushRef="#br0" timeOffset="427597.4016">18914 15371 401 0,'0'0'425'0,"0"0"-46"0,0 0-89 0,0 0 15 16,0 0-68-16,0 0 33 0,-7 5-50 0,7-5 15 15,0 0-32-15,0 0 0 0,0 0-28 16,0 0 0-16,0 0-25 0,0 0-6 0,0 0-22 0,0 0-11 16,0 0-26-16,0 0-4 0,0 0-5 0,0 0 2 15,-7 10 9-15,7-10 5 0,0 12 14 0,0-12-20 16,1 20 19-16,-1-6-26 0,1 4 0 0,-1 1-23 16,0 2 6-16,0 4-30 0,-1 0 18 0,3 0-30 15,-3 3 10-15,0-1-21 0,1 1 18 0,0 0-30 16,0 0 26-16,0-1-21 0,0 0 1 0,2-1-4 15,-1-2-2-15,-2 2 3 0,3-4-2 0,0-1 4 16,1-4 1-16,-1 0-2 0,-1-1-1 0,1-3 4 16,-1-2 0-16,-1-11 5 0,2 20 11 0,-2-20 12 15,1 14-9-15,-1-14-2 0,0 0-1 0,-2 10-4 16,2-10-4-16,0 0-3 0,-10-5 4 0,10 5-5 0,-11-16-8 16,1 5 4-16,1-4 25 0,-2-2-37 15,-1-3 22-15,1-4-39 0,-2-4 11 0,2-1-22 0,0-6 15 16,0-4-20-16,3 1 20 0,0-3-12 0,2-1 8 15,0 0 4-15,4 6-4 0,1-1 10 0,3 1 1 16,2 2-5-16,3 2 7 0,2 2 2 16,2 1 2-16,3 4 0 0,2 2 4 0,2 2-3 0,1 1-3 15,1 4 20-15,-1 3-18 0,-1 5 4 0,0 2 0 16,0 2 1-16,-2 3 5 0,0 2 1 0,0 1 8 16,0 3 2-16,0 2 7 0,1 3-3 0,-2 1-3 15,0 1 3-15,-2 2-7 0,0 2 20 0,-3 0-23 16,-1 2 12-16,-2 0-19 0,0-2 18 0,-3 2-20 15,-2-2 14-15,0 2-13 0,-2-1 12 0,-2 0-18 16,0-2 15-16,-1 0 5 0,-3 0-21 0,0-2 19 16,0-1 5-16,-1 0-12 0,-2-2-20 0,-1-2 5 15,0 0-27-15,0-2 6 0,-2-2-14 0,0-2-19 16,-1 1 3-16,13-3-2 0,-24-1 3 0,11-2-13 0,2 1 6 16,-1-1 11-16,1-3 9 0,2 3 10 15,1-1 3-15,8 4 4 0,-15-6 3 0,15 6 0 16,0 0 5-16,-12-3 7 0,12 3 1 0,0 0 4 0,0 0 3 15,0 13 6-15,0-13 2 0,10 15 3 16,-2-6 6-16,3 4-4 0,1 0 0 0,2 1 0 0,2 2 2 16,2 1-4-16,1 1 1 0,0-1 0 15,0 1-3-15,1 0-18 0,1-1-61 0,-2-1-75 0,1 1-73 16,-2-3-56-16,2 1 6 0,-3 1-58 0,0-4-64 16,0 2-484-16,-1-3-440 0</inkml:trace>
  <inkml:trace contextRef="#ctx0" brushRef="#br0" timeOffset="427829.148">19495 15765 453 0,'4'-13'428'15,"-1"2"-56"-15,-3 11 4 0,7-17-49 0,-7 17 7 16,5-12-61-16,-5 12-21 0,3-8-38 0,-3 8 14 16,0 0 35-16,0 0 9 0,0 0-39 0,0 0-34 15,8 4-38-15,-8-4-23 0,1 18-29 0,-1-18-8 16,0 22-34-16,0-9-2 0,-1 3-20 0,1 0 3 15,1 1-26-15,1 2-1 0,0-2-2 0,0 0-9 16,2 1-10-16,-1 0-39 0,2 0-24 0,2-1-7 0,0 1-30 16,2-1-50-16,2-2-89 0,-2-2-35 0,1-2-55 15,2-1-45-15,-1-1-78 0,3-3-471 16,-3-2-493-16</inkml:trace>
  <inkml:trace contextRef="#ctx0" brushRef="#br0" timeOffset="428713.4538">20849 15469 109 0,'-5'-11'527'0,"1"-1"-101"15,0 0-46-15,-2 1-76 0,0-2 15 0,1 1-26 16,-3 0-25-16,0-1-7 0,1 3-40 0,0-1-21 15,-1 0-19-15,1 4 2 0,1 0-19 0,6 7-24 16,-10-15-26-16,10 15-27 0,-9-8-15 0,9 8-11 16,0 0 8-16,0 0 16 0,-14 4 8 0,14-4-1 0,-7 19 5 15,3-3-9-15,0 4 3 0,0 4-26 16,1 3 15-16,-1 6-13 0,1 3-8 0,1-1-9 16,2 4-26-16,1 0 16 0,2 5-26 0,3 0 23 15,3-1-34-15,1-2 1 0,5 1 4 0,1-3 19 0,3-1-23 16,1-1 24-16,4-5-27 0,1 2 20 0,1-6-27 15,1-3 28-15,1-4-27 0,-2-5 21 0,0-3-24 16,2-4 30-16,-2-5-33 0,1-1 27 0,2-3-24 16,1-3 25-16,2-1-28 0,0-4-1 0,-2-5 11 15,4-2-3-15,-2-4 3 0,-2-4 23 0,-1-2-28 16,-3-6 25-16,-2-1-32 0,-4-5 35 0,-1-2-14 16,-4-3 1-16,-2-2-27 0,-4-1 22 0,-2-4-25 15,-4 3 24-15,-3 0-22 0,-3 3-2 0,-3 2 8 16,-2 3-4-16,-1 6 6 0,-3 4 1 0,1 2-2 15,1 4 6-15,-2 4-2 0,2 3-4 0,-1 2-6 16,3 3-17-16,0 4-27 0,8 6-8 0,-13-3-21 16,13 3-20-16,-9 5-33 0,9-5-21 0,-4 14-49 15,6-3-17-15,3 3-66 0,4 7 3 0,2 2-82 0,6 2-83 16,4 3-426-16,3-1-445 0</inkml:trace>
  <inkml:trace contextRef="#ctx0" brushRef="#br0" timeOffset="429347.2009">22034 15444 530 0,'4'-17'520'0,"-3"0"-76"0,0 5-63 16,-1 0-6-16,0 12-61 0,0-23-58 0,0 23-54 15,0-12-32-15,0 12 6 0,0 0 2 0,0 0-16 16,-10 11-13-16,6 1-29 0,-1 5-12 0,0 7-16 15,0 4-11-15,0 3-10 0,-1 3-13 0,1 1-12 16,1 1-8-16,0-2-7 0,2 2-3 0,0 1-8 16,0-2 1-16,2-1-7 0,0-5-2 0,2 3-2 15,-2-3 5-15,2-1-7 0,0-4 1 0,-1-2-9 16,0-4 4-16,0 0 3 0,-1-4 7 0,1-2 1 16,-1-12 1-16,0 18-5 0,0-18 2 0,0 0-8 15,0 0-1-15,0 0 1 0,0 0-4 0,-15-10-9 16,8-4-13-16,-1-5-12 0,-2-6-18 0,0-2-7 15,-1-9-6-15,1-3 4 0,1-3-4 0,1-2-5 16,2-1-4-16,2-3 23 0,2 2 1 0,1-3 18 0,2 2 7 16,2 1-10-16,1 2 17 0,4-1-8 15,1 2 14-15,2 3-14 0,2 2 16 0,4 2-11 16,0 5 12-16,4 2-3 0,3 3 9 0,1 4-13 0,0 4 11 16,0 5-4-16,4 1-2 0,1 5 0 15,-3 4 14-15,0 3 4 0,2 4 7 0,1 2 5 16,-2 6 0-16,-2 0 14 0,-1 4-11 0,-3 2 15 0,-3 2-4 15,-4 2-15-15,-1-1 4 0,-6 1-10 0,-2 0 3 16,-5-3-10-16,-2 5-2 0,-3-2 0 0,-3 1-2 16,-4 3 5-16,-3-2-5 0,-2 1-2 0,-3-3 4 15,-1 0-3-15,-1-2 1 0,-2-3-3 0,0-1 5 16,0-1-2-16,0-2-5 0,3-4 5 0,1 0-4 16,4-2 4-16,0 0-1 0,3-2-6 0,3 1-3 15,0-2 0-15,9-4-1 0,-11 12 3 0,11-12 4 16,-4 11 1-16,4-11 3 0,2 16 8 0,2-7 0 15,1 5-2-15,4-2 7 0,0 4-3 0,3 1 1 16,2-2-1-16,3 6-4 0,3 0-2 0,2-2 1 16,3 4 0-16,3-1-6 0,3-3-28 0,0 2-42 15,2-2-14-15,2-3-104 0,0-1-19 0,2 0-96 16,-5-4-73-16,-1-2-107 0,0 0-314 0,-1-2-322 16</inkml:trace>
  <inkml:trace contextRef="#ctx0" brushRef="#br0" timeOffset="429696.8417">23051 15430 204 0,'-2'-24'616'0,"-2"2"-172"0,1 4-28 16,0 0-25-16,1 2 12 0,0-1-61 0,0 4-59 16,1 2-66-16,2-1-37 0,1 1-43 0,1 2-20 15,4 1-25-15,4 0-11 0,3 2-24 0,2 2-2 16,3 1-13-16,3 2 2 0,4 2-16 0,1 3 4 15,5 3 2-15,-1 3-8 0,-1 2-7 0,1 8 15 16,-2-1-7-16,-5 6 1 0,-3 2-5 0,-7-2-5 16,-4 4 2-16,-4-1-1 0,-6-2 1 0,-3 5 2 15,-6-1 2-15,-8 4 2 0,-5 0 4 0,-5-2 4 16,-11 4-3-16,-3-2 3 0,-2-1 7 0,-1-3 5 16,7-5 15-16,1-2 4 0,3-1 16 0,4-2-18 15,6-5 42-15,6 1 14 0,5-3 26 0,5-1 5 16,5-2-10-16,7-1 11 0,7 0-1 0,16 1-6 15,16-2-19-15,9 0-21 0,23-1-22 0,8-2-17 16,12 0-16-16,8-2-6 0,31 0-38 0,7-1-98 16,4-2-110-16,-1 0-110 0,-4-2-101 0,-4-1-108 0,-9-2-199 15,-27-3-651-15,-9-1-973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08:28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3074 1799 174 0,'0'0'512'0,"0"0"-61"0,2-15-11 0,-2 15-22 16,2-13-11-16,-2 13 12 0,0-13 49 0,0 13-3 0,-1-13-94 15,1 13 58-15,-2-13-102 0,2 13 22 16,-2-13-75-16,2 13 7 0,-3-9-96 0,3 9 5 0,0 0-78 16,0 0 34-16,0 0-29 0,0 0 50 0,0 0-21 15,3 13 12-15,0 2-36 0,0 1 2 0,3 6-39 16,0 3 5-16,3 3-30 0,-1 1-10 0,1 1-9 15,1 2 0-15,-1-1-14 0,0 0 4 0,0 0-25 16,1 0 23-16,-1-1-48 0,0 0 42 0,1-1-11 0,1 0-11 16,-3-3-53-16,2 1-59 0,-4-4-60 15,1-2-62-15,-1-3-59 0,0 1-47 0,1-2-27 16,-2-3-131-16,1 3 17 0,-4-8-32 0,-2-9-65 0,0 18-126 16,0-18-356-16,-6 11-677 0</inkml:trace>
  <inkml:trace contextRef="#ctx0" brushRef="#br0" timeOffset="183.5615">2749 1949 561 0,'-28'-26'582'0,"3"-1"-55"16,1 2 44-16,3 5-10 0,2 0 10 0,3-1-136 16,-1 1 6-16,5 3-115 0,1-1 26 0,2 1-118 15,4 3 0-15,3-2-91 0,5 0 21 0,5-1-81 16,8-2 29-16,9 1-76 0,9-1 15 0,9 3-113 15,6 1 15-15,13-2-166 0,3 6-2 0,2 0-71 16,-8 4-65-16,10 1-90 0,-9 3-90 0,-3 3-82 16,-2 3-394-16,-4 1-610 0</inkml:trace>
  <inkml:trace contextRef="#ctx0" brushRef="#br0" timeOffset="1281.4826">3086 2331 932 0,'-14'15'709'0,"2"-4"-160"0,3 1-130 0,0-4-91 16,2 1-28-16,0-1-13 0,7-8 1 0,-3 11-67 0,3-11 61 15,6 8-130-15,-6-8 32 0,26 2-102 16,-5-3 51-16,7-1-100 0,5-3 28 0,5 0-112 16,8-1 37-16,-1 0-110 0,2-1 12 0,-1-1-80 0,1 0 35 15,-2-1-62-15,-1 1 60 0,-1-3-51 0,-4-1 23 16,-2 0 36-16,-5-1 30 0,-4 2 25 0,-2-3 30 15,-2 0 55-15,-6 2 60 0,-3-1 151 0,0-1 9 16,-5 3 92-16,-1-1 3 0,-3 3 59 0,0-3-78 16,-2 2 81-16,-1 0-18 0,-3 10 33 0,4-16-46 15,-4 16-51-15,3-12-51 0,-3 12-45 0,4-11-39 16,-4 11-29-16,0 0-31 0,4-12-18 0,-4 12-7 16,0 0-6-16,9 4-10 0,-9-4 3 0,7 11-5 15,-1-3 5-15,0 1-42 0,1 2 39 0,1 1-40 0,2 4 34 16,0-4-3-16,1 3-6 0,0 1-2 0,0 0-10 15,2 0 9-15,-2-1-26 0,1-1-16 0,-2 1-31 16,0-2-39-16,0-4-16 0,-2 2-18 0,1-1-9 16,-2-2 7-16,1-1 11 0,-1-1 13 0,-7-6 10 15,15 8 3-15,-15-8-11 0,15 0-12 16,-6-4-3-16,1 0 7 0,2-5 20 0,-1 0 6 0,1-3 17 16,0-2 5-16,0 1 12 0,1-1 7 0,-3 1 21 15,-1 1 0-15,1-1 10 0,-1 3 20 0,-1-1 36 16,-3 2 8-16,2 2 1 0,-2-1-9 0,-5 8-12 15,11-11-10-15,-11 11-5 0,9-9 2 0,-9 9 9 16,14-2 5-16,-14 2-8 0,14 1-6 0,-14-1 0 16,22 6 3-16,-9-2-11 0,2 1-2 0,3 1-2 15,2 1 0-15,3 0-5 0,1-1-3 0,5 2-1 16,2-1-51-16,0-3-34 0,-2 0-32 0,1-2-19 0,-3 1-15 16,2-3-23-16,-1 0 10 0,0-1 31 0,-3-2 20 15,-1-1 24-15,-1-1 15 0,-4-3 18 16,-1-2 6-16,-3-1 2 0,-3-3 6 0,-5-1 14 0,-2-2 87 15,-4-3-79-15,-3-5 70 0,-4-5-59 0,-6-9 82 16,-2-1-39-16,-4-2 77 0,-4-10-49 0,-2 2 86 16,-1 0-50-16,1 2 65 0,3 8-26 0,1 5 41 15,2 1 4-15,3 8 15 0,1 2-7 0,4 5-13 16,1 2-46-16,1 3-35 0,0 2-34 0,2 5-11 16,6 7-9-16,-7-6-7 0,7 6 23 0,0 0 16 15,-3 19-10-15,7-6-62 0,1 10-10 0,4 4 0 0,4 10 0 16,1 1 0-16,4 1 0 0,1 2 0 0,6 7 0 15,2-1 0-15,1-1 0 0,1-1 0 16,0-2 0-16,-3-9 0 0,0 1 0 0,-2-3-141 0,-1-2-126 16,-2-3-31-16,-4-4-10 0,0-2-29 0,-4-4-24 15,0-2-24-15,-4-2 58 0,0-2-40 0,-1-3 21 16,-2-2 34-16,-6-6-64 0,0 0 27 0,0 0 55 16,0 0 34-16,0 0 52 0,-4-10 32 0,-3 1 53 15,-3-1 27-15,1 0 34 0,-5-4 70 0,3 1 34 16,-1 0 147-16,0 1 25 0,1 1 97 0,2 0-24 15,-3 2 115-15,4-1-70 0,1 3 4 0,-1-1 31 16,3 1-87-16,5 7-1 0,-10-10-95 0,10 10 1 0,-7-10-69 16,7 10 6-16,0 0-54 0,5-11 21 15,4 8-54-15,4 0 28 0,4 0-50 0,3 0-43 16,3 0-52-16,2 0-25 0,4 0-41 0,-1 1-23 0,6-3 36 16,0 1-112-16,0 0 65 0,-1 0-65 0,-4 0 63 15,-3 0 15-15,0-2 25 0,-2 0 33 0,-1-2 26 16,-3-1 20-16,-2 0 30 0,-3-2 43 0,-3-1 15 15,-3 0 12-15,-3 0 55 0,0-1 14 0,-3 2-52 16,-3-1 84-16,-1 1-75 0,-3 0 81 0,-1-1-81 16,-3 3 71-16,-1 0-64 0,-3 3 63 0,0 3-65 15,-1 1 63-15,-3 3-70 0,1 2 61 0,-1 2-67 0,1 3 49 16,1 2-56-16,1 2 59 0,1 2-67 0,2 0 44 16,4 3-54-16,1-1-7 0,5 1 3 0,2 0-7 15,5 3-46-15,5-2-61 0,7 2-128 0,5-2-95 16,7 1-95-16,4-3-99 0,1 0-1 0,2-4 18 15,-5-3-35-15,11 1-544 0,-2-1-684 0</inkml:trace>
  <inkml:trace contextRef="#ctx0" brushRef="#br0" timeOffset="1564.8387">5735 2064 571 0,'-9'-13'742'0,"1"1"-14"0,-2 0-70 0,3 1 67 15,-1 0-92-15,1 1 30 0,0 1-66 0,2 0-68 16,5 9-82-16,-8-13-83 0,8 13-73 0,-5-9-67 15,5 9-43-15,0 0-25 0,0 0-41 0,15 0-23 0,-3 4-9 16,1 3-16-16,3 4-61 0,1 2 40 0,3 2-43 16,1 1 42-16,-1 2-67 0,1 1 45 15,-2 0-52-15,0 0 34 0,0-1-62 0,-5-1 38 0,1-2-33 16,-4 0 36-16,-1-3-36 0,0-1 48 0,-3-1-34 16,0-2 51-16,-1-1-26 0,-6-7 72 0,10 12-27 15,-10-12 34-15,0 0-50 0,0 0 52 0,0 0-44 16,0 0 40-16,0 0-49 0,0 0 25 0,0-14-58 15,0 14-42-15,-1-25-107 0,2 10-42 0,0-2-78 16,4-4-71-16,1 0-23 0,1 0-162 0,-1 0-47 16,7-1-62-16,0-1-92 0,3 3-548 0,-3 2-895 15</inkml:trace>
  <inkml:trace contextRef="#ctx0" brushRef="#br0" timeOffset="2392.2217">6950 1932 639 0,'24'-13'483'0,"0"1"43"0,-4 1-3 16,-2-1 16-16,0-1-41 0,-3 3 74 0,-3-2-133 15,-2 2-3-15,-3-1-106 0,1 2 20 0,-3-2-106 16,-5 11 3-16,4-17-105 0,-4 17 27 0,-3-15-76 0,3 15-1 16,-15-10-39-16,4 8 29 0,-2 2-58 0,-5 2 36 15,-1 2-55-15,-2 3 44 0,-2 4-59 0,-4 0 50 16,2 3-53-16,0 0 48 0,1 3-52 16,2-2 3-16,1 3 2 0,4-1-1 0,3-2 11 0,4 2-9 15,3 1 14-15,2-3-9 0,5 2 3 0,1-1 7 16,6 3-3-16,3-1 7 0,6 2-35 0,3 0 43 0,4-1-40 15,5 0 46-15,2 1-10 0,1-1 1 16,-1 1-5-16,-3-4-12 0,-2-2-13 0,-1 3-10 16,0-4-16-16,-6-1-11 0,-1 1 7 0,-2-2 7 15,-4-2 9-15,0 1 6 0,-5-2 12 0,-2 1 1 16,-4-9 5-16,0 16 4 0,-6-6-1 0,-5-2 0 16,-3 1 2-16,-6 0 7 0,-4-1-2 0,-4 0-6 15,-5-3 5-15,-1 1-3 0,0-1 3 0,3-3 2 0,1-1 5 16,0-1-2-16,2 0 1 0,4-2 8 0,3 0-4 15,1-2-4-15,2 1 1 0,3-1-22 0,3-1-51 16,4-1-28-16,8 6-54 0,-7-13 39 0,7 13 2 16,14-17-16-16,-1 8-20 0,6-1-11 0,7-2-22 15,5 1-2-15,6-3 8 0,4-2 5 0,3 3 9 16,2-4 18-16,2 3 21 0,7-5 12 0,-8 2 16 16,1-1 26-16,-2 0 7 0,-3 0 64 0,-1-2-33 15,-5 1 99-15,-2 1-4 0,-3-2 112 0,-3 1-57 16,-8 2 119-16,-2 1-48 0,-2 0 78 0,-3 1-56 15,-2 1 25-15,-4 2-63 0,-1-2 26 0,-4 4-52 16,-1-2 22-16,-2 12-64 0,-4-20 14 0,-1 10-60 0,-2 3 22 16,-2 1-41-16,-3 1 34 0,1 3-43 0,-3 2 29 15,2 1-45-15,1 3 28 0,-3 3-41 16,4 1 33-16,1 4-38 0,0 1 2 0,3 1 0 0,4 2 1 16,2 0-2-16,2 3-2 0,7 2 0 0,3-2-59 15,4 3-38-15,9 1-123 0,5 0-66 0,4-3-116 16,4-2-119-16,4-2-84 0,-1-2-86 0,5-3-699 15,-2-2-984-15</inkml:trace>
  <inkml:trace contextRef="#ctx0" brushRef="#br0" timeOffset="3055.9935">8301 1930 207 0,'1'-22'807'0,"-2"3"-90"0,-2 1-8 0,1 0-74 15,-1 3 24-15,-1-2-148 0,-1 3-12 16,-1 1-99-16,-1 1-31 0,-1 1-103 0,-1 5-4 15,0 1-90-15,9 5 13 0,-22-2-75 0,11 5 18 16,0 3-45-16,0 3 25 0,1 3-45 0,0 5 24 0,3 1-44 16,1 3-86-16,3 0 105 0,3 0-16 0,3 3-4 15,2 1-6-15,4 1-4 0,4-4-42 16,2 4 37-16,4-3-29 0,5 2 29 0,-3-5-39 0,7-1 28 16,-2-2-43-16,1-4 22 0,1-2-51 0,0-3 18 15,-1-2-64-15,-2-2 32 0,0-2-37 0,-1-2 47 16,1-4 2-16,0 0 11 0,-3-3-19 0,0-3 19 15,-3-2 8-15,0-6 5 0,-3-4 0 0,-3-3 59 16,-1-4-61-16,-5-3 56 0,-3-11-54 0,-2-1 58 16,-4-5-41-16,-4-2 55 0,-2-2-23 0,-4-9 27 15,-2 2 66-15,-2-2-8 0,1 5 41 0,-2 1-21 16,4 12 52-16,0 2 10 0,1 7 3 0,2 7 36 0,2 5-42 16,2 3-34-16,1 4-35 0,0 3-110 15,2 4 0-15,3 9 0 0,0 0 0 0,0 0 0 16,0 0 0-16,5 25 0 0,3-3 0 0,6 11 0 0,1 5 0 15,3 3 0-15,2 10 0 0,2 1 0 0,0 3 0 16,2 1 0-16,-1 0 0 0,-1-2 0 0,1 0 0 16,-2-2 0-16,-3-8 0 0,-1-2 0 0,-1-2 0 15,-1-2 0-15,-1-2 0 0,-3-7 0 0,-2-3 0 16,-1-3-162-16,-2-4-9 0,-1-2 6 0,0-3 27 0,0-1 29 16,-2-3 28-16,-3-10 11 0,4 14 1 15,-4-14-3-15,0 0-9 0,0 0-38 0,0 0 35 16,-3-15 5-16,3 4-7 0,0-3 7 0,1-4-1 0,2-4 48 15,2-3-59-15,3-2 74 0,2-1-51 16,2 3 61-16,1 0-50 0,2 3 72 0,0 0-55 0,3 4 79 16,-3 3-35-16,3 3 63 0,0 0-54 0,-2 4 60 15,1 3-40-15,-2 0 58 0,0 4-34 0,0 2 54 16,1 3-36-16,-1 1 5 0,0 3 13 0,0 4-2 16,1 1 7-16,-3 0-24 0,2 4-7 0,-2 0 1 15,-1 0-49-15,1 2 32 0,-2 0-46 0,0 0 38 16,-1-1-48-16,1 1-7 0,-1-2-95 0,0 0-20 15,0-1-108-15,-1-2-29 0,0-3-109 0,-1 1-118 16,0-3-118-16,0-2-64 0,-8-7-789 0,11 8-1080 0</inkml:trace>
  <inkml:trace contextRef="#ctx0" brushRef="#br0" timeOffset="3232.2135">9308 1696 626 0,'-14'-34'919'0,"1"5"-135"0,2 3 55 0,1 0-78 15,1 3-30-15,1 3-65 0,1 1-56 0,1-1-86 16,1 5-97-16,-1 1-72 0,2 2-74 0,1 3-71 0,3 9-56 16,-3-16-35-16,3 16-48 0,0 0-140 15,9-5-96-15,-9 5-128 0,17 10-95 0,-7 2-108 0,2 5-53 16,1 5-124-16,-2 5-43 0,0 1-152 0,0 2-349 16,-2 1-825-16</inkml:trace>
  <inkml:trace contextRef="#ctx0" brushRef="#br0" timeOffset="3817.1698">9557 1967 13 0,'0'0'954'0,"19"2"-241"0,-19-2 58 0,16-7-92 16,-7 0-33-16,1-3 46 0,-1 0-81 15,1-2 6-15,-1-1-31 0,1 1-80 0,0-1-70 0,-1 2-77 0,0 0-75 16,1 0-46-16,-2 3-152 0,-1 2-86 16,1 0 0-16,2 2 0 0,-10 4 0 0,18-1 0 0,-6 4 0 15,0 4 0-15,0 0 0 0,2 4 0 0,-1 1 0 16,-1 3 0-16,0 1 0 0,0 0 0 15,-1 2 0-15,-2 0 0 0,-1-1 0 0,-1-1 0 0,-2 0 0 16,-1-1 0-16,-1 0 0 0,-2-2 0 0,-1-2 0 16,-1 1 0-16,-2-1 0 0,-2-2 0 0,-2 0 0 15,-1-2 0-15,-1-1 0 0,-2-2 0 0,-1-1 0 16,-1-2 0-16,-2-1 0 0,2-2 0 0,-1-1 0 16,0-1 0-16,0-3 0 0,3-1 0 0,1-1 0 0,0-3 0 15,2-2 0-15,4-3 0 0,1-1 0 0,5 0 0 16,1-5 0-16,3 0-6 0,3-6-76 0,1 3 19 15,3 1 8-15,6-6 10 0,-4 10 3 0,2 1 6 16,2 0 8-16,-1 4 3 0,-1 2 3 0,1 4-3 16,3 1 2-16,-1 3 2 0,-2 3 8 0,1 3 5 15,1 1-5-15,-2 3 6 0,0 2 0 0,1 1 7 16,1 1 0-16,-2 3-3 0,0-1 2 0,-1 2 0 16,-2 0 4-16,2 0-5 0,-2-1-10 0,-3 1-14 15,0-1-18-15,-1-4-7 0,-1 2 3 0,0 0-11 0,-2-2 4 16,0-1 19-16,-1-1 8 0,-7-5 17 0,16 5-2 15,-16-5 6-15,19-1 0 0,-8-2 7 0,1-2 15 16,0-2 11-16,1-2 7 0,3-2 5 0,-2-3 13 16,3-1-5-16,1-2 13 0,-2 1 20 0,0 4 17 15,-2-3-1-15,1 1-3 0,-3 5-1 0,-1-1-10 16,1 3-11-16,-2 0-20 0,0 3-50 0,3 2 0 16,0 2 0-16,1 2 0 0,2 1 0 0,1 2 0 15,2 3 0-15,2 0 0 0,0 2 0 0,5 3 0 16,1 0 0-16,10 5 0 0,0-1 0 0,4 1 0 15,3-1 0-15,0 1 0 0,2-2 0 0,0 2-8 0,-2-1-320 16,1 0-59-16,-4-3-78 0,1 2-74 0,-7-2-42 16,-5-3-73-16,-8-2-25 0,-2-2-127 0,-8 0-371 15,-12-7-789-15</inkml:trace>
  <inkml:trace contextRef="#ctx0" brushRef="#br0" timeOffset="4433.4888">4167 3107 312 0,'-22'0'629'0,"3"0"-120"16,3 0-149-16,2 0-7 0,0 0-23 0,14 0-17 15,-24 0-1-15,24 0-4 0,-19 0-8 0,19 0-8 16,-15 0-18-16,15 0-35 0,-13 1-30 0,13-1-32 15,0 0-33-15,-17 0-27 0,17 0-27 0,0 0 2 16,0 0-36-16,-13 5-7 0,13-5 6 0,0 0 9 16,0 0 16-16,15 6 24 0,0-6 13 0,8 0 18 15,15-2 12-15,20-2 6 0,26-3-11 0,14-3-5 0,35-3-42 16,16-1 27-16,18-4-47 0,12-2 20 16,16 2-49-16,52-6 1 0,6 2 16 0,5 0-34 0,6 1 21 15,5 1 52-15,6 1-52 0,5 3 18 16,7 0 48-16,5 3-43 0,5 5 34 0,5 1-57 15,1 5 130-15,4 0-10 0,-1 5-116 0,-1 0-54 0,-2 3 0 16,-3-1 0-16,-6 1 0 0,-5-1 0 0,-10 0 0 16,-8 0 0-16,-55-1 0 0,0-1 0 15,-8 0 0-15,-6-1 0 0,-8 0 0 0,-10-2 0 16,-13 1 0-16,-10 0 0 0,-11 1 0 0,-14-3 0 0,-31-2 0 16,-9 1 0-16,-8 0 0 0,-7-3 0 0,-20 1 0 15,-6 1 0-15,-3-2 0 0,-14 4 0 0,-4-2 0 16,-5 1 0-16,-2 0 0 0,-6 0 0 0,-1 1 0 15,-4-1 0-15,0 1-191 0,-3 1-375 0,-13 0-151 16,20-1-71-16,-20 1-246 0,0 0-517 0,0 0-1192 16</inkml:trace>
  <inkml:trace contextRef="#ctx0" brushRef="#br0" timeOffset="18623.9025">4726 3953 313 0,'-2'-11'509'0,"0"1"-86"0,0-1 13 16,-1 0-14-16,0 2 5 0,0-1-2 0,0 1-18 16,0-2-11-16,3 11-40 0,-6-15 0 0,6 15-81 15,-5-12-71-15,5 12-44 0,-4-10-35 0,4 10-31 0,0 0-18 16,0 0-14-16,0 0 48 0,0 0-43 15,0 0 54-15,0 16-52 0,3-2 33 0,0 1-8 16,2 2-17-16,-2 4-16 0,2 1-10 0,0 2-7 0,0-2-6 16,0 2-10-16,1-1-1 0,-1-2-39 0,1 2 35 15,-1-3-39-15,1 1 39 0,1 1-47 16,-2-2-7-16,0-1-104 0,-1-2-28 0,0-2-86 0,0 1-39 16,-2 0-29-16,-1-2-87 0,-1-2 22 0,-1 2-86 15,-3-1-77-15,0-3-504 0,-5 1-668 0</inkml:trace>
  <inkml:trace contextRef="#ctx0" brushRef="#br0" timeOffset="18804.8857">4374 4209 655 0,'-18'-21'541'0,"3"1"-18"0,-2 0 14 16,3 0-32-16,2 1-21 0,-1 0-41 0,2 0-82 16,1 1 25-16,1 0-59 0,2 3 28 0,0 2-100 15,0-1-15-15,2 2-86 0,1 1-3 0,2 0-79 16,2 11-4-16,4-20-80 0,3 9 0 0,5 2-102 15,6-1-45-15,6 2-63 0,7-1-82 0,3 3-111 16,6 2 16-16,0 1-109 0,3 2-92 0,7 1-433 16,-1 3-645-16</inkml:trace>
  <inkml:trace contextRef="#ctx0" brushRef="#br0" timeOffset="19005.1702">4465 4398 152 0,'-31'22'894'0,"2"-2"-225"0,5-4-116 15,2-1-66-15,5-4-41 0,0 0-30 0,5-1-47 16,1-3-51-16,1-1-65 0,3 1-32 16,7-7-6-16,-5 9-19 0,5-9-23 0,7 4-27 0,7-2-29 15,4-4-21-15,9 0-28 0,8-3-10 0,5 2-62 16,9-6-76-16,3 1-71 0,1-1-77 0,0-1-78 16,0 0-58-16,10-3-46 0,-11 0-11 0,-1 1-58 15,-1-2-36-15,-2-3-392 0,-5 1-474 0</inkml:trace>
  <inkml:trace contextRef="#ctx0" brushRef="#br0" timeOffset="19239.3968">5161 4228 619 0,'2'-21'429'16,"-4"0"-61"-16,-2-2 3 0,-2-2 19 0,0 2 14 16,-3-3-7-16,-2 1 9 0,2 3-21 0,-1 3-42 15,0 2 9-15,0 1-78 0,2 2-15 0,1 2-39 16,0 1-48-16,1 3-44 0,1 1-18 0,5 7-27 0,-11-4-15 16,11 4 32-16,-13 10-42 0,5 3 33 15,1 5-46-15,0 3 35 0,0 3-40 0,2 2 20 16,3 5-24-16,2-1 28 0,1 2-40 0,4 2 14 0,3 0-18 15,2 1-3-15,2 2-3 0,5-2-56 0,-1-3-24 16,4 0-41-16,0-3-44 0,0-1-34 16,0-6-37-16,-2 0-41 0,-1-3-15 0,-1-4-33 15,-2 0-1-15,0-2-39 0,-3-1 49 0,-1-4-19 0,-2-2 28 16,0 0-18-16,-8-6-19 0,11 6-12 0,-11-6-10 16,0 0-253-16,6-7-115 0</inkml:trace>
  <inkml:trace contextRef="#ctx0" brushRef="#br0" timeOffset="19354.9845">5225 4489 901 0,'-11'-10'305'0,"3"-1"19"0,-1 2-69 15,0-2 82-15,0 2 18 0,2 1 22 0,-1 0-6 16,1 1-17-16,1 0-13 0,0 1-66 0,6 6-29 16,-9-11-83-16,9 11-19 0,-6-10-56 0,6 10-10 15,0 0-42-15,7-11-37 0,3 7-63 16,9-2-73-16,6 2-50 0,9 0-112 0,10-3 14 0,4 2-88 16,2 2-85-16</inkml:trace>
  <inkml:trace contextRef="#ctx0" brushRef="#br0" timeOffset="20007.5548">6229 4170 756 0,'1'-10'733'0,"-1"10"-49"0,2-18-25 16,-2 18-44-16,-1-14 22 0,1 14-70 0,-2-14-59 16,2 14-86-16,-2-10-32 0,2 10-102 0,0 0-27 0,-2-13-87 15,2 13-13-15,0 0-62 0,0 0 6 0,0 0-48 16,0 0 19-16,0 0-44 0,-6 10 26 15,6-10-44-15,1 16 28 0,1-5-38 0,1-1 33 0,2 3-38 16,2 0 29-16,0 1-33 0,1-1 14 16,2 2-70-16,3-1-26 0,-1 0-26 0,2-2-37 0,0-1-24 15,2 0-20-15,-2 2-4 0,0-6-16 0,1 0-2 16,-1-2-2-16,1-1 5 0,-3-1 13 0,2-1 26 16,-14-2 37-16,25-3 11 0,-14 0 33 0,1-4 13 15,-1-1 19-15,-1-2 4 0,-1-1 14 0,-1-1 14 16,-2-1 22-16,-1-1 28 0,-1-1 41 0,0 3 31 15,-1 0 6-15,-2 1 46 0,1 0-38 0,-2 11 37 16,5-16-53-16,-5 16 17 0,3-14-61 0,-3 14 20 16,3-9-46-16,-3 9 25 0,0 0-46 0,0 0 45 15,0 0-40-15,0 0 67 0,13 4-51 0,-13-4 6 16,9 10 1-16,-3-1-4 0,-1-1 8 0,0 0-2 16,1 1-6-16,2 0-7 0,1 1-1 0,1 0 0 0,0-1-4 15,2 0 3-15,0-1-5 0,2-1 7 0,-1-1-8 16,1-1-3-16,1 0-2 0,-1 0-1 15,2-4 0-15,-4 0-7 0,2 1 3 0,-1-1 1 16,-13-1 10-16,25 0-5 0,-25 0 0 0,22-1 4 0,-22 1 3 16,17-2-5-16,-17 2 10 0,15-4-8 0,-15 4 1 15,13-4-6-15,-13 4 3 0,12-5 4 0,-12 5 30 16,9-5-45-16,-9 5 17 0,0 0-20 0,11-5 2 16,-11 5-5-16,0 0 7 0,8-4 32 0,-8 4-52 15,0 0 17-15,0 0-22 0,11-5-9 0,-11 5 0 16,0 0 1-16,0 0 3 0,0 0 4 0,0 0 1 15,9-3 1-15,-9 3-5 0,0 0 4 0,0 0-6 16,0 0 9-16,0 0-8 0,0 0 7 0,0 0 6 16,0 0 2-16,0 0 44 0,9-5-53 0,-9 5 39 15,0 0-37-15,0 0 39 0,0 0-45 0,0 0 38 16,0 0-47-16,0 0 25 0,0 0-47 0,0 0 4 16,0 0-32-16,0 0-15 0,0 0-21 0,0 0-34 15,0 0-44-15,0 0-59 0,0 0-97 0,0 0-13 16,0 0-105-16,-5-7-565 0,5 7-662 0</inkml:trace>
  <inkml:trace contextRef="#ctx0" brushRef="#br0" timeOffset="22023.0134">6948 4173 193 0,'-8'-9'415'0,"8"9"-97"0,-9-5-44 0,9 5-49 15,-12-7-40-15,12 7-30 0,-18-7-42 0,9 3-11 16,-3 0-13-16,-1-1 29 0,1 2-56 0,-4 0 34 16,1 0-47-16,0 1 34 0,-1-2-38 0,-1 4 43 15,2-1-49-15,-2 2 47 0,-2-1-45 0,1 2 43 16,-1 0-40-16,-3 3 44 0,0 1-14 0,-1-1 18 16,1 3 11-16,0 0-8 0,2-1-9 0,1 0-16 15,3 0-6-15,1 1-9 0,3-1-11 0,-1 0-5 16,4 0-3-16,2-1 0 0,0 0 1 0,7-6 4 15,-10 11 28-15,10-11-3 0,0 0 4 0,6 15-14 16,2-11-2-16,4-3-18 0,5 1 2 0,3-1-17 16,7-2-7-16,2-1-32 0,2 1-14 0,4-2-36 0,1-1 6 15,-1 0-19-15,0-1 16 0,-2 0-19 16,-4 1 24-16,-3 0 0 0,1-1 32 0,-5 1-15 16,-3 1 38-16,-3 0 16 0,0 0 30 0,-4 0 13 0,0 0 0 15,-12 3-10-15,14-4-10 0,-14 4-7 16,0 0-6-16,0 0-1 0,0 0-5 0,-16-6 2 15,2 8-5-15,-5-1-4 0,-6 2 2 0,-2 0 12 0,-6 1-13 16,-1 1 13-16,-1-1-3 0,-2 1-2 16,2 0 10-16,2 1-5 0,2-1-3 0,4-1 1 15,3 1-1-15,1 0-5 0,4-2-4 0,2 1-3 16,2 1-5-16,3 0-2 0,2-1 1 0,2 0 9 0,8-4-9 16,-5 9 14-16,5-9-14 0,8 7 8 0,-8-7-23 15,23 5-5-15,-6-2-33 0,2-2 7 0,3 0-29 16,0 0 11-16,-1-1-32 0,3 0 25 0,3-1-38 15,-1-1 26-15,-1 0-10 0,-4 1 30 0,1 0-23 16,-2-1 56-16,-3-1-8 0,0 1 74 0,-5 0 17 16,1 0 41-16,-4-2-26 0,-9 4 2 0,13-6-33 15,-13 6 10-15,0 0-26 0,0 0 2 0,-7-9-10 16,7 9 7-16,-21-1-17 0,7 1 17 0,-4 0-25 16,-1 1 15-16,0 1-29 0,0-1 1 0,2 1-74 15,0 0-28-15,5 1-77 0,12-3 28 0,-18 7-59 16,18-7-31-16,0 0-73 0,0 0-126 0,5 10-184 15,-5-10-149-15</inkml:trace>
  <inkml:trace contextRef="#ctx0" brushRef="#br0" timeOffset="22257.086">7573 4032 738 0,'3'-15'736'0,"-3"2"-125"15,0 13-46-15,0-20-26 0,0 20-74 0,0-17-74 16,0 17-68-16,0-14-71 0,0 14-51 0,0 0-43 16,0-15-27-16,0 15-35 0,0 0-14 0,0 0-18 15,0 0-15-15,0 0-3 0,-1 18-10 0,3-8-5 16,0 1 30-16,2 3-48 0,1 0 26 0,3 1-79 16,0 3-14-16,0-2-67 0,3 1-35 0,0 1-68 15,0-1-109-15,1-2-1 0,0 1-84 0,-1-2-72 16,1-2-137-16,-3-2-262 0,-1-3-451 0</inkml:trace>
  <inkml:trace contextRef="#ctx0" brushRef="#br0" timeOffset="22446.529">7335 3784 443 0,'-10'-14'572'0,"2"3"-159"0,-2 0-11 16,3 1-57-16,1 1-29 0,1 1-76 0,5 8-45 15,-10-12-54-15,10 12-15 0,-6-11-52 0,6 11-6 16,0 0-76-16,0 0-19 0,0 0-77 0,18-2-4 16,-4 7-77-16,3 0-50 0,7 2-73 0,0 0-91 15,7 3-217-15,2 0-128 0</inkml:trace>
  <inkml:trace contextRef="#ctx0" brushRef="#br0" timeOffset="22790.8862">8083 3832 462 0,'12'-1'595'0,"-2"-2"-102"0,-10 3-6 0,15-5-61 16,-15 5-42-16,11-6-33 0,-11 6-40 0,7-6-59 16,-7 6-48-16,0 0-42 0,0 0-41 0,0 0-13 15,0 0-28-15,-5-11-17 0,5 11-15 0,0 0-11 16,-13 4-10-16,13-4-9 0,-10 9-13 0,10-9-13 16,-6 13-5-16,6-13-5 0,-3 16-3 0,3-16-7 15,1 22-5-15,1-10-9 0,2 1 3 16,2 1 6-16,2-1-4 0,2 1-1 0,2 1-6 0,4 0 6 15,0-1 0-15,2-1 17 0,3 1-12 0,-2-2 22 0,2 0-7 16,0-1 12-16,-1-1-11 0,-1-1 14 16,1 0 1-16,-2-2 25 0,-3 1-4 0,-1-1 26 15,-1-1 9-15,-1 0 22 0,-2-1 7 0,0-1-1 0,-10-4 9 16,14 7 4-16,-14-7 17 0,11 7-18 0,-11-7 15 16,9 6-32-16,-9-6 9 0,0 0-39 15,2 10 16-15,-2-10-34 0,-11 8-14 0,0-2 23 16,-2-1-34-16,-5 1-36 0,-4-1-93 0,-2 2-97 0,-7 1-102 15,-1-1-80-15,-1-1-62 0,-1 1-193 0,0-2-311 16,1-2-562-16</inkml:trace>
  <inkml:trace contextRef="#ctx0" brushRef="#br0" timeOffset="23990.2834">10308 3995 572 0,'-3'-16'712'16,"-2"1"-141"-16,1-1-6 0,-1 2-32 0,-1 0-1 16,1-2-59-16,-2 3-25 0,0 0 12 0,0 0-99 15,0 1 13-15,0 1-76 0,0 1-6 0,2 2-95 16,0 0-10-16,5 8-77 0,-8-11 8 0,8 11-58 16,0 0 28-16,-14 0-16 0,14 0-4 0,-11 12-19 0,6-1-8 15,0 0-9-15,1 3-4 0,-2 2-6 16,3 0-5-16,1 2 3 0,1 0-8 0,1 0 0 15,2 2-1-15,1-1-1 0,1 1-8 0,3-1-8 16,0 2-16-16,2-4-20 0,1-1-12 0,1 1-15 0,0-4-17 16,3 0-11-16,-2-2-10 0,-1-2 1 0,3-1-5 15,-2-2 22-15,-1-1 17 0,0-2 20 0,-11-3 13 16,22 1 3-16,-22-1 6 0,20-5 2 0,-9-1-5 16,-2-2 8-16,-1-2-2 0,1-1 20 0,-2 0 25 15,-1-3-43-15,-1 3 8 0,-1 0 24 0,0 1 37 16,0 1 10-16,-4 9 2 0,6-16-7 0,-6 16-10 15,5-12-8-15,-5 12-14 0,4-10 4 0,-4 10-16 16,0 0-7-16,6-9 0 0,-6 9 1 0,0 0 3 16,0 0 1-16,18 3 4 0,-18-3 37 0,16 7-39 15,-5-4 41-15,3 1-37 0,2 1 35 0,2 0-37 16,1-2 34-16,6 1-42 0,1-2 7 0,-1 0-5 16,3-1 0-16,0 0-1 0,1-1 2 0,-2-2-14 15,0 1-8-15,-1-1-1 0,-1-1 4 0,-3-1 6 16,-2 0 5-16,-4-3 4 0,0 0 17 0,-2-1-16 15,0-2 3-15,-5-2 0 0,0-2 11 0,-2 1-4 16,-3-3 8-16,-2-1-13 0,-2 0 0 0,0-1-35 0,-5 2 42 16,1-1-4-16,-3 1-2 0,1 2 0 0,-1 0 1 15,0 0-2-15,0 4-3 0,2-1-4 16,1 3-6-16,4 8-4 0,-8-14-6 0,8 14-2 16,0 0 8-16,-7-7-5 0,7 7 9 0,0 0-33 0,6 11 49 15,0-4 3-15,4 2-10 0,2 2 3 0,4 1-2 16,5 4-3-16,2 0 5 0,2 0 10 0,-1 1-24 15,6 1-30-15,-3-3-17 0,3 5-20 0,-4-4-19 16,0-2-19-16,-2 2-6 0,-2-2-9 0,-2-2 44 16,-1-1-29-16,-4 0 24 0,-3-2-3 0,0 0 30 15,-3-2 1-15,-2 0 26 0,-7-7-8 0,9 15 28 16,-9-15-13-16,0 11 19 0,0-11-10 0,-13 10 18 16,5-6-18-16,-3 2 29 0,-2-5-22 0,0 1 17 15,0-1-11-15,13-1 25 0,-23 0-27 0,23 0 7 16,-20-3-50-16,20 3-24 0,-10-7-22 0,10 7-15 15,-1-11 13-15,5 3-14 0,4-2 5 0,3-1-25 16,6-1 8-16,4-4-38 0,2 1 9 0,0 0-38 16,4-1 82-16,3-2-21 0,0 0 76 0,-5 2-19 0,0 1 90 15,-3-2 61-15,0 0 16 0,-2-1 58 16,-3 1 27-16,-1 2 21 0,-4-1 15 0,-1 2 4 0,-2 0-8 16,-2 0-5-16,-2 0-31 0,0 3 6 15,-3-2-6-15,0 3-8 0,-2 10-17 0,-2-20-27 0,2 20-21 16,-7-16-17-16,7 16 13 0,-11-10-57 15,11 10-8-15,-14-2-7 0,14 2-6 0,-14 4 10 0,14-4-15 16,-13 12-7-16,11-2 4 0,-1 1-2 0,3 2 1 16,3 1-2-16,4 1-1 0,1 4-1 0,5-1-25 15,4 4-43-15,3-2-41 0,2 0-32 0,2-2-29 16,5 2-42-16,-2-5-58 0,0 0-43 0,0-1-65 16,1 0 35-16,0-3-93 0,1 0-74 0,2-3-541 15,-6-1-665-15</inkml:trace>
  <inkml:trace contextRef="#ctx0" brushRef="#br0" timeOffset="24424.2706">12184 3616 533 0,'-1'-29'654'0,"1"1"-53"16,-2 0 39-16,2 1-28 0,-3 2 12 0,3 3-81 16,-2 2-9-16,0 1 1 0,2 3-64 0,-3 2-63 15,3 3-124-15,0 11-35 0,-2-20-94 0,2 20 0 16,0 0-65-16,2-11 18 0,-2 11-47 0,7 11 29 0,-1 1-37 15,2 5 40-15,1 4-31 0,5 4 2 16,1 9-13-16,2 0 3 0,2 4-56 0,0 1 62 0,3 1-11 16,-3 0 7-16,4-2-17 0,-2 1-13 0,-1-2-17 15,2 1-28-15,-3-5-10 0,0-2-7 0,-1 0-12 16,-4-7 6-16,2-1-7 0,-3 0-2 16,-3-5 7-16,-2-6 6 0,1 1 1 0,-3-1 8 15,-1-3 10-15,0-1 8 0,-1 0 15 0,-4-8 15 0,7 10-4 16,-7-10 1-16,0 0 3 0,0 0-15 0,0 0-2 15,0 0-1-15,-9-13 1 0,-1 2-7 0,2 0 5 16,-5-3-4-16,-1 0-6 0,-3-1-4 0,0 2 0 16,-2-1 1-16,0 3-2 0,-5 2 4 0,-1 2 9 15,1 2-11-15,-4 1-2 0,1 2 4 0,-2 4 2 16,-5 3 0-16,3 1 4 0,0 2-4 0,4 2-3 0,4 0 3 16,3 1 0-16,4 1 3 0,0 1 11 15,7 2 8-15,5-4-7 0,2 2 8 0,6-2 0 16,4 0 1-16,9 1 0 0,2-3-5 0,9 1-1 15,5-4-76-15,1 1-97 0,1-3-155 0,2-2-115 0,-7-1-178 16,1-2-134-16,-4-1-885 0,0-2-1292 16</inkml:trace>
  <inkml:trace contextRef="#ctx0" brushRef="#br0" timeOffset="26274.9229">14416 3477 123 0,'-14'-17'590'0,"-1"0"-135"16,1 1-34-16,0 2 23 0,1-1-4 0,-1 1-52 15,4 1-3-15,0 3-16 0,1 0-21 0,0 3-46 16,3 0-67-16,-1-1-52 0,7 8-37 0,-10-9-44 15,10 9-18-15,0 0-16 0,0 0 2 0,-15 6 11 16,15-6-9-16,-4 20 8 0,4-5-41 0,0 1 41 16,2 3-49-16,2 5 39 0,-1-1-49 0,3 1-2 15,0 4 5-15,2 1-6 0,-2-5-9 0,3 4 14 16,-2 1-26-16,5 0 23 0,-2-1 22 0,0-1-79 16,1 1-42-16,0 0-76 0,1-2-66 0,-1 1-62 15,-1-1-104-15,2-1 23 0,-3-4-116 0,-2 0-28 16,3-3-511-16,-2 0-626 0</inkml:trace>
  <inkml:trace contextRef="#ctx0" brushRef="#br0" timeOffset="26625.4447">14281 3911 128 0,'-14'-10'762'0,"1"-1"-157"16,-1 0-71-16,3-1-32 0,0 2-27 0,0-1-9 15,0 1-45-15,4 0-78 0,-1-2-63 0,2 2-56 16,4 1-37-16,2 9-41 0,0-19-31 15,4 10-28-15,6-1-17 0,5 1-15 0,6 2-18 0,5 1 3 16,8 2-11-16,4 1-5 0,3 3-10 0,10 3-18 16,3 1-23-16,-4 3-29 0,4 3-11 0,-2 1-7 15,-3 0-19-15,0 3-18 0,-5-1-13 16,-2 2-12-16,-4-1-3 0,-9-2-9 0,-2 1 31 0,-5-2 5 16,-6-1 36-16,2 0 1 0,-7-1 32 0,-4-1 1 15,-7-8 17-15,4 14-3 0,-4-14 30 0,-9 12 5 16,0-6 28-16,-6-1 9 0,-3-1 22 0,-5 0-9 15,-3-1 13-15,-1-1-6 0,-1-2 5 0,-2 0 2 16,2-2 11-16,1-1 18 0,1 1 8 0,1-2-12 16,2 0-16-16,8-3-21 0,-1-1-34 0,5-1-40 15,4-1-27-15,2 1-20 0,8-1-16 0,6-4-20 0,6 0-35 16,9-1-36-16,10-1-49 0,4-1-87 0,6 1 22 16,0 2-72-16,5 2-37 0,-1-1-70 0,1-2-321 15,-1 2-303-15</inkml:trace>
  <inkml:trace contextRef="#ctx0" brushRef="#br0" timeOffset="26949.3677">15770 3371 4 0,'22'-33'682'0,"-6"-1"-97"0,-1 6 38 0,-4 0 5 16,-3 0-123-16,-2 4-91 0,-4-1 6 0,-1 2-17 16,-1 2-23-16,-4 0-13 0,-3-1-88 0,0 3-3 15,-2 0-78-15,-3 5-2 0,-1 1-72 0,-3 1 8 16,0 7-58-16,-2 1 22 0,-2 6-40 0,-2 2 28 15,0 5-50-15,-1 7 25 0,1 3-37 0,0 8 35 16,6 4-10-16,2 5-5 0,6 3-34 0,5-1 33 16,5 7-36-16,5 3 31 0,4 1-31 0,5 8-3 15,6 2 7-15,0-2 3 0,3-2-6 0,2 1 2 16,1 0-1-16,0-3 3 0,-2-1-3 0,1-4 1 16,-3 0-1-16,-4-9 1 0,0-1-1 0,-3-2 4 15,-1-2 5-15,-1-1-8 0,-3-6 5 0,-3-1-7 16,-2-4 0-16,-3-1-3 0,-1-4-16 0,-1-1-63 15,-2 1 6-15,-2-3-89 0,-1 1-20 0,-3-3-36 0,-2-1-89 16,-1-3-87-16,-4 0-67 0,2-4-24 16,-3-3-120-16,-1-4-129 0,-1 0-315 0,-1-4-663 0</inkml:trace>
  <inkml:trace contextRef="#ctx0" brushRef="#br0" timeOffset="27225.2829">15645 4017 331 0,'-7'-13'656'0,"1"1"-69"0,0 2-70 16,2 1-2-16,0 0-25 0,1 0-61 0,1-1-48 15,2 10-38-15,-2-18-67 0,4 8-63 0,1 0-40 16,4-2-26-16,3 2-39 0,1 0-21 0,6-1-17 16,2 0-17-16,6 0-23 0,0 1-36 0,4 1-23 15,1 1-27-15,-1 0-20 0,-4 2-5 0,0 1 2 16,-1 0 7-16,-1 2 13 0,-5-1 9 0,0-1 13 16,-4 3 8-16,0 0 10 0,-2 0 16 0,-12 2 27 15,21-4 19-15,-21 4 8 0,17-2 29 0,-17 2-6 16,13-3 17-16,-13 3 1 0,0 0-3 0,15 0 39 15,-15 0-12-15,0 0 48 0,12 3-18 0,-12-3 20 16,0 0-54-16,10 9 28 0,-10-9-21 0,7 9-20 16,-7-9-16-16,8 10-13 0,-8-10-14 0,10 14-5 15,-4-7-16-15,-1 0-46 0,1 1-94 0,1-1-91 16,0 1-76-16,0-1-96 0,0 2-136 0,2-2-56 16,-2-1-155-16,0 1-586 0,-7-7-905 0</inkml:trace>
  <inkml:trace contextRef="#ctx0" brushRef="#br0" timeOffset="27416.8862">16262 3636 788 0,'-7'-16'846'0,"1"2"-151"0,-1 0-78 16,2 2-68-16,0-1 1 0,1 3-137 0,0 1-37 15,1 0-98-15,3 9-37 0,-8-16-89 16,8 16-41-16,-4-10-140 0,4 10-32 0,0 0-59 0,0 0-79 15,0 0-87-15,0 0-71 0,15 3-82 0,-15-3-125 16,10 15-551-16,-4-7-730 0</inkml:trace>
  <inkml:trace contextRef="#ctx0" brushRef="#br0" timeOffset="27792.5908">16375 3681 494 0,'11'-4'913'16,"-11"4"-118"-16,0 0-70 0,5-9-14 0,-5 9-28 15,0 0-124-15,0 0-85 0,4-8-86 0,-4 8-79 16,0 0-63-16,0 0-57 0,0 0-39 0,0 0-31 16,8 6-19-16,-8-6-20 0,7 11-52 0,-2-3 33 0,0 1-6 15,2-1-13-15,2 4-10 0,-2-1-3 0,1 2-7 16,0-2-3-16,1 0-5 0,0 0-3 16,-1 0-7-16,1-1-14 0,-3-1-18 0,0-1-1 0,0-1 4 15,-6-7 13-15,9 12 6 0,-9-12 12 0,9 8 5 16,-9-8-8-16,0 0-2 0,14 2-1 15,-14-2 4-15,12-8-6 0,-6 1 0 0,0-1 4 0,0-3-37 16,1-1 40-16,0-1-2 0,0 0 0 0,-2-1-1 16,1 1-3-16,-1 0 2 0,0 4-2 0,-1-1 2 15,0 2-2-15,-4 8-6 0,7-14-6 0,-7 14-2 16,5-9-3-16,-5 9 2 0,7-6 5 0,-7 6 6 16,14 1-3-16,-14-1 4 0,18 8 5 0,-3-2-4 15,0 1-36-15,3 1 38 0,3 1-76 0,-1 0-24 16,2 2-92-16,3 0-52 0,1 0-86 0,1-1-77 15,-2 0-78-15,-2-1-78 0,0-1-130 0,0-1-538 16,-1-1-839-16</inkml:trace>
  <inkml:trace contextRef="#ctx0" brushRef="#br0" timeOffset="28243.1957">17274 3285 595 0,'-3'-43'821'0,"0"8"-77"0,-1 1-49 15,-1 7 32-15,3 2-84 0,-1 2-46 0,1 4-64 0,-1 3-23 16,2-1-132-16,-1 4-44 0,1 1-104 0,1 12-17 16,0-12-33-16,0 12 11 0,0 0 10 0,13 5 5 15,-2 7 2-15,4 3-23 0,8 11-185 0,4 3 0 16,8 12 0-16,2 0 0 0,3 5 0 0,1 0 0 16,0 1 0-16,-1 0 0 0,-2-1 0 0,-3 0 0 15,-2-3 0-15,-3 0 0 0,-6-6 0 0,-1-2 0 16,-2 0 0-16,-2-2 0 0,-2-1 0 0,-3-7 0 15,-2 0 0-15,-3-4 0 0,1-3 0 0,-2-3 0 16,-3-1 0-16,1 0 0 0,-1-4 0 0,0 0 0 16,-1-3 0-16,-4-7 0 0,6 14 0 0,-6-14 0 15,0 0 0-15,0 0 0 0,0 0 0 0,-10-9 0 16,0-2 0-16,-1 1 0 0,-4-5 0 0,-2-4 0 0,-3 0 0 16,0 0 0-16,-2 0 0 0,-1-1 0 15,-1 3 0-15,-1 2 0 0,-3 1 0 0,-3 2 0 16,-2 2 0-16,-4 3 0 0,-1 3 0 0,-1 4 0 0,0 0 0 15,-1 4 0-15,4 2 0 0,2 2 0 0,3 2-24 16,3-1 47-16,6 3-72 0,5-1 84 0,2 0-88 16,4 1 91-16,5 0-77 0,3-1 81 0,5 0-71 15,6-1 81-15,7 3-86 0,4-4 72 0,8 3-57 16,5-5-26-16,4 0-125 0,1-1-128 0,3-1-161 16,-1-2-143-16,-2-2-185 0,-1 1-227 0,-6-5-507 15,-1 0-1154-15</inkml:trace>
  <inkml:trace contextRef="#ctx0" brushRef="#br0" timeOffset="29342.8406">19007 3288 494 0,'0'0'545'0,"0"-21"-60"0,0 21-7 0,-1-15-17 16,1 15-40-16,0-15-23 0,0 15-23 0,-1-13-9 15,1 13-47-15,-1-11 7 0,1 11-55 0,0 0 24 16,-1-17-61-16,1 17 17 0,0 0-65 0,-1-11 11 16,1 11-77-16,0 0 29 0,0 0-58 0,0-12 17 15,0 12-56-15,0 0 19 0,0 0-44 0,0 0 25 16,0 0-39-16,-2-10 23 0,2 10-38 16,0 0 33-16,0 0-43 0,0 0 32 0,0 0-36 0,0 0 37 15,0 0-38-15,0 0 34 0,0 0-36 0,0 0 33 16,0 0-38-16,0 0 32 0,0 0-53 15,0 0 34-15,0 0-38 0,0 0 38 0,0 0-33 0,0 0 38 16,0 0-36-16,0 0 40 0,0 0-35 16,0 0 43-16,0 0-37 0,0 0 43 0,0 0-35 0,0 0 37 15,0 0-37-15,0 0 36 0,0 0-34 0,0 0 39 16,0 0-40-16,0 0 37 0,0 0-35 0,0 0 39 16,0 0-36-16,0 0 36 0,0 0-37 0,2-11 40 15,-2 11-42-15,0 0 38 0,0 0-38 0,0 0 38 16,0 0-37-16,0 0 38 0,0 0-37 0,0 0 42 15,0 0-43-15,0 0 41 0,0 0-43 0,0 0 40 16,0 0-37-16,0 0 37 0,0 0-35 0,0 0 40 16,0 0-42-16,0 0 36 0,0 0-35 0,0 0 35 15,0 0-33-15,0 0 36 0,0 0-40 0,0 0 51 16,0 0-52-16,0 0 41 0,0 0-37 0,0 0 39 16,0 0-39-16,5-7 33 0,-5 7-35 0,0 0 40 15,0 0-21-15,0 0 26 0,0 0-34 0,0 0 54 16,5-8-42-16,-5 8 40 0,0 0-29 0,0 0 32 15,6-8-27-15,-6 8 34 0,0 0-19 0,0 0 47 16,5-8-28-16,-5 8 36 0,0 0-22 0,6-7 36 16,-6 7-35-16,0 0 39 0,0 0-48 0,6-7 0 15,-6 7-12-15,0 0-6 0,0 0-9 0,0 0-1 16,8-5-27-16,-8 5 8 0,0 0-17 0,9 5 41 16,-9-5-33-16,14 16 44 0,-4-1-25 0,3 4 52 15,2 6-26-15,4 6 4 0,0 4 17 0,1 1-24 16,0 1-55-16,2 4 16 0,2 4-8 0,2 1 0 15,-4-6 0-15,0 1 0 0,0-2 0 0,-1-1 0 16,0-1 0-16,-2-1 0 0,0-2 0 0,0 0 0 16,-2-4 0-16,-3-5 0 0,-1-3-151 0,-4-3-101 15,1 0-77-15,-3-4-49 0,-1-2-58 0,-1 1-57 0,-2-3-103 16,-3-11 6-16,1 16-122 0,-1-16-638 0,-8 9-953 16</inkml:trace>
  <inkml:trace contextRef="#ctx0" brushRef="#br0" timeOffset="30059.1257">19036 3714 603 0,'-16'-9'764'0,"2"0"-127"0,1 2-47 15,2 0-38-15,0 0-16 0,3 0-38 0,0 2-54 0,1-1-57 16,7 6-67-16,-9-12-58 0,9 12-59 0,0-13-42 16,6 6-32-16,4-1-29 0,6 0 9 0,6 1-65 15,7-3-22-15,3 4-95 0,4-2-52 0,6 1-44 16,3 0-31-16,-1 0-57 0,1 2-34 0,-6-1-4 15,5 2-44-15,-5-1 51 0,-2 0-29 0,-1-1 88 16,-4-1-2-16,-2 0 49 0,-7-2 32 0,-3-1 40 16,-3-1 32-16,-3-1 43 0,-2-3 38 0,-5 1 63 15,-3-3 34-15,-1 0 40 0,-2-1 45 16,-2 2 44-16,0-1 46 0,-1 0 52 0,0 2-37 0,1 3 21 16,-1 1-8-16,2 11-78 0,-3-20-8 0,3 20-84 15,-1-15 0-15,1 15-54 0,0 0 43 0,0 0-5 16,0 0 15-16,0 0-26 0,8 13 28 0,-5-3-47 15,3 4 12-15,0 2-39 0,1 2 19 0,1 2-35 16,-1 0 19-16,2-1-43 0,-1 5-3 0,2 0-3 16,1 1-2-16,0-1 0 0,0 0-1 0,1 0-2 15,-1-3 0-15,-1-1-47 0,1-2 25 0,0-1-10 16,0 0-10-16,0-3-2 0,-2-2 4 0,1-1-7 16,-1 0 2-16,1-5 5 0,-1 1 3 0,1-4-20 15,-10-3-11-15,22 1-35 0,-10-4 41 0,0-1 2 16,1-3 7-16,1-1-1 0,-3 0 12 0,2 1 6 15,-3-2 3-15,-1 2 6 0,0 1-1 0,-2 1 9 16,-7 5-10-16,13-10 4 0,-13 10-8 0,11-8 4 16,-11 8-2-16,9-5 2 0,-9 5 3 0,10-3 3 15,-10 3 7-15,13 0 3 0,-13 0-3 0,16 4 2 16,-4-1 3-16,-1-1 8 0,3 1-2 0,3 2-2 16,-1-2 2-16,2 0 2 0,2 1-2 0,0-1 1 0,4 0 1 15,-2-2-3-15,1 1-36 0,-1-1-17 16,0 1-11-16,0-2-4 0,-2 0 12 0,0-2 9 15,-1 1 12-15,-2-3 7 0,-1 0 4 0,-2-3 5 0,-1 0 1 16,-2-3-2-16,-3-2 49 0,-2-2-29 16,-1-2 17-16,-2 2-40 0,-3-1 49 0,-1 0-29 15,-3 1 50-15,0-1-50 0,-3 3 48 0,-1 0-42 16,-2 2 41-16,-3 3-46 0,-1 2 56 0,0 1-42 0,0 4 53 16,-2 3-40-16,0 3 33 0,0 1-38 0,3 2 58 15,-1 4-40-15,4-1 6 0,2 3 1 0,3-1 11 16,2 1 2-16,3 0 1 0,7 1-6 0,2 2-43 15,9 1 40-15,4-2-43 0,9 2 20 0,7-1-70 16,3-3-84-16,4-2-108 0,4-2-108 0,1-1-127 16,0-2-120-16,1-5-305 0,-3 0-407 0,-6-3-902 15</inkml:trace>
  <inkml:trace contextRef="#ctx0" brushRef="#br0" timeOffset="30627.3027">21716 3377 740 0,'-9'-17'834'16,"0"-1"-73"-16,-1 1-48 0,2 1-39 0,-1-1-14 15,1 3-119-15,1 2-19 0,1-1-86 16,1 4-34-16,1 0-111 0,-1 1-40 0,5 8-87 0,-6-11 0 15,6 11-60-15,0 0 20 0,0 0-58 0,15 5 23 16,-4 6-47-16,6 3 34 0,3 4-49 0,7 6 26 16,-1 0-43-16,2 3-2 0,-2 1 3 0,1 3-9 0,-1-1-5 15,-1 1-41-15,0 1-41 0,-1-3-49 16,-1 2-78-16,-4-1 29 0,-1-5-40 0,-4-3 53 16,0 0-14-16,-5-5 54 0,0 0 5 0,-1-3 39 15,-2-2 11-15,-2-2 38 0,-4-10 11 0,5 15 49 0,-5-15 6 16,0 0 65-16,-5 10 21 0,5-10-2 0,-11-4-44 15,1 0 45-15,-1-5-15 0,-2-1-4 16,-3-4-17-16,-2-5-13 0,1 0 20 0,0-3-42 0,1-1 26 16,1 1-45-16,5 2 38 0,0 0-39 0,2 0 13 15,3 4-43-15,2 0 21 0,3 1-62 0,3 0-14 16,2 2-82-16,8 0-3 0,3 1-95 0,6 2-18 16,5 1-74-16,4 2-60 0,2 3-80 0,-3 2-29 15,1 2-45-15,5 4-74 0,0-1-476 0,-3 2-716 16</inkml:trace>
  <inkml:trace contextRef="#ctx0" brushRef="#br0" timeOffset="30977.7145">22510 3524 234 0,'12'2'857'0,"-12"-2"-139"15,0 0-15-15,10-6-88 0,-10 6 38 0,0 0-94 16,3-13 15-16,-3 13-85 0,0-14 26 0,0 14-67 16,1-16-56-16,-1 16-44 0,2-14-56 0,-2 14-52 15,3-15-47-15,-3 15-42 0,9-14-25 0,-9 14-42 16,17-11-84-16,-6 7 0 0,3 2 0 0,0 1 0 15,4 2 0-15,-1 2 0 0,2 0 0 0,0 5 0 16,2-1-10-16,-3 3-84 0,-1-1 3 0,-2 3 8 16,-1-1 6-16,1 1 3 0,-5 0 4 0,-1 0 13 0,-1-1 8 15,-3 0 10-15,-2-3 11 0,-3-8 7 0,1 19 8 16,-1-19 3-16,-7 17 9 0,0-11 18 0,-2 0 19 16,-1 0 11-16,-3-2 7 0,1-1 5 0,-4-1 7 15,1-2 0-15,-2 0 15 0,1 0 17 0,-1-2 4 16,1-2-85-16,0 1 57 0,3-2-74 0,-1 0 0 15,5-1 0-15,0-1 0 0,2 0 0 0,0-1 0 16,4-2 0-16,3 10 0 0,-2-21-63 0,6 9-129 16,3 0-88-16,2-2-29 0,5 0-84 0,3 1-58 15,0 1-40-15,3 0-79 0,2 4 49 0,-1-2-49 16,2 3-47-16,-1 2-48 0,1-1-296 0,-4 2-546 16</inkml:trace>
  <inkml:trace contextRef="#ctx0" brushRef="#br0" timeOffset="31476.6544">22985 3414 372 0,'0'0'623'0,"15"6"-121"15,-15-6-23-15,9 3-38 0,-9-3-14 0,0 0 11 16,10 8-18-16,-10-8 35 0,0 0-54 0,9 8-5 16,-9-8 31-16,0 0-71 0,5 10-9 0,-5-10-53 15,0 0-15-15,3 13-20 0,-3-13-12 0,4 9-31 16,-4-9-37-16,5 13-32 0,-5-13-11 0,9 14-23 16,-4-5-31-16,1-2-12 0,1 2-86 0,1 0 84 15,2 1-92-15,-1-1 46 0,0 0-118 0,1 0 4 0,0-1-43 16,0 0-47-16,-2-2-35 0,1 1-14 0,-2-2-4 15,-7-5 23-15,17 7 5 0,-17-7 16 16,15 3 6-16,-15-3 20 0,19-6 29 0,-10 1 50 16,1-1-2-16,1-2 37 0,-2-1 16 0,-1 0 74 0,0 2-27 15,-2-3 123-15,-1 3-11 0,1 0 64 0,-6 7-29 16,8-12 29-16,-8 12-42 0,7-10 15 0,-7 10-59 16,6-10 19-16,-6 10-60 0,0 0 13 0,7-8-46 15,-7 8 24-15,0 0-42 0,0 0 36 0,0 0-38 16,12 8 28-16,-12-8-37 0,9 9 4 0,-3-2 3 15,1 0-3-15,2 1-1 0,2 0 7 0,0 1-8 0,3 0-3 16,0-2-16-16,5 4-19 0,-1-4-5 16,2 0-13-16,1-1-6 0,-2 1 1 0,1-3 12 15,-2 0 5-15,0-2 20 0,0 0-1 0,-3-3 9 16,1 0 5-16,0-1 7 0,0-1 13 0,-2-2 12 16,-1-2 16-16,0-1 8 0,-1-2-3 0,-2-1-2 15,-4 0-10-15,1-5 25 0,-2 2-37 0,-1-2 24 16,-3 0-39-16,0 0 27 0,-3 0-45 0,-2 0 29 15,-1 2-41-15,-1-1 20 0,-1 2-63 0,-3 1-4 16,2 2-76-16,-1 1-16 0,1 1-98 0,2 3-42 16,6 5-33-16,-11-9-27 0,11 9-37 0,0 0-12 0,0 0 25 15,0 0 24-15,0 0 25 0,10 3-7 0,1 0-12 16,1 1-5-16,3 0-37 0,2 1-272 16,1 0-182-16</inkml:trace>
  <inkml:trace contextRef="#ctx0" brushRef="#br0" timeOffset="31796.0209">23878 3411 835 0,'15'2'256'0,"-2"-2"17"16,-13 0-3-16,22 0 19 0,-22 0 57 0,20-6-30 15,-12 1 26-15,-8 5-6 0,14-8 16 0,-7 2 8 16,-7 6-45-16,10-15-94 0,-10 15 38 0,6-16-61 16,-6 16 29-16,4-16-70 0,-4 16 22 0,1-16-72 15,-1 16 18-15,-2-15-61 0,2 15 28 0,-4-14-61 16,4 14 29-16,-7-11-50 0,7 11 40 0,-10-6-50 16,10 6 29-16,0 0-44 0,-17 3 40 0,17-3-44 0,-11 8 46 15,11-8-42-15,-8 16 32 0,8-16-39 16,-1 20 43-16,3-8-43 0,4-1 40 0,1 3-46 15,4 0 40-15,3 3-47 0,1-2 3 0,5 0 2 16,1 2 5-16,3-1-3 0,0-2-1 0,1 3 18 16,1-3-16-16,-2-1 1 0,1 1 6 0,0-1 3 15,-4-3 6-15,-1 2-1 0,-1-3 5 0,0 2 6 16,-6-3-1-16,0-1-5 0,0 1-2 0,-4-2-7 0,0-1 31 16,-1 0-2-16,-8-5 7 0,12 11 5 15,-12-11-4-15,5 8-3 0,-5-8-26 0,0 0 33 16,-7 14-10-16,-3-10-28 0,-2-1 17 0,-4 0-51 0,-6-2-72 15,-5 1-88-15,-4-2-112 0,-7-1-123 0,-8-3-160 16,0-1-714-16,-1-3-919 0</inkml:trace>
  <inkml:trace contextRef="#ctx0" brushRef="#br0" timeOffset="32576.734">25973 3411 476 0,'0'0'429'0,"17"-9"-32"16,-7 3 13-16,2-2-18 0,-1-1 13 0,0-3 2 15,1 2 27-15,-3-3 38 0,1 1-45 0,0-1 7 16,-4 0-11-16,1 1 29 0,0 0-72 15,-3 1 5-15,1 3-78 0,-5 8-32 0,5-17-36 0,-5 17-48 16,4-12-38-16,-4 12-28 0,0 0-16 0,0 0 0 16,0 0-17-16,-9 10-27 0,2 2 2 0,2 2-10 15,1 2-13-15,0 2-9 0,2 5-35 0,1-2 0 16,4 4 0-16,-1-2 0 0,2 2 0 0,5 2 0 16,1-1 0-16,1-1-40 0,1-1-42 0,3-2-78 15,1-3 14-15,-1 1-37 0,3-6 19 0,-2-1-41 16,4-1 42-16,-2-3-26 0,2-2 29 0,-2-3-2 0,-2-1 40 15,0-3 29-15,1-1 14 0,-2-4 1 16,0-1 8-16,-1-3 11 0,-1-3 7 0,-2-1 3 16,0 0 11-16,-2-1 13 0,-4 1 67 0,3-1-50 15,-3 2 48-15,0-1-38 0,-1 4 45 0,0-1-45 0,-1 1 47 16,-3 9-46-16,4-14 38 0,-4 14-52 16,4-9 39-16,-4 9-41 0,0 0 42 0,0 0-34 15,0 0 47-15,14 1-36 0,-14-1 55 0,14 13-17 0,-3-6 16 16,2 2-1-16,6 2-4 0,5 1-10 0,1 0-10 15,4-1-6-15,4 0-5 0,6 1-15 16,1-1-20-16,0-2-27 0,2 0-17 0,-6-4 3 0,-1 1-7 16,-1-2 8-16,-5-1 22 0,-2-2-7 0,0-1 8 15,-5-3 15-15,-1 1 9 0,-1-4 29 0,0-2 19 16,-6-2 23-16,-3-3-4 0,-3-3 30 0,-2-1-42 16,-4-8 22-16,-4 1-37 0,-4-6 29 0,-5-6-42 15,-4 0 30-15,-5-1-39 0,-3 2 27 0,-4 3-37 16,0 1 35-16,-2 2-32 0,2 6 24 0,-2 0-35 15,4 6 30-15,3 4-34 0,1 2 22 0,3 2-54 16,2 2-18-16,3 3-106 0,2 3-25 0,11 1-88 16,-16 2-59-16,16-2-53 0,-4 11-81 0,4-11-10 15,9 19-104-15,3-6-134 0,3 0-300 0,9 2-626 16</inkml:trace>
  <inkml:trace contextRef="#ctx0" brushRef="#br0" timeOffset="33196.0202">27315 3053 594 0,'-2'-34'860'16,"-5"-6"-124"-16,0 0-6 0,-2 2-23 15,-2 2-28-15,1 6-53 0,2 2-3 0,1 6-60 16,1 1-63-16,-1 5-110 0,2 1-80 0,0 3-70 16,3 3-50-16,2 9-37 0,0 0-26 0,0 0-14 0,0 0-63 15,-6 15-50-15,8 3 0 0,2 6 0 16,3 8 0-16,4 8 0 0,-2 2 0 0,4 4 0 0,1 1 0 15,4 7 0-15,0 1 0 0,3-1 0 0,-2-2 0 16,-2-9 0-16,0-1 0 0,1-2 0 0,-2-2 0 16,0-4 0-16,-4-5 0 0,1-3-81 0,-5-5-42 15,1-1 12-15,-1-5 21 0,-2-2 16 16,0-1 15-16,-2-2 14 0,-1-2 10 0,-3-8 5 0,9 10-23 16,-9-10-17-16,0 0-11 0,0 0 17 0,13-6-62 15,-13 6 14-15,10-14-46 0,-3 3 42 0,0-1-28 16,1 1 60-16,-1-1-6 0,0 0 37 0,0 2-23 15,-1 3 52-15,0-2-33 0,-1 2 44 0,-5 7-38 16,10-11 35-16,-10 11-33 0,6-7 55 0,-6 7-31 16,0 0 57-16,13-2-21 0,-13 2 69 0,10 5-40 15,-10-5 41-15,15 9-36 0,-6-4 30 0,3 1-35 16,1 0 29-16,3 1-41 0,2 1 24 0,2-2-42 16,3 3 28-16,-1-2-44 0,0 0 5 0,1-1-61 15,1 1-21-15,-2-2-3 0,-1-2 10 0,0 1 13 16,-4-1 9-16,1-1 15 0,-3-2 47 0,0-2-41 15,0-1 54-15,-1-2-15 0,-3-2 52 0,0-2-37 16,-1-2 48-16,-2-1-23 0,-2-2 68 0,-3-1-11 16,1 2 53-16,1-2-24 0,-3 2 58 0,-1 1-10 15,0 1 57-15,-1 11-37 0,1-20-39 0,-1 20-34 16,2-14-26-16,-2 14-25 0,0 0-76 0,0-12 0 0,0 12 0 16,0 0 0-16,0 0 0 0,2 10 0 15,-2-10 0-15,4 17 0 0,0-6 0 0,1 2 0 16,3 0 0-16,2 4 0 0,2 0-116 0,2 0-68 15,-1 0-93-15,3 0-57 0,1 0-44 0,-1-3-34 0,-1 0-27 16,0 0-28-16,-2-4-29 0,-1 0-16 0,-2-3-19 16,-3-1-80-16,-7-6-461 0,16 6-689 15</inkml:trace>
  <inkml:trace contextRef="#ctx0" brushRef="#br0" timeOffset="33346.2375">28218 3271 15 0,'-5'-27'610'0,"1"0"-82"0,-1 1-37 15,1 2 27-15,2 1-17 0,-2 0-44 0,2 3-51 0,1 2-64 16,-2 1-25-16,1 1-74 0,2 4-31 0,0 0-75 16,0 12-38-16,0-21-66 0,0 21-72 0,8-14-81 15,-8 14-99-15,15-4-76 0,-15 4-98 0,23 2-114 16,-6 3-533-16,3 3-655 0</inkml:trace>
  <inkml:trace contextRef="#ctx0" brushRef="#br0" timeOffset="33899.4574">28676 3144 545 0,'0'0'878'0,"0"0"-134"16,0 0-87-16,0 0-58 0,0 0-88 0,-4-9-26 15,4 9-109-15,0 0 27 0,-9 4-28 0,9-4-57 16,-13 11-13-16,5-2-64 0,0 3-12 16,1 1-71-16,0 1 5 0,2 4-63 0,1 0 11 0,2 0-49 15,1 3 15-15,3 1-42 0,3 2 23 16,2-3-49-16,3 0-5 0,3 3-69 0,3-2-7 0,0 0-59 15,1-3 14-15,2-1-57 0,-1-5-4 0,-1-1 0 16,2-1 3-16,0-3 24 0,-2-1 23 0,2-3 59 16,-6-2-20-16,3-2 57 0,-2-2-29 0,1-2 47 15,-1-1-19-15,1-5 54 0,-3-3-33 0,-1-2 46 16,1-4 4-16,-1-7 2 0,0-2-1 0,-1-8 2 16,-1-2-38-16,-2-1 58 0,2-1-32 0,-3 1 68 15,-1 4-23-15,-1 1 62 0,0 1-43 0,-1 3 87 16,1 5-15-16,-2 1 35 0,0 6-45 0,0 2 10 15,-1 1-74-15,0 5 8 0,-1 10-55 0,1-15 22 16,-1 15-39-16,0 0 47 0,0 0-37 0,1 13 11 16,0-1 14-16,1 4-14 0,0 2 27 0,1 5-32 15,1 1 29-15,2 4-41 0,3 1 8 0,-1 0-39 16,2-1 0-16,1 0 0 0,0-1 0 0,0 0 0 16,0-1 0-16,0-3-3 0,0-2-62 0,0-3-62 15,-1 1 1-15,-1-3-29 0,1 0 46 0,-1-4-15 0,-1-1 51 16,2 0-10-16,-2-4 46 0,0-1-19 15,1 0 42-15,-9-6-20 0,20 1 34 0,-20-1-31 16,22-4 39-16,-11 0-1 0,3-3 10 0,-2-2-7 16,0-2 6-16,2-1 4 0,-3 1 4 0,0 1 34 0,-1 0 1 15,-1 2 34-15,-2 1-44 0,1 0 8 0,-1 2-39 16,-7 5 16-16,11-9-30 0,-11 9 28 16,14-3-37-16,-14 3 29 0,16 5-37 0,-4-2 32 15,2 2-32-15,2 1 35 0,2 3-100 0,1-2-30 16,-1 3-107-16,5-2-116 0,-1 2-138 0,0-2-167 0,-1 1-69 15,1-1-926-15,1-1-1289 0</inkml:trace>
  <inkml:trace contextRef="#ctx0" brushRef="#br0" timeOffset="34194.3909">30493 3157 1522 0,'0'0'904'0,"0"0"-178"0,0 0-115 16,0 0-88-16,0 0-79 0,0 0-40 0,0 0-35 16,0 0-36-16,0 0-24 0,0 0-3 0,2 12-20 15,-2-12 2-15,4 13-60 0,-1-1-6 0,1-2-73 16,1 5 17-16,0 0-60 0,1 1-9 0,1 3-32 15,2 0 7-15,1 2-42 0,-1-2-46 0,1 1-124 16,-1-1-54-16,0 1-73 0,0-1-89 0,2-2-92 16,-2-1-109-16,-2-2-107 0,1-1-34 0,-2-2-110 15,-2-2-460-15,-4-9-875 0</inkml:trace>
  <inkml:trace contextRef="#ctx0" brushRef="#br0" timeOffset="34395.0385">30590 3014 360 0,'-5'-20'686'0,"0"-1"-69"0,0 4-2 0,1 0-121 15,0 3-25-15,-1 1-146 0,3 1 2 0,-1 1-139 16,3 11 10-16,-3-16-137 0,3 16 26 0,0 0-98 16,5-10-16-16,-5 10-128 0,17 6-42 0,-4 1-45 15,6 2-16-15,5 4-25 0,0 4-43 0,6 1-71 16,1 2-49-16,0 0-199 0,1-1-158 0</inkml:trace>
  <inkml:trace contextRef="#ctx0" brushRef="#br0" timeOffset="34711.4505">31132 3152 549 0,'16'2'534'15,"-2"1"-67"-15,-1-3 86 0,-13 0-61 0,22-1 48 16,-22 1-80-16,18-4 70 0,-18 4-142 0,12-7-90 16,-12 7-23-16,6-9-44 0,-6 9-47 0,0 0-39 15,-2-15-27-15,2 15-22 0,-14-8-17 0,3 5-15 16,-1 0-11-16,-2 2-14 0,2 0-9 0,-1 3-2 15,1-1-11-15,1 5-5 0,-2 0-2 0,4 1-2 16,1 4 1-16,2-1 0 0,1 2-2 0,2 1 45 16,4 1-60-16,3 0 36 0,0 2-74 0,5 2-18 15,0 0-13-15,5 0-15 0,2 2 54 0,2-1-56 16,2-1 55-16,0 0-73 0,1-1 79 0,0-1-64 16,-5-1 84-16,2-2-66 0,-3 0 81 0,0 1-63 15,-1-3 69-15,-3 1-62 0,1-2 13 0,-3 0 17 16,-1-2 40-16,0-1 28 0,-3 2 12 0,-1-1 2 15,-4-8 9-15,4 15-4 0,-4-15 1 0,-4 15-7 16,-1-8-7-16,-4-1-7 0,-2 2-7 0,-3-1-10 16,-4-1-2-16,-4 0-50 0,-3-1-119 0,-4-1-155 15,-8-2-183-15,-2-1-109 0,-10-3-807 0,-3-1-1002 16</inkml:trace>
  <inkml:trace contextRef="#ctx0" brushRef="#br0" timeOffset="38047.2866">30349 3269 9 0,'-4'-12'335'0,"4"12"-45"0,-3-12-72 0,3 12 12 15,-3-11-47-15,3 11-7 0,-5-13-42 0,5 13-7 16,-7-14-21-16,7 14 4 0,-12-13-33 0,5 6 11 15,-1 0-3-15,0 1-3 0,-3 1-14 0,0 0-15 16,0 1-7-16,-2 2-4 0,1 1-3 0,-2 0 0 16,14 1-8-16,-24 1-5 0,13 0 4 0,1 3-11 15,-1 1 2-15,3-1 4 0,0 2-2 0,2 2-9 16,1-1 10-16,0 2 10 0,5-9 0 0,-1 18 14 16,6-8 2-16,3 3 14 0,5 1 38 0,9 3-64 15,7 1 4-15,7 1 40 0,4-1-59 0,13 3-14 16,-5-4 5-16,9 1 0 0,4 0-2 0,1-3 41 15,-1-1-58-15,-6-4 55 0,-2-1-58 0,2-2 47 16,-4-1-54-16,0-3 53 0,-1-1-54 0,-9-2 45 16,-2-1-45-16,-2-2 53 0,0-1 12 0,-5-1 0 15,-6-2-3-15,-2 0-13 0,-2 0 4 0,-2-2-6 16,-4 0 6-16,-2 0-10 0,-4 0-10 0,-4 0-4 16,-1 0-5-16,-5 9-3 0,-1-17 1 0,-4 8 9 15,-3 0-8-15,-5 0-6 0,0 0-3 0,-7 2 0 16,-1 1 3-16,-2 1 0 0,-1 3 3 0,2 1-10 15,0 1-33-15,-2 3 41 0,-1 1-34 0,2 2 40 16,1 1-38-16,2 1 38 0,2 2-41 0,2 0 53 16,1 2-42-16,5-1 42 0,1 1-42 0,3 1 46 15,2 1-41-15,2-2 46 0,5 1-43 0,1 1 41 16,3 1-33-16,4 0 37 0,3-2-50 0,2 2 7 16,1-3 2-16,6 1 6 0,1-2 2 0,-1-1 6 15,1-3 2-15,2 0 3 0,-4-2 3 0,3-1 12 16,-2-2 59-16,-1-2-54 0,-2-2 84 0,0-1-54 15,1-3 41-15,-4-1-76 0,0-3 55 0,-3-1-67 16,-2 0 49-16,-3 0-67 0,-2-2 52 0,-2-1-57 16,-3 3 51-16,-2-3-64 0,-3 2 56 0,-4-3-57 15,-4 1 53-15,-7 0-54 0,-5-1 54 0,-5 2-56 16,-2 2 54-16,-8 0-52 0,2 4 53 0,0 1-53 16,-1 3 50-16,5 3-51 0,1 1 47 0,2 2-47 15,1 2 50-15,3 2-55 0,2 0 59 0,3 2-54 16,1 0 53-16,6 0-50 0,1 1 52 0,3 0-42 15,4 1 60-15,2-1-53 0,3-10 54 0,3 19-60 16,3-8 56-16,4 0-55 0,5 0 57 0,2 0-62 16,4-1 57-16,2-1-61 0,1-1 59 0,1-2-61 15,0-2 60-15,1-2-57 0,-3-3 63 0,-1 1-61 16,2-4 64-16,-1-2-64 0,-1-2 54 0,-3-3-62 16,-1-3 61-16,-2-1-66 0,-2-2 59 0,-5-2-61 15,-1 0 58-15,-5 1-62 0,-1-1 63 0,-6 0-61 16,-4-1 58-16,-5-1-69 0,-7 1 42 0,-7-2-86 15,-6 3 7-15,-2 4-95 0,-4 1-25 0,-3 3-81 16,0 1-44-16,-1 5-93 0,4 2-82 0,0-1-306 16,0 1-341-16</inkml:trace>
  <inkml:trace contextRef="#ctx0" brushRef="#br0" timeOffset="39713.4578">5751 5336 24 0,'10'-10'671'0,"-3"-2"-184"15,-2 2-76-15,0 0-45 0,-3 0-42 0,-2 10-42 16,-1-25 8-16,-2 13-27 0,-4-1 5 0,-1-1-30 15,-3 3-26-15,-2-2-21 0,-3 1-14 0,-1 2-17 16,0 2-37-16,-1 3-17 0,2 1-28 0,-3 2-5 16,1 3-24-16,-1 2 0 0,-3 2-14 0,0 4-5 15,-4 2-6-15,3 3 0 0,0 3-8 0,1 2-2 16,4 0 1-16,0 0-7 0,4 1 2 0,2-1 7 16,5 2-10-16,2-1 12 0,3-2-18 0,3 0 12 15,2 0-11-15,3 0 11 0,4 0-15 0,3-1 15 16,3-3-10-16,3-2 12 0,6 0-14 0,3-3 13 15,2-2-25-15,-1-4-11 0,1-1 0 0,0-3 1 16,0 1-4-16,1-3 3 0,-3 0 8 0,-1-2 2 16,-1-1 3-16,-2-2 7 0,-3 0-1 0,-1-3 3 15,-2-1 1-15,-3-1-2 0,-1-1 1 0,-3-3-6 16,-2 1 3-16,0-1 3 0,-4 0 3 0,-1 3 4 16,-1-3 3-16,0 4 5 0,-2 1 0 0,1 4 7 15,0-3-3-15,-2 11-11 0,5-16-3 0,-5 16-8 16,3-13-9-16,-3 13 2 0,4-8 5 0,-4 8 2 0,0 0 0 15,13-1 2-15,-13 1 0 0,14 6 0 16,-5-1 0-16,1 2 0 0,4 0 1 0,-1 0-15 0,2 2-10 16,3 1 5-16,1-1-10 0,1 1-27 15,0 0-14-15,2-2 10 0,0 1-10 0,0-1-6 0,1-1-2 16,1-1 9-16,1-1-2 0,-1-1 15 0,2-1-2 16,-4-2 24-16,1-1 6 0,-3 0 5 0,1 0 10 15,-2-1 12-15,-2-2-3 0,-1 0 7 0,-2-2-1 16,1-1 2-16,-4-1-3 0,0-2 6 0,0 0 9 15,-2-2-1-15,-2 0 5 0,1 0 0 0,-3-3-4 16,1 0-2-16,-2 0-9 0,-1 0 7 0,1-1-15 16,0 0 13-16,1 1-12 0,-1-3 6 0,1 3-11 15,-1 0 9-15,2 3-13 0,-1-2 1 0,2 2-3 16,-1 2 11-16,1 0-16 0,0 2 9 0,0 1-8 16,3 0 14-16,-10 6-14 0,18-4 13 0,-18 4-10 15,22-2 13-15,-10 4-10 0,0 1 9 0,0 0-8 16,1 1 12-16,-1 2-14 0,1 1 19 0,-1 0-2 15,0 1-3-15,0 2 5 0,-2 0-1 0,0 1 9 16,0 1 11-16,-2 1 13 0,1 2 8 0,-1-1-3 0,0 1 6 16,1 1-3-16,-2 1 5 0,1 0-1 15,0-2-8-15,0 1-3 0,1 0-7 0,2 1-2 0,0-3 3 16,1 1-6-16,3-2-4 0,2-1 2 0,4-2-6 16,2-1-3-16,5-1-5 0,4-3-5 15,-3-2-6-15,2-1-15 0,1-1-11 0,0-2-4 0,2-2-4 16,-2-2 6-16,-5 0 2 0,-1-2 12 0,-4-1 5 15,-1-3 5-15,-3-2 5 0,-2-2 18 0,-1-1 2 16,-5-1 10-16,-2-3 4 0,-2 1 10 0,-2 0 0 16,-4 0 5-16,0 0 32 0,-3 1 28 0,0 2 7 15,-1 0-13-15,-1 2-4 0,1 0-19 0,-2 2-7 16,1 2-13-16,-1 2-17 0,0 1-14 0,6 7-2 16,-15-5-4-16,4 7-4 0,0 3 0 0,-1 2 9 15,-3 5-15-15,0 1-16 0,0 0 27 0,2 4-21 16,0 0 21-16,2 1-27 0,2 1 28 0,0 0-10 15,3 0-8-15,3-1 4 0,2-1-5 0,3 0 4 16,4 3-4-16,5-2 2 0,2-2-34 0,8 3-47 0,6-5-35 16,7-1-52-16,7-1-60 0,5-4-68 15,1-2-120-15,5-3-50 0,0 0-104 0,3-4-581 16,-3-2-756-16</inkml:trace>
  <inkml:trace contextRef="#ctx0" brushRef="#br0" timeOffset="40232.4725">8565 4973 434 0,'0'0'638'0,"-5"-16"-131"0,5 16-122 16,-9-8-29-16,9 8-78 0,-14-2-5 0,14 2-41 16,-18 6-11-16,8-2-30 0,-1 5-4 0,1 2-21 15,-1 1-30-15,3 2-20 0,3 1-12 0,1 2-14 16,2 1-14-16,3 1-11 0,1 0-12 0,4 1 17 15,2 3-31-15,4 0-13 0,2 0 3 0,3 0-10 16,0-3 2-16,4-1-1 0,-1-1-3 0,3-2-4 16,1-1-2-16,1-3 0 0,-5-4-6 0,3 2-3 15,0-4 3-15,1-2 1 0,-5-1-2 0,2-1 3 16,-1-3-1-16,-1 0-1 0,2-4-2 0,0-1 4 16,-2-2 1-16,1-3-1 0,-3-1-3 0,1-2 0 15,-1 0-8-15,-2-2 2 0,1 0 1 0,-2 1-2 0,1 0 2 16,-3 2 4-16,-1 2 6 0,0-1-7 15,-1 3 6-15,-1 0-16 0,1 3 5 0,-1 2-8 16,-9 4 3-16,16-4 0 0,-16 4-5 0,19 2 11 0,-10 2 4 16,1 1 4-16,-2 2 1 0,0 0-3 0,1 1-4 15,0 3 27-15,-1-1-27 0,0 0 24 16,1 3-26-16,-2-2 22 0,-1 2-25 0,0-1-1 16,0 0 5-16,-1-2-1 0,-1-1 5 0,-1 1 3 0,-3-10 11 15,5 16 17-15,-5-16 14 0,1 13 19 0,-1-13 26 16,-6 11-14-16,6-11-9 0,-12 8 0 15,12-8-3-15,-20 3-18 0,7-3 7 0,0-3-16 0,-4 1 6 16,0-3-14-16,0-1 16 0,-2-1-14 0,0-2 15 16,2 0-34-16,3 0 14 0,2 0-41 0,1-1-43 15,2-1-65-15,3-1-72 0,3 1-84 0,3 11-129 0,2-22-6 16,5 10-154-16,5-1-633 0,3-1-808 16</inkml:trace>
  <inkml:trace contextRef="#ctx0" brushRef="#br0" timeOffset="40797.325">9603 5080 654 0,'-13'-7'832'0,"13"7"-140"0,-12-9-3 0,12 9-23 0,-10-8-37 16,10 8-57-16,-10-6-78 0,10 6-49 15,-8-5-64-15,8 5-70 0,0 0-63 0,-9-6-57 0,9 6-47 16,0 0-37-16,0 0-23 0,0 0-19 0,0 0-4 15,0 0-18-15,-6 9-7 0,6-9-4 0,8 15-6 16,-3-6-7-16,3 4 0 0,-2-1-48 0,2-2 38 16,0 1-63-16,1 1 10 0,-1 0-73 0,0-1 21 15,0 0-56-15,0 1 14 0,1-3-29 0,-2 3 8 16,-1-5-3-16,1 0-1 0,-1-1 20 16,0 1 20-16,-6-7 38 0,10 10 11 0,-10-10 26 0,10 2 2 15,-10-2 17-15,12-2 0 0,-12 2 8 0,13-11 4 16,-6 4 19-16,0 0 26 0,0-3 9 0,-2 2 39 15,2-2 29-15,-1 2 25 0,1-1 16 0,-3 2 5 16,1-2-7-16,-5 9-13 0,8-12-21 0,-8 12-21 16,6-8-16-16,-6 8-21 0,7-9-18 0,-7 9-8 15,0 0-5-15,9-8-7 0,-9 8-4 0,0 0-1 0,14 3-1 16,-14-3-3-16,12 4-2 0,-12-4 5 16,17 10-6-16,-8-6 3 0,-1 2-3 0,1-1-36 15,1 1 38-15,1 2-42 0,-1-2 23 0,-1-1-44 16,2 2 20-16,-2-2-38 0,0 0 32 0,1 0-30 0,-2 0 42 15,-8-5-27-15,15 6 48 0,-15-6-30 0,15 3 47 16,-15-3-36-16,14-1 39 0,-4-2-42 0,-1-2 43 16,1 0-39-16,0-3 36 0,0 0-1 0,0-1-17 15,0 1 27-15,-1-1 9 0,-2 1 18 0,0 0 16 16,1 0 12-16,-2 1 7 0,1 0 3 0,-1 0 1 16,-6 7-14-16,11-13-14 0,-11 13-8 0,8-9-22 15,-8 9-9-15,9-7-4 0,-9 7-4 0,12-4-15 16,-12 4-44-16,17 0-75 0,-5 2-77 0,3-1-63 15,3 4-70-15,0-1-55 0,4 2-55 0,1-1-52 16,-1 3-156-16,2 0-622 0,0 0-885 0</inkml:trace>
  <inkml:trace contextRef="#ctx0" brushRef="#br0" timeOffset="41981.2823">10754 5051 1074 0,'-5'-12'901'0,"2"2"-191"0,-1 2-60 0,4 8-39 0,-6-14-62 16,6 14-86-16,-6-12-68 0,6 12-67 15,-5-9-65-15,5 9-54 0,0 0-46 0,-4-8-38 0,4 8-23 16,0 0-5-16,0 0 5 0,4 11-17 0,1-3-15 16,0 1-8-16,2 2-15 0,0 1-8 15,1 1-11-15,1 1 3 0,0 2-45 0,1 0 39 16,1 0-54-16,-1 1 16 0,1-2-52 0,0 2 13 0,-1-3-65 15,-3-1 22-15,3-1-47 0,-3-1 38 0,-1-3-13 16,0 1 50-16,-1-1-22 0,-5-8 53 0,10 11-3 16,-10-11 16-16,10 4-15 0,-10-4 3 0,11-3-18 15,-11 3 11-15,15-12-18 0,-7 1 14 0,0-1 0 16,2-1 15-16,-1-3 4 0,0-1 3 0,2 0 5 16,-3 1 5-16,1 1 18 0,-3 1 17 0,2 1 29 15,-2 2 26-15,-1 1 7 0,0 0-5 0,-5 10-16 16,8-14-23-16,-8 14-15 0,8-11-13 0,-8 11-5 15,5-8-2-15,-5 8-1 0,0 0 6 0,0 0-7 0,16 2 4 16,-16-2-3-16,13 8 0 0,-7-2 2 0,1 0-4 16,1 1 0-16,2 1-8 0,-1 1-23 15,1-2-35-15,1 1-15 0,-1 0-6 0,1 0-18 16,2-2 0-16,-2 0 15 0,0-2-4 0,1 0 16 0,-1 0 12 16,-1-2 16-16,1 0 4 0,-11-2 13 0,22-1 6 15,-11-1 5-15,0-2 5 0,0 0 4 16,-1-1 0-16,1-3 3 0,-1-1 8 0,2 2 5 0,-4 0 17 15,1-1 5-15,-1 1 5 0,-1 0 12 0,-1 0-3 16,-6 7 14-16,14-10-14 0,-14 10-8 0,9-9-14 16,-9 9-5-16,9-6-4 0,-9 6-6 0,0 0 4 15,15-1-2-15,-15 1 2 0,11 4-3 0,-11-4 2 16,14 7 1-16,-14-7-5 0,13 11 4 16,-6-4-6-16,2 0 5 0,0-1 16 0,-2 1-21 0,2 0 3 15,1-1 1-15,0 1 14 0,-1-1-13 0,3 0-1 16,-4-1 1-16,1 0 4 0,3-2-3 0,-12-3 1 15,19 5-3-15,-19-5 35 0,21 1-19 0,-10-2 25 16,1-3-23-16,-1 0 46 0,3-3 0 0,1 1-11 0,-2-4-6 16,3 0-8-16,1-3-8 0,-2 2-1 15,1-1 8-15,-1 1-6 0,-2 1-2 0,-1 1-5 16,1 0-2-16,-1 1-9 0,-3 2-6 0,1 0-3 16,0 2-10-16,-1 0 0 0,-9 4-3 0,20-2-2 0,-20 2 8 15,22 3 1-15,-12 2-2 0,1 0 5 16,0 3 1-16,0 0-3 0,-1 0 1 0,0 2 2 0,0-1 2 15,-4 1-4-15,1 1 3 0,-1-1 0 0,-1-2-1 16,0 1-39-16,-5-9 51 0,5 17-33 0,-5-17 37 16,2 14-33-16,-2-14 37 0,-3 12-37 0,3-12 43 15,-10 11-43-15,10-11 41 0,-18 5-44 0,18-5 33 16,-24 0-35-16,10 0 33 0,0-3-43 0,0 1 46 16,-2-3-11-16,3 1-11 0,1-1-39 0,3-1-79 15,0-1-38-15,2-2-16 0,1 0-10 0,3-1 11 16,2-2-1-16,1 1 7 0,3 0 23 0,2-3 9 15,3 1 29-15,1 1 7 0,3-2 27 0,2 2 5 16,1 0 23-16,2 1-3 0,0 1 17 0,0-1 4 16,3 2 19-16,-2 0 4 0,2 2 13 0,1 0 6 15,-2 3 10-15,-1 1 8 0,-1 1 2 0,2 1 1 16,-3 2 10-16,2 1 17 0,0 1-8 0,-3 1 7 16,1 2 3-16,-1 0 20 0,0 1-38 0,0 2 8 15,-2 0-3-15,1 1 1 0,-1-1-7 0,-1 2-6 16,-3-1-8-16,2 1-4 0,0 1 3 0,-2-1-10 15,-2 0-5-15,2-1-1 0,-5 1-4 0,1-3-5 16,-1 1-1-16,-4-9 7 0,9 15-13 0,-9-15 6 0,5 12 1 16,-5-12 6-16,7 10 15 0,-7-10 28 0,0 0 51 15,7 8-11-15,-7-8-17 0,0 0-13 16,10-3-15-16,-10 3-10 0,10-8-9 0,-3 0-11 0,-1 0-3 16,3-1-1-16,0-1-6 0,0 0 17 0,-2-1-25 15,1 1 0-15,2 2 3 0,-4 1-2 0,1 0-1 16,-7 7-5-16,11-12 8 0,-11 12-11 0,10-6 0 15,-10 6 11-15,13 0 5 0,-13 0 1 0,16 4 3 16,-7 0 18-16,1 1-16 0,0 0-6 0,1 2 1 16,2 1 1-16,1-1-2 0,-1 2 7 0,3-2-7 15,-1 1-44-15,4 0 15 0,-4-2-97 0,6 1-52 16,1-2-72-16,-4-1-82 0,2-1-114 0,-3-1-70 16,-2-2-212-16,-1-2-518 0,-1-1-843 0</inkml:trace>
  <inkml:trace contextRef="#ctx0" brushRef="#br0" timeOffset="44167.6509">14547 4881 371 0,'-5'-20'517'15,"0"5"-124"-15,1-3-7 0,0 1-60 0,1 1 48 16,-1 0-36-16,1 0-35 0,0 1-39 16,-1 1-5-16,2 2-14 0,0 1-30 0,2 11-44 0,-3-19-38 15,3 19-37-15,-2-14-27 0,2 14-17 0,0 0-13 16,0 0-2-16,0 0-3 0,0 0 1 0,4 13 7 16,-1 3 2-16,-1 3-1 0,2 3-11 0,-1 3 7 15,2 6-9-15,-3 0 2 0,3 1-12 0,-1-1-3 16,0 1-7-16,1-1 3 0,-1 0 1 0,1-1-3 15,0-5 8-15,-1-2-12 0,2 0 15 0,-2 0-27 16,-1-5 17-16,1-4-11 0,1 1 19 0,-3-2-17 0,1-3 17 16,-1 1-6-16,-2-11 34 0,5 18 17 15,-5-18 15-15,3 11-23 0,-3-11-9 0,0 0-9 16,0 0-6-16,0 0-7 0,0 0-11 0,9-5 0 0,-9 5-1 16,3-12-7-16,-3 12-3 0,7-19-2 15,-4 8 1-15,1 2-6 0,0-1-2 0,1 2-9 0,1-1 5 16,2 2-6-16,-2 0-4 0,4 2 5 15,2 2-2-15,-1 1-1 0,2 1-3 0,2 2 4 0,0 3 2 16,4 0-10-16,0 0 4 0,-3 3 0 0,5 0-6 16,-4 1-1-16,-1-1-2 0,-1 0 14 0,-1 3-20 15,-3-3 18-15,0 1-5 0,-3 0 21 0,-2 1-14 16,-1-2 20-16,-5-7-15 0,2 15 19 0,-2-15-15 16,-9 16 18-16,0-9-19 0,-5 0 3 0,-5 2 0 15,-2-1 15-15,-3-1-24 0,-8 0-3 0,1-1-69 16,-3 0-50-16,2-1-62 0,-2-3-61 0,5 0-48 15,1-1-57-15,0-1-114 0,8-1-557 0,0-2-647 16</inkml:trace>
  <inkml:trace contextRef="#ctx0" brushRef="#br0" timeOffset="44415.5579">15200 4798 975 0,'11'-10'829'0,"-3"0"-155"0,-3 3-125 16,3-1-56-16,-3 1-40 0,-5 7-31 0,9-11-59 0,-9 11-39 16,7-10-59-16,-7 10-45 0,0 0-46 0,0 0-31 15,0 0-9-15,0 0-9 0,2 13-6 16,-6 0-20-16,0 4-19 0,-2 3-10 0,0 4-8 0,-2 2-9 16,1 4-15-16,0-2-4 0,1 1-8 0,1 1-4 15,-2 0-45-15,2-1 45 0,1-2-56 0,1-1-61 16,1 0-28-16,-1-1-67 0,2 0-95 0,0-5-68 15,2 1-76-15,0-1-39 0,2-2-87 0,2-1-146 16,2-2-397-16,3-4-715 0</inkml:trace>
  <inkml:trace contextRef="#ctx0" brushRef="#br0" timeOffset="44914.9305">15558 5109 509 0,'6'-12'793'0,"0"0"-136"0,-2 3-33 16,-1 0-1-16,-3 9-65 0,5-17-46 15,-5 17-70-15,3-14-51 0,-3 14-53 0,3-9-59 16,-3 9-55-16,0 0-46 0,3-13-38 0,-3 13-43 16,0 0-23-16,0 0-14 0,0 0-13 0,0 0-9 0,0 0-6 15,6 7-7-15,-6-7-20 0,5 14-36 16,-2-4-48-16,1 1-39 0,2 0-29 0,-1 3-30 16,1-3-20-16,4 3-32 0,-1-1-4 0,1-1-29 0,2-1-8 15,1 1-8-15,1-2 4 0,-1-1 20 0,1-2 17 16,2-1 33-16,-2-1 15 0,0-3 62 0,-1-1 17 15,1-1 53-15,-2-2 38 0,0-2 26 0,-1 0 18 16,-1-4 37-16,1-2 29 0,-4 1 23 0,1-1 25 16,-1 1 14-16,-2-1 20 0,0 2 19 0,0-2-6 15,-5 10-7-15,7-13-32 0,-7 13-32 0,6-13-30 16,-6 13-25-16,4-9-18 0,-4 9-5 0,0 0-14 16,10-7-3-16,-10 7-2 0,0 0-4 0,14 4-7 15,-14-4 1-15,19 7-1 0,-4-1-5 0,2-2-3 16,3 1-17-16,5-1-15 0,1 1-17 0,3-2-19 15,2-2-21-15,0 1-8 0,0-1 1 0,1-1 10 16,-2 0 10-16,-2-1 19 0,-1-2 15 0,-2 0 7 16,-6 0 33-16,-1-2 31 0,-2-1 26 0,-1-1 23 15,-3-2 11-15,-2-1-3 0,-4-1 9 0,-3 0-28 16,-1-2-11-16,-2 0 1 0,-4-3-21 0,-1 1 2 16,-5-3-21-16,-1 0 14 0,-2 0-25 0,-3 2 3 15,2 1-1-15,-2 1-8 0,0 2-11 0,1 0-41 16,3 4-43-16,0 1-32 0,2 2-52 0,1 2-18 0,9 3-93 15,-14-2 26-15,14 2-66 0,0 0-37 16,0 0-104-16,5 14-363 0,9-8-375 0</inkml:trace>
  <inkml:trace contextRef="#ctx0" brushRef="#br0" timeOffset="45182.569">17579 4679 1111 0,'-3'-24'850'16,"-2"1"-132"-16,-2 2-94 0,2 1-61 0,1 5-68 15,-1 0-94-15,0 2-65 0,2 3-63 0,3 10-50 16,-8-15-6-16,8 15 1 0,0 0 3 0,-14 1-13 16,8 6-17-16,-1 4-26 0,1 4-23 0,1 1-15 15,2 6-21-15,1 1-17 0,2 4-11 0,2 5-8 16,3 0-21-16,3 6-10 0,4 0-6 0,2 0-42 15,1 0-79-15,0-1-72 0,3 0-104 0,-1-4-76 0,1-1-81 16,0-2-89-16,-3-6-50 0,-2 0-112 16,-1-6-124-16,-1-3-376 0,-3-2-782 0</inkml:trace>
  <inkml:trace contextRef="#ctx0" brushRef="#br0" timeOffset="45816.1285">17528 5013 489 0,'-13'-11'797'0,"-2"-1"-106"15,4 2-13-15,0 1-43 0,1-1-21 0,1 3-51 16,1 0-63-16,0-1-71 0,8 8-31 0,-11-11-66 16,11 11-71-16,-9-14-64 0,9 14-44 15,2-11-35-15,4 5-48 0,3 1-45 0,6-1-49 0,3 2-32 16,7 0-42-16,3 2-34 0,2 0-40 0,6 1-13 16,-4 0-17-16,1 1 8 0,-1 1 9 0,0-1 13 15,-2 1 10-15,-1 1 21 0,-3 0 26 0,-3-2 23 16,-2 2 18-16,-3-1 11 0,-1 2 14 0,-4-3 31 15,0 1 26-15,-13-1 27 0,21 3 8 0,-21-3 30 16,16 2-16-16,-16-2 4 0,14 2 2 0,-14-2 1 16,11 3-7-16,-11-3-6 0,9 3-1 0,-9-3-10 15,7 6-5-15,-7-6-2 0,7 10 0 0,-7-10-12 16,10 12 0-16,-5-4 2 0,0-1-1 0,1 0-12 16,0 2-1-16,3 1-15 0,-1-1-20 0,1 0-14 15,3 0-10-15,-3 0-2 0,2-2-6 0,2 0-14 0,-1-1-4 16,2 0 7-16,-2-1 10 0,1-3 3 15,0 1 17-15,-13-3-1 0,26-3 6 0,-13 1 7 16,1-3 1-16,1-1 11 0,-3-1-1 0,2 0 15 0,-3-1 25 16,1-1 13-16,-3 1-8 0,-2 0 60 15,1 2 11-15,-2-3 7 0,-6 9 0 0,11-10-6 16,-11 10-12-16,8-10-8 0,-8 10-20 0,6-7-12 16,-6 7-8-16,0 0-26 0,10-10-21 0,-10 10 15 15,0 0-3-15,0 0 1 0,15 4 2 0,-15-4 2 0,13 7 3 16,-5-2-2-16,3 1 5 0,3 0-4 0,-1 1-4 15,4-1 7-15,0 0-3 0,4-1-6 0,1 0-1 16,0 0 3-16,2-2-3 0,1 0 9 0,1-1-4 16,-4-1-8-16,1-1 0 0,3 0-4 0,0-3 4 15,-2 0 2-15,-1-1 0 0,0-2 7 0,-2-1 1 0,-3-4 13 16,1 2 24-16,-3-4 18 0,-2-1 0 16,-3-2-10-16,0-1-7 0,-3-1-9 0,-3 1-12 15,-2-1-5-15,-3 0-6 0,0 0-6 0,-3 0-3 16,-1 1-7-16,0 2-4 0,-1 2-22 0,0 1-72 15,-1 1-105-15,2 4-53 0,4 7-43 0,-7-7-58 16,7 7-78-16,0 0-54 0,0 0-88 0,-2 10-119 16,2-10-269-16,13 13-551 0</inkml:trace>
  <inkml:trace contextRef="#ctx0" brushRef="#br0" timeOffset="46131.9305">19245 4888 1183 0,'0'0'749'0,"5"-9"-63"0,-5 9-154 16,8-14-93-16,-8 14-42 0,11-14 6 0,-5 5-63 16,1 2-56-16,2-2-54 0,3 2-42 0,0-1-39 15,2 4-27-15,0 0-27 0,2 0-20 0,0 3-16 16,0 1-9-16,1 0-8 0,2 3-9 0,-1 2-11 16,0 0-1-16,3 1-8 0,-4 4-6 0,0-1 6 15,-3 2-3-15,0-1 1 0,-3 0-13 0,-2 2-1 16,-1 0 1-16,-1 0 1 0,-3-2 1 0,-2 0 11 15,-2-10 3-15,0 19-8 0,0-19 1 0,-7 17 3 16,1-10-1-16,-4-1 21 0,0-1 10 0,-5-1 6 16,-1-1-7-16,-3-3-4 0,0 0 10 0,-3-2-3 15,1-2-3-15,-1 0-8 0,1-1-7 0,0-1 0 0,5 0-4 16,0-1-7-16,2-1-4 0,2 1-14 0,2-2-73 16,4 0-104-16,3-2-94 0,3 11-95 15,3-21-98-15,3 9-82 0,4 0-142 0,4-2-575 16,1 1-877-16</inkml:trace>
  <inkml:trace contextRef="#ctx0" brushRef="#br0" timeOffset="48006.2846">21067 4861 131 0,'-8'-11'707'0,"0"0"-140"0,-1 0-30 15,0-1 12-15,1-1-30 0,-1 1-21 0,1 0-56 16,1 0-24-16,0 0-24 0,0 2-30 16,2 0-27-16,0 2-19 0,5 8-47 0,-8-16-49 0,8 16-53 15,-4-11-41-15,4 11-26 0,0 0-22 0,6-9-17 16,-6 9-13-16,20 2-4 0,-3 3-13 0,5 2-6 16,7 3-6-16,7 3-2 0,1 1-6 0,2 4 3 15,4 0-2-15,-3-1-7 0,-1 1 0 0,0 1-4 16,-4-1-3-16,-1-1-10 0,-6-2-20 0,-3-1-29 15,-6-3-35-15,-1-1-9 0,-4 1 16 0,-1-3 20 16,-4 1 11-16,-4-1 11 0,-5-8 5 0,4 14 11 16,-4-14-1-16,-8 11 11 0,1-5 4 0,-5-4-16 15,1 1-26-15,-3-1-15 0,-2-1-20 0,-1-2 15 16,-1-1 11-16,0-2-1 0,3-2-14 0,-1 0-2 16,1-3-13-16,1-1-8 0,3-1 3 0,2 0-8 15,2-4 0-15,2 1 14 0,3-3 8 0,3 3 15 16,5-3 8-16,1-2 14 0,4 2 11 0,4 0 5 0,3-1 7 15,4 0 4-15,1 2 1 0,2 1 3 16,2 3 9-16,1-1-1 0,0 3 4 0,2 1 2 16,2 2-8-16,1-1 6 0,1 2 5 0,3 0-11 0,-2 1 9 15,1 1-8-15,0 1-4 0,-1-2-3 16,-1 0 2-16,-1-1 3 0,-2 2 3 0,-5-2 5 0,-1-1 5 16,-2-1 13-16,-3 0 33 0,-1-2 20 15,-2-1 30-15,-4 0 18 0,-3-1-25 0,-1 0-5 0,-4 0-7 16,-3 0-5-16,-2-1-5 0,-2 1 8 15,-1-1-8-15,-4 1 0 0,-1 0-6 0,0 2-3 0,-3 1-11 16,-1 1 1-16,-1 2-14 0,0 3-4 0,-1 2-4 16,-1 3-7-16,-1 2-24 0,-2 4 28 0,1 4-13 15,1 2 11-15,0 6-15 0,2 2 22 0,5 2-2 16,3 0-2-16,3 1 2 0,5 1-5 0,5 5 10 16,9 3-9-16,4-1-4 0,6-2 3 0,5-2 7 15,5-3-9-15,11 2-1 0,2-3-12 0,-4-6-10 16,2-2-11-16,0-4-32 0,0-2-24 0,0-3-7 15,-2-2 11-15,-6-4 9 0,-7-1 9 0,-1-3 12 16,-2-1 10-16,0-4 0 0,-2-3 8 0,-1-3 12 16,-3-4-6-16,-3-2 1 0,-4-5 1 0,-1-2 7 15,-4-4-3-15,-1-6 7 0,-1-2-4 0,-4-2 11 16,-2 3-6-16,-3-2 2 0,0-5 41 0,-3-2-27 16,1 2 44-16,-5 1-47 0,1 2 61 0,-1 7-19 15,0 3 11-15,1 3-37 0,-2 6 35 0,3 3-56 16,0 3 34-16,-1 5-42 0,-1 4 32 0,7 7-46 0,-19-1 44 15,6 8-26-15,-2 4 25 0,1 4-35 16,-3 7 7-16,2 3 10 0,-2 7 6 0,5 1-19 0,0 5 38 16,6-3-7-16,5 1 0 0,2 3-5 0,7 5 0 15,5 0 0-15,7 6-9 0,5-2 7 0,5-4-7 16,2-2-11-16,2-5-25 0,-2-7-6 0,-1-3-7 16,2-3-17-16,1-3-30 0,0-3 0 0,-5-4 2 15,-1-5 16-15,1-2 15 0,-3-2-1 0,-3-4 15 16,-1-2 2-16,3-3 8 0,-1-2 14 0,-2-3 11 15,2-4 9-15,-2-4 8 0,-2 0 19 0,-2-2 5 16,-3-2 13-16,-2 2 2 0,-3 2 11 0,-2-1-10 16,-3 3-2-16,0 1-6 0,-3 2-5 0,-1 0-5 15,-1 12-10-15,-3-20-4 0,-4 12-4 0,0 2-5 16,-3 2-1-16,-2 2-8 0,-1 1 3 0,0 2-4 0,-3 2 1 16,1 3 1-16,-2 0-1 0,3 1-5 15,0 4 6-15,2-3-6 0,0 4 4 0,2-1 13 16,1 1-8-16,2 1-6 0,3-1-3 0,1-1-1 0,2 0 5 15,2 0 1-15,2 0-4 0,1 0-13 16,4-1-14-16,1 1-31 0,2-3-12 0,2 0-21 0,0-1-13 16,1-1 4-16,-2-1 13 0,0-2 21 15,1-1 19-15,-13-2 3 0,23-1 9 0,-12-3 8 0,-1-1-1 16,1-3 9-16,-2-1 0 0,0-3 14 0,-2-1-9 16,0-4 11-16,-1 3 2 0,-1-3 25 0,0 3 21 15,-1-1 4-15,-1 0 7 0,0 2-4 0,-1 1 5 16,0 2-25-16,-2 10 0 0,3-18-11 0,-3 18-2 15,3-14-16-15,-3 14-9 0,0 0 4 0,3-10-2 16,-3 10 4-16,0 0 2 0,0 0-10 0,2 11 6 16,-2-11 1-16,5 15 2 0,-1-5-2 0,0-1 0 15,2 4 14-15,2-1-11 0,1 0-1 0,4 2 0 16,-1-1-1-16,4-1-11 0,2 0-12 0,1-1-10 16,1-2-11-16,4 0-12 0,-1-4-2 0,1-1 6 15,-1-1 9-15,-1-2 16 0,-1-2 2 0,-1-2 8 16,1-1 6-16,-1-4 24 0,-3-2 18 0,0-1 33 15,-4-6-5-15,-1-2-6 0,-3-1 0 0,-3-4-4 16,-3-3-42-16,-2-6 44 0,-2-2-15 0,-5-8-3 0,-1-1-9 16,-2-1 3-16,-3 0 54 0,-1 1-31 15,-2 2 47-15,2 3-28 0,-3 3 47 0,5 7-19 0,1 4 13 16,1 6-50-16,1 2 9 0,2 3-47 0,0 7 17 16,6 7-35-16,-14-6 30 0,14 6-29 0,-12 11 34 15,7-2-33-15,2 8 10 0,2 2 11 16,2 6 3-16,3 6-28 0,5 5 47 0,2 4-40 0,5 0 54 15,0-1-10-15,3 0-10 0,0-1 1 0,1-2-10 16,1-1-11-16,-1-1-4 0,0-3-4 0,0 0 1 16,-4-8-10-16,-1-1-15 0,-3-4-43 0,1-2-15 15,-4-3 5-15,-1-3 11 0,1 2 11 0,-3-3 4 16,0-1 12-16,-6-8 0 0,9 11-14 0,-9-11-17 16,0 0-5-16,0 0 4 0,0 0 3 0,11-6-3 15,-11 6-18-15,2-14-23 0,-1 3-33 0,2 0-9 16,-2 0 14-16,3-1 11 0,-1 2 17 0,2-1 10 15,0 1 19-15,2 2 5 0,-1-1 11 0,1 2 6 16,0 0 11-16,3 2 12 0,-1 2 18 0,1 0 26 16,-10 3 17-16,22-2 12 0,-22 2 3 0,23 5 1 15,-11-2-10-15,2 2-4 0,-1 0-4 0,0 1-1 16,0 1-10-16,0 2-6 0,1-1-3 0,-1 0-4 0,0 1-3 16,-1 0-35-16,0-1-76 0,0 2-111 15,-1-4-118-15,0 2-132 0,-1-2-92 0,-1-1-189 0,-9-5-609 16,13 8-952-16</inkml:trace>
  <inkml:trace contextRef="#ctx0" brushRef="#br0" timeOffset="48192.2475">24056 4486 808 0,'-5'-17'835'15,"2"1"-80"-15,0 3-121 0,1 1-88 0,0 0-81 16,0 2-101-16,2 10-85 0,-4-17-62 0,4 17-47 15,0 0-32-15,5-13-26 0,-5 13-32 0,13 3-26 16,-4 3-71-16,3 2-100 0,2 6-87 0,0 0-95 16,1 6-74-16,-3-4-94 0,2 6-101 0,-2-3-497 15,-1 0-681-15</inkml:trace>
  <inkml:trace contextRef="#ctx0" brushRef="#br0" timeOffset="49083.2732">24295 4689 337 0,'12'-4'758'16,"-12"4"-69"-16,8-9-38 0,-8 9-53 15,10-16-62-15,-5 8-48 0,3-3 20 0,0 1-86 16,-1-1 18-16,3 0-74 0,-4 3 0 0,2 0-100 0,-2 1-23 16,0 1-86-16,-6 6 6 0,14-7-72 15,-14 7 21-15,16-1-59 0,-6 4 34 0,1 1-53 16,2 2 37-16,0 3-57 0,-2 0 42 0,0 2-42 16,1 0 36-16,-1 2-10 0,-1 0-10 0,-2-1-6 0,2 1-5 15,-3 0-11-15,-1-1-2 0,-1 0-1 0,0-2 4 16,-2 1-4-16,-3-11-5 0,2 17 2 0,-2-17 3 15,-5 15-9-15,5-15 4 0,-12 12-4 0,12-12 1 16,-17 7-5-16,17-7 5 0,-20 1 6 0,20-1-17 16,-22-2-13-16,12-1-10 0,1-3-21 0,0-1-36 15,0-1-21-15,2-4-19 0,2 0-14 0,3-1 2 16,-1-3-21-16,6-2-27 0,1-3 18 0,3-1 9 16,2-4 18-16,4 1 27 0,1 0 23 0,1 2 22 15,-1 0 12-15,3 3 10 0,-4 2 12 0,3 4 15 0,-1-1 5 16,-1 5 1-16,-1 1 8 0,0 3 8 0,1 2 7 15,-3 0 5-15,-11 4 5 0,24 0 4 16,-14 3 1-16,2 1 0 0,-2 0-8 0,-1 2 6 16,2 1-5-16,-2 2 3 0,0 0-8 0,-2-1 8 0,3 2-8 15,-3-2 0-15,0 1-12 0,-3-1 24 16,5 0-17-16,-3-2 10 0,0 1-1 0,1-1 0 16,-7-6-7-16,14 12 16 0,-14-12-17 0,13 11 24 0,-13-11-13 15,18 5-15-15,-18-5 12 0,16 2-8 0,-16-2 16 16,22-3-24-16,-11-1 9 0,3-1-15 15,-3-1 1-15,3 0-6 0,-1-1 12 0,0 0-12 0,1 2 20 16,-6-1-5-16,1 2 13 0,1 0-4 0,-10 4 20 16,13-6-19-16,-13 6 20 0,12-5-19 0,-12 5 34 15,0 0-10-15,15-1 26 0,-15 1-26 0,9 3 44 16,-9-3-29-16,10 7 48 0,-10-7-37 0,13 9 31 16,-5-3-6-16,2-1-4 0,1 0-10 0,2 1-7 15,3 0-8-15,0-2-16 0,1 2 1 0,3-1-9 16,-2-3-3-16,1 2-4 0,-1-2-1 0,2 0-1 15,-2-1-4-15,0-1-36 0,1-1 37 0,-1-1-36 16,1-1 41-16,-1 0-32 0,0-2 41 0,0-3-44 16,-1-1 37-16,0-2-39 0,1 0 40 0,-4-3-2 15,-1-1 0-15,1-1-11 0,-3-2-7 0,0 0-3 0,-2-2-1 16,-2-1 24-16,-1 0-36 0,-2 0 29 16,-4 2-39-16,0 1 30 0,0 0-35 0,-4 0 29 15,-1 2-30-15,1 1 29 0,0 2-32 0,0 3-2 0,1 1 13 16,-4 1-39-16,7 8 42 0,-7-6-41 0,7 6 30 15,0 0-34-15,-12 2 1 0,12-2 4 16,-3 12 4-16,3-12 5 0,2 21 0 0,2-6 12 16,1-1-2-16,1 4 3 0,4 0-13 0,1 2-27 0,2 2 20 15,3 0-16-15,-2-1 4 0,3 1-10 0,1-1 16 16,-1-1 6-16,3 0 2 0,-2-1 3 0,2 0-2 16,-3-2 5-16,-1-2 7 0,1 1 8 0,-2-2 3 15,1-1 6-15,-1-1 1 0,-4-1 0 0,1-2-4 16,-4 1 10-16,2-2 1 0,-1 0 6 0,-5-1 8 15,-4-7 1-15,7 12 4 0,-7-12-4 0,-2 12 0 16,2-12 5-16,-13 9-2 0,3-5 0 0,-5 1-6 16,-2-2-4-16,-2 0-37 0,-4-2-67 0,-4-1-89 15,0 0-108-15,-4 0-113 0,0-2-150 0,1-1-585 16,3 0-771-16</inkml:trace>
  <inkml:trace contextRef="#ctx0" brushRef="#br0" timeOffset="49287.8048">26176 4681 1852 0,'0'0'1152'0,"0"0"-171"0,0 0-178 0,0 0 7 0,0 0-69 16,0 0-9-16,0 0-33 0,0 0-278 0,0 0-421 16,0 0 0-16,0 0 0 0,0 0 0 0,0 0 0 15,-2-10 0-15,2 10 0 0,0 0 0 0,0 0 0 16,0 0 0-16,0 0 0 0,0 0 0 0,0 0 0 15,0 0 0-15,0 0 0 0,0 0 0 0,0 0-1103 16,0 0-1131-16,-11 2-2019 0</inkml:trace>
  <inkml:trace contextRef="#ctx0" brushRef="#br0" timeOffset="52135.7928">2341 7375 352 0,'-3'-18'507'0,"1"3"-93"0,0 0-60 15,0-4-3-15,0 1-16 0,1-2-36 0,0 0-25 16,1-2-18-16,1-2-7 0,0 1-19 0,2-1-19 16,1 1-39-16,1 0-22 0,2 1-27 0,1 0-22 15,1 2-20-15,1 1-17 0,2 2-9 0,0 0-12 16,1 4-13-16,4 1-4 0,-1 2-4 0,1 4-5 15,3 1-6-15,0 5 5 0,6 4-4 0,0 1-1 16,5 5 0-16,3 5-1 0,1 3-1 0,-1 4 0 16,-1 3 1-16,-1 3-1 0,-2 1-2 0,-2 1-2 15,-2 1 0-15,-3-1-3 0,-3 0 4 0,-2 1-7 16,-5-6 5-16,-3 1-4 0,-5-4 8 0,-1 0-8 16,-3-2 3-16,-4 1-3 0,-2 0 8 0,-4 1-1 0,-7 0-1 15,-5 0-1-15,-5 2-1 0,-5-5 1 16,-5 0-11-16,0-4 20 0,-3-3-11 0,-1-2 1 15,5-3 10-15,-4-6-13 0,4 2 48 0,2-4-11 0,-2-4 7 16,1 0 20-16,1-6 2 0,-1-3 30 0,3-4-51 16,3-4 21-16,3-3-44 0,3-2 21 0,7 1-5 15,2-2-14-15,4-1-3 0,5-3-7 0,3-1-3 16,3-1 4-16,4 1-45 0,4-2 33 0,7 1-28 16,3 0 34-16,1 4-29 0,4 2 0 0,3 2 0 15,2 5 4-15,2 2 2 0,-2 7-2 0,1 4 38 0,0 1-45 16,-2 6 14-16,-1 1-23 0,0 2 13 0,1 6-22 15,-1 4 13-15,-5 3 30 0,0 2-37 0,-4 2 4 16,-3 3 0-16,-3 3 1 0,-5 2-6 0,-3-2-4 16,-3 0-6-16,-3 3 13 0,-3 0 1 0,-3 3 11 15,-4-3-2-15,0 0 3 0,-1-3 2 0,-3 0 4 16,0-1 4-16,-2-2 4 0,2-3 1 0,0-4 0 16,1 0 1-16,2-5-3 0,0 1 4 0,2-5 0 15,-1-2 2-15,1 0-5 0,10-4-6 0,-18 0-2 16,18 0-13-16,-16-7-4 0,8 0 5 0,1 0 2 15,2-1 1-15,5 8 8 0,-8-15 7 0,8 15-1 16,-3-14 2-16,3 14-4 0,0-11 5 0,0 11-4 16,5-11 1-16,-5 11 10 0,12-7-7 0,-2 2 2 15,1 2-1-15,4 0 1 0,1 3 2 0,4 0 1 16,2 0-28-16,5 0-42 0,2 0-55 0,2 2-46 16,8-1-84-16,1 0 19 0,2-1-65 0,8 2-9 15,0-1-58-15,3-1-74 0,-1 0-310 0,0 0-261 16</inkml:trace>
  <inkml:trace contextRef="#ctx0" brushRef="#br0" timeOffset="52336.9059">3795 7366 774 0,'0'0'698'0,"17"1"-177"16,-17-1-82-16,0 0-58 0,1 14 6 0,-7-7-3 16,-4 5-12-16,-3 1-11 0,-8 5-36 0,-8 4-14 15,-4 4-64-15,-10 5-2 0,-3 4-37 0,-3 1-32 16,-4 1-34-16,-3 2-19 0,-1 1-24 0,-1 1-24 15,0-1-19-15,-1-2-9 0,0 0-12 0,2-2-9 16,1-2-5-16,3-1-6 0,4-2-22 0,2 0-67 16,10-4-86-16,3-7-80 0,6 0-79 0,4-5-122 15,7-3-49-15,3-3-100 0,4-2-182 0,10-7-280 16,-8 6-670-16</inkml:trace>
  <inkml:trace contextRef="#ctx0" brushRef="#br0" timeOffset="53385.9973">5690 7250 346 0,'-1'-21'605'16,"0"3"-82"-16,-2 2-63 0,1 0-22 0,-3 0-39 16,2 0-36-16,0 1-37 0,-1 2-11 15,2 3-7-15,-1-2-42 0,3 12-57 0,-5-18-42 0,5 18-40 16,-3-12-30-16,3 12-19 0,0 0-18 0,0 0-10 16,0 0-8-16,-7 8-7 0,7-8-3 0,0 26-2 15,0-8-7-15,0 3-1 0,2 2-5 0,0 2-3 16,0 1-4-16,0-1 11 0,0-1-9 0,0 1 1 15,0 0-6-15,1-2 9 0,-1-2-14 0,0 0 1 16,0-4-1-16,0-1 11 0,0 0-2 0,-1-4 0 16,0 1-2-16,-1-13 2 0,2 20 1 0,-2-20 6 15,1 14 14-15,-1-14 7 0,0 0-6 0,0 15-11 16,0-15-5-16,0 0 9 0,-4-10-17 0,4 10 1 16,-3-22-13-16,1 5 15 0,1-4-26 0,0-5 8 15,0-7-2-15,2-3 4 0,-1-1-6 0,0-1-1 16,2-6 7-16,0 7-1 0,0 1 0 0,2 3 3 15,-3 6 5-15,2 2-5 0,-1 4-2 0,-1 4-2 16,0 0-9-16,0 5-3 0,2 2 3 0,-3 10 9 0,7-11-5 16,-7 11 3-16,0 0 5 0,20 4 6 0,-10 5 0 15,2 4 9-15,2 1-2 0,2 6 2 16,3 2-3-16,1-1 1 0,3 4-2 0,2 0 1 0,2 0 4 16,1 0-5-16,1-2-1 0,2-1-6 0,0-2 12 15,0-1-10-15,-4-3 5 0,1-4-7 0,0 1 9 16,0-4-5-16,-5-1 5 0,-1-3-10 0,-2-1 19 15,-3-2-13-15,-1-1 30 0,0-4-33 0,-1-2 35 16,-2-1 39-16,-1-4 13 0,-3-2-1 0,-2-2 3 16,-3-3-10-16,0-6-6 0,-4-2-16 0,-2 0-4 15,-1-6-1-15,-2-1-43 0,-2-1 28 0,-3-4-41 16,2 6 40-16,-1 0-36 0,1 1 36 0,-2 3-35 16,2 6 32-16,1-1-43 0,0 4 37 0,1 2-42 15,2 2 35-15,-1 1-58 0,1 3-14 0,1 1-88 16,3 9-37-16,-5-16-26 0,5 16-17 0,-3-9-8 15,3 9-12-15,0 0-19 0,0 0-14 0,0 0-24 16,0 0 3-16,0 0 11 0,0 0 23 0,9 5 10 16,-9-5 6-16,7 10 6 0,-7-10 18 0,7 7 10 0,-7-7 35 15,8 9 11-15,-8-9 27 0,7 6 2 0,-7-6 48 16,0 0 17-16,8 9 53 0,-8-9 19 16,0 0 44-16,6 5-19 0,-6-5 22 0,0 0-12 0,0 0-17 15,0 0-42-15,0 0 20 0,0 0-58 0,0 0-72 16,0 0-109-16,0 0-273 0,0 0-7 0</inkml:trace>
  <inkml:trace contextRef="#ctx0" brushRef="#br0" timeOffset="55356.4796">7200 7294 38 0,'0'0'491'15,"8"-6"-70"-15,-8 6-93 0,7-6 7 0,-7 6-75 16,6-8 41-16,-6 8-7 0,7-13 5 0,-7 13 8 16,3-14-39-16,-3 14-30 0,1-14-14 0,-1 14-14 15,-1-16-24-15,1 16-9 0,-4-17-4 0,4 17-25 16,-9-16-30-16,4 7-19 0,-2 1-16 0,-1 2-10 16,-1 1-15-16,-1 0-9 0,-3 1 0 0,0 4-10 0,-2 2 1 15,-3 2 6-15,-2 3 1 0,-2 2-3 16,-2 6 3-16,1 0-14 0,1 2 12 0,0 0-5 15,2 3 2-15,2-1-29 0,1-1 34 0,5-1-19 0,1 0 16 16,3 0-20-16,2-4 11 0,2 2-19 0,2-2-8 16,2 0 5-16,2-1 3 0,3 1-2 0,0-4 1 15,6 3-5-15,3-4 0 0,2-1-5 16,5-2-17-16,1 0-25 0,0-3-5 0,1 2-4 0,-1-4-8 16,0-3 9-16,-1 1-3 0,-1-1 18 0,-1-1 4 15,-2-3 7-15,2 0 2 0,-3-4 7 0,-1 1-2 16,-2-2-1-16,-2-1 6 0,-4-1 4 0,0 0-5 15,-1-2 6-15,-1-1 6 0,0 2 23 0,-3-1 2 16,0 0 11-16,-1 3-4 0,1 0 25 0,-1 1-16 16,-1 12 18-16,2-19-2 0,-2 19-20 0,1-16-12 15,-1 16-13-15,1-12-10 0,-1 12-2 0,0 0-3 16,2-10 2-16,-2 10 1 0,0 0-5 0,0 0 2 16,0 0 1-16,9 9 4 0,-9-9-4 0,7 10-2 15,-7-10-17-15,6 12 21 0,-6-12-21 0,8 13 16 0,-8-13-25 16,9 14-1-16,-2-8-33 0,-7-6-11 15,12 14 9-15,-4-9-22 0,-1 0 2 0,1 1 3 16,1-2 8-16,0 0 10 0,-9-4 3 0,21 4 7 0,-21-4 5 16,19 1 8-16,-19-1 7 0,19-2 8 0,-19 2 6 15,20-7 6-15,-11 3 4 0,-1-3 2 0,1 1 3 16,-1-2 11-16,-2 1 18 0,1-1 19 16,0 0 12-16,-1 2 6 0,-6 6-10 0,10-12-4 0,-10 12-12 15,7-8-5-15,-7 8-13 0,9-7-7 0,-9 7-3 16,9-4 1-16,-9 4 5 0,0 0 3 0,13 0 3 15,-13 0 0-15,12 6 3 0,-12-6-8 0,14 8 2 16,-7-4-11-16,1 1 3 0,0 0-2 0,0 0 1 16,0 2-10-16,0-2 10 0,0 1-5 0,-1-1 27 15,0 1-38-15,1 0 6 0,-8-6-1 0,13 8-2 16,-13-8-15-16,11 6 7 0,-11-6 1 0,10 7 2 16,-10-7-3-16,10 3 9 0,-10-3-2 0,0 0 1 15,17-3 2-15,-17 3-6 0,11-8 0 0,-11 8-1 16,12-13 2-16,-5 5 0 0,-2-1 3 0,1 2-1 0,-2-1 7 15,-4 8 9-15,9-14 10 0,-9 14 6 16,8-11 17-16,-8 11-16 0,5-10 8 0,-5 10-37 16,0 0 19-16,7-8-22 0,-7 8 16 0,0 0-17 0,0 0 16 15,12-3-13-15,-12 3 13 0,0 0-20 16,13 9 21-16,-13-9-4 0,11 8-17 0,-11-8 21 0,12 12-16 16,-6-5 18-16,-6-7-25 0,12 13 20 0,-5-8-18 15,2 2 21-15,-2-1-22 0,1-1 16 0,-1 2-13 16,-7-7 23-16,15 9-25 0,-15-9 17 0,14 11-12 15,-14-11 12-15,14 8-18 0,-14-8 21 16,11 6-15-16,-11-6 16 0,12 4-23 0,-12-4 22 0,11 5-21 16,-11-5 13-16,10 5-17 0,-10-5 19 0,11 2-14 15,-11-2 13-15,0 0-19 0,15 3 19 0,-15-3-22 16,0 0 24-16,17 0-24 0,-17 0 37 0,12 0-40 16,-12 0 14-16,13-3-18 0,-13 3 19 0,15-2-8 15,-15 2 8-15,13-5-8 0,-13 5 8 0,14-5-2 16,-14 5 11-16,11-3-16 0,-11 3 15 0,11-5-7 15,-11 5 11-15,10-4-14 0,-10 4 12 0,8-5-24 16,-8 5 28-16,8-6-15 0,-8 6 14 0,9-6-12 16,-9 6 7-16,8-7-7 0,-8 7 8 0,8-6-12 15,-8 6 20-15,9-9-15 0,-9 9 7 0,10-8-7 0,-10 8 5 16,8-7-8-16,-8 7 13 0,8-9-8 16,-8 9 11-16,9-10-16 0,-9 10 13 0,7-11-16 15,-7 11 16-15,5-12-5 0,-5 12 19 0,4-13-15 0,-4 13 8 16,2-14-13-16,-2 14 16 0,-2-15-18 15,2 15 13-15,-3-14-14 0,3 14 18 0,-6-15-19 0,6 15 19 16,-7-13-22-16,7 13 38 0,-11-12-18 0,11 12-25 16,-10-9 16-16,10 9-14 0,-11-5 18 0,11 5-24 15,-14-5 28-15,14 5-21 0,-14 3 28 0,14-3-4 16,-16 12 6-16,8-4 28 0,1 3-2 0,-1-1 4 16,3 3-3-16,1 1 18 0,2 1 5 0,0-1-2 15,2-1-3-15,2 4 0 0,2-3 9 0,1 1-35 16,4-1 49-16,2 0-20 0,3-1 44 0,5-2-41 15,3-2 32-15,8-1-45 0,-2-3 30 0,7-3-47 16,2 0 41-16,2-4-59 0,2 1 41 0,5-3-58 16,1 0 40-16,-10 0-52 0,1-1 43 0,-2 0-49 15,-3-1 41-15,-6 3-61 0,-2-2 11 0,-5 1-99 0,-3 0-52 16,-1 1-108-16,-2-1-119 0,-5 1-194 16,-9 3-99-16,8-7-235 0,-8 7-444 0,0 0-970 15</inkml:trace>
  <inkml:trace contextRef="#ctx0" brushRef="#br0" timeOffset="56472.1313">10163 7031 626 0,'8'-9'586'0,"-2"2"-117"0,-6 7-36 0,10-16-21 16,-10 16-71-16,5-18-20 0,-5 18-49 0,1-20 1 15,-1 20-48-15,-4-22 2 0,-1 11-32 0,-1-2-26 16,-1 1-25-16,-1 1-24 0,-2 0-38 0,-1 1 2 16,-1 0-24-16,-2 3-9 0,1 1-22 0,-1 2 13 15,-4 2-3-15,3 1-6 0,-3 2 12 0,-1 4-2 16,-1 1 7-16,0 2-6 0,1 4-7 16,2 1 7-16,0 4-19 0,3-1 9 0,2 3-3 0,1-1 1 15,4 2-12-15,1 1 8 0,3-4-34 0,3 3 33 16,1-2-12-16,3 0 9 0,2 1-15 0,2-1 13 15,3 0-21-15,2-3 17 0,1-1-17 0,2-2 4 0,0 0-15 16,3-4-6-16,0 0-5 0,0-3 0 0,0-2-1 16,0-2-16-16,0 0 8 0,4-5 4 15,-4 3 12-15,-2-6-4 0,2 0 8 0,0-3 38 16,-2-2-36-16,-1-1 12 0,0-5-11 0,-2 2-4 0,0-6 14 16,-3 5 8-16,1-3 8 0,-7 4 8 0,3-3 24 15,-1 4 11-15,-2 0 3 0,0 1 1 16,-1 0 8-16,-1 4 6 0,0 0-18 0,-3 10-6 0,5-16-8 15,-5 16-15-15,4-13-11 0,-4 13-10 0,4-11-5 16,-4 11-6-16,0 0 5 0,7-7-4 0,-7 7 1 16,0 0-5-16,11 6 38 0,-11-6-41 0,11 8 28 15,-5-2-38-15,2 0 32 0,0 1-48 0,0-1 6 16,2 2-40-16,1 1 16 0,0-2-31 0,2 0-11 16,1 1-2-16,1-1-9 0,-1-1 11 0,4-1-10 15,2 1 11-15,-3-2-9 0,-2-1 7 0,2 0 41 16,-3-3-23-16,1 0 38 0,-1-3-10 0,-1 0 23 15,-1-1-4-15,1-4 29 0,-4 1-14 0,0-3 24 16,-2-1 0-16,0 1 31 0,-4-2 12 0,1 1 8 0,-1-2 22 16,0 2 13-16,-3 11 11 0,3-18 17 15,-3 18-8-15,3-15-17 0,-3 15-23 0,3-12-20 16,-3 12-14-16,1-9-16 0,-1 9-8 0,0 0-6 0,0 0 4 16,10-6-4-16,-10 6-4 0,8 7-5 0,-8-7 5 15,11 13-6-15,-4-6 32 0,1 2-37 0,0 1 29 16,1 1-35-16,1-1 33 0,0 0-36 15,0 1 31-15,0-1-53 0,0 0 3 0,-1-1-49 0,1 0 16 16,-2-2 1-16,1 0 21 0,-2 0-9 0,2-1 13 16,-9-6 6-16,14 8 15 0,-14-8-13 0,13 4 24 15,-13-4-2-15,15-2 2 0,-7-4-6 0,0 2 0 16,1-4 8-16,-1-2-12 0,1-2 1 0,0 2 11 16,-1-4 3-16,-1 3-1 0,0-1 6 0,0 0 12 15,-2 3 21-15,-1 0 16 0,1 1 3 0,-5 8-2 16,9-13-10-16,-9 13-11 0,7-11-14 0,-7 11-3 15,6-7-4-15,-6 7-11 0,0 0 2 0,11-6 1 16,-11 6 3-16,12 2-5 0,-12-2 5 0,19 5-6 16,-5 1-20-16,0-2-41 0,4 1-34 0,0 4-61 15,6-3-23-15,1 1-79 0,5 0-61 0,0 1-48 16,2 1-25-16,0-2-68 0,-2 1-118 0,1-2-454 16,-4 0-638-16</inkml:trace>
  <inkml:trace contextRef="#ctx0" brushRef="#br0" timeOffset="56937.1089">11689 6450 819 0,'-9'-40'835'0,"2"2"-106"0,-3 6-64 0,1 3 14 0,3 4-45 16,-4 6-34-16,5 0-90 0,0 3-62 0,-1 3-66 15,3 1-84-15,-1 2-62 0,4 10-48 0,-5-13-35 16,5 13-22-16,0 0 8 0,0 0-1 0,-2 11-15 15,5 4 72-15,1 7-101 0,3 7-6 0,2 4 1 16,2 7-71-16,1 1-18 0,5 3 0 0,-4 3 0 16,7 6 0-16,1 3 0 0,-1-2 0 0,2 1 0 15,2-4 0-15,-2 0 0 0,-2-10 0 0,-3-1 0 16,1-4 0-16,1-3 0 0,-4-2 0 0,-1-6 0 16,-3-4 0-16,0-3 0 0,-2-4 0 0,-3 0 0 15,1-3 0-15,-1 0 0 0,-2-3 0 0,-4-8 0 0,9 12 0 16,-9-12 0-16,0 0 0 0,0 0 0 15,7-8 0-15,-7 8 0 0,-3-19 0 0,-2 4 0 16,-1-3 0-16,-5-1 0 0,-1-4-46 0,0-1 4 0,-4 3 10 16,0-1 7-16,-2 1 0 0,-1 3 1 0,-3 2 7 15,-2 0-5-15,-2 5 4 0,-2 3 3 16,0 2-4-16,-1 4 6 0,-2 2-2 0,-3 4 22 0,-3 3-21 16,4 2 2-16,-4 6 4 0,3 2 1 0,7-2-2 15,4 0 5-15,3 3 63 0,7-2-80 0,2 1 72 16,6 0-73-16,3-2 71 0,5 0-72 15,6-1 80-15,4 1-102 0,11-1 39 0,3-1-111 0,5-4-37 16,10 0-139-16,2-5-67 0,4 0-73 0,-7-3-117 16,8-4-122-16,-2 1-235 0,-2-6-506 0,-4-2-1017 15</inkml:trace>
  <inkml:trace contextRef="#ctx0" brushRef="#br0" timeOffset="57570.224">13086 6761 145 0,'0'0'806'16,"0"0"-181"-16,5 8-116 0,-5-8-64 0,0 0-78 15,0 0 3-15,0 0-47 0,0 0-6 0,0 0-47 16,0 0-8-16,2 10-32 0,-2-10-10 0,0 0-8 15,0 0-9-15,4 11-19 0,-4-11-27 0,0 0-17 16,4 13-4-16,-4-13-23 0,6 10-8 0,-6-10-13 16,11 14-16-16,-3-9-18 0,2 1-1 0,1 0-18 0,4-1-33 15,1 0-39-15,2 0-43 0,0 0-28 0,0-1-12 16,2-1-14-16,-2-2-4 0,0-1 23 16,-2 0 20-16,-3-3 3 0,1 1 5 0,1-4-8 15,-3-2 11-15,-3-1 5 0,1-1 3 0,-4-4 35 0,-2 0-11 16,-2-2 33-16,-2-1-12 0,-2 1 50 0,-2 0-12 15,-4 0 16-15,-2 0 4 0,-1-1 9 0,-1 3 5 16,-3 1 9-16,-2 2 2 0,0 3-3 0,-1 1 8 16,-1 4 3-16,0 3 9 0,-2 0-21 0,-2 4 41 15,-1 2-42-15,-3 4 31 0,2 1-31 0,-1 3-5 16,3 2 4-16,3 1 1 0,2 3 22 0,3-1-9 16,5 0 8-16,1 0 10 0,5-1 43 0,4 0-27 15,2-1 38-15,7 2-52 0,3-1 23 0,7 1-56 16,6-2 23-16,9 1-44 0,4-3 26 0,7-2-74 15,0 0-18-15,2-3-106 0,0 0-39 0,2-3-84 16,-2 0-97-16,-1-4-90 0,-9 1-78 0,-1-2-83 16,-6-1-169-16,1-2-394 0,-2-1-788 0</inkml:trace>
  <inkml:trace contextRef="#ctx0" brushRef="#br0" timeOffset="58805.0175">14065 6700 1452 0,'-1'-12'876'0,"-2"2"-104"0,3 10-55 16,-7-17 7-16,7 17-118 0,-7-13 12 0,7 13-144 16,-4-10-80-16,4 10-65 0,-4-9-74 0,4 9-44 15,0 0-44-15,0 0-27 0,0 0-2 0,0 0 11 16,-12 7-36-16,12-7-57 0,0 18-56 0,3-5 0 16,-1 2 0-16,2 1 0 0,0 2 0 0,1 2 0 15,2 3 0-15,-1-2 0 0,2 2 0 0,0-1 0 16,1 1 0-16,1-2 0 0,-2-2 0 0,1 2 0 15,-2-4 0-15,0-2-8 0,0-1-48 0,-1-2-56 16,-1-1 58-16,-3-1-39 0,2-2 68 0,-4-8-39 16,10 11 58-16,-10-11-69 0,0 0 42 0,12 4-41 15,-12-4 50-15,10-8-34 0,-3 1 34 0,-1-4-34 16,-1 0-5-16,1-4 2 0,4-3 3 0,-3-1 15 16,1 0 6-16,-1 0 8 0,-1-1 16 0,2 3 8 15,-2 1 37-15,-1 1 20 0,1 1 24 0,-2 3 11 16,-1 1 3-16,2 1-3 0,-5 9-1 0,7-16-19 0,-7 16-10 15,4-12-19-15,-4 12-8 0,4-9-8 16,-4 9 2-16,0 0 19 0,0 0 8 0,14-1-3 16,-14 1-23-16,9 5 7 0,-9-5-19 0,11 13 19 0,-4-6-20 15,0 1 18-15,1 1-21 0,-1 1 15 0,1-1-22 16,2 1 2-16,-3 1-4 0,2 0 0 0,0-2 0 16,-2 1 0-16,0-2 0 0,-1-1 0 0,1 1 0 15,-7-8-11-15,9 13-24 0,-9-13 4 0,9 10 8 16,-9-10 5-16,8 8 8 0,-8-8-2 0,0 0-10 15,0 0-16-15,14 0-27 0,-14 0 1 0,7-14-14 16,-1 6 3-16,-3-3 12 0,3-2 1 0,0-1-10 16,-2-1 9-16,2 0 51 0,-1 1-38 0,-1 0 43 15,1 1-35-15,0 1 45 0,-3 3-36 0,3-1 39 16,-5 10-35-16,6-16 30 0,-6 16-36 0,4-12 31 16,-4 12-31-16,6-7 43 0,-6 7-30 0,0 0 47 15,13 1-35-15,-13-1 41 0,12 6-39 0,-12-6 8 16,15 11 1-16,-4-3 5 0,0-1-2 0,1 5 4 0,3-1-2 15,1 1 1-15,-1 1 1 0,5-2 0 0,3 3-4 16,-1-1-10-16,1-1-3 0,4 1-67 0,-2-1 7 16,2-3-72-16,2 1-2 0,-3 0-25 15,-1-2 19-15,0-3-11 0,0 0 7 0,0-1 2 0,-5-1 32 16,0-1 4-16,2-2 30 0,-4-2-1 16,2-1 26-16,-1-3 17 0,-1-1 7 0,-1-2 10 0,-1-1 5 15,0-4 0-15,-5 0-9 0,3-1 23 0,-6 2 29 16,-1-2 6-16,-2 0 30 0,-1 1-4 0,-1 0 62 15,0 3-26-15,-2-1 32 0,-1 12-36 0,-1-22 26 16,1 22-43-16,-6-17 31 0,6 17-40 0,-13-11 31 16,13 11-43-16,-16-5 42 0,16 5-38 0,-22 2 35 15,10 1-39-15,-1 3 31 0,-1 0-49 0,4 2 5 16,-2 1-1-16,0 1 0 0,2 1-1 0,1 1-4 16,1-1-5-16,1 3-7 0,1-2 2 0,2-1-2 15,2-1 10-15,4 2 19 0,-2-1-41 0,4 0 39 16,3 1-45-16,3-2 23 0,1 1-56 0,2-3-10 15,2 0 0-15,0 1-10 0,0-5-1 0,2 2 6 0,0-3 4 16,-2 0 9-16,-1 0 3 0,0-3 8 0,0-2 7 16,-2 0-10-16,1-1 16 0,-2-2-9 15,-1-2-2-15,-4 0 0 0,4-3 5 0,-4 1 0 0,-2-1 8 16,0-3-1-16,-3 1 1 0,1 0 2 0,-2 1 2 16,0-1 10-16,0 12 35 0,-2-21-41 0,2 21 33 15,-2-19-33-15,2 19 40 0,-2-14-44 0,2 14 36 16,-2-12-42-16,2 12 35 0,0 0-39 0,-3-12 37 15,3 12-38-15,0 0 9 0,0 0 1 16,0 0 6-16,0 0 3 0,3 13 2 0,-3-13 0 0,8 14 4 16,-1-6 0-16,1 1-3 0,1 2 2 0,2-2 2 15,3 1-4-15,0 0-11 0,5 0-7 0,-1 1-32 16,-1-3 22-16,3 2-49 0,-2-2 21 0,1-2-32 16,-1-1 30-16,-3-1-15 0,2 0 44 0,-4-2-16 15,-1-1 35-15,-12-1-3 0,23-1 27 0,-13-3 8 16,-1-2 1-16,-3-1-9 0,1-1 16 0,-3-2-6 15,-2-2 0-15,-2 0 8 0,0-1 35 0,0-2-18 0,-1 0 37 16,-2 2-42-16,1-1 33 0,-2 1-31 16,1 3 47-16,1 0-46 0,2 10 30 0,-5-17-55 15,5 17 30-15,-2-12-50 0,2 12 41 0,0 0-46 16,0 0 46-16,0 0-38 0,-14 1 52 0,14-1-42 0,-2 12 11 16,2-12 3-16,2 19-2 0,0-7-2 0,1-1 0 15,2 3-10-15,0-1-2 0,3 1-6 16,-1-2-15-16,2 3-41 0,1 0-27 0,1-1-97 0,1 0-33 15,-1-3-86-15,0 1-73 0,1-3-60 0,-3 1-120 16,0-1-29-16,0-1-96 0,-2-3-703 0,-7-5-969 16</inkml:trace>
  <inkml:trace contextRef="#ctx0" brushRef="#br0" timeOffset="59009.6996">15457 6403 859 0,'-14'-18'803'0,"2"2"-103"0,1 1-91 16,-1 0-53-16,3 2-34 0,0 2-92 15,0 0-21-15,4 4-79 0,-3-2-14 0,4 2-92 16,4 7-13-16,-9-14-81 0,9 14-3 0,-8-8-108 16,8 8-16-16,0 0-73 0,0 0-43 0,0 0-59 0,17 5-95 15,-4 3-88-15,3 4-83 0,7 1-76 16,0 3-183-16,1-1-439 0,1-1-749 0</inkml:trace>
  <inkml:trace contextRef="#ctx0" brushRef="#br0" timeOffset="59304.3019">15943 6341 1057 0,'1'-16'890'0,"-1"2"-82"0,0 1 25 0,-1 1-66 15,0 3-38-15,1 9-126 0,-2-18-71 0,2 18-104 16,-3-17-88-16,3 17-70 0,0 0-42 0,-2-11-43 15,2 11 39-15,0 0 20 0,0 17-191 0,1-2-53 16,3 4 0-16,0 5 0 0,1 6 0 0,2 5 0 16,2 5 0-16,4 2 0 0,-1 0 0 0,3 3 0 15,0 0 0-15,6 6 0 0,-5-7 0 0,5 7 0 16,-3-10 0-16,-1 0 0 0,0-1 0 0,-1-4 0 16,0 0 0-16,-2-2 0 0,-2-9 0 0,-1 0 0 0,-2-4 0 15,1-2 0-15,-2-1 0 0,-1-3 0 16,0-3 0-16,0 1 0 0,-1-3 0 0,-1-1 0 15,0 0 0-15,-5-9 0 0,9 14 0 0,-9-14-455 16,11 7-336-16,-11-7-110 0,10 3-1005 0,-10-3-1631 0</inkml:trace>
  <inkml:trace contextRef="#ctx0" brushRef="#br0" timeOffset="61855.3738">17834 6857 435 0,'0'0'376'0,"-14"-4"-27"15,14 4-46-15,-14-5 1 0,14 5 9 16,-13-7-19-16,13 7-11 0,-13-10 17 0,13 10 49 16,-13-9-27-16,6 2-27 0,0 1-59 0,2-1-4 0,-1-2-29 15,0 2 5-15,1-1-3 0,0 1-15 0,0-1-33 16,0-1 35-16,1 2-57 0,1-2 5 15,3 9-57-15,-6-16 36 0,6 16-43 0,-3-15 25 0,3 15-51 16,0-14 21-16,0 14-49 0,7-15 25 0,0 9-39 16,2-1 24-16,5 2-42 0,0 0 36 0,4 3-41 15,2 0 36-15,1 4-46 0,3-1 30 0,1 4-56 16,-1 0 37-16,-2 3-34 0,1 0 28 0,-1 3-28 16,-3 0-7-16,-3 1-2 0,-1 2 9 0,-2-1 4 15,-4-1 9-15,-3 2 3 0,-3 0 1 0,-3-2 12 16,-4 4-20-16,-1-3 29 0,-6 3 1 0,-3-2 6 15,-2 1 0-15,-7-1-8 0,-1-1 13 0,-2-1 10 16,0-1-16-16,-1-2 14 0,1-1-19 0,1-4 17 16,1 0-21-16,3-1 27 0,-1-3-29 0,2-1 3 15,2-2-20-15,1-2-30 0,2-1-14 0,2-2-19 16,3-3-22-16,3-2-41 0,3 0 18 0,3-5-24 16,5 1-6-16,3-4-17 0,5-5 9 0,7-6-5 15,3-1 12-15,2 0 22 0,5 0 17 0,5-5 22 16,5-4 22-16,-2 0 11 0,2 2 15 0,0 0 22 15,2-1 7-15,-2 0 15 0,-2 0 17 0,-1 0 32 16,-1 2 53-16,-9 4 26 0,-1 1 12 0,-2 1 20 0,-3 0 9 16,-4 3 21-16,-3 4 20 0,-3 2-5 0,-3 3-23 15,-1 1 4-15,-2 4-19 0,0 2-17 0,-2 1-35 16,0 2-7-16,-2 11-38 0,2-17-3 16,-2 17-12-16,0 0 5 0,0 0-21 0,0 0 2 0,0 0-8 15,-8 14 1-15,7 2-1 0,2 9 5 0,2 6-10 16,3 10 4-16,3 7-7 0,6 12 11 0,2 4-21 15,5 2 28-15,1 6-21 0,2-1-1 0,9 20 37 16,-7-13-35-16,4 16 0 0,-4-15 6 0,-2-1-29 16,0 1-15-16,-2-6-7 0,-2-1-5 0,-2-3 6 15,-3-4 4-15,0-3 32 0,-5-1-23 0,-3-15-2 16,-3 1 18-16,-3-4-2 0,-1-8 6 0,-3-1 5 16,-2-3 11-16,-2-3 16 0,0-3 4 0,-1-4 20 15,-2-2 10-15,-3-1 1 0,0-3-8 0,-3-2 15 16,2-5-8-16,-1 0-10 0,-2-4-3 0,0-1-11 15,-1-5-4-15,-1-2-7 0,-2-2-3 0,-1-4-8 16,-1-4-5-16,2-1-3 0,0-4 24 0,1-1-53 16,4-2-8-16,0 0-28 0,6 1-12 0,1 0-15 0,3-1-37 15,4 1-44-15,2-2-30 0,4 0-64 0,3 2-40 16,6-5-49-16,3 4-33 0,6-5-89 16,2 2-108-16,5 0-394 0,1 5-565 0</inkml:trace>
  <inkml:trace contextRef="#ctx0" brushRef="#br0" timeOffset="62738.6395">19537 6115 1506 0,'-16'-18'743'0,"3"3"-128"0,3 3-70 0,2 1-56 15,0 1-53-15,1 3-36 0,7 7-9 0,-9-11-30 16,9 11-60-16,-6-7-60 0,6 7-53 0,0 0-51 16,0 0-25-16,0 0-25 0,-8 8 6 0,8 3 17 15,0 7-2-15,2 7 34 0,1 8-37 0,3 11 26 16,2 4-61-16,2 2 45 0,4 12-70 0,0 3-7 16,4 1-4-16,2 4 10 0,-1 2-16 0,3 0-1 15,1 2-8-15,0-3 58 0,-1 2-79 0,2-5 60 0,1-4-83 16,-1-3-16-16,-2-4-1 0,1-2 4 0,-5-13-6 15,-2-3-1-15,1 0-8 0,-3-4-1 0,-2-7 8 16,-3-7-18-16,-1-1 0 0,-1-3 12 16,0-2 11-16,-1-2 9 0,-1-2 23 0,-2-3-13 0,-3-8 16 15,6 11-18-15,-6-11-6 0,0 0-15 0,0 0-9 16,0 0 1-16,-2-12-12 0,-1 0-5 0,-3-2 31 16,-1-7-46-16,-3-5 28 0,0-4-46 0,-4-9 24 15,0 0-15-15,-1-5 21 0,0 0-22 0,-2-11 23 16,2 10 13-16,3-4 16 0,-1 3 8 0,2 1 0 15,2 3 20-15,0 0-10 0,4 7 21 0,2 2-11 16,1 4 15-16,1 2-14 0,2 4 14 0,1 0-24 16,2 5 24-16,1 1-13 0,3 2 6 0,0 3-5 15,3 1 9-15,3 4-8 0,1 1 12 0,2 5-13 16,1 1 13-16,1 4-8 0,4 0 9 0,-2 4-3 0,1 2 12 16,-1 1-18-16,1 3-4 0,0 0 13 15,-1 3-2-15,-5-4-17 0,0 2-19 0,-3 0-16 16,-1-1-20-16,-3-2 19 0,-3 1-14 0,-2 0 29 0,-2-2-8 15,-4 1 12-15,-2-2-25 0,-4 1 2 0,-6-1-43 16,-2 0 16-16,-5-1-34 0,-4-1 42 0,1-1-16 16,-2 0 37-16,0-3-10 0,0 1 30 15,2-3-10-15,4 2 25 0,2-2-12 0,1-1 24 0,3 1-32 16,2 0 5-16,12-2-29 0,-20 1 4 0,20-1-13 16,0 0 18-16,0 0-5 0,0 0 5 0,0 0-18 15,0 0-10-15,21-3-16 0,-8 1 14 0,6 0-18 16,-1 1 7-16,4-3-8 0,4 3 4 0,1-2-4 15,1 0 11-15,1 0 16 0,3-1-15 0,1 0 24 16,0-1-32-16,-1 1 44 0,0-2-23 0,-2-1 47 16,0-1-7-16,-2-1 39 0,0 0 7 0,-6-1 38 15,0 0 16-15,-1 0 11 0,-3-2 35 0,1-1-13 16,-3-1 42-16,-2-1 5 0,-1 2 16 0,0-1 12 16,-4 0 4-16,-2 1-9 0,1 0-13 0,-3 1 1 15,-2 2-12-15,0-1-28 0,-3 11-21 0,1-18-15 16,-1 18-16-16,-4-11-8 0,4 11-6 0,-10-7 15 15,10 7-32-15,-19 3 20 0,7 3-9 0,-2 1 8 16,3 2-25-16,-1 2 12 0,2 0-7 0,1 2 12 16,1 1-12-16,2 1 1 0,2 2-2 0,1-1-17 15,2 0 10-15,3 0-11 0,2 0 5 0,3 2-4 16,4 0 6-16,3-1-41 0,5 1-32 0,4-3-105 16,2 1-84-16,2-3-88 0,1-1-51 0,1 0-139 0,1-5-585 15,-5-1-726-15</inkml:trace>
  <inkml:trace contextRef="#ctx0" brushRef="#br0" timeOffset="63123.5116">20789 6728 361 0,'0'-14'850'16,"-1"3"-189"-16,1 11-41 0,-1-22-40 0,1 22-45 15,0-17-57-15,0 17-99 0,0-14-52 0,0 14-96 16,1-11-15-16,-1 11-76 0,0 0-1 0,10-7-49 15,-10 7 6-15,16 4-40 0,-4 2 18 0,2 5-35 16,2-1 15-16,1 5-39 0,1 1 3 0,2 3-9 16,-2 2-12-16,-2-2-9 0,1 1-18 0,-3 1-6 15,-3-2-15-15,0-1 6 0,-2-1 10 0,-2-2-4 16,0-1 12-16,-2-2 2 0,-1 0 5 0,-1-3 7 16,-3-9 2-16,1 18 17 0,-1-18-6 0,-2 11 17 15,2-11 2-15,-7 8 35 0,7-8-4 0,-12 1 29 16,12-1-42-16,-17-4 21 0,5-2-32 0,0 0 1 15,-1-4 14-15,-2-1 9 0,1-2 5 0,0-1-13 16,2-3 1-16,1-1-10 0,2 0 31 0,3 0-54 16,2 0 31-16,1 1-45 0,3 0 34 0,0 1-41 0,2 0 27 15,2 0-44-15,1 2-3 0,1 0-56 0,4 1-6 16,-1 2-33-16,5-2-29 0,2 1-40 16,0 3-47-16,2-1-67 0,-2 3-86 0,1 1-19 0,1 2-129 15,-2 1-129-15,2-2-302 0,-2 3-565 0</inkml:trace>
  <inkml:trace contextRef="#ctx0" brushRef="#br0" timeOffset="63524.0048">21484 6556 357 0,'0'0'768'0,"7"-13"-160"0,-7 13-6 0,4-14-44 16,-4 14-73-16,3-16-49 0,-3 16-24 0,1-16-56 15,-1 16-2-15,1-13-47 0,-1 13-51 0,0-12-50 16,0 12-41-16,0 0-25 0,-2-16-45 0,2 16-17 15,0 0-21-15,-12-4-9 0,12 4-12 0,-20 4-42 16,10 0 37-16,-4 3-46 0,1-1 34 0,1 5-39 16,0-3 31-16,2 4-40 0,-1 0 26 15,2 0-44-15,2 0 34 0,1 1-11 0,3 0 18 0,0 1-29 0,4-2 1 16,2 0 3-16,2 3-4 0,2-2 7 16,3 2-4-16,3-1 9 0,0 2 1 0,3-2 6 15,-2-1-2-15,2-1-1 0,0 0 7 0,0 1 3 0,-2-2 6 16,4 0-2-16,-6-2-2 0,0 1 3 0,-1 0-20 15,0-1 21-15,2-1 4 0,-4-1 7 0,-1 1-13 16,-1-1 28-16,2 0-41 0,-2 0 28 0,-2 0-19 16,1 0 19-16,-6-7-17 0,10 12 21 0,-10-12-23 15,5 11 26-15,-5-11-12 0,3 10 24 0,-3-10-20 16,-3 11 35-16,3-11-31 0,-13 10 27 0,3-6-43 16,-4-1 42-16,-3 0-42 0,-3 0 28 0,0-1-29 15,-2 0 30-15,-1-1-37 0,1 0-15 0,1-1-38 16,0 0-63-16,4 0-99 0,2-1-106 0,2-1-146 15,2 0-215-15,11 2-625 0,-10-5-923 0</inkml:trace>
  <inkml:trace contextRef="#ctx0" brushRef="#br0" timeOffset="63922.0582">21836 6813 482 0,'5'-8'787'0,"0"-3"-147"15,-2 3-104-15,2-3-23 0,-1 0-46 0,1-3-40 16,-1 0-38-16,1 1-44 0,0 0-3 0,1 0-59 16,-1 0-16-16,1 1-61 0,-2 3 10 15,1 0-82-15,0 1 6 0,-5 8-67 0,13-12 16 0,-13 12-55 16,14-6 24-16,-14 6-42 0,19 4 23 0,-9-1-38 16,2 4 32-16,-1 1-38 0,0 3-1 15,1 1 6-15,-2 3 5 0,1 1-2 0,-1 1 4 0,0 0 0 16,-3 2 3-16,2 0-2 0,-3-4 3 0,-1 1 10 15,-1 0 29-15,0-1-41 0,-2 0 40 0,0-1-29 16,-2-2 49-16,-1 0-24 0,-2 0 61 0,0-4-18 16,-3 1 51-16,-1-1-49 0,-4-1-2 0,-2-2-1 15,-2-1 2-15,-1-1-6 0,0-3-14 0,-2 0-6 16,-3-3-18-16,0-3-4 0,0 2-9 0,-1-4 0 0,2-1-12 16,1 2 2-16,2-2-5 0,4-1-5 15,0 0-5-15,4 0-11 0,1-2-40 0,2 0-50 16,1 0-64-16,4 1-17 0,1 0-97 0,5-4-26 15,2 3-31-15,2 1-54 0,4-1-38 0,2-1-51 16,3 4-16-16,-1-2-63 0,3 2-96 0,0 1-486 0,0-1-747 16</inkml:trace>
  <inkml:trace contextRef="#ctx0" brushRef="#br0" timeOffset="64306.1835">22268 6594 491 0,'8'-6'773'0,"0"0"-97"0,-8 6-11 16,10-12-32-16,-10 12-3 0,9-10 17 0,-9 10-90 15,8-7-9-15,-8 7-122 0,7-9-14 0,-7 9-155 16,0 0 5-16,8-8-112 0,-8 8 25 0,0 0-79 16,9 6 86-16,-3 0-75 0,1 2 7 0,1 3-1 15,0 1-10-15,1 1-3 0,3 4-43 0,-1-1-40 16,1 1-17-16,0 2 0 0,1 2 0 0,1 2 0 16,-2 0 0-16,0-4 0 0,-1 0 0 0,-1 0 0 15,1-2 0-15,-2 0 0 0,-1-4 0 0,-1-1-4 16,1 1-56-16,-4-4 5 0,1 0 16 0,-5-9 4 15,9 13 9-15,-9-13 7 0,7 10 7 0,-7-10-1 16,0 0 1-16,0 0 14 0,0 0-19 0,0 0-2 16,5-12-28-16,-5 12-21 0,1-15-16 0,0 3-16 0,-1-2-12 15,2-2 39-15,1 0-26 0,0-3 51 16,1 3-24-16,-1-1 43 0,1 3-29 0,1-1 47 0,-1 2-34 16,-1 3 43-16,1-1-38 0,-1 1 46 0,-3 10-41 15,9-15 45-15,-9 15-42 0,13-9 41 16,-13 9-38-16,19-4 42 0,-19 4-38 0,23 3 40 0,-11 0-39 15,4 2 18-15,-2 2-114 0,2-1-86 0,3 2-71 16,-1 2-127-16,0-1-96 0,1 1-93 0,0 0-929 16,1-2-1151-16</inkml:trace>
  <inkml:trace contextRef="#ctx0" brushRef="#br0" timeOffset="64706.7116">23504 6553 244 0,'1'-14'708'0,"0"2"-135"16,-1 12-72-16,0-22-54 0,0 22-72 0,-1-19-47 15,1 19-59-15,-4-14-52 0,4 14-41 0,-10-13-32 16,10 13-26-16,-18-5-21 0,18 5-22 0,-24 3-9 16,12 1-13-16,-1 2-13 0,-1 0-8 0,3 3-3 0,-2 1-2 15,3-2-4-15,1 2-4 0,-1 2-2 16,2 0-2-16,2-1 0 0,0 1 11 0,3 0-2 15,1 0 1-15,0-1 22 0,4 1-19 0,0 1 18 0,2 1-32 16,3-2 20-16,1 2-24 0,3 1 18 0,1-2-24 16,1 1 21-16,1 0-26 0,-1 0 13 0,1-2-14 15,0 0 19-15,-1-2-19 0,-2 1 11 0,2-1-14 16,-1 0 16-16,0-1-19 0,0 0 29 0,-2 1-13 16,0-2 29-16,0 0 12 0,-1 1 5 0,-2-1-11 15,0-1 4-15,0 0-17 0,-2 1 6 0,-5-8 1 16,8 13 11-16,-8-13 7 0,3 13 6 0,-3-13 22 15,-2 12-6-15,2-12 30 0,-13 10-18 0,3-4 47 16,-5 0-48-16,-4-3 25 0,-5 1-59 0,-4 1 25 16,-7-2-52-16,-2 1 23 0,-2-3-63 0,-1 1-90 15,-1-2-132-15,3-1-199 0,-1 0-213 0,-2 0-921 16,4-1-1210-16</inkml:trace>
  <inkml:trace contextRef="#ctx0" brushRef="#br0" timeOffset="66892.0385">24967 6704 197 0,'-7'-18'615'0,"-2"1"-121"16,1-2-58-16,-1 1-10 0,0 0 15 0,2 1-47 16,-1-1 13-16,2 2-15 0,-2-3-12 0,3 5-61 15,0 1-7-15,1 0-49 0,-1 1 16 0,2 4-78 16,-1-2 0-16,4 10-64 0,-6-14-15 16,6 14-64-16,-6-7 20 0,6 7-41 0,0 0 33 0,-9 11-32 15,4 0 41-15,0 5-40 0,-2 4 35 16,-1 4-38-16,1 4-5 0,-1 1-9 0,0 3 7 0,1 1-6 15,3 0-3-15,-2-1-2 0,2 2-2 0,3-2-1 16,1-4 32-16,0 0-41 0,2-3 30 0,1 0-51 16,3-2 28-16,1-2-63 0,2 0 0 0,2-5-49 15,2-2 36-15,2-2-41 0,1-4 24 0,3-4-24 16,-2-1 20-16,2-3-9 0,1-3 4 0,2-3 10 16,-3-2 10-16,1-2 18 0,-3-2 4 0,1-4 10 15,-4 0-3-15,4-4 13 0,-5-1 1 0,1 3 8 16,-5-1-8-16,1 1 13 0,0 1 8 0,-3 4 20 15,0 1 5-15,-1 0-13 0,-2 3-4 0,2 1-7 16,-6 8-1-16,7-12 5 0,-7 12-6 0,0 0 5 16,10-5 2-16,-10 5-1 0,0 0 2 0,12 7-3 15,-12-7 0-15,11 10 5 0,-4-3-7 0,3 1 6 16,2 1-2-16,1-1 7 0,5 4-3 0,3-4 2 16,3 0 0-16,5 1-7 0,2-2-17 0,5 0-18 15,10 1-31-15,-2-2 2 0,2-2-16 0,-4-1 15 16,-4-1-19-16,1-1 21 0,-8-2-4 0,-2-1 38 15,-3-1-11-15,-4-3 25 0,-2 0-3 0,-3-2 39 16,-5-3-11-16,-3-2 27 0,-5 0-12 0,-2-5 17 16,-4 0-16-16,-2-7 18 0,-5-1 2 0,-2 0 6 15,-1-2 29-15,-1 1-23 0,-3 2 5 0,1 2-11 16,-3 2-2-16,3 2-19 0,1 3 11 0,2 2-27 16,1 3 9-16,2 2-15 0,2 3 18 0,7 6-31 15,-16-6-26-15,16 6-60 0,-11 2-82 0,11-2-80 16,-4 10-89-16,4-10-57 0,2 15-115 0,4-3-719 15,4-2-841-15</inkml:trace>
  <inkml:trace contextRef="#ctx0" brushRef="#br0" timeOffset="67641.3027">26197 6247 1220 0,'2'-44'918'0,"0"8"-178"15,-2 0-48-15,-2 2-88 0,0 1-3 0,-1 5-53 16,-2 3-6-16,3 3-117 0,-1 3-11 0,1 3-150 16,0 1 8-16,0 4-135 0,2 11 33 0,-4-17-100 15,4 17 52-15,0 0-89 0,-7 6 65 0,3 5-92 16,-3 8 7-16,2 5 1 0,-2 8-7 0,1 9 68 16,-2 5-78-16,2 2 75 0,2 2-92 0,-1 1 72 15,3 1-61-15,0-1-46 0,2 5-8 0,2-6-20 16,0-1-26-16,2-2 5 0,3-2-19 0,0-3-1 15,2-4 10-15,0-6-6 0,-2-3-12 0,4-3-2 16,-4-4-3-16,1-5 15 0,-1-2 18 0,1-2 14 16,0-4 15-16,-1-1 5 0,-7-8 4 0,18 5 18 15,-18-5-1-15,15-5 8 0,-8-1 4 0,1-5 7 16,0-2-5-16,-1-1 8 0,-3-3-1 0,3-1 22 16,-2 1-10-16,-1 1 47 0,1 1-15 0,-3-1 62 0,2 4-29 15,-2 2 36-15,0-1-52 0,-2 11 27 0,6-17-58 16,-6 17 24-16,4-12-36 0,-4 12 35 0,0 0-41 15,9-7 43-15,-9 7-39 0,0 0 36 16,18 7-31-16,-9-3 35 0,2 3-33 0,1 0 2 16,1 1 4-16,5 3-1 0,0-1 0 0,4 0 5 0,3 2-5 15,0-1 3-15,-1 1 2 0,3-3-1 0,-2-1-3 16,-2 0-3-16,-2-1 0 0,2-2-8 16,-5 0 9-16,0-2 4 0,-2-1 1 0,-1 0 0 15,2-3 6-15,-2-2-2 0,1 0 5 0,-3-3-5 16,3-1 32-16,-1-4-25 0,-1 0 48 0,1-6-59 15,0 3 45-15,-2-4-48 0,1 0 37 0,-1-2-26 0,1 1 28 16,-3 2-3-16,0 0-45 0,3 3 38 16,-4 1-44-16,-1 2 32 0,1 2-8 0,1 1-7 15,-3 3-37-15,4 2 40 0,-12 3-36 0,20 1 40 16,-10 3-35-16,2 1 39 0,-1 2-37 0,-1 2 43 16,1 0-41-16,-2 3 38 0,0-2-39 0,0 1 5 0,0 1 5 15,-1 0 5-15,-2 0 0 0,2-1 8 0,-3-1-8 16,-1-2 1-16,1 1-4 0,-5-9 2 0,7 15 2 15,-7-15 0-15,2 12 7 0,-2-12-4 0,-4 10 4 16,4-10-4-16,-12 7 2 0,1-5 6 0,-3-1-6 16,-1-1-4-16,-2-1 23 0,-2-1-49 0,-6-2 10 15,2-2-46-15,-1-1 34 0,2-1-54 16,1 1 22-16,-1-2-54 0,6 0-10 0,2 1-8 0,6-3-44 16,1 2-19-16,7 9 2 0,0-18-9 0,7 8-5 15,4 1-30-15,3-2-43 0,5 1-52 0,4 1-117 16,0 0-170-16,4-1-307 0,0 0-505 15</inkml:trace>
  <inkml:trace contextRef="#ctx0" brushRef="#br0" timeOffset="68808.4834">28515 6434 1013 0,'8'-12'706'0,"-2"1"-134"0,0 3-81 0,-2-3-44 16,-1 3-73-16,-3 8-62 0,3-21-38 16,-3 21-22-16,-2-21-48 0,-2 13-36 0,0-1-34 15,-4 3-26-15,1 0-19 0,-4 3-15 0,-1 0-1 0,-1 3-16 16,-4 3-8-16,1 3-6 0,-3 1 4 0,1 4 0 15,-1 2-21-15,2 0 26 0,0 5-21 16,2-1 15-16,3 1-24 0,2 1 31 0,0 0-20 16,5 2 20-16,1-3-25 0,4 1 42 0,2 0-32 0,3 1 25 15,5-1-40-15,2 0 29 0,5 1-44 0,2-3 13 16,3-1-51-16,2-2 2 0,-3-3-35 16,0-2 12-16,0-1-11 0,-2-3 22 0,0 1-3 0,-1-4 18 15,-4-2-3-15,0-1 16 0,0-1-6 0,-1-3 14 16,1 0-3-16,-1-4 15 0,-3 0-12 0,1-1 13 15,0-7-21-15,-1 1 22 0,-2-1 1 0,0-1 14 16,-1 0 15-16,0 4 11 0,-2-3 20 0,0 4 27 16,-1 1 8-16,0 2-14 0,-4 10-18 0,6-17-26 15,-6 17-18-15,6-14-16 0,-6 14-4 0,0 0-1 16,6-10-6-16,-6 10 1 0,0 0-1 0,5 7-1 0,-5-7 1 16,7 12 7-16,-3-3 13 0,2 0-3 15,3 3-32-15,1 1 44 0,2-1-38 0,5 1 37 16,1 1-37-16,4 0 37 0,3-1-49 0,2-3 29 0,2 1-49 15,1-3 26-15,0 0-44 0,-3-2 39 16,-1-2-25-16,-1-1 39 0,-3-2-29 0,0 1 45 0,-2-3-4 16,0-1 0-16,-1-1-2 0,-2 0 5 0,0-3-3 15,-2-1-4-15,-1-1 1 0,-1-1 1 0,1-4 0 16,-3-1-5-16,0-2 1 0,-1-2-8 0,-2-1-20 16,-1-2-5-16,-1-1-16 0,1 0 5 0,-2 0-11 15,-1 0 8-15,0 1 2 0,1 1 9 0,-1 3 5 16,-1 2 6-16,2 0 8 0,-2 3-7 0,-1 2-1 15,1-1-21-15,0 0 9 0,0 2-22 0,-3 9 12 16,9-13 3-16,-2 6 3 0,0 2 9 0,-7 5 1 16,17-8 12-16,-7 4-9 0,1 3 4 0,1-1 2 15,2 1-3-15,0 1 6 0,2 1 2 0,0 1-1 16,4 0 2-16,-2 3 0 0,-1-1 3 0,0 3-3 16,-2 0 4-16,1 0 3 0,-2 1 6 0,-2 2 21 15,0-2 6-15,-2 3 4 0,0-1 8 0,-2 0 7 16,-1 2 14-16,0 0 2 0,-2-2 20 0,0 0-4 15,-1 2-3-15,-1 0 4 0,0 0 8 0,0 0-2 16,-1 1-7-16,0-3 0 0,1 2 12 0,0-1-19 16,2 0-14-16,0 1-6 0,2-1-3 0,1 1-8 15,4-2-4-15,2 1-7 0,4 0-6 0,0-3 0 16,4 2-3-16,1-4-5 0,-1-1-3 0,3-1 4 0,1 1-6 16,-1-4-3-16,-1-1 1 0,1-3 2 15,1 0-1-15,1-3-2 0,2-1 2 0,0-5 8 16,0-1-16-16,-2-2 3 0,4-5-2 0,-2-1 2 15,-1-4 0-15,-2 0-3 0,-2-1 0 0,-1-1 4 0,-5 4-2 16,0-6 24-16,-3 8 17 0,-4 3 20 0,-2 1 0 16,0 3-5-16,-3 2-53 0,-1 1 33 0,-5 11-12 15,1-16-4-15,-1 16-7 0,-14-9-2 16,1 8-3-16,-4 1 0 0,-3 5 0 0,-4 0-5 0,-4 4 1 16,1 4-4-16,2 1-1 0,0 3 7 0,2 1-3 15,2 1 2-15,3 0 11 0,2 2 24 0,5-1 11 16,3 0 8-16,1-1 10 0,5-1 26 0,3 0-52 15,5 2 94-15,3-1-77 0,3 0 11 0,6 0-74 16,5-1 0-16,2-1 0 0,9-1 0 0,3 1 0 16,3-4 0-16,2-1 0 0,3-4 0 0,0 0 0 15,0-1 0-15,1-1 0 0,-5-3 0 0,-1-2 0 16,-1 1 0-16,-1-2 0 0,1-2 0 0,-4 2 0 16,-5-3 0-16,-1 0 0 0,-2 1 0 0,-4 0 0 15,-3-1 0-15,-1 2 0 0,-4-2 0 0,-1 2 0 16,-2-1 0-16,-12 2 0 0,22-3 0 0,-22 3 0 15,14-2 0-15,-14 2 0 0,0 0 0 0,10-4 0 16,-10 4 0-16,0 0-242 0,-12-4-455 0,12 4-89 16,-19-5-85-16,7 3-896 0,-5-2-1460 0</inkml:trace>
  <inkml:trace contextRef="#ctx0" brushRef="#br0" timeOffset="71575.2104">5250 8072 431 0,'-12'-11'522'0,"0"0"-54"15,2 0-56-15,0 0 3 0,2-1-77 0,0 0-4 16,-1 1-6-16,2 0-19 0,1 0-20 0,-1-2-14 15,1 5-16-15,2-1-28 0,-1 1-18 0,5 8-47 16,-8-14-30-16,8 14-35 0,-5-9-18 0,5 9-16 16,0 0-8-16,0 0 6 0,-6 14-6 0,6-2 26 15,0 7-6-15,2 5-16 0,-1 4 29 0,0 9-42 16,1 1 22-16,0 8-36 0,1 1 25 0,1 0-42 16,1-1 28-16,1-1-43 0,2 0 45 0,1-2-7 0,1-3-5 15,2-1-7-15,-1-3-4 0,-1-7-4 16,2-2 0-16,-1-2-3 0,-1-4-4 0,0-2-1 15,-2-3-1-15,-1-1 1 0,0-3 10 0,-1-1 18 16,-1-1 33-16,0-3 29 0,-5-7-5 0,6 10-22 0,-6-10-13 16,0 0-9-16,0 0-18 0,10-4-3 0,-10 4-6 15,2-13-10-15,-2 13-3 0,-1-21-42 16,-1 6 36-16,0-1-44 0,0-4 33 0,0 1-48 0,0-1 43 16,0 0-36-16,2 0 37 0,0 1-39 0,1 0 4 15,1 2-5-15,1 0-4 0,2 2 19 0,2 1-32 16,2 1 45-16,2 1-30 0,3 3 38 0,3 0-15 15,1 4 17-15,3 1-27 0,-1 3 10 0,1 2-2 16,4 2 36-16,0 3-32 0,-2 4 37 0,3 0-34 16,-3 5 33-16,0 1-34 0,-3 1 42 0,-1 1-40 15,-3 2 38-15,-3-4-40 0,-3 3 39 0,-1 0-36 16,-2 0 40-16,-3-3-35 0,-3 2 43 0,-1-2-37 16,-3 0 40-16,-3-1-34 0,-4 2 44 0,-2-1 11 15,-4-2-9-15,-2-1-10 0,-5 2-1 0,-4-5-6 0,-1 1-9 16,-2-2-2-16,-2-2-3 0,0-3-5 15,0 1-4-15,3-4-1 0,1 0-42 0,4-2 15 16,3 0-94-16,1-2-61 0,4-2-83 0,1 0-110 0,6-4-56 16,3 1-38-16,6 8-10 0,4-19-78 0,6 7-88 15,6 0-389-15,3-1-643 0</inkml:trace>
  <inkml:trace contextRef="#ctx0" brushRef="#br0" timeOffset="72659.855">5800 8581 331 0,'0'0'790'0,"4"-11"-168"0,-4 11-38 0,3-13-36 16,-3 13-23-16,2-14-50 0,-2 14-41 0,2-18-35 15,-2 18-30-15,3-18-27 0,-3 18-51 0,5-19-48 16,-2 9-45-16,-3 10-42 0,9-15-36 16,-2 9-21-16,1 2-24 0,1 0-12 0,-9 4-14 0,21-2 25 15,-21 2-48-15,25 3 28 0,-12 1-37 0,2 3 29 16,-1 1-46-16,-2 1 33 0,1 1-45 0,-2 1 39 0,1 2-42 15,-4 0 30-15,0 0-10 0,-2 0-36 16,-1 1 40-16,-3-3-5 0,0 2 2 0,-4-2-2 16,0 1-30-16,-1-2 42 0,-1 0-42 0,-2-1 41 0,0-1-35 15,-2-2 37-15,-2-1-37 0,1-2 41 0,-3 0-42 16,-2-1 41-16,1-2-42 0,-5-2 42 0,2-1-39 16,-2-3 37-16,-2-1-37 0,3-1 36 0,-1-5-40 15,3 2 28-15,1-3-92 0,3-2 12 0,3 0-57 16,2 0 3-16,3-2-38 0,4 1-16 0,4-5-8 15,4 1-21-15,2-3 20 0,6 1-25 16,3-5 13-16,3 1-17 0,2 1 8 0,1 0 17 0,1 1 16 16,-2-2 24-16,0 2 30 0,-1-2 24 0,1 0 20 15,-7 5 36-15,-1-2 44 0,-1 1 47 0,-3 0 45 16,-3 3 37-16,0 0 36 0,-3 1 24 0,-2-1 11 16,-1 4 15-16,-1 0 11 0,-1 1-37 0,-1 3 26 15,-2-1 3-15,1 13-7 0,-1-21-16 0,1 21-33 16,-1-15-33-16,1 15-22 0,0 0-5 0,-6-8 9 0,6 8 11 15,-5 8 5-15,1 2 5 0,2 2-10 16,1 6 10-16,1 2-54 0,2 6 64 0,1 0-80 16,3 5 59-16,-1 2-89 0,5 5 2 0,2 0-7 15,0-1 1-15,1 0 0 0,0-1-3 0,2 1 67 0,-2-3-95 16,0-1 65-16,-1-6-91 0,-1 1 22 16,-2-2-100-16,-1-5 6 0,-1 1-79 0,-2-1 1 15,-1-3-6-15,-1-3-39 0,-1 1 32 0,0-5-20 0,1 1 19 16,-2-2 39-16,-1-10 15 0,2 17 5 0,-2-17-6 15,0 0-4-15,2 11 15 0,-2-11 20 0,0 0 11 16,0 0 20-16,5-11 11 0,-5 11 15 16,2-13 8-16,-2 13 9 0,3-18 27 0,-3 18 42 0,2-17 42 15,-2 17-6-15,0-14 7 0,0 14 5 0,0-15 2 16,0 15 28-16,-2-15-3 0,2 15 36 16,-1-13-34-16,1 13 40 0,-1-10-54 0,1 10 20 0,0 0-59 15,-1-13 14-15,1 13-50 0,0 0 29 0,1-11-43 16,-1 11 18-16,8-6-60 0,-8 6 9 0,13-5-61 15,-3 1 0-15,1 1-27 0,2-1-16 0,0 1 6 16,1 0 1-16,0-1 32 0,2-2 4 0,-2 0 30 16,2 0-5-16,-3-3 26 0,0 1-3 0,0-3 23 15,-2 1-7-15,0-3 41 0,-3 0 15 0,-1-1 16 16,-1-1 17-16,-1-1 35 0,-1 3 82 0,-2-1-11 16,-1 2 22-16,0 0-26 0,-1 12 47 0,1-19-50 15,-1 19 21-15,0-16-79 0,0 16 14 0,0 0-59 16,1-12 42-16,-1 12-21 0,0 0 88 0,2 10-77 0,-2-10 5 15,4 19 1-15,-1-4-18 0,0 2 28 0,2 2-23 16,0 3-1-16,1 1-54 0,0-1-31 0,0 3 0 16,1 1 0-16,1 2 0 0,0-1 0 0,0-1 0 15,0-3 0-15,1 0 0 0,-1-2 0 0,-1-1 0 16,1-1 0-16,0-1 0 0,-1-5 0 0,-2 1 0 16,1-1 0-16,1-3-39 0,-1-1 17 0,0-2-65 15,1-1 56-15,-7-6-81 0,18 5 46 0,-18-5-35 16,19-1 23-16,-8-3-37 0,0 0 49 0,0-4-28 15,1-2 45-15,-1 1-25 0,0-1 46 0,-1-1-28 16,-1 1 45-16,-1 0-31 0,1 0 49 0,-4 1-22 16,1 2 63-16,-6 7-25 0,9-13 37 0,-9 13-48 15,7-10 37-15,-7 10-54 0,8-7 32 0,-8 7-36 16,0 0 37-16,11-3-38 0,-11 3 40 0,12 3-44 16,-12-3 41-16,18 7-39 0,-9-2 40 0,6-1-45 15,0 0 5-15,4 1-92 0,4-1-16 0,1 1-120 16,3-1-68-16,2-1-75 0,1 0-129 0,-1 0-63 0,1-1-149 15,-4-1-674-15,-3-1-1002 0</inkml:trace>
  <inkml:trace contextRef="#ctx0" brushRef="#br0" timeOffset="74376.8712">8397 8407 595 0,'0'0'429'0,"0"0"-50"16,-20-1-24-16,20 1-7 0,-11-2 11 0,11 2-35 15,0 0-5-15,-17-1-47 0,17 1-6 0,0 0-50 16,-14-2-10-16,14 2-43 0,0 0-6 0,0 0-47 16,-14 0-4-16,14 0-32 0,0 0 6 0,0 0-36 15,0 0 10-15,0 0-29 0,-15 0 14 0,15 0-27 16,0 0 19-16,0 0-23 0,0 0 11 0,0 0-13 16,0 0 17-16,6 9-23 0,-6-9 19 15,11 3-24-15,-11-3 19 0,17 3-18 0,-17-3 17 0,23 2-30 16,-23-2 7-16,22 0-27 0,-22 0 18 0,24 0-27 15,-24 0 17-15,21-4-17 0,-21 4 31 0,18-7-26 16,-18 7 8-16,16-8-6 0,-11 1 23 0,0-1-9 0,-2-1 22 16,-3 9-18-16,2-22 24 0,-4 10-19 15,-2-3 29-15,-2 1-18 0,-2-1 37 0,-3-1-3 16,1 1 4-16,-3 0 12 0,-1 2 8 0,1 1-3 0,-1 4 0 16,1 0-1-16,-2 2-3 0,1 3 7 0,-1 3 10 15,-2 5-2-15,-4 2 17 0,-3 6 12 16,0 4-14-16,-3 6 6 0,1 0 1 0,1 4 21 15,2 2-40-15,3 0 32 0,2 3-36 0,6-6 24 0,2 3-39 16,5-3 31-16,3-2-43 0,6 1 35 0,6 2-50 16,4-2 35-16,10 1-42 0,5-2 26 0,7-4-46 15,3-2-15-15,7-5-68 0,4-1-26 0,2-4-31 16,3 0-35-16,0-4-16 0,-1-1-16 0,-1-1-6 16,-3-2 7-16,-8-2 10 0,2-4 27 0,-6 1 19 15,-6-3 14-15,-2-1 20 0,-2-2 28 0,-6-3 20 16,0-1 12-16,-6-1 18 0,-3-2 19 0,-3-1 8 15,-1-2 30-15,-3 1 8 0,-3-3 27 0,-2 3 6 16,-1 2 62-16,0-1-6 0,-2 1 34 0,0 1-7 16,-2 2 27-16,2 1-15 0,0 2 12 0,-2 1-20 15,2 1-11-15,2 10-28 0,-3-17-24 0,3 17-17 16,-2-9 3-16,2 9 22 0,0 0-7 0,0 0-3 16,0 0-9-16,0 0-6 0,-1 16 7 0,1-16 16 0,4 18-35 15,-2-8 25-15,2 1-42 0,1 1 32 16,0 0-47-16,1 3 33 0,0-2-45 0,0 0 34 15,2 0-38-15,-1-2 33 0,0 1-46 0,0-1 35 0,1-2-53 16,-1 0 10-16,-1-2-36 0,1-1 19 0,2 0-25 16,-1-1 14-16,-8-5-10 0,18 3 10 0,-18-3-6 15,21-3 2-15,-10-2 10 0,1-4-5 16,0 0 13-16,2-4-19 0,-2-1 12 0,0-3 11 0,1 0 8 16,-1-1 6-16,0-1 4 0,-1 3 0 0,-2-2 7 15,1 4 5-15,-3 2 28 0,0 0 6 0,-1 1 1 16,-1 3-6-16,2-1-9 0,-7 9-9 0,8-13 4 15,-8 13-1-15,9-8 4 0,-9 8 8 0,12-2-14 16,-12 2 13-16,14 2 0 0,-14-2 1 0,20 6 0 16,-7 0-2-16,2-1-11 0,1 1 0 0,4 1 1 15,0 0-3-15,3-1 4 0,2 0-6 0,1 1-1 16,2-2-25-16,4 0-16 0,1-1-11 0,0 0-10 16,1-3-38-16,-3 4 14 0,-1-5-18 0,-1 1 24 15,-1-2-14-15,-2-1 36 0,-2-1-11 0,-3 2 38 0,-2-3-12 16,-2-3 56-16,-1 2 17 0,-3-4-12 15,-1-1-13-15,-2 0-10 0,-3-3 26 0,-3-3-12 16,-1 2 29-16,-2 1-7 0,-2-1 11 0,-2-2 0 0,-1 1 14 16,0 2 22-16,-1 1-23 0,-3 1 8 0,-2 0-17 15,0 3 15-15,0 2-26 0,0 2 24 0,-1 1-22 16,11 3 25-16,-24 2-30 0,13 1 37 0,1 3-44 16,-1 0 26-16,1 2-36 0,2 3 4 0,0-1-7 15,4 0-3-15,0 1 4 0,2 0 1 0,2-11-7 16,2 22-4-16,2-11 4 0,1 0-15 0,4 0-14 15,1 0-20-15,0-3-32 0,3 1-3 0,0-1-7 16,1-1-6-16,-1-2 4 0,0-1 10 0,0-1 15 16,-2-2 8-16,-11-1 15 0,22 1 8 0,-22-1 0 15,20-4 18-15,-20 4 6 0,15-9 5 0,-8 3 0 16,1-2 0-16,-2 0 4 0,-1-2 2 0,0 1 17 16,1 0-2-16,-1 0 3 0,1 2-3 0,-1-2-7 15,-5 9-2-15,12-12-14 0,-12 12 11 0,17-2-24 16,-17 2 29-16,22 2 15 0,-6 5 3 0,1 3 18 15,0 5 32-15,3 3-14 0,2 7 6 0,1 5-1 16,-2 2 35-16,0 2-53 0,-2 3 25 0,-1 3-50 16,-2 2 30-16,-1-1-46 0,-1 2 34 0,-2 1-43 0,-1-1-4 15,-2-1-1-15,-1-1 3 0,-4-5 20 0,-1-2-27 16,-4-5 1-16,-1 2-2 0,-6-2 0 0,-2-2-3 16,-2-2 5-16,-6-3-3 0,-2-4 0 0,-3-2-10 15,-3-4-1-15,-2-4-7 0,0-2-26 0,-1-6-16 16,-2 0-16-16,-2-6 27 0,0-2-41 0,-3-5-10 15,5-5-11-15,3-1-19 0,8-4-24 0,3 0-9 16,6-4-38-16,5-2-13 0,4 3-8 0,6-7 2 16,3 0 19-16,6-4 7 0,2-2 4 0,5 1 24 15,0 1 34-15,1 1-2 0,1 0 37 0,1 4-9 16,-1-2 33-16,1 1 5 0,-2 1 18 0,2 3 1 16,-3-2 26-16,0 3 11 0,-5 6 51 0,1 0 32 15,-5 4 58-15,0 4 29 0,-3-1-16 0,-1 3 41 16,-2 1-15-16,0 0 27 0,-5 11-34 0,8-14 5 15,-8 14-25-15,5-11 0 0,-5 11-21 0,0 0 7 16,3-12 21-16,-3 12-21 0,0 0-4 0,0 0-8 16,0 0-4-16,0 0-22 0,1 13-5 0,-1-13-20 0,4 12-5 15,-4-12-9-15,8 17-10 0,-1-7-5 16,1 0-18-16,1 1-48 0,2 0-53 0,0 1-45 0,2-1-91 16,2 0-59-16,0 2-93 0,-2-3-62 15,-1-1-119-15,-1 0-733 0,0-1-891 0</inkml:trace>
  <inkml:trace contextRef="#ctx0" brushRef="#br0" timeOffset="74577.2683">10254 8066 1055 0,'-11'-20'681'0,"1"2"-84"0,0 0-45 15,1 2-6-15,1 1-48 0,1 2-61 0,0-1-13 16,2 3-77-16,0 1-5 0,0 0-82 0,1 0-14 15,4 10-92-15,-6-12 0 0,6 12-74 0,0 0 19 16,-2-14-82-16,2 14-32 0,0 0-109 0,11 5-52 16,-3 0-58-16,1 4-104 0,1 1-62 0,2 7-50 15,-1 1-47-15,0 1-116 0,4 3-529 0,-2 1-757 16</inkml:trace>
  <inkml:trace contextRef="#ctx0" brushRef="#br0" timeOffset="75543.9887">10505 8244 85 0,'0'0'719'15,"0"0"-134"-15,9-6-69 0,-9 6 15 0,0 0-9 16,8-10-45-16,-8 10-14 0,0 0 3 16,6-12-64-16,-6 12 4 0,0 0-106 0,5-9-22 0,-5 9-99 15,0 0 0-15,0 0-71 0,0 0 23 0,0 0-46 16,16 3 25-16,-16-3-47 0,12 14-13 16,-4-5 5-16,-1 3-9 0,2-1-4 0,0 2-5 15,1 3-9-15,1-1-5 0,-2 1-2 0,0 0-6 0,1 1-1 16,-2-3-16-16,0 1 23 0,-2-2-72 0,2-1 12 15,-1 1-57-15,-1-3 12 0,-1 0-46 0,0-2 15 16,0-1-7-16,-5-7 22 0,10 12-5 0,-10-12-7 16,10 6 30-16,-10-6-25 0,14-1-17 0,-14 1 30 15,13-6-4-15,-6-1 29 0,0 1-22 0,1-3 33 16,0-2 12-16,-1 0 8 0,0-4-16 0,0 3 30 0,0-1-14 16,-2 0 38-16,1 1 4 0,-2 2 31 15,2 0-13-15,-3 2 19 0,-3 8-12 0,7-13 7 16,-7 13-21-16,6-9 6 0,-6 9-15 0,0 0 14 15,8-9-6-15,-8 9 13 0,0 0 11 0,13 3 5 16,-13-3 0-16,11 7-10 0,-11-7 13 0,16 9-3 16,-7-2 0-16,2-1 0 0,3 0 3 0,0 0-4 15,3 0-14-15,0 0 5 0,5-1-11 0,0 0-1 0,0-1-5 16,2 0-3-16,-1-2-4 0,-1 0-6 0,-2 0-15 16,3-2-9-16,0-2-6 0,-1 2-3 15,-1-3 3-15,0 0-1 0,1-1 7 0,0-2-4 0,-4-1-3 16,1-2 6-16,-1-1 2 0,-1-2 3 0,-2-1-6 15,-1-1 5-15,-2-2 1 0,-1-2 5 0,-1 2 2 16,-4 1 8-16,-1-1 1 0,0 0 5 0,-2 1 10 16,-1 2 7-16,-2 0 11 0,-3 1-13 0,0 2 11 15,-2-1-6-15,-3 2 24 0,-2 2-23 0,1 2 24 16,-2 0-20-16,-3 4 28 0,2-1-32 0,0 5 46 16,-2 0-36-16,1 1 40 0,-1 4-40 0,3 2 40 15,-1 0-30-15,3 3 38 0,1-1-42 0,2 2 11 16,2 0-2-16,0 1-2 0,3-2 5 0,5 3-11 15,-3 1-1-15,3-3-8 0,2 3-2 0,0-4-10 16,3 1 0-16,3 1-5 0,1-1 0 0,2-1-2 16,1-3-6-16,2 0-5 0,0-2-23 0,3-1-13 15,0-2-7-15,1 0-7 0,-2-2-14 0,1-1 11 0,0 0-5 16,-2-2-3-16,3-1-6 0,-2 0 7 0,0-3 1 16,-1 2-8-16,0-4 19 0,0-1 38 0,1 0-34 15,-4-3 3-15,-1 2 5 0,-3-1-7 16,1-1 15-16,-1 0 7 0,-2-2 1 0,-1 3 2 0,1-3 2 15,-2 3 1-15,-3-1 0 0,1-1 11 0,-1 3-3 16,0 0 0-16,-5 8 4 0,8-15 18 0,-8 15-31 16,7-13 29-16,-7 13-21 0,4-12 19 0,-4 12-23 15,5-8 23-15,-5 8-23 0,0 0 24 0,5-12-23 16,-5 12 35-16,0 0-43 0,0 0 21 0,0-12-17 16,0 12 19-16,0 0-28 0,-7-8 37 0,7 8-27 15,0 0 20-15,-11-1-13 0,11 1 33 0,-11 1-22 16,11-1 32-16,-15 8-23 0,7-2 51 0,0 0-20 15,-2 1 7-15,1 2 12 0,0 0 8 0,1 1 6 16,0 0 17-16,0 2-3 0,1-1-3 0,2 2-3 16,-2-1 5-16,4 0 9 0,1-1-7 0,2-11 2 15,2 23 15-15,1-13-20 0,2 3-6 0,2-1-2 16,2-1-16-16,1-1-8 0,3-1-2 0,1 0-19 0,2-2-5 16,2 2-2-16,-1-3-7 0,5 0-2 15,-2-2-28-15,1 0-41 0,1-2-51 0,-2-1-71 16,3 1-74-16,1-1-57 0,-5-1-28 0,3-1-62 0,-2-1-62 15,-1 1-80-15,-1-3-78 0,-1 0-114 0,-2-1-542 16,1 0-872-16</inkml:trace>
  <inkml:trace contextRef="#ctx0" brushRef="#br0" timeOffset="75911.2125">12178 8229 523 0,'0'-18'676'0,"0"18"-79"15,0-18-9-15,0 18-45 0,3-19-11 0,-3 19-40 16,2-20-6-16,-2 20-62 0,3-16 14 0,-3 16-91 0,4-14-27 16,-4 14-92-16,4-10-12 0,-4 10-80 15,7-6 20-15,-7 6-43 0,14 1 37 0,-14-1-48 16,19 9 44-16,-5-2-67 0,1 4 55 0,4 2-75 16,-3-1-2-16,4 5-7 0,0 1 4 0,-2-1-13 0,2 2-7 15,-4 2-2-15,2 0-11 0,-3-2-6 16,-1 0-6-16,-1 0-4 0,-1-1-16 0,-3-1-7 15,-1-3 5-15,0 0 0 0,-1-1-3 0,-1-2 0 0,-2-1 4 16,1 0 2-16,-5-10 6 0,4 13 3 0,-4-13 6 16,0 0 15-16,-2 12 7 0,2-12 8 0,0 0 6 15,-13-1 21-15,13 1 8 0,-14-7-11 0,14 7 36 16,-11-12-46-16,4 4-10 0,3-2-39 0,0 1 0 16,2-4 0-16,0 1 0 0,4-1 0 0,2-5 0 15,1 2 0-15,5-3-165 0,4-2-88 0,2 1-55 16,4-1-95-16,-2 2-48 0,4 1-50 0,-1 2-79 15,0-1-28-15,2 2-165 0,0 0-542 0,0 3-918 16</inkml:trace>
  <inkml:trace contextRef="#ctx0" brushRef="#br0" timeOffset="78027.4614">14384 8388 662 0,'13'1'587'0,"-13"-1"-153"0,0 0-45 0,0 0-58 16,12 3-4-16,-12-3-11 0,0 0 27 0,0 0-17 15,0 0-26-15,0 0-43 0,0 0-25 16,13-1-32-16,-13 1-24 0,0 0-20 0,0 0-32 0,0 0-10 15,0 0-17-15,0 0-17 0,0 0-13 0,0 0-11 16,0 0-10-16,0 0-10 0,0 0-1 16,0 0-10-16,0 0-5 0,14-2 1 0,-14 2-14 15,0 0 9-15,0 0 0 0,0 0-6 0,0 0 7 0,0 0-1 16,0 0 2-16,0 0-3 0,0 0 6 0,0 0 3 16,0 0-3-16,0 0 8 0,0 0-12 0,0 0 21 15,0 0-4-15,0 0 1 0,0 0-8 0,0 0-2 16,0 0-3-16,0 0-4 0,0 0-6 0,0 0 4 15,0 0-7-15,0 0 0 0,0 0-2 0,0 0-2 16,0 0 1-16,0 0-2 0,0 0 2 0,0 0-2 16,0 0-4-16,0 0 1 0,0 0 5 0,0 0-6 15,0 0 1-15,0 0 2 0,0 0-1 0,0 0-1 16,0 0 2-16,0 0-6 0,0 0 0 0,0 0 4 16,0 0-1-16,0 0-4 0,0 0 7 0,0 0-3 15,0 0 2-15,0 0-4 0,0 0 5 0,0 0 5 16,0 0-10-16,0 0-4 0,0 0 7 0,0 0 3 15,0 0-2-15,0 0 0 0,0 0-4 0,0 0 7 0,0 0-4 16,0 0 4-16,0 0-2 0,0 0 14 0,0 0-1 16,0 0 20-16,0 0-26 0,0 0 4 15,0 0-2-15,0 0-2 0,0 0 5 0,0 0-9 0,0 0 5 16,0 0-3-16,0 0-1 0,0 0 2 0,0 0-7 16,0 0 6-16,0 0-9 0,0 0 4 0,0 0-3 15,0 0 0-15,0 0 1 0,0 0 1 0,0 0-2 16,0 0-6-16,0 0 10 0,0 0 19 0,0 0-26 15,0 0 2-15,0 0-2 0,0 0-2 0,0 0 4 16,0 0 0-16,0 0-1 0,0 0-2 0,0 0 5 16,0 0 6-16,0 0-12 0,0 0 5 0,0 0-1 15,0 0-3-15,0 0 2 0,0 0 4 0,0 0-4 16,0 0 2-16,0 0-3 0,0 0 5 0,0 0-4 16,0 0-2-16,0 0 8 0,0 0-11 0,0 0 7 15,0 0 2-15,0 0 1 0,0 0-9 0,0 0 6 16,0 0 0-16,0 0-3 0,0 0 6 0,0 0-4 15,0 0 0-15,0 0-3 0,0 0 7 0,0 0 1 0,0 0-3 16,0 0-4-16,0 0 1 0,0 0 3 16,0 0 1-16,0 0 6 0,0 0-11 0,0 0 2 15,0 0 0-15,0 0 2 0,0 0 1 0,0 0-1 0,0 0 0 16,0 0-4-16,0 0 5 0,0 0 3 0,0 0-5 16,0 0 1-16,0 0-1 0,0 0 1 0,0 0-4 15,0 0 5-15,0 0 2 0,0 0-5 0,0 0 3 16,0 0-1-16,0 0-6 0,0 0 4 0,0 0-1 15,0 0-9-15,0 0 11 0,0 0 1 0,0 0-1 16,0 0-4-16,0 0 5 0,0 0 0 0,0 0-3 16,0 0 1-16,0 0-3 0,0 0 1 0,0 0-9 15,0 0-7-15,0 0-1 0,0 0-7 0,0 0 2 16,0 0 3-16,0 0-3 0,0 0 3 0,0 0 2 16,0 0 2-16,0 0 2 0,0 0 6 0,0 0 3 0,0 0 3 15,0 0-2-15,0 0 6 0,0 0-4 0,0 0 2 16,0 0 11-16,0 0-10 0,0 0 2 15,0 0 2-15,5-8 30 0,-5 8-33 0,0 0 21 16,4-11-28-16,-4 11 0 0,0 0 7 0,4-13 5 16,-4 13-2-16,0 0-4 0,-4-17 9 0,4 17-5 0,-5-16-1 15,-1 7 12-15,-3 0-6 0,0-1 1 16,-2 0-5-16,-3 0 9 0,0 0 26 0,-4 0-42 0,1 1 33 16,-3 0-38-16,-1 2 35 0,-1 1-40 0,-1 1 39 15,1 2-43-15,-1 1 43 0,3 2-35 0,-1 3 38 16,-3 1-29-16,2 4 13 0,-5 3 5 0,4 4 2 15,-1 1 18-15,4 3 5 0,-1 1 1 0,3 2 3 16,5 2 4-16,1 1 38 0,6-3-50 0,1 2 30 16,3-1-42-16,4 0 36 0,4 0-44 0,2-2 33 15,5 1-41-15,0-6 30 0,6 4-39 0,1-2 34 16,2-2-42-16,3-2-12 0,2-6-11 0,-2 1-10 16,0-4-19-16,2-1-16 0,-1-3-7 0,-3-1-1 15,3-1 17-15,-1-2 11 0,-2-2 11 0,-1-2 6 16,-1-2 11-16,-3-1 6 0,-1-3 0 0,-1-1 10 15,-3-1-3-15,-2-3 9 0,-1-1 1 0,-1 0 8 16,-2-2-3-16,-3-2-9 0,1 0 24 0,-3 0-7 0,0 2 9 16,-2 2 22-16,0 1 11 0,0-1-1 0,0 6-4 15,0 0-4-15,1 1 3 0,-2 0-10 0,1 12-7 16,0-18-8-16,0 18-3 0,0 0-1 0,0-14-1 16,0 14 1-16,0 0 3 0,0 0-8 0,0 0 4 15,4 9 0-15,-4-9 2 0,7 13 0 0,-2-4 2 16,1-2-4-16,1 2-1 0,0 1 1 15,2 1-9-15,3-3 1 0,-1 2-1 0,1-2-2 0,1 1-18 16,1 0-13-16,0-1-29 0,0 0-11 0,2-2-28 16,-3 1 6-16,4-1 2 0,-3-2 2 0,-1 0 14 15,0-2 18-15,-2 1 7 0,-11-3 10 0,20 1 6 16,-20-1 5-16,21-5 9 0,-13 0-2 0,0-1 3 16,-1-1-6-16,0-1 7 0,0-4 2 0,-2 3 0 15,-1-2 0-15,2 1 12 0,-2 2 11 0,2 0 11 16,-2-2 14-16,-4 10 5 0,7-12-5 0,-7 12-8 0,6-12-2 15,-6 12-12-15,5-8-3 0,-5 8-2 16,0 0-2-16,12-6 1 0,-12 6 3 0,0 0 0 0,17 4 5 16,-17-4 19-16,16 10-1 0,-9-4-2 0,2 0-9 15,0 1-1-15,0 1-2 0,0 1-7 0,0-1 3 16,0 1-3-16,0-1-3 0,1 0 0 16,0 1 2-16,-3-1 1 0,2-2-1 0,-1-1 9 0,0 2-2 15,-1 0 1-15,-7-7 8 0,12 7 26 0,-12-7 2 16,12 6-4-16,-12-6-5 0,0 0-7 0,16-3-5 15,-16 3-8-15,15-10-5 0,-8 3-6 0,2-3 13 16,1 2-21-16,-1-4-2 0,-1 5-1 0,3-2-1 16,-4 1 0-16,0 0 1 0,-1 1 0 0,0 0-1 15,-6 7 1-15,11-13-4 0,-11 13-5 0,10-8-1 16,-10 8 4-16,13-4 1 0,-13 4 0 0,18 0 3 16,-6 2 13-16,4 1-18 0,1 2 7 0,4 1-15 15,5 0-39-15,4 3-54 0,2-1-67 0,1 0-66 0,1-2-34 16,0 2-61-16,1-1-101 0,-1-1-66 15,-7-2-51-15,0 1-166 0,0-2-574 0,-6-2-891 16</inkml:trace>
  <inkml:trace contextRef="#ctx0" brushRef="#br0" timeOffset="78477.6191">15992 7969 573 0,'2'-26'792'0,"-1"-1"-56"0,-1 2-105 16,-1 4-20-16,1 1-37 0,-2 1-37 15,0-1-65-15,0 6-31 0,2-1-56 0,-2 3-74 0,2 12-62 16,-2-18-57-16,2 18-24 0,0 0 20 0,0 0-4 16,0 0-12-16,2 11 3 0,1 5 1 0,2 4-9 15,3 9-3-15,0 1-11 0,2 9-13 0,3 0-140 16,-1 1 0-16,2 0 0 0,0 1 0 0,0-1 0 16,2 1 0-16,-2-3 0 0,2 2 0 0,-1-3 0 15,-1-2 0-15,-2-7 0 0,0-1 0 0,-2-3 0 16,-2-4 0-16,0-3 0 0,0-2 0 0,-3-2 0 15,0-1 0-15,-1-2 0 0,0-1 0 0,-4-9 0 16,7 12 0-16,-7-12 0 0,0 0 0 0,0 0 0 16,0 0 0-16,0 0 0 0,0 0 0 0,-9-15 0 15,0 4 0-15,-5-5 0 0,-2-1 0 0,-4-4 0 16,-6-3 0-16,0 0 0 0,-5 1 0 0,-4 0 0 0,0 3 0 16,-2 1 0-16,-2 4 0 0,-1 0 0 15,-2 5-15-15,6 4-5 0,1 3-3 0,5 1 0 0,0 4 3 16,2 3 5-16,3 2 2 0,2 0 7 15,3 5-4-15,1-1 19 0,4 2-5 0,2 1 16 0,5-2-11 16,3 2 19-16,3 0-11 0,4-1 33 0,5 1-42 16,7 0-8-16,7 2 0 0,6-3 0 0,10-1-16 15,5 0-130-15,1-3-105 0,3-2-128 0,0-3-71 16,-5-2-135-16,0-3-131 0,-1-1-233 0,4-4-542 16,1-1-1116-16</inkml:trace>
  <inkml:trace contextRef="#ctx0" brushRef="#br0" timeOffset="79279.5085">17884 7911 948 0,'-7'-33'741'0,"0"-5"-66"0,-3 1-85 16,1 6-34-16,-2 2-20 0,2 1-32 0,0 4-21 0,0 2-26 16,2 3-28-16,2 4-38 0,-1 2-71 15,1-1-63-15,2 5-49 0,-2-1-50 0,5 10-28 16,-6-7-15-16,6 7 11 0,0 0 42 0,-3 18-39 15,3-5 39-15,3 12-66 0,2 7-102 0,3 9 0 16,1 5 0-16,1 4 0 0,5 12 0 0,0 1 0 0,0 4 0 16,2-1 0-16,0 1 0 0,1 0 0 0,0-3 0 15,1-1 0-15,-1-1 0 0,0-5 0 0,-1-3 0 16,-1-9 0-16,-3-4 0 0,1-2 0 0,-2-6 0 16,-3-5 0-16,0-6 0 0,-2-3 0 0,-2-2 0 15,0-3 0-15,-1-2 0 0,1-2 0 0,-5-10 0 16,4 14 0-16,-4-14 0 0,0 0 0 0,0 0 0 15,0 0 0-15,1-15 0 0,-4 3 0 0,-1-5 0 16,-1-6-55-16,-1-6-36 0,-1-4-12 0,-1-7-9 16,-1-4 16-16,2-1-8 0,0 1 21 0,2-1 9 15,2 0 7-15,-1 10 14 0,4-1 41 0,0 7-34 16,3 2 40-16,-1 2-45 0,2 1 22 0,1 2-55 16,2 2 36-16,2 3-33 0,2 0 39 0,-1 6-39 15,3-1 41-15,0 6-31 0,0 2 40 0,1 1-26 16,0 6 48-16,2 1-37 0,0 5 46 0,1 4-32 0,-2 2 9 15,2 4 5-15,-3 4 3 0,1 0 31 0,-3 2-17 16,0-1 0-16,-4-2 11 0,-1-1 7 0,0 0 9 16,-2-1 29-16,-1-3 19 0,-2-2 21 0,-1-2 19 15,-2 0 12-15,-1-1 6 0,-2-1-14 0,-4-3-15 16,0 2-16-16,-3-3-16 0,-4-1-15 0,0-1-8 16,-2-2-9-16,-1-2-15 0,-3 1-7 15,0-4-11-15,1 1-8 0,-1 0-63 0,0-3-81 0,3 1-53 16,0-2-86-16,2-1-31 0,3-1-134 0,2-1-136 15,3 0-52-15,4-1-166 0,4 9-553 0,3-23-957 16</inkml:trace>
  <inkml:trace contextRef="#ctx0" brushRef="#br0" timeOffset="80195.6878">18572 8149 572 0,'9'-6'827'16,"-2"-1"-176"-16,-7 7-122 0,9-14 5 0,-9 14-22 15,6-15-50-15,-6 15-25 0,5-12-9 0,-5 12-42 16,5-12-68-16,-5 12-60 0,5-7-55 0,-5 7-45 16,0 0-36-16,7-7-24 0,-7 7-20 0,9 7-15 15,-3-1-12-15,4 5-10 0,0 0-8 0,2 3-4 16,1 2-4-16,0-1-9 0,2 2 3 0,-2-1-6 0,2 1 13 16,-1 0-16-16,-1-1 11 0,0-1-19 0,0 0 7 15,-3-3-6-15,-1-2-5 0,0-1 2 16,-3-1 3-16,2 1 4 0,-3-3 1 0,-5-6 19 0,9 10 18 15,-9-10 20-15,7 7-20 0,-7-7 6 0,0 0-27 16,0 0 6-16,0 0-12 0,0 0 11 0,-1-11-20 16,1 11 1-16,-7-17-12 0,4 5 6 0,0 1 1 15,1 0-3-15,0-3-4 0,2 2-6 0,0-3-17 16,2 0 1-16,0 0-69 0,2 0 2 0,2-1-71 16,1 3-2-16,3 0-41 0,2-1-7 0,3 3-23 15,0-2-34-15,4 3-20 0,0 1-14 0,2 4-11 16,1-1-18-16,-3 3 12 0,0-1-13 0,1 2 26 15,-2 2 17-15,0 2 10 0,-1-1 21 0,0 2 15 16,-2 1 49-16,-1 1 26 0,-2-3 40 0,-1 3 32 16,-1 0 62-16,-1-1 59 0,-9-4 57 0,16 6 48 15,-16-6 42-15,11 6 44 0,-11-6 76 0,10 4 40 16,-10-4 50-16,0 0-22 0,12 4 13 0,-12-4-6 0,0 0-9 16,11-3 26-16,-11 3-59 0,7-6 30 0,-7 6-25 15,9-7-61-15,-9 7-21 0,10-13-12 16,-4 7-21-16,-6 6-24 0,14-13-31 0,-7 7-28 15,0 0-22-15,1 0-26 0,-8 6-15 0,15-8-17 0,-15 8-12 16,15-5-35-16,-15 5-4 0,18 0 0 0,-18 0 0 16,20 6 0-16,-11-1 0 0,0 2 0 0,0-2 0 15,0 5 0-15,-1 0 0 0,-1-1 0 0,-1 2 0 16,-1-1 0-16,-1 1 0 0,-1-1 0 0,-1 1 0 16,-2-11 0-16,0 18 0 0,0-18-6 0,-2 18 4 15,2-18-12-15,-6 15 14 0,6-15-13 0,-13 13 18 16,4-9-26-16,0 1-6 0,-3-2-13 0,0-2-25 15,-2 1-29-15,1-2-16 0,-3 0-7 0,4-2 5 16,-1 0-5-16,0-1-60 0,2-1-33 0,0-1-15 16,4-1-17-16,1-1-5 0,2-3-16 0,4 10 29 15,0-19 4-15,4 8 44 0,4-1 1 0,2-1 16 16,4-1 54-16,2 0-3 0,1 0 45 0,4 0-7 16,-1-1 27-16,2 0 11 0,-1-1 43 0,-3 4 20 0,1-1 51 15,0 0 5-15,-2-1 39 0,0 1 17 16,-2 2 9-16,0-1 33 0,-2 3 2 0,-1 1 53 15,-2 0-36-15,-2 2 16 0,0-1-66 0,-8 7 9 0,14-8-60 16,-14 8 38-16,12-4-23 0,-12 4 97 0,15 3-43 16,-6 3-3-16,0 1-6 0,4 5 6 0,1 3 7 15,3 5-44-15,0 3 38 0,2 4-41 0,0 4-119 16,-3 0 0-16,2 3 0 0,-2 3 0 0,0 3 0 16,-1-1 0-16,0 4 0 0,-2 2 0 0,-1-1 0 15,0 2 0-15,-1 1 0 0,-1-3 0 0,-2 2 0 16,0-2 0-16,-2-2 0 0,-1-6 0 0,0 0 0 15,-3-9 0-15,-1-1 0 0,-1-2 0 0,-1-4 0 16,-3-2 0-16,-4 0 0 0,-1-5 0 0,-5-1 0 16,-5-3 0-16,-5-5-391 0,-2-2-189 0,-4-4-190 15,-6-4-242-15,-6-7-707 0,-2-6-1399 0</inkml:trace>
  <inkml:trace contextRef="#ctx0" brushRef="#br0" timeOffset="80395.1323">19436 7674 1831 0,'-8'-14'988'0,"3"6"-162"0,5 8-35 0,-8-14-90 15,8 14-99-15,-4-9-67 0,4 9-121 16,0 0-36-16,-3-11-106 0,3 11-64 0,0 0-11 0,0 0-115 16,0 0-123-16,0 0-126 0,0 0-143 0,0 0-78 15,0 0-88-15,0 0-168 0,0 0-192 0,1 18-736 16,-1-18-1218-16</inkml:trace>
  <inkml:trace contextRef="#ctx0" brushRef="#br0" timeOffset="82128.9827">20130 8025 610 0,'0'0'554'0,"0"0"-118"0,0 0-59 16,0 0-39-16,1-12-44 0,-1 12-34 0,0 0-11 15,0 0-21-15,0 0-24 0,0 0-30 0,0 0-30 16,0 0-32-16,0 0-21 0,0 0-20 0,1-10-14 16,-1 10-11-16,0 0-8 0,0 0-7 0,0 0-1 15,0 0-16-15,12 3 3 0,-12-3-1 0,0 0-3 16,17 1-6-16,-17-1-15 0,14 2-12 0,-14-2-19 15,19 0-18-15,-19 0-8 0,18 0-2 0,-18 0 5 16,22-2 1-16,-22 2 9 0,21-4 11 0,-11 1 11 16,-10 3 9-16,18-7 5 0,-18 7 15 0,13-11-5 15,-13 11 10-15,10-14 10 0,-10 14-8 0,6-17 14 16,-6 17 31-16,2-16 11 0,-2 16-28 0,-2-16 14 16,2 16-17-16,-4-13 23 0,4 13-19 0,-4-13 16 15,4 13-24-15,-6-9 14 0,6 9-22 0,0 0 0 0,-13-3 2 16,13 3 13-16,-16 8-1 0,6 0 11 15,-2 1 0-15,-1 3-3 0,-1 2-7 0,0 1 1 16,0 1 23-16,0 0-25 0,2 0 26 0,-1 2-27 16,3-2 21-16,0 2-30 0,1-1 13 0,3-2-20 0,1 0 20 15,2-2-19-15,2-1 17 0,2 1-11 0,3-3 19 16,3 1-10-16,7-1 1 0,4 1-4 16,5-3-26-16,8 0-49 0,4-1-83 0,9-1-60 0,0-1-86 15,4 0-69-15,0-2-96 0,-6-1-143 0,-1-2-423 16,0 0-607-16</inkml:trace>
  <inkml:trace contextRef="#ctx0" brushRef="#br0" timeOffset="82797.6649">21169 7910 766 0,'0'0'736'0,"3"-15"-130"0,-3 15-116 0,-3-11-40 16,3 11-60-16,-5-7-28 0,5 7-50 0,-13-5-21 15,13 5-17-15,-20 3-45 0,6 1-13 0,-1 2-51 16,-2 3 5-16,-2 1-51 0,0 3 16 0,3 2-48 16,-3 2 25-16,5-1-49 0,1 1 27 0,4 1-38 15,3 1 33-15,3-2-37 0,4 0 6 0,5 2-7 0,4-1-4 16,8 2-5-16,4-2-10 0,7 1-4 0,4-3-3 16,2-1-18-16,2-2-28 0,-4-4-27 15,2-1-21-15,-1-3-26 0,-1 1-3 0,-4-3 4 16,1-3-12-16,-2-2 14 0,-2 0 6 0,-1-5 19 0,-2 0-1 15,-3-4 24-15,-1-1-5 0,-2-8 19 0,-2 1 1 16,-5-1 13-16,-1-8-8 0,-3-1 18 0,-3-4-8 16,-1 1 5-16,-2-3 8 0,-3-1 16 0,-1 0-1 15,-3-4 28-15,2 5 3 0,-2 1 18 0,1 4-3 16,-1 1 14-16,1 7 18 0,2 1 1 0,-1 5-12 16,1-1-22-16,1 6-20 0,0 2 2 0,3 9-2 15,-9-11 19-15,9 11 9 0,-11 4 17 0,4 3-5 16,0 2 11-16,-2 7 40 0,1 2-38 0,1 3 58 15,1 4-46-15,1 4 31 0,0 2-49 0,2-2 38 16,3 2-56-16,3 3 37 0,3 0-63 0,-1-2-5 16,4 6-9-16,3-1-1 0,0-7-4 0,6 5-9 15,-4-8 3-15,-1 0-8 0,0-3-2 0,-1-4-31 16,-1 0 0-16,0-3-24 0,-2-4-11 0,-2-1 8 0,0-1 9 16,-1-3 12-16,-1 2 6 0,-5-10 6 15,8 11 7-15,-8-11 8 0,0 0-12 0,0 0 5 16,0 0 0-16,0 0 3 0,0 0 2 0,-5-10 0 15,5 10 5-15,-11-15-2 0,3 7 9 0,3 0 44 16,-2-1 2-16,1 0 79 0,1 1-41 0,1 0 19 16,4 8 9-16,-5-15-8 0,5 15-2 0,7-20 3 15,3 10-20-15,5-1 5 0,6-1-15 0,7 1-78 0,9-2 0 16,4 2 0-16,0-1 0 0,1 3 0 0,3-1 0 16,-3 2 0-16,1 1 0 0,-6 2 0 0,-2-1 0 15,-2-1 0-15,-2 3 0 0,-5-2 0 0,-1 2 0 16,-6 1-165-16,0-1-150 0,-3-1-41 0,-1 1-76 15,-2-2-126-15,-3 1-107 0,-3 0-84 0,-7 5-819 16,8-12-1214-16</inkml:trace>
  <inkml:trace contextRef="#ctx0" brushRef="#br0" timeOffset="84615.8097">22626 7922 484 0,'-4'-9'790'0,"-1"0"-156"0,5 9-60 16,-5-14-73-16,5 14-61 0,-4-13-56 0,4 13-70 15,-3-12-44-15,3 12-49 0,0 0-12 0,0 0 2 16,0-11-23-16,0 11 25 0,0 0-44 0,10 6 24 16,-10-6-49-16,12 12 11 0,-4-4-63 0,0 3 23 15,1-2-63-15,0 4 29 0,0 1-53 0,0-1 31 16,1 3-42-16,0 0 29 0,0 0-44 0,0-1 35 15,-1 1-41-15,0 0 23 0,0-2-64 0,-1-2-27 16,-1 2-38-16,0-3-18 0,1 0-2 0,-2-1 0 0,-1 1-17 16,0-5-8-16,1 2 25 0,-6-8-14 15,13 12 34-15,-13-12-12 0,14 3 37 0,-14-3-5 16,19-4 32-16,-9-1-10 0,2-2 20 0,1-4 32 16,0-2-14-16,0-1 6 0,0-3 10 0,1 1 14 0,-2-1 10 15,1-2 23-15,-1 2 33 0,0 2-9 16,0-1 22-16,-2 3-6 0,-1 1 4 0,1 1-11 15,-2 2-11-15,-1 0-13 0,-1 3-7 0,1 1 5 16,-7 5 10-16,15-7 6 0,-15 7-13 0,16 0 20 16,-16 0-27-16,21 3 22 0,-12 1-28 0,3 2 23 0,0 1-28 15,1-2 17-15,-1 2-31 0,1 1 28 16,0 0-34-16,-1 0 21 0,2 0-27 0,-2 0 23 0,-1 0-28 16,2 1 31-16,-1-2-40 0,0 0 32 0,-2 2-20 15,-1-3 9-15,0 0-25 0,-2-2 14 0,0 2-14 16,-7-6 20-16,12 8-18 0,-12-8 27 0,11 5-19 15,-11-5 20-15,0 0-26 0,13 0 11 16,-13 0-21-16,9-7 15 0,-2 1-21 0,-2-1 23 0,0-2-15 16,1 0 15-16,1-3-7 0,0 1 12 0,0 0-14 15,0 0 12-15,0-1-27 0,2 0 36 0,-2 2-9 16,0 0 9-16,-1 2-6 0,2-1 9 16,-3 2-12-16,-5 7 12 0,11-12-18 0,-11 12 15 0,9-8-17 15,-9 8 22-15,12-5-12 0,-12 5 19 0,14 0-11 16,-14 0 7-16,18 5-4 0,-8-1 13 0,3 3-18 15,1 1 24-15,3 0-19 0,1 2 14 0,3 1-19 16,5 1 16-16,2-1-16 0,2 1 17 0,7 0-26 16,2-1 21-16,3 0-22 0,5-4-4 0,0 2-32 15,3-3-10-15,0-1-13 0,0-1-24 16,0-3-4-16,-7-1-6 0,0 0 20 0,3-4-14 0,-2-1 30 16,-7-2-19-16,-3-1 27 0,-1-3-10 0,1-4 32 15,-6 2-17-15,-2-3 32 0,-1-1-13 0,-6 0 36 16,0-2-20-16,-3 0 34 0,-2 2-16 0,-3-1 32 15,0 3-12-15,-5-2 26 0,1 5-21 0,-4-3 23 16,0 3-5-16,-1 1-3 0,-2 11-8 0,-1-18 3 16,1 18-7-16,-7-13-2 0,7 13-10 0,-17-5 6 15,5 6 11-15,-3 2-10 0,-2 3 0 0,-3 2-4 16,1 2-8-16,-1 0-5 0,2 4 7 0,-1 0-6 16,3-1 3-16,2 4-4 0,1-2-1 0,1 0-2 15,5-1 5-15,0 0-6 0,3 0-5 0,0-1 7 0,4-2-4 16,1 0-9-16,4-1-8 0,0 1-18 0,3-2 8 15,1 1-17-15,4-3 10 0,-3 0-6 16,0-3 23-16,2 0-6 0,-2-1 21 0,-10-3-15 16,20 1 17-16,-20-1-6 0,19-4 21 0,-8-1-8 0,-3-2 25 15,2-2 2-15,-1-2 7 0,0 0 1 0,-3-2-5 16,1 0 12-16,0-1 6 0,-2 2 15 16,0-1 6-16,0 3 5 0,0 1-2 0,-5 9-11 15,5-16-21-15,-5 16-17 0,7-11 19 0,-7 11-41 0,0 0 30 16,13 3-32-16,-7 4 27 0,1 4-41 0,5 4 31 15,-1 4-35-15,5 3 38 0,-3 5-38 16,3 5 36-16,-1 2-39 0,-1 1 10 0,-1 0 3 0,-3 2-11 16,2 1 41-16,-2-1-39 0,-3-3 6 0,0 0-8 15,-2 1 3-15,0-1-2 0,0 1 7 0,-1 0-1 16,-2-2-1-16,1 1 1 0,-3-7-1 0,0 0 3 16,-5-3-3-16,1-1 4 0,-4-1 3 0,-3-1 1 15,-1-3-5-15,-1-3 8 0,-4-3-2 0,-1 0 0 16,-2-3 1-16,-2-2-5 0,1-4 4 0,0-1 2 0,-5-4-4 15,-1-2 28-15,-3-4-37 0,0-4 24 16,-3-3-40-16,1-6-3 0,4-1 5 0,1-3-3 16,5-1 2-16,5 1-4 0,4 0-12 0,5 0-4 15,3 1-21-15,4 0-4 0,5-1 3 0,3 5-10 0,7-4-10 16,3-1 10-16,8 1-33 0,4 3-11 0,3 1-84 16,4 2-62-16,2 1-95 0,4 2-82 15,1 1-187-15,3 1-473 0,2-1-718 0</inkml:trace>
  <inkml:trace contextRef="#ctx0" brushRef="#br0" timeOffset="84982.5668">25233 7899 1033 0,'-3'-13'796'0,"-3"2"-112"0,3 1-90 0,-1 1-52 15,4 9-49-15,-4-16-125 0,4 16-30 0,-6-12-90 16,6 12-2-16,0 0-58 0,0 0 34 0,0 0-43 15,0 0 29-15,12 4-60 0,-3 7 7 0,7 3-59 16,0 6 16-16,3 0-59 0,-1 2 27 0,2 0-48 16,2 5-8-16,-1-1-3 15,-2-3-4-15,1 1-3 0,-5-4-10 0,1 4-13 0,-1-3-14 0,-2-3-14 16,-3-1-3-16,1-2 5 0,-4-3 4 0,0 0 7 0,-2-2 3 16,-1-1 7-16,-4-9 3 0,4 14 4 15,-4-14 10-15,-4 7-11 0,4-7 8 0,-11 2 14 16,11-2 10-16,-20-4 3 0,9-3 2 0,-1 0 30 0,-1-2-52 15,-1-4 42-15,1-1-38 0,2 0 33 16,1-4-43-16,0 2 35 0,5 0-45 0,0 0 33 0,3 0-42 16,1 2 20-16,3 0-71 0,1 1 6 0,2 0-62 15,3 1-7-15,3 0-56 0,2 3-48 0,5-1-42 16,0 3-128-16,4 0-81 0,3 2-82 0,-1 2-181 16,3 0-390-16,0 2-754 0</inkml:trace>
  <inkml:trace contextRef="#ctx0" brushRef="#br0" timeOffset="85149.6345">26174 8157 1535 0,'0'0'1078'0,"0"0"-174"15,0 0 2-15,0 0-118 0,-9-4-30 0,9 4-73 16,0 0-65-16,0 0-98 0,0 0-127 0,0 0-395 16,0 0 0-16,-9-6 0 0,9 6 0 0,0 0 0 15,0 0 0-15,0 0 0 0,0 0 0 0,0 0 0 16,0 0 0-16,0 0 0 0,0 0-602 0,0 0-312 15,0 0-1188-15,-14 4-1870 0</inkml:trace>
  <inkml:trace contextRef="#ctx0" brushRef="#br0" timeOffset="111891.2361">3855 11218 420 0,'-6'-22'512'0,"-1"-6"-42"0,2 6-122 0,-2-1 23 16,2 1-32-16,-1 1-35 0,1-1-13 0,-1 1-10 16,0 2-7-16,1 2 0 0,1 1-15 0,0 2-21 15,1 0-39-15,0 4-42 0,0 0-35 0,3 10-28 16,-4-15-22-16,4 15-13 0,0 0 10 0,0 0 16 15,0 0 5-15,0 0 11 0,5 20-7 0,-2-3-1 16,1 6 1-16,1 7-18 0,-1 4-10 0,0 1-41 16,2 0 20-16,-1 6-28 0,1 2-8 0,-1 0 34 15,2-3-42-15,0 1 30 0,0-1-34 0,0-7 28 16,-1 1-28-16,1-1 19 0,1-2-32 0,-2 0-3 16,0-2-45-16,-1-3-8 0,-1-3-30 0,0 1-33 15,0-2-44-15,-3-3-58 0,-1-1-69 0,0-2-62 16,-1 1-64-16,-3 0-143 0,0-3-537 0,0-3-728 0</inkml:trace>
  <inkml:trace contextRef="#ctx0" brushRef="#br0" timeOffset="112143.8134">4116 11122 1023 0,'8'-16'802'16,"-3"2"-166"-16,1 0-151 0,-2 4-98 0,1 0-76 15,-5 10-53-15,7-14-6 0,-7 14 11 0,8-4 14 16,-8 4-21-16,12 4 30 0,-3 3-62 0,0 4 22 16,2 5-54-16,3 2 9 0,1 5-71 0,4 6 12 15,-1 3-61-15,-1 3-13 0,1 1-11 16,-1 3-10-16,1 0 23 0,-3 0-53 0,2 1 11 0,-2-1-79 16,2-2-7-16,-3 0-83 0,1-2 2 0,-1-1-55 15,-1-5-35-15,-1-3-48 0,0 0-47 0,-1-1-31 16,-3-6-2-16,0-1-18 0,-1-3-39 0,-3-1-65 15,-1-4-564-15,-3-10-659 0</inkml:trace>
  <inkml:trace contextRef="#ctx0" brushRef="#br0" timeOffset="112458.0104">3852 11244 212 0,'-38'-18'656'0,"-1"0"-131"16,0 2-143-16,2-1-30 0,1 1-50 0,2 1 15 16,5 3 3-16,2 0-2 0,1 1-2 0,4 1-20 15,3 2-29-15,1-1-33 0,4 3-30 0,0-1-34 16,3 2-34-16,2 0-31 0,9 5-23 0,-17-8-23 16,17 8-14-16,-6-8-6 0,6 8-10 0,11-11-4 15,9 3 0-15,12-2-7 0,13-3-3 0,19-1-5 16,7-2 7-16,5 1-5 0,7 2 1 0,4-2-8 15,3 1-21-15,1 3-13 0,0 2-14 0,-2 2-28 16,-4 1-27-16,-4 1-24 0,-6 3-30 0,-13 0-27 0,-5 2-30 16,-4 0-36-16,-12 2-25 0,-1-1-4 15,-6 2 2-15,-6 0-21 0,-5 0-55 0,-4 0-89 16,-4 1-340-16,-3 0-293 0</inkml:trace>
  <inkml:trace contextRef="#ctx0" brushRef="#br0" timeOffset="114442.0386">5096 11686 201 0,'0'0'612'0,"-5"-12"-113"0,5 12-40 15,-6-12 0-15,6 12-48 0,-5-12-19 0,5 12-26 16,-5-11 31-16,5 11-35 0,-4-11-45 0,4 11-53 16,-4-10-57-16,4 10-37 0,0 0-38 0,-5-9-22 15,5 9 0-15,0 0 6 0,0 0 64 0,0 0-25 16,6 17 40-16,-3-4-46 0,2 1 19 0,0 4-44 15,3 4 24-15,-2 0-54 0,3 3 21 0,0 3-56 16,0 0 24-16,2 0-51 0,-2 1 28 0,2-1-45 16,-1-1-4-16,0 0-2 0,1-1 1 0,1-3-1 15,-3-1-2-15,0-2 0 0,1-2-13 0,-2 0-12 0,0-5-18 16,0 1-8-16,0-3-18 0,-1-1-8 16,-1-2 0-16,0-1 5 0,-6-7-15 0,13 8-29 15,-13-8-28-15,14-3-5 0,-6-2 0 0,1-4 3 0,-1-1-8 16,0-3 3-16,2-5 5 0,-2 0 22 0,0-2-3 15,0-1 24-15,0 2 19 0,-1 0 16 16,0 0 9-16,-2 4 14 0,0 0 21 0,1 2 25 0,-2 3 14 16,0 0 14-16,-1 1-18 0,-3 9 0 0,6-15-8 15,-6 15 16-15,7-8 28 0,-7 8 13 0,11-4-8 16,-11 4 2-16,13 2 11 0,-4 2-20 16,1 0 11-16,0 1-23 0,2 3 15 0,4-2-27 0,1 2 19 15,2 2-29-15,2-2 20 0,2 1-29 0,0-1-2 16,5 1 2-16,-4-3-32 0,8 0-12 0,-6-1-25 15,1-1-15-15,-1 0-33 0,-2-1 12 0,-2-1-11 0,-2-1 28 16,-1-1-17-16,0 0 39 0,-2-3-25 16,-1-1 33-16,0-2-14 0,-3-2 29 0,-1-2-20 15,0 0 0-15,-3-3 14 0,-2-2 12 0,0-1 8 0,-3 0 14 16,0-2 31-16,-2 2 46 0,-1-2 3 16,-1 4 23-16,-1 1 12 0,0-1-4 0,-3 3-6 15,1 0-18-15,-4 1 13 0,2 3 3 0,-3 0-2 16,8 7 18-16,-19-7-2 0,19 7 39 0,-21 3-48 0,7 3 29 15,3 1-46-15,-2 2 35 0,3 2-46 0,0 1 27 16,1 2-48-16,1 3 28 0,1 0-50 16,4-1 3-16,0 1-9 0,2 0-1 0,1 1-4 0,2-1-3 15,0-1-2-15,3 1-1 0,1-3-4 0,1-1-3 16,1 2-20-16,1-5-19 0,0 2-9 0,3-3-22 16,-2-1-14-16,0 0-11 0,1-3-7 0,-2-1-3 15,-9-4 2-15,18 2-3 0,-18-2 6 0,15-3 3 16,-8-2-23-16,1-3 32 0,-2 0 9 0,-2-3-5 15,-1-2 23-15,0-2 0 0,-1 1 22 0,-1-3-3 16,-1 2 16-16,0-1-4 0,-2 0 21 0,2 2 2 16,-2 1 29-16,0 1 28 0,1 0 4 0,0 2 38 15,1 10-30-15,-3-19 18 0,3 19-54 0,-2-12 24 16,2 12-41-16,0 0 30 0,0 0-27 0,0 0 46 16,0 0-40-16,0 0 28 0,0 0-41 0,0 0 35 15,6 16-41-15,-3-7 33 0,1 0-37 0,1 1 30 16,3 2-39-16,-1-2 28 0,1 3-67 0,1-2 2 0,0-1-60 15,1 0-26-15,-1 2-28 0,3-3 6 0,-2-2-36 16,1 0 11-16,0-2-35 0,0-1 13 16,-11-4-11-16,21 4 27 0,-21-4 12 0,18-2 20 15,-8-2 8-15,-2-3 21 0,1-3 27 0,-2 0 17 0,0-2 24 16,-2-3 35-16,0 0 39 0,-1-2 27 0,-1 0 56 16,-1 1 32-16,0 0 46 0,0 1 35 0,1 3-11 15,-3 0 5-15,0 12 23 0,2-22-35 0,-2 22 25 16,0-15-72-16,0 15 1 0,2-13-65 0,-2 13 21 15,0 0-25-15,4-8 60 0,-4 8-42 0,0 0 38 16,12 9-42-16,-12-9 24 0,14 13-50 16,-5-3 25-16,0 0-47 0,3 0 29 0,-1 2-50 0,1 1 35 15,2 0-48-15,-2 3 32 0,2-2-42 0,-2-1 32 16,0 0-43-16,0-1 44 0,-2-2-56 0,0 1-17 16,0-1-3-16,-1-2-11 0,-2 0-17 0,0 0-9 15,0-3-3-15,-7-5-2 0,10 11 7 0,-10-11-3 16,9 6-12-16,-9-6-27 0,0 0-19 0,15-2 2 15,-15 2-2-15,11-12-7 0,-6 5 30 0,4-3-5 0,-2-1 26 16,0-2-4-16,0 0 32 0,3-1-8 16,-2 0 33-16,0 0-10 0,0 2 24 0,0-2-5 15,0 3 26-15,-1-2 11 0,-2 4 39 0,2 0 2 0,-2 1 7 16,-1 1-4-16,-4 7-10 0,7-13-5 0,-7 13-10 16,7-9-8-16,-7 9-2 0,7-7-5 15,-7 7-9-15,9-5 3 0,-9 5 2 0,0 0-28 16,14 3 29-16,-14-3 1 0,14 4-3 0,-14-4-8 0,14 7 12 15,-5-2-10-15,0 0 0 0,-1-1 0 0,0 1-2 16,2 0 1-16,-1-1-22 0,-1 1 1 0,2 0-9 16,-2 0 5-16,-8-5-10 0,14 6 13 0,-14-6-6 15,15 6 17-15,-15-6-10 0,14 0 2 0,-14 0-22 16,15-2 22-16,-15 2-21 0,16-7 6 0,-8 2-20 16,1-1 5-16,-2-2 2 0,3 0 27 0,0-1-15 15,-3 2 28-15,0 0-16 0,0 2 31 0,-7 5-15 16,11-11 20-16,-11 11-22 0,9-7 24 0,-9 7 2 15,9-4 33-15,-9 4 2 0,0 0 18 0,15 2 15 16,-15-2-12-16,12 7 4 0,-6 0-22 0,2-1 21 0,1 2-13 16,1 1 47-16,4 0-42 0,1 1 21 15,3 1-50-15,1-2 30 0,4 0-45 0,5 1 29 16,2-2-40-16,0-2 28 0,1 0-40 0,0 0-8 0,-3-3 11 16,0 0-16-16,1-2-12 0,-1-1-18 0,-2 0 3 15,0-3-9-15,0 0 5 0,-3-3 1 16,0-1-2-16,-2-2 10 0,0-2 1 0,-3-3 12 0,-2-2-2 15,-2 0 7-15,-1-2 1 0,-3 0 10 0,-1 1 25 16,-2 1 14-16,-3 1 21 0,-2 1 1 0,-1 0 8 16,-2 3 2-16,-2 0-4 0,-4 3 1 0,-2 0 4 15,-1 4 9-15,-3 1 4 0,-2 3 4 0,-1 3 16 16,-5 4 13-16,0 3-1 0,-1 4-4 0,1 2 1 16,1 2 46-16,3 2-71 0,3 2 4 0,3-2-6 15,3 1-9-15,2 1-7 0,4-3-13 0,4 0-10 16,5 2-8-16,2 0-5 0,5-1-7 0,4-1-22 15,4-2-25-15,5-3-24 0,6 1-77 0,5-2-108 16,0-3-93-16,3-1-52 0,-3-4-130 0,-1-1-102 16,0-2-128-16,-6-1-812 0,0-3-1187 0</inkml:trace>
  <inkml:trace contextRef="#ctx0" brushRef="#br0" timeOffset="115044.1962">8851 12059 750 0,'-7'-8'820'0,"1"0"-131"16,6 8-168-16,-11-11-57 0,11 11-55 0,-10-10-13 15,10 10-35-15,-9-8-52 0,9 8-31 0,-8-4-44 16,8 4-12-16,0 0-5 0,-18 6-3 0,10 0-27 16,-2 5-25-16,-3 3-27 0,0 1-12 0,-4 4-27 15,0 3 2-15,-2 0-32 0,-3 5-4 0,0 2-17 16,-1 0-9-16,0 0-10 0,0-3-2 0,3 0-1 16,1-3-9-16,2 0 0 0,-1-2-18 0,2-1-24 15,2-4-41-15,3-1-56 0,-2 0-68 0,5-5-53 0,0 1-97 16,0-3-71-16,3-1-55 0,5-7-60 15,-6 6-91-15,6-6-628 0,0 0-858 0</inkml:trace>
  <inkml:trace contextRef="#ctx0" brushRef="#br0" timeOffset="116909.0041">9423 11626 761 0,'0'0'643'0,"0"0"-112"0,-15 2-24 16,15-2-73-16,-11 2 6 0,11-2-40 0,-12 4-3 0,12-4-46 15,-14 6-39-15,14-6-34 0,-13 6-36 0,13-6-38 16,-12 5-37-16,12-5-19 0,-8 7-18 0,8-7-30 16,0 0-8-16,-8 11-18 0,8-11-13 0,0 0-8 15,4 14-12-15,-4-14-12 0,10 7-8 0,-10-7-25 16,21 4-27-16,-9-2-31 0,2-2-25 15,1 0-27-15,2-2 0 0,1 0 11 0,-2-3-2 0,2 1 24 16,-4-4-9-16,2-2 19 0,-2-2-7 0,-3-1 22 16,-1-1 17-16,-4 0 5 0,-1-2 9 0,-3 0 3 15,0 0 6-15,-4-1 16 0,-2 3 5 0,0-1 9 16,-3 0 11-16,-3 2 0 0,-2 1 7 0,-4 1 4 0,1 2 11 16,-2 2 13-16,1 3 41 0,-4 3-31 15,1 1 46-15,-1 4-30 0,-2 4 13 0,-3 5 7 16,2 3 12-16,1 5 7 0,-1 4-6 0,4 4-7 0,1 2 24 15,5-4-53-15,3 3-9 0,7 1 0 0,-4 0-5 16,8-4-10-16,2-1-8 0,4 2-11 0,5 0-7 16,3-3-1-16,7 1-6 0,3-1-9 15,4-6-19-15,3 0-33 0,2-5-38 0,4-2-53 0,-3-4-47 16,2-2-21-16,1-3-8 0,0-3 5 0,-1 0-10 16,1-3-10-16,-3-1 34 0,0-3 3 0,-4-3 48 15,-2-1-11-15,-4-4 34 0,0-1-8 0,-4-3 42 16,-3-2-7-16,-1-2 38 0,-4-1-12 0,-1-1 34 15,-3 3 7-15,-2 2 64 0,-2-2-11 0,-1 4 45 16,-1 0 24-16,-1 1 12 0,-2 3-7 0,0 1 3 16,-1 0 1-16,0 2 10 0,-1 1-1 0,2 10-6 15,-3-16-6-15,3 16-6 0,-5-10 2 0,5 10 3 16,0 0-2-16,0 0-4 0,-14 5-21 0,14-5-9 0,-4 17-5 16,4-17-14-16,-1 22-10 0,2-9-10 0,1 3-6 15,2 1-4-15,1 0-5 0,1 2-1 16,3 0 3-16,-1-1-18 0,1-1-21 0,0 1-28 15,1 0-27-15,-1-2-27 0,-1-3-15 0,1-1-6 0,-1 0-6 16,-1-2-6-16,-1-2 15 0,1-1 11 0,-7-7 13 16,10 10 0-16,-10-10 5 0,0 0 17 15,15-3 1-15,-15 3 5 0,11-14 2 0,-7 2-15 0,1-3 24 16,-1-2-13-16,1-6 34 0,-1 3-21 0,1-2 49 16,-1 1 18-16,0 1 13 0,-1 2 25 0,0 3 28 15,0 0 58-15,-1 3-31 0,0 3-2 0,0-2-17 16,-2 11-9-16,4-14 0 0,-4 14 18 0,0 0 38 15,8-7 2-15,-8 7-3 0,8 7-15 0,-8-7-15 16,10 14-8-16,-3-5-13 0,0 3-10 0,0 1-14 16,3 1-2-16,1 3-9 0,-1-1-4 0,0 1-16 15,2 0-6-15,-2-1-5 0,0 0-3 0,0-1-2 16,-1-1-7-16,-1-2-12 0,-1 0-17 0,1 0-9 16,0-2-16-16,-3-2-27 0,2 0-3 0,-7-8 8 15,9 13 6-15,-9-13-14 0,8 5-48 0,-8-5-18 16,10-5 4-16,-10 5 5 0,13-15-5 0,-6 2 9 15,0-1-16-15,1-5 17 0,0-2 5 0,1-1 34 0,-1 0 1 16,-1 0 37-16,3 2-10 0,-4-1 34 16,0 5 9-16,-1 1 19 0,0 2 9 0,1 0 3 15,-2 2 9-15,-1 3-20 0,-3 8 38 0,6-13 15 16,-6 13 7-16,7-5 3 0,-7 5 4 0,0 0 1 0,15 5-2 16,-15-5 10-16,12 14-11 0,-4-4-8 0,1 2-7 15,1-1-7-15,1 3-11 0,3 0-2 0,-1 3-5 16,2-2-6-16,1-1-6 0,0 1-1 0,1-1-8 15,1 1-42-15,2-3 2 0,-1 0-12 0,2-1-6 16,0-1-13-16,-1-2-3 0,3-1 10 0,-1 0-12 16,0-3-14-16,2 0 3 0,-3-4-3 0,1 0-32 15,-2-1 19-15,3-3-31 0,0-2 32 0,-2-2-21 16,0-2 46-16,-1-2-10 0,-2-2 41 0,-1-1-14 16,-2 0 37-16,-2 0-4 0,-1-1 54 0,-1 0 16 15,-4 3 47-15,-1-1-2 0,-3 1 6 0,1 1 3 16,-4 12 15-16,0-21-9 0,-2 10-8 0,-2 4-13 15,-1-2 4-15,-1 3 38 0,-4 0-44 0,10 6 8 16,-19-4 4-16,19 4-2 0,-21 2-12 0,10 0 10 16,-2 4-11-16,1 2-10 0,0-1-2 0,2 3-4 15,1 1-1-15,1 1-8 0,-1 1-6 0,4-1-8 16,1 2-4-16,1 0-4 0,1-1-9 0,2 0-1 0,2 0-4 16,1 0-7-16,1 0-3 0,2-2-3 0,4 0-20 15,-2 1-27-15,1-1-26 0,2-2-22 16,0 0-29-16,0-1-11 0,1-2 0 0,1-1 5 15,1 1 7-15,-1-4 16 0,0 1-5 0,2-3-13 0,-2 0 5 16,1-2 29-16,-1 1-13 0,1-5 33 0,-2 0-11 16,0-2 36-16,-1-3-15 0,-2 1 31 0,0-2-17 15,0-3 25-15,-2 2-15 0,-3-1 25 0,1-1-9 16,-1 0 26-16,-1 2-9 0,-1 0 31 0,-1 1 7 16,1 0 19-16,-2 12-1 0,0-18 6 0,0 18-4 15,0-15-5-15,0 15-8 0,-2-14 2 0,2 14 4 16,0 0-5-16,-5-7 1 0,5 7-6 0,0 0 1 15,0 0-1-15,-3 10-6 0,3-10 8 0,3 13-4 16,-3-13-6-16,7 19-6 0,-3-10-5 0,2 3-5 0,2-2 0 16,0 1-3-16,2 0-6 0,1-2-6 15,3 2-5-15,1-1-17 0,3 0-30 0,0-2-20 16,1 1-12-16,-1-2-5 0,0-3 4 0,-1 0 13 16,-1 0 9-16,-1-2 1 0,-2-2 20 0,-2 0-2 0,2-2 11 15,-3-2 2-15,-1-4 21 0,0-1-9 0,-2-3 21 16,-2-1 13-16,-3-2 5 0,0-1-1 15,-2-1 28-15,-2-1 22 0,-1 1 16 0,-1-1 18 0,-1 3 14 16,1-2 8-16,-3 4 11 0,1 0-1 0,1 3-16 16,0 0-19-16,1 3-12 0,4 7-8 0,-10-7 23 15,10 7-3-15,0 0 8 0,-10 5-9 0,10-5-16 16,-3 14-8-16,3-14-13 0,2 22-6 0,2-7-15 16,2 0-9-16,5 2-8 0,-3 1-11 0,4 1-44 15,1-2-72-15,0 1-71 0,0-1-78 0,1-1-38 16,0 0-33-16,-1-1-71 0,1-1-17 0,-3-5-103 15,-1 2-90-15,1-3-111 0,-2-1-517 0,-2-2-835 16</inkml:trace>
  <inkml:trace contextRef="#ctx0" brushRef="#br0" timeOffset="117092.5931">11469 11385 479 0,'-13'-21'765'0,"1"3"-117"0,0 0-107 15,1 4-61-15,3 1-54 0,-2 1-37 16,2 1-79-16,3 2-46 0,1 2-77 0,4 7-34 0,-12-15-44 16,12 15-26-16,0 0-68 0,0 0-40 0,4-11-116 15,-4 11-93-15,15 4-112 0,-5-1-195 16,4 2-574-16,0 2-731 0</inkml:trace>
  <inkml:trace contextRef="#ctx0" brushRef="#br0" timeOffset="117343.8671">11834 11094 1287 0,'-3'-18'869'0,"0"3"-105"0,1 2-99 0,-2 2-81 16,2 0-102-16,2 11-87 0,-3-15-70 0,3 15-20 16,0 0 29-16,0 0 3 0,0 0-19 0,0 13-14 15,5 3-15-15,1 8-50 0,3 6 19 0,4 9-77 16,1 4-21-16,4 10-65 0,-2 1-95 0,4 2 0 0,-3-2 0 15,1 0 0-15,1-1 0 0,-4-7 0 16,1-2 0-16,0 0 0 0,-2-2 0 0,1-1 0 16,-1-4 0-16,-3-1 0 0,-2-7 0 0,2-1-218 0,-4-6-73 15,-1-1-66-15,1-2-34 0,-2-4-63 0,0 0-82 16,-1-5-31-16,-1 0-61 0,-3-10-879 16,6 13-1134-16</inkml:trace>
  <inkml:trace contextRef="#ctx0" brushRef="#br0" timeOffset="118911.9699">13625 10103 119 0,'5'-32'616'0,"-1"-1"-173"0,-1 2-99 15,1 0-60-15,-2 8-22 0,0-4-21 0,0 5-21 16,1 1 3-16,-3 3 1 0,4 0-15 0,-4 2-11 16,0 3-12-16,0-1-25 0,2 3-30 0,-2 11-30 0,0-19-22 15,0 19-20-15,0-12-16 0,0 12 3 0,0 0 17 16,0 0 15-16,0 0 37 0,-2 25-5 15,0-2 23-15,-5 10-21 0,-1 11 5 0,-6 18-5 16,-2 1-5-16,-4 7-8 0,-3 5-6 0,3 2-2 16,-9 20 8-16,2 1-12 0,0 1 26 0,6-15-56 0,4 1 19 15,3-1-38-15,3-1 21 0,7-3-36 16,4 0 5-16,6-3-8 0,8-3-7 0,4-3-3 0,9-2-3 16,9-5 0-16,9-4 7 0,6-6-58 0,8-4-27 15,6-9-37-15,3-4-62 0,3-5-41 0,1-7-82 16,-3-2-48-16,0-7-50 0,-15-7-134 0,-2-1-100 15,-4-5-402-15,-10-3-636 0</inkml:trace>
  <inkml:trace contextRef="#ctx0" brushRef="#br0" timeOffset="119426.5447">14629 10268 523 0,'2'-17'508'0,"2"3"-107"16,-1 2-73-16,-3 1-23 0,2 0 1 0,0 1-45 16,-2 10-32-16,4-22-20 0,-4 22-5 0,2-20-13 15,-2 20-13-15,1-16-27 0,-1 16-25 0,0-14-18 16,0 14-18-16,-3-13-21 0,3 13-13 0,-6-7-7 0,6 7 6 15,-13 0 0-15,0 8 24 0,-5 2 15 16,-12 12 3-16,-2 6 11 0,-13 10-13 0,-3 5 2 16,-5 4 3-16,-3 3-6 0,1 3-1 0,-8 9-3 0,11-8-5 15,4-1-32-15,4 0 28 0,6-1-14 16,7-1 14-16,4-1-35 0,10-8 14 0,6-1-40 16,5 0 39-16,8-8-37 0,3 1 22 0,8 1-31 15,5-2-3-15,6-3-3 0,4-4 2 0,3-4 8 0,3-2-17 16,2-2-22-16,3-6-35 0,0-2-26 0,-6-4-38 15,6-3-53-15,-1-1-31 0,-2-3-78 16,2-1-53-16,-3-4-39 0,-2-1-85 0,0-4-88 0,2-3-499 16,-7 0-664-16</inkml:trace>
  <inkml:trace contextRef="#ctx0" brushRef="#br0" timeOffset="119643.9826">14322 10882 655 0,'-19'-2'534'0,"4"1"-75"0,1 0-28 0,14 1-21 16,-22-2-62-16,22 2-10 0,-18-1-62 16,18 1-24-16,-13-1-57 0,13 1-15 0,0 0-56 15,0 0-5-15,0 0-41 0,8-10 0 0,3 8-32 16,7-3-1-16,3 2-57 0,3 0-34 0,5 1-65 16,1-1-42-16,5 0-62 0,2 2-29 0,-2-1-24 15,-3 1-35-15,-2 1-25 0,-1-2-5 0,-2 2-12 16,-4 0-13-16,-2-2-221 0,-2 1-93 0</inkml:trace>
  <inkml:trace contextRef="#ctx0" brushRef="#br0" timeOffset="120595.8998">14703 10824 1199 0,'0'0'231'16,"0"0"12"-16,0 0 8 0,-2-15 19 0,2 15 29 0,-11-10 12 16,4 4 59-16,0 0-17 0,-2 1 0 0,9 5-1 15,-13-10-32-15,13 10-38 0,-8-8-51 0,8 8-45 16,-10-7-39-16,10 7-31 0,0 0-20 0,0 0 8 16,0 0-4-16,0 0-10 0,0 0-10 0,11 11-10 15,-4-3-9-15,3 0 18 0,-1 3-42 0,3 0 22 16,-1 1-42-16,1 1 27 0,1 1-42 0,-2 1 35 15,1 1-45-15,-1-1 25 0,2 0-62 0,-2 0 9 16,0-1-69-16,-1-2-19 0,-1 0-1 0,1-1-21 16,-1 0 12-16,-1-3-12 0,0 0 32 0,-3-2-4 15,-5-6 41-15,14 11-9 0,-14-11 3 0,13 4-4 16,-13-4 4-16,11-6 3 0,-11 6 9 0,14-12 9 0,-9 4 14 16,1-2 9-16,-1-1 7 0,2-1 31 15,-3 0-4-15,3 1 32 0,-5 0 0 0,2 1 39 16,1 1-18-16,-5 9 24 0,7-16-10 0,-7 16 6 15,5-12-31-15,-5 12 4 0,4-10-23 0,-4 10 7 0,0 0-14 16,7-6 14-16,-7 6-20 0,0 0 16 16,12 6-17-16,-12-6-9 0,12 10 13 0,-3-1 2 15,0-2-3-15,2 2 9 0,1 0-13 0,2 1 7 0,2 0-24 16,1 1 7-16,2-4-40 0,0 0 1 0,3 1-47 16,-2-2 5-16,2-1-24 0,-2 0 20 15,-1-4-11-15,0 2 15 0,-1-3 16 0,1-1 12 16,-2-1 13-16,-2-2 6 0,1-3 10 0,-4 0 5 0,0-4 25 15,-1 1-2-15,-2-4 33 0,-2 1-6 0,-3 0 30 16,1-1-2-16,-3 1 39 0,-2-1-12 0,-2 2 10 16,-3 1-9-16,2-4 20 0,-3 5-4 0,-2-1-16 15,1 3-12-15,-2 2-3 0,0 0-5 0,-2 4-7 16,11 2-1-16,-21 0-6 0,9 2-6 0,1 4-11 16,0 1-11-16,0 0-3 0,0 4-3 0,4-1 7 15,0 1-7-15,2 1-2 0,3 0 1 0,-1 0-4 16,0-1-9-16,6 1 9 0,-2 0-15 0,3-1-7 15,1-2-17-15,0 2-3 0,1-2-20 0,1-1 14 16,1 0-23-16,0-2 16 0,1 0-8 0,-9-6 34 16,17 8-10-16,-17-8 23 0,14 2-11 0,-14-2 24 15,15-4-5-15,-15 4 17 0,13-11 10 0,-7 4 18 16,0-2-21-16,1 0 20 0,-1-2-7 0,0 3 31 0,-6 8-1 16,8-16-12-16,-8 16-2 0,10-13-14 15,-10 13-5-15,11-7-8 0,-11 7-4 0,19 0 7 16,-6 4 10-16,6 6-2 0,2 5 22 0,8 7-23 0,1 6 15 15,1 1-27-15,4 11 16 0,-2 1-28 0,2 3 1 16,-7 3-2-16,-1 2 31 0,-3-3-56 0,1 4 1 16,-8-7-3-16,-2-2-4 0,-4 1-4 0,0-3-1 15,-5-4 10-15,-3-4-8 0,-2-4 10 0,-3-2-2 16,-2 0 7-16,-3-2-6 0,-4-3 9 0,1-2-8 16,-3-2 17-16,-3-1-6 0,-2-5 7 0,0-1-10 15,0-3-7-15,-1-3-13 0,-2-2-12 0,1-4 3 16,-1-2-8-16,0-2-7 0,3-3-45 0,4-3-3 15,2-2-79-15,3-4-42 0,5-2-56 0,2 0-10 16,6-4-26-16,3-6-18 0,6-3 52 0,2-5 5 16,4 1 7-16,1-2 33 0,5-6 35 0,0-1 33 15,1 1 44-15,-2 0 35 0,-4 5 64 0,0 1 52 16,-2 1 46-16,-3 0 42 0,-1 4 14 0,-5 4 20 16,-2 1 42-16,-2 5-7 0,-2 2 42 0,-2 4 4 0,1 0 35 15,-4 2-32-15,0 2-1 0,0 2-22 16,-2 4-37-16,0 0-14 0,4 9-14 0,-11-9-14 0,11 9 3 15,0 0-19-15,-18 2-13 0,18-2-3 0,-10 13-28 16,7-3 14-16,0 0-39 0,2 5 13 0,4 0-31 16,1 3 20-16,3 1-39 0,1 4 32 0,7-1-90 15,-2 1-56-15,4 1-57 0,-2-2-74 0,2 0-111 16,-2-2-61-16,0-2-108 0,-3-2-225 0,1-2-326 16,-5-4-680-16</inkml:trace>
  <inkml:trace contextRef="#ctx0" brushRef="#br0" timeOffset="120795.8327">15654 10679 996 0,'-16'-23'779'16,"0"1"-118"-16,0 1-95 0,4 5-87 0,1 0-45 16,3 3-22-16,-1 2-85 0,2 1-10 0,1 0-87 15,0 3-17-15,2-1-79 0,4 8-9 0,-10-11-57 0,10 11-2 16,0 0-56-16,0 0-38 0,0 0-57 15,0 0-62-15,20 8-59 0,-9 1-79 0,4 4-51 16,0 3-33-16,4 3-113 0,0 2-77 0,-1 0-476 0,1 0-649 16</inkml:trace>
  <inkml:trace contextRef="#ctx0" brushRef="#br0" timeOffset="121610.7599">15953 10842 293 0,'0'0'825'0,"13"-3"-142"16,-13 3-100-16,0 0-27 0,0 0-38 15,11-5-39-15,-11 5-47 0,0 0-65 0,0 0-54 0,0 0-48 16,0 0-53-16,11-2-40 0,-11 2-23 0,0 0-9 16,7 7-24-16,-7-7 2 0,12 12-21 0,-6-4-16 15,1 3-16-15,1 1-8 0,1 0-12 0,0 2-8 16,0 2-8-16,2-1-4 0,-2 2 29 16,0-1-50-16,0 1-9 0,-2-3-31 0,0 1-39 0,0-2-11 15,0-1-4-15,1-1-10 0,-3-1-11 0,-1-1 2 16,-4-9 22-16,9 14 12 0,-9-14 13 0,8 9-5 15,-8-9-11-15,0 0-15 0,0 0 10 0,16-2-20 16,-16 2 11-16,10-15-19 0,-3 4 22 0,-1-2-23 16,1-2 29-16,0 0-4 0,1-3 34 0,-2 3-7 0,1-1 29 15,-1 2-12-15,-1 1 44 0,0 1 2 0,0 1 37 16,-1 2-12-16,0-1 19 0,-4 10-31 16,6-13 10-16,-6 13-18 0,6-10 18 0,-6 10-11 15,0 0 31-15,11-6-11 0,-11 6 2 0,10 6 2 0,-10-6 13 16,13 13-8-16,-3-4 1 0,0 0-9 0,0 1 0 15,2 2-13-15,2 1 0 0,0-1-8 0,1 1 8 16,1-1-14-16,-1 0 5 0,2-1-16 0,-1 0-3 16,2-2-20-16,-1 0-5 0,0-4-20 0,-1 1 13 15,2-1-29-15,-1-2 16 0,-1 0-15 0,0-2 29 16,-2-2-15-16,4-1 21 0,-3-1-24 0,2-3 10 16,-3 0-5-16,1-3 16 0,0-2-13 0,-1-4 24 15,-1 0-13-15,-1-3 24 0,0-1-15 0,-3 1 22 16,-1-3-20-16,0 2 34 0,-3-2-16 0,-1 5 36 15,-1-2-12-15,-1 3 42 0,-2 1 7 0,0 2-8 16,-1 0-2-16,-2 2-1 0,3 10-6 0,-8-16-19 16,8 16 37-16,-14-7 19 0,14 7-17 0,-18 0 0 15,7 4-8-15,1 2-1 0,-1 1-2 0,0 3-1 0,1 2 9 16,1 2 19-16,0 0-24 0,2 1 17 16,2 1-35-16,2 2 31 0,1-2-46 0,3 1 21 15,1 0-35-15,3 0 30 0,4 1-44 0,3-1 35 0,1 0-36 16,3-3 29-16,1 0-60 0,5 2 0 15,-1-7-12-15,-1 1-7 0,3-4-14 0,1 0 3 0,0-2 13 16,-4-3 2-16,1 0 19 0,-1-2 8 16,-2-3 6-16,1 0 0 0,-1-4 5 0,0-1 1 0,-2-2 3 15,-1-2 0-15,-2-4 4 0,0-1 0 0,-3 0 4 16,-1-2-8-16,0 2 18 0,-2 0 10 0,-3 2 10 16,-1-1-7-16,-1 3 5 0,-2 0 1 0,0 3 6 15,-2-1-11-15,-1 2-6 0,-2 1-2 0,-1 2-6 16,-2 2-4-16,8 5 7 0,-16-6-1 0,16 6 1 15,-19 3 0-15,10 1 4 0,0 2 1 0,-1 5 4 16,1-1-1-16,3 2-1 0,1 1 4 0,2 2-6 16,1-1-1-16,4 3-7 0,1-1 3 0,3 3-2 15,3-2-18-15,4 2-39 0,0-2-48 0,4-3-42 0,4 4-81 16,3-3-23-16,1-1-64 0,2-1-45 16,1-2-52-16,-6-4-101 0,2 1-58 0,-3-2-534 15,-3-2-708-15</inkml:trace>
  <inkml:trace contextRef="#ctx0" brushRef="#br0" timeOffset="121939.1871">17413 10842 660 0,'-5'-18'641'0,"-1"1"-103"0,1 3 10 0,-1-1-34 0,1 2-15 16,0 1-24-16,1 2-43 0,1-1-81 0,3 11-68 16,-6-14-63-16,6 14-46 0,0 0-29 0,0 0-13 15,4-11-4-15,-4 11-11 0,19 12 11 0,-4 0-22 16,5 4-13-16,6 7-17 0,1 2-12 0,-2 2-16 15,2 1-3-15,0 1 22 0,0 3-46 0,-2 0-4 16,-2 0-27-16,-4 0-16 0,0-2-12 0,-4-3-4 16,-2-2-8-16,-3 0 8 0,-1-6 9 0,-4-2 3 15,2-2 5-15,-4-1 1 0,1-1 14 0,-2-4 4 16,-2-9 0-16,1 17 0 0,-1-17 8 0,-4 8 3 16,4-8 4-16,0 0 2 0,-16 0 0 0,16 0 1 15,-15-9-4-15,8 1 0 0,-2-4 35 0,2 1-45 16,0-4 24-16,2-1-71 0,2-2-6 0,2-1-46 15,1 0-33-15,2 0-31 0,3-2-26 0,2 1-51 0,2 0-14 16,3 1-39-16,0 1-3 0,3 1-36 0,-1 1-70 16,1-1 0-16,0 3-94 0,1-3-405 15,-1 3-470-15</inkml:trace>
  <inkml:trace contextRef="#ctx0" brushRef="#br0" timeOffset="122263.8712">18098 10051 154 0,'-16'-44'646'0,"-2"1"-153"0,-7-3-47 16,2 9 7-16,0 0-38 0,2 5-1 0,2 2-12 15,2 7-44-15,2 2-56 0,5 7-65 0,1 2-57 16,9 12-26-16,-10-6 9 0,10 6 13 0,-2 9 3 16,6 7 13-16,4 10-29 0,7 11 6 0,8 16-4 15,3 6 36-15,5 5-46 0,3 3 20 0,3 3-49 16,5 13 27-16,0 2-42 0,0 1 5 0,-3 0-14 15,-3 2-15-15,-9-12-12 0,-2 1-7 0,-4 1-9 16,-5-1-3-16,-2 0-3 0,-7-3-5 0,-3 4 14 16,-4-1-9-16,-4 0-11 0,-5-2-4 0,-4 2-4 15,-3-2-1-15,-5-3-13 0,-3-3-1 0,-2-1-9 16,-1-5-2-16,-3-3 2 0,1-4-11 0,-1-3-2 0,2-4-17 16,-2-5-19-16,5-10-24 0,-1-3-46 15,1-5-38-15,-1-1-93 0,1-6-43 0,1-5-122 0,-1-3-127 16,0-3-93-16,0-6-228 0,1-2-563 0,-1-3-1022 15</inkml:trace>
  <inkml:trace contextRef="#ctx0" brushRef="#br0" timeOffset="123311.955">19934 11032 316 0,'-9'-18'571'0,"0"-3"-66"0,-5-3-42 0,3 1-2 0,-3 1-65 15,4 2 58-15,0 0-41 0,-2 1-23 16,3 1 18-16,1 2-3 0,1 3-3 0,-1 1-27 0,3 2-48 16,0 1-57-16,1 0-53 0,4 9-48 0,-7-12-15 15,7 12 0-15,0 0 20 0,0 0 7 16,0 0 17-16,11 4-30 0,-4 6 26 0,3 3-38 0,2 5 46 16,1 5-134-16,5 7-68 0,1 5 0 0,-3 0 0 15,3 7 0-15,-2 0 0 0,0-1 0 0,1 3 0 16,-1 0 0-16,-2 2 0 0,2-2 0 0,-2 1 0 15,-1-1 0-15,-2-2 0 0,0-1 0 0,-1-3 0 16,-4-6 0-16,1 1 0 0,-4-8 0 0,1-3 0 16,-2-3 0-16,0-1 0 0,-1-3 0 0,1-2 0 15,-2-2 0-15,-1-11 0 0,1 16 0 0,-1-16 0 16,0 0 0-16,0 0 0 0,-14-2 0 0,7-8 0 16,-3-7 0-16,1-4 0 0,-2-8 0 0,-2-9 0 15,1-5 0-15,0-6-57 0,2-13-95 0,1-4 34 0,2-5-35 16,0-3 44-16,3-3-28 0,1-3 20 0,2-1 16 15,1-1 54-15,1-3-40 0,2-1 41 16,1-2-47-16,0 1 50 0,3 2-31 0,0 1 9 0,1 3 10 16,0 2 55-16,2 4-52 0,0 2 41 0,4 4-33 15,-1 5 34-15,4 3 2 0,0 5-3 0,1 12 3 16,1 5-5-16,4 2-32 0,3 3 38 0,4 7-30 16,5 3 44-16,5 9-40 0,5 4 44 0,5 8 6 15,6 5 21-15,13 11 19 0,2 5 9 0,-1 7-33 16,-1 6 38-16,-2 6-25 0,-2 3 11 0,10 16 25 15,-4 4 5-15,-4 4 50 0,0 5-46 0,-5 5 56 16,-3 3-67-16,-3 2 60 0,-2 1-80 0,-2 3 8 16,-6 2 0-16,-2 2-5 0,-5 2-3 0,-4 0 8 15,-8-13 2-15,-3 4-18 0,-3-3 5 0,0 2-57 16,-2-1 0-16,-2 0 0 0,0-2 0 0,-3-1 0 16,0-1 0-16,-1-6 0 0,-1-3 0 0,-1-4 0 15,-1-11 0-15,1-4 0 0,-2-3 0 0,0-3 0 0,-2-9 0 16,1-2 0-16,-1-5 0 0,-2-3 0 15,0-5 0-15,-1 0 0 0,1-3-92 0,-2-3-67 16,-3-10-93-16,3 15-78 0,-3-15-63 0,0 0-77 16,0 0-132-16,-9-7-79 0,0-4-129 0,-6-4-590 0,-6-4-1001 15</inkml:trace>
  <inkml:trace contextRef="#ctx0" brushRef="#br0" timeOffset="123862.8673">18526 9458 532 0,'4'-19'615'0,"-1"2"-87"0,1 0-60 15,-1 0-64-15,0 1-33 0,1 0 3 0,-1 2-66 16,0 2-18-16,1 0-49 0,-1 1-29 0,-3 11-63 0,6-17-14 15,0 11-29-15,-6 6-2 0,16-4 3 16,-3 6 4-16,7 6 18 0,4 6-4 0,8 8 33 16,4 7-17-16,7 10 38 0,2 5-37 0,2 8 41 0,2 4-45 15,11 19 4-15,-1 5-10 0,5 7-7 0,0 4 18 16,1 4-50-16,1 3 35 0,2 2-50 0,0 4 4 16,-2 6-4-16,0 3-12 0,-5 1-10 0,-7 1-13 15,-3 3-10-15,-7-2 3 0,-5 2 2 0,-8-1-15 16,-9 0-7-16,-5-3-5 0,-11-20-27 0,-6-2-32 15,-8-3-8-15,-7-2-36 0,-5-4 2 0,-12 10-32 16,0-20-3-16,-13 9 9 0,-5-8-6 0,-7-4-6 16,4-16-12-16,-17 6-2 0,-5-4-11 0,-4-4 0 15,-4-5-6-15,-2-3-16 0,11-8 5 0,-3-5-34 16,-1-1-30-16,-2-2-60 0,-1-3-36 0,-1-1-33 16,-1-3-133-16,0-3-115 0,-2-1-339 0,2-3-533 15</inkml:trace>
  <inkml:trace contextRef="#ctx0" brushRef="#br0" timeOffset="124813.0104">2452 9907 37 0,'31'-20'569'0,"-7"4"-98"15,-2 2-123-15,-3 3-21 0,-6 2-74 0,1 1 4 16,-4 1-83-16,-1 3 7 0,-9 4-3 0,15-6 23 15,-15 6 25-15,7 7 26 0,-7-7 1 0,1 21-17 16,-4 1-14-16,-2 8-25 0,-4 9-19 0,0 6 11 16,-3 14-25-16,-1 6 2 0,1 4-10 0,1 6 9 15,-2 7-17-15,2 9 38 0,-4 18-14 0,4 6-18 16,1 1-21-16,2 2-20 0,5 7-51 0,4 1 34 16,4 5-13-16,7 3-11 0,4 0-15 0,9 0-28 0,9 1 31 15,9-4-12-15,11-5-9 0,12-6-4 16,12-8-7-16,12-8-43 0,15-8-12 0,16-10-12 15,16-9-37-15,42 5-43 0,-22-26-54 0,49 0-28 0,-28-19-65 16,10-11-81-16,9-7 38 0,11-8 6 0,6-8-18 16,48-8-107-16,-7-12-330 0,-48 4-347 0,38-8-722 15</inkml:trace>
  <inkml:trace contextRef="#ctx0" brushRef="#br0" timeOffset="126249.0134">22739 9444 752 0,'-4'-31'593'0,"-1"3"-121"0,-2 0-85 16,0 2-75-16,-2 3-44 0,0 3-14 16,2 0 1-16,-1 3 25 0,0 3-41 0,1 1-7 15,1 1-54-15,0 4-6 0,6 8 7 0,-17-4 14 16,5 9 22-16,-5 8-11 0,-7 13 43 0,-2 9-27 0,-11 14 19 16,-2 9-56-16,-3 6 19 0,-10 18-45 15,0 6 21-15,-2 8-24 0,-3 5-3 0,0 3-12 16,0 3 2-16,-1 5-2 0,3 3-6 0,2 4-13 0,3 4-31 15,5 2-2-15,5 2-28 0,7 0 0 16,7 3-14-16,10 1 0 0,4-3-27 0,12-2-11 16,8-6-25-16,8-6-16 0,9-4 13 0,9-8-3 0,7-6-9 15,11-3 0-15,2-11-23 0,6-8-27 0,4-9-57 16,-6-16-45-16,6-6-62 0,3-9-28 0,4-5 11 16,2-9-24-16,1-7-39 0,0-7-75 0,-11-6-81 15,10-5-95-15,-3-9-101 0,3-5-527 0,-7-6-814 16</inkml:trace>
  <inkml:trace contextRef="#ctx0" brushRef="#br0" timeOffset="126830.3781">22808 10171 379 0,'9'-5'672'0,"-9"5"-125"16,11-7-118-16,-11 7-72 0,11-4-71 15,-11 4 24-15,0 0 6 0,10 4 32 0,-10-4-8 16,1 15 1-16,-2-5-48 0,-1 5-20 0,-2 4-17 0,0 3-10 16,-2 7-12-16,0 2-21 0,0 1-27 0,1 2-32 15,0 1-8-15,2 7-39 0,-1-6-4 0,2 2-42 16,1-1-7-16,2 2-9 0,0-3-14 0,2 2-26 15,0-4-38-15,1 2-61 0,0-4-50 0,0-1-44 16,0-6-52-16,1-1-85 0,-1-2-56 0,2-1-52 16,-1-5-26-16,-1 0-61 0,1-6-51 0,1-1-472 15,-6-9-657-15</inkml:trace>
  <inkml:trace contextRef="#ctx0" brushRef="#br0" timeOffset="127046.8441">23054 10492 1063 0,'5'-21'700'0,"0"4"-112"0,-1 1-58 0,0 3-92 16,0 1-42-16,-1 2-71 0,-3 10-38 0,5-16-22 15,-5 16-1-15,7-7 32 0,-7 7-13 0,0 0 17 16,17 7-23-16,-9 3-35 0,1 1-35 0,2 6-34 16,3 1-25-16,0 4-14 0,1 2-35 0,1 6-3 0,1 2-34 15,-1-1-9-15,1 0-41 0,-4-3-59 16,1-1-75-16,-3 1-70 0,0-2-55 0,0 1-56 0,-2-6-118 15,-2 2-75-15,-1-4-51 0,0-3-139 0,-2-1-638 16,-1-4-928-16</inkml:trace>
  <inkml:trace contextRef="#ctx0" brushRef="#br0" timeOffset="127263.3808">22874 10330 710 0,'-44'-31'769'0,"2"0"-122"0,5 6-153 0,2 1-41 16,2 4-39-16,2-1 27 0,8 5-7 0,4 4-38 16,3 0-35-16,1 3-60 0,5 0-58 0,3 0-51 15,7 9-35-15,3-18-34 0,9 9-24 0,10-1-26 16,11 1-8-16,12 0-19 0,10 2-11 0,4 2-51 16,15 0-55-16,5 4-50 0,-1 3-26 0,-3 2-46 15,-4 1-89-15,-1 2-61 0,-16 1-87 0,-2 2-66 0,-4 0-102 16,-6 2-583-16,-5-1-793 0</inkml:trace>
  <inkml:trace contextRef="#ctx0" brushRef="#br0" timeOffset="129467.5417">23557 11103 149 0,'-1'-19'799'15,"1"19"-162"-15,-1-22-137 0,1 10-35 0,0 1-56 0,1-2-6 16,0 2-43-16,1-3 23 0,-1 3-10 0,1-1-19 15,-1 2-14-15,1-1-17 0,-2 11-33 0,3-17-44 16,-3 17-51-16,2-14-37 0,-2 14-33 0,0 0-18 16,3-11 6-16,-3 11 14 0,0 0 6 0,9 9 3 15,-9-9-2-15,8 16-13 0,-3-3-10 0,1 2-20 16,3 4-8-16,-3 0-17 0,0 0-9 0,-2 2-14 16,3-1-6-16,0 1-9 0,-2-1-3 0,1 1-11 15,0-2 7-15,-1-2-20 0,0-3-19 0,1 2-10 16,-2-3-25-16,0-1-13 0,0-2-29 0,-1 0 9 15,1-2 0-15,-4-8 28 0,9 12-15 0,-9-12 8 16,8 6-24-16,-8-6 19 0,11-3-27 0,-11 3-4 16,15-12 4-16,-6 2-15 0,-1-2 15 0,3-4 4 15,-1-2-1-15,1 0 11 0,1-1 13 0,-1-1 13 0,-1 1 4 16,1 2 13-16,-1 0 14 0,-2 5 9 16,0-1 11-16,-1 2 7 0,-2 3-3 0,0 0-2 15,-5 8 17-15,10-10 19 0,-10 10 11 0,10-4 12 16,-10 4 6-16,11 4-5 0,-11-4-1 0,14 10-3 0,-7-3-3 15,2 1-7-15,1 2 0 0,1 1-1 0,2 2-13 16,2 0-3-16,0 0-4 0,3 0-3 16,3 1-17-16,2-1-23 0,1-1-39 0,1 1-28 0,0-3-32 15,-3 1-4-15,0-4-21 0,1 0 26 0,-3 0 13 16,-2-2 14-16,-1-2 21 0,-4 0 13 0,0-3 8 16,-13 0 0-16,24-3 15 0,-15-2 3 0,2-3 6 15,-1-2 6-15,-3 0 0 0,-2-4 3 0,-1-1-6 16,-2-1 19-16,-2 3 18 0,-1-4 13 0,0 1 14 15,-3 1 16-15,-2 1 7 0,0 1-4 0,-1 1 12 16,-2 2-1-16,-1 1 12 0,1 5 13 0,-2 1 17 16,-1 1 4-16,-1 3-2 0,-1 1 1 0,0 3-6 15,0 2-16-15,0 5-2 0,1-2-13 0,1 1-10 16,3 1-9-16,1 2-6 0,0-1-9 0,3 2-7 0,1-1-5 16,2 1-8-16,2-1-2 0,0-1-8 15,2 0-4-15,1-1-2 0,0 1-45 0,2-3-14 16,2 1-42-16,0 0-7 0,2-2-49 0,1-1 23 15,1-3-35-15,-1 0 49 0,3-2-27 0,-2-1 52 0,-11-2-23 16,24-2 7-16,-13-1 34 0,3-4 13 0,-2-2 11 16,-2-2 11-16,3-4 1 0,-2 0 14 15,-1-4 11-15,1 0 33 0,-3 0 14 0,0 1 12 0,-2-1 23 16,-1 3 60-16,0 2 26 0,-1 0 5 0,-2 4-12 16,1 0-14-16,-3 10-19 0,3-16-17 15,-3 16-15-15,1-14-8 0,-1 14-5 0,0 0-8 0,-2-8-1 16,2 8 2-16,0 0-10 0,0 0-7 0,-8 8-10 15,8-8-2-15,-3 13-11 0,3-13-7 0,-1 16 0 16,1-16-7-16,4 20 1 0,-3-11-9 0,3 3-29 16,0-2-25-16,0 0-46 0,1 0-35 0,1 0-35 15,-1-2-35-15,-1 1-20 0,3-2 7 0,-2 1 13 16,-5-8 4-16,13 10 23 0,-13-10 26 0,13 7 7 16,-13-7 18-16,15-1 18 0,-15 1 18 0,17-11-3 15,-8 2 41-15,0-2-12 0,0-2 52 0,0-3 11 16,1 4 64-16,-2-3 23 0,-1 1 31 0,0 3 52 15,0-1 34-15,-3 2 22 0,1 3-6 0,-1-2-22 0,-4 9-20 16,7-13-28-16,-7 13-25 0,5-12-27 16,-5 12-19-16,7-8-16 0,-7 8-3 0,0 0 8 15,0 0-2-15,10 6-2 0,-10-6-10 0,5 11-1 16,-1-3-6-16,2 2-14 0,-1 1 1 0,2 1-14 0,0 2-2 16,-1-1-6-16,3 1 2 0,-1 0-5 15,0 0-1-15,-2 0-14 0,3-1 7 0,-2 0-14 16,0 0-5-16,-1-1-31 0,-1-2-5 0,2-1-29 0,-2-2 14 15,-5-7-13-15,7 13 26 0,-7-13-10 0,6 11 14 16,-6-11-30-16,7 6 6 0,-7-6-29 0,0 0-6 16,13-2 6-16,-13 2 2 0,10-10 13 0,-5 3 8 15,3-2 8-15,-2-2 13 0,1-1 8 0,2 1 9 16,-2-3 6-16,0 2 10 0,0-1 4 0,0 2 19 16,-1-2 2-16,2 3-4 0,-1-1 16 0,-2 2-1 15,0 1 20-15,1 0 2 0,-6 8 4 0,7-12-14 16,-7 12-8-16,7-9-3 0,-7 9-2 0,6-7-2 15,-6 7 2-15,0 0 6 0,13-4-7 0,-13 4-1 16,0 0 5-16,14 4 3 0,-14-4-2 0,12 7-4 16,-12-7 1-16,14 9-5 0,-14-9-3 0,12 10 5 15,-5-4-7-15,0 2 1 0,0-2-1 0,-1-1 3 16,1 1-3-16,3 1-2 0,-10-7 1 0,13 11-1 0,-13-11 1 16,14 10-2-16,-14-10 0 0,16 8-12 15,-16-8-1-15,19 6-3 0,-9-4 4 0,-10-2-12 0,22 5-2 16,-22-5 2-16,22 1-6 0,-22-1 10 0,23 2 3 15,-23-2 4-15,23 0 6 0,-23 0 4 0,23-1-3 16,-23 1 1-16,21-1 6 0,-21 1-4 0,20-4 2 16,-20 4-1-16,21-3 5 0,-21 3-3 0,19-6-2 15,-19 6 7-15,21-4-4 0,-21 4-2 0,20-5 4 16,-20 5 3-16,18-5 4 0,-18 5 7 0,14-4 8 16,-14 4 6-16,11-4-3 0,-11 4 6 0,11-3-3 15,-11 3 4-15,0 0 1 0,14-2-3 0,-14 2 4 16,0 0-5-16,8-3 1 0,-8 3-10 0,0 0 3 15,0 0-4-15,0 0-5 0,13-3-3 0,-13 3-1 16,0 0-3-16,0 0-7 0,0 0 7 0,0 0-1 16,0 0-3-16,10-4 2 0,-10 4-4 0,0 0-3 15,0 0 1-15,0 0 4 0,0 0 0 0,0 0-3 16,0 0 3-16,0 0 2 0,0 0-3 0,0 0 3 16,0 0 1-16,0 0 1 0,0 0 5 0,0 0-9 0,0 0-1 15,0 0 2-15,0 0-5 0,0 0 1 16,0 0 1-16,0 0-2 0,0 0 0 0,0 0-1 15,9-4 2-15,-9 4-2 0,0 0 1 0,0 0 1 0,0 0 3 16,0 0 1-16,0 0 1 0,0 0-8 0,0 0 15 16,0 0-3-16,0 0 2 0,0 0-3 0,0 0 2 15,0 0-1-15,0 0-1 0,0 0 1 0,0 0-2 16,0 0-1-16,0 0-1 0,0 0 0 0,0 0-1 16,0 0 2-16,0 0-2 0,0 0 2 0,0 0 8 15,0 0-11-15,0 0-1 0,0 0-2 0,0 0-2 16,0 0 0-16,0 0 1 0,0 0-2 0,0 0 1 15,0 0 0-15,0 0 0 0,-4-10 1 0,4 10 2 16,0 0-4-16,0 0 0 0,0 0-1 0,-5-10 0 16,5 10 2-16,0 0-2 0,0 0-3 0,-4-10-3 15,4 10 0-15,0 0 0 0,-5-11 6 0,5 11-3 16,0 0-3-16,-3-11-8 0,3 11 1 0,0 0 4 16,-2-11 0-16,2 11 1 0,0 0 1 0,0 0-7 0,-2-14-4 15,2 14 0-15,0 0 11 0,0 0-1 16,0-12-1-16,0 12 1 0,0 0 4 0,0 0-2 15,0-11-4-15,0 11-18 0,0 0 0 0,2-11 5 16,-2 11 3-16,0 0 7 0,5-10 5 0,-5 10 0 0,0 0 3 16,0 0 5-16,5-10-3 0,-5 10-1 0,0 0 2 15,0 0-3-15,0 0-2 0,8-4 10 16,-8 4 42-16,0 0 25 0,10 8 11 0,-10-8-7 0,7 14 16 16,-3-4 18-16,0 0-14 0,-1 2 3 0,1 3 27 15,0-1 2-15,1 1-27 0,-1 1 30 0,0 0-41 16,2 1-13-16,-2 2 3 0,1-2-18 0,1 3-58 15,-1-4 0-15,2 0 0 0,-2-1 0 0,1-1 0 16,0 1 0-16,1 0 0 0,0-4 0 0,-2 2 0 16,1-2 0-16,-1-2 0 0,1-1-18 0,0 0-185 15,-6-8-87-15,10 12-53 0,-10-12-123 0,11 7-123 16,-11-7-112-16,0 0-157 0,16 0-640 0,-16 0-1126 16</inkml:trace>
  <inkml:trace contextRef="#ctx0" brushRef="#br0" timeOffset="129915.0553">25727 11133 928 0,'0'0'767'0,"7"-11"-151"0,-7 11-94 16,6-8-87-16,-6 8-14 0,7-10-46 16,-7 10-26-16,8-7-53 0,-8 7-23 0,12-4-28 0,-12 4-39 15,13-6-37-15,-13 6-29 0,19-3-27 0,-19 3-20 16,22 0-16-16,-22 0-16 0,24 0-13 0,-24 0-12 15,25 0-6-15,-25 0-3 0,23 1-14 0,-23-1-18 16,25 2-18-16,-25-2-11 0,22 0-11 0,-22 0-7 16,23-3-6-16,-23 3 7 0,20-3 2 0,-9 0 4 15,-2 0-17-15,2-3 11 0,-4 1 10 0,0-1 6 16,-7 6 2-16,14-12 7 0,-8 5 8 0,-2-1 1 16,-4 8 6-16,5-16 3 0,-5 16-5 0,0-15 10 15,0 15-1-15,-5-15 14 0,5 15 5 0,-12-13 9 0,4 7 2 16,1 1-1-16,-2 0 22 0,-2 2 8 15,11 3 20-15,-22-2 21 0,8 4 21 0,-1 2 15 16,1 3 34-16,-3 0 8 0,2 3 4 0,-2 1-9 16,3 1-3-16,3 2 3 0,0 0 12 0,1 0-7 0,2 0-31 15,3 1 14-15,3 1-50 0,0-1 29 0,4 1-67 16,1 1-45-16,5 0-24 0,3-1 0 0,3 1 0 16,1 1 0-16,6-3 0 0,1 2 0 0,4-3-119 15,-1 1-93-15,2-2-97 0,1 0-33 0,-1-2-63 16,2 0-46-16,-8-4-37 0,0 1-16 0,-2-2-30 15,-1-3-100-15,-3 0-88 0,-1-3-362 0,-1 0-702 16</inkml:trace>
  <inkml:trace contextRef="#ctx0" brushRef="#br0" timeOffset="130115.0804">26450 11248 390 0,'0'0'854'0,"0"0"-157"0,11-4-131 15,-11 4-37-15,0 0-11 0,0 0 2 0,0 0 20 16,12 3 4-16,-12-3-33 0,0 0-37 0,2 17-9 0,-2-17-107 15,0 15-19-15,0-15-33 0,0 22-44 16,0-6-36-16,0-2-134 0,-2 2-92 0,2 2 0 16,-2-1 0-16,-1 2 0 0,0-1 0 0,1 0 0 0,0 1 0 15,-3-3 0-15,1 1 0 0,0-2 0 0,-1-1 0 16,-2-2-410-16,1 0-104 0,1-4-140 16,-3 0-108-16,1-1-284 0,7-7-478 0,-16 5-1156 15</inkml:trace>
  <inkml:trace contextRef="#ctx0" brushRef="#br0" timeOffset="132031.5257">27119 11062 679 0,'0'0'543'0,"0"0"-156"0,-14 0-39 0,14 0-33 16,0 0 7-16,-15 3-26 0,15-3-9 0,0 0-52 16,-14 3-5-16,14-3-55 0,0 0-11 0,-10 3-50 15,10-3 1-15,0 0-42 0,0 0 9 0,0 0-38 16,-9 5 12-16,9-5-27 0,0 0 11 0,0 0-33 15,15 2 9-15,-15-2-35 0,20-4-1 0,-9 1-42 16,2-1 16-16,3-1-9 0,-4-3 18 0,4 0-32 0,-3-3 18 16,1-2 0-16,-1-1 20 0,-1-1-9 15,-1-3 20-15,-1-1-6 0,-2 0 33 0,-4-1 9 0,-1 2 29 16,-3-2-8-16,-1 3 47 0,-3-1 7 0,-4 0 8 16,0 2 3-16,-3-1-2 0,-1 6 0 0,-1 3 6 15,-3 0 1-15,-1 4 12 0,-2 3 11 0,0 2 3 16,-6 5 22-16,-3 4 7 0,-5 6 12 0,0 4-8 15,1 3 0-15,0 4-4 0,1 2-6 0,2 2-16 16,4 2-8-16,2 3-29 0,4-1-13 0,3 2-14 16,5-1-12-16,5-3-10 0,4-3 6 0,8 2-21 15,4 4 6-15,5 0-25 0,4-4-7 0,4-2-24 16,1-3-32-16,1-3-21 0,2-4-17 0,-2-3-15 16,2-2 3-16,-1-4 0 0,0-1-4 0,-2-3 18 15,0-3 5-15,-1-2 12 0,-2-3 2 0,3-3 29 16,1-2-25-16,1-6 32 0,0-1-32 0,0-4 5 15,2-4 7-15,-3-6 7 0,1 0-1 0,-4-5 12 16,-1 1 8-16,-1 0 28 0,-4 0-17 0,-3 4 37 16,-2-1 3-16,-2 2 32 0,-2 5-28 0,-3 1 53 15,0 1-35-15,0 3 13 0,-2 2 38 0,0 0-47 16,0 4-9-16,-2 10-8 0,2-18-7 0,-2 18 5 16,0 0 17-16,0 0 19 0,0 0 2 0,0 0-4 15,-10 7-4-15,10-7-1 0,-2 22-1 0,2-9-6 16,1 3-8-16,2 1-8 0,1 0-10 0,0 1-3 15,3 2-9-15,0 0-1 0,-1-1-8 0,4 0-9 16,-2-2-25-16,-1-2-23 0,3-2-29 0,-4 0-29 16,2-1-20-16,-1 0-4 0,-2-3 6 0,0-2 14 15,-5-7 17-15,11 12-10 0,-11-12-22 0,9 4 13 16,-9-4 13-16,11-4 5 0,-11 4 8 0,13-12 8 16,-8 0-8-16,1-1 24 0,2-1 8 0,-2-1 12 15,3-2 3-15,-1 0 17 0,0 2 1 0,-1 1 27 0,-1 1 0 16,0 1 51-16,-3 3-27 0,5 1 31 0,-8 8-38 15,6-16 33-15,-6 16-24 0,8-8 81 16,-8 8-28-16,0 0 51 0,0 0-34 0,15 7 28 0,-15-7-48 16,8 13-1-16,-4-4-12 0,1 1-6 0,-1 0-5 15,0 3-15-15,2-1 12 0,-2 3-31 0,0-2-7 16,1 0-3-16,-2-1-2 0,-1 0-8 0,2-2 0 16,-2 1-10-16,0-3-8 0,-2-8-23 0,8 17-21 15,-8-17-7-15,2 14 0 0,-2-14 3 0,4 9 0 16,-4-9-12-16,0 0-13 0,9 7 1 0,-9-7-9 15,0 0 2-15,14-8-10 0,-6 2-20 0,-1-2 11 16,2-2-9-16,1-3 8 0,2-1 17 0,-1-1 15 16,1 1 12-16,-3 1 8 0,-1 2 13 0,2-1 12 15,-3 1 7-15,0 3 8 0,-1 0 20 0,1-1 13 0,-7 9 1 16,9-12 2-16,-9 12 1 0,8-8 35 16,-8 8 50-16,0 0 8 0,0 0-28 0,13 3-1 15,-13-3-9-15,8 8-17 0,-8-8-1 0,7 12 4 16,-7-12-4-16,10 16-5 0,-4-7-11 0,0 0-7 0,1 1-5 15,2 1-2-15,2-2-6 0,1 2-1 0,3-1-5 16,1 1-14-16,1-1-24 0,1 0-11 16,1-2-10-16,0-1-13 0,0-1-8 0,-1-2-2 0,-1 0 3 15,2-2 4-15,-2 1 9 0,-1-4 0 0,0-1-14 16,1 0 7-16,-2-4 8 0,1-1-2 0,-3 0 17 16,3-5-9-16,-3 1 9 0,-1-3-5 0,-2 1 23 15,-2 0-20-15,-2-1 33 0,1 0-13 0,-3 1 30 16,-3 2-14-16,0-2 28 0,-3 3-15 0,-1 0 38 15,-5 0-21-15,2 0 34 0,-3 3-21 0,-3 0 43 16,-1 2-30-16,0 2 46 0,-1 2-31 0,0 1 31 16,-1 0-37-16,-1 2 40 0,2 3-35 0,-1-1-5 15,4 3-7-15,-3 1-4 0,3 1-4 0,0 0-8 16,3 2-3-16,0 2-5 0,3-2-7 0,1 0-4 16,-1-1-5-16,5 1-1 0,0-11-3 0,2 22-2 15,3-11-18-15,0 0-18 0,3 2-26 0,-1-4-14 16,5 1-11-16,-1 0-4 0,0-2-5 0,3-1 2 15,-2 0-1-15,1-1-13 0,-2-2 12 0,0-1 5 0,-11-3-6 16,22 3 4-16,-22-3 19 0,23-5 5 16,-12 1-19-16,0-3 31 0,-1-2-2 0,-2-2 23 0,2-2-18 15,0 2 36-15,-3-3-18 0,0 2 25 0,-1-1-9 16,1 0 36-16,-2 1-11 0,-1 1 45 0,-1 2-10 16,1 0 36-16,-4 9-35 0,4-14 29 15,-4 14-49-15,5-13 29 0,-5 13-48 0,5-9 30 0,-5 9-44 16,0 0 42-16,0 0-37 0,0 0 35 0,0 0-37 15,9 2 31-15,-9-2-41 0,4 11 42 0,-4-11-43 16,9 14 36-16,-5-7-35 0,4 3 32 0,-2-1-32 16,3 2-15-16,2-2-12 0,-2 1-23 0,2-1-9 15,0 1-11-15,1-3-9 0,-1 2-8 0,1-1 10 16,0-3 12-16,-1 0 8 0,0-1 15 0,-1-1 2 16,-10-3 15-16,21 2 13 0,-21-2 0 0,17-5 6 15,-8 1-21-15,-1-3 40 0,-1 0-16 0,-1-4 27 16,2 1-22-16,-3-4 22 0,0 0-10 0,-1 2 49 0,-2-1 4 15,0-1 8-15,0 4-23 0,-2 10 48 16,2-22-40-16,-2 22 36 0,0-16-37 0,0 16 27 16,1-13-47-16,-1 13 30 0,0 0-33 0,-1-12 44 15,1 12-43-15,0 0 41 0,0 0-43 0,0 0 35 0,-4 12-47 16,4-12 34-16,2 16-43 0,0-7 30 0,1 2-52 16,2 0-44-16,0 3-31 0,1-1-81 15,1 1-36-15,-1-2-40 0,5 1-84 0,-3-1-41 0,0-1-67 16,1 0-42-16,-2-2-76 0,2 0-158 0,-2-2-312 15,-7-7-636-15</inkml:trace>
  <inkml:trace contextRef="#ctx0" brushRef="#br0" timeOffset="132215.1746">28672 10839 384 0,'-13'-25'764'0,"-1"0"-140"0,0 4-73 16,2 2-45-16,0 2-41 0,2 2-23 0,0 1-64 15,2 2-55-15,1 2-67 0,-2 0-46 0,5 2-41 0,-1 1-44 16,5 7-17-16,-8-12-30 0,8 12-14 0,0 0-32 16,0 0-54-16,0 0-51 0,0 0-62 15,0 0-96-15,9 18-67 0,-3-8-67 0,5 3-130 16,-1 2-110-16,2 1-410 0,0-1-624 0</inkml:trace>
  <inkml:trace contextRef="#ctx0" brushRef="#br0" timeOffset="132482.7787">29012 10749 615 0,'10'-25'844'0,"0"-2"-84"0,-3 4-106 0,-1 2-26 15,0 0 56-15,-2 2-84 0,0 3 2 0,0 1-106 16,-1 1-1-16,0 3-173 0,-1 1 5 0,-2 10-135 16,4-15 44-16,-4 15-80 0,0 0 15 0,0 0 30 15,6 8-28-15,-4 5-138 0,1 5-35 0,2 7 0 16,0 7 0-16,1 11 0 0,2 3 0 0,0 1 0 15,2 3 0-15,0 0 0 0,0 1 0 0,2-1 0 16,-2-3 0-16,2 1 0 0,-2-3 0 0,0-2 0 0,1 2 0 16,-2-7 0-16,-2-5 0 0,1-4 0 15,0-2 0-15,-3-4 0 0,0-2 0 0,-1-5 0 16,0-1-296-16,-1-1-94 0,0-3-27 0,0-2-107 16,-3-9-104-16,7 13-92 0,-7-13-930 0,0 0-1315 0</inkml:trace>
  <inkml:trace contextRef="#ctx0" brushRef="#br0" timeOffset="133398.801">29815 9269 379 0,'8'-20'582'0,"0"0"-120"16,-2 1-46-16,-1-3-18 0,-2 5-22 0,-1 0-8 16,0 0 1-16,-2 0-14 0,0 4-27 0,-1-1-26 15,0 2-49-15,-2 2-38 0,-1 1-16 0,4 9-38 16,-17-8 43-16,4 10-1 0,-8 4 23 0,-7 6-45 15,-6 10 21-15,-10 8-58 0,-2 9 15 0,-1 4-19 16,1 6-13-16,1 1-16 0,3 6-8 0,4 2-48 16,2 2 36-16,6 1-46 0,5 1 3 0,7 2 4 15,5 0 36-15,7 3-56 0,7-9 39 0,7 9-58 16,10-2 49-16,5 0-62 0,7-1 54 0,5-6-65 0,6 0 9 16,3-5-91-16,3-3-57 0,2-5-61 15,2-2-46-15,1-6-51 0,-1-3-102 0,-3-5-98 16,-7-7-82-16,-3-6-166 0,-2-1-603 0,-8-6-959 0</inkml:trace>
  <inkml:trace contextRef="#ctx0" brushRef="#br0" timeOffset="134817.2565">29821 9743 113 0,'4'-12'831'0,"2"0"-185"16,-3 3-109-16,-3 9-62 0,5-18-38 0,-5 18-38 15,5-14-43-15,-5 14-52 0,3-13-50 0,-3 13-55 16,3-9-28-16,-3 9-8 0,0 0 50 0,0 0-23 16,0 0 13-16,0 0-46 0,-3 18 16 0,1-6-53 15,0 2 19-15,-1 4-49 0,1 1-10 0,0 3-12 16,-1 1-10-16,1 2 17 0,1 0-45 0,0 0 27 16,1-1-46-16,0 1 33 0,1-1-43 0,0 0 35 0,1-2-43 15,-1-1 37-15,1-3-43 0,0-1 38 0,0 0-42 16,0-2 37-16,0-3-41 0,-1-1 42 15,-1-11-2-15,2 20-33 0,-2-20 40 0,2 14-47 0,-2-14 48 16,0 0-44-16,0 0 43 0,0 0-41 0,0 0 38 16,0 0-42-16,0 0 36 0,2-15-41 0,-2 2 30 15,0-2-46-15,0-4 26 0,0-2-34 0,0-4-7 16,1-3 24-16,-1-6-44 0,1-2 34 16,-1-1-31-16,1 0 33 0,1-1 2 0,2 0 11 0,-1 2 2 15,-1 1 10-15,2 2 1 0,-1 2 1 0,0 5-2 16,3 2-2-16,-1 2 4 0,2 2-6 0,0 3-3 15,1 3 3-15,2 1-2 0,2 4 4 16,1 2 0-16,2 1 5 0,0 3-18 0,1 3-12 0,2 2-6 16,1 2-2-16,2 3 3 0,-2 1-2 0,1 2-3 15,-3 0-10-15,1 2 14 0,-2-1 0 0,-2 2 2 16,-3-2 2-16,0 0 10 0,-3-1 5 0,-2-1 7 16,-1 0 8-16,-5-9 5 0,4 16-1 0,-4-16 5 15,-5 14 3-15,-3-6-2 0,-2-1 1 0,-4-1 1 16,-2 0 0-16,-2 0-1 0,-2-1-4 0,-1 0-25 15,-2 0-35-15,1-1-38 0,4-1-53 0,0 2-48 16,2-2-74-16,1 1-52 0,3 0-58 0,3 0-65 16,1 2-100-16,8-6-310 0,-6 9-414 0</inkml:trace>
  <inkml:trace contextRef="#ctx0" brushRef="#br0" timeOffset="135182.9638">30462 9793 639 0,'8'-8'801'0,"-1"-1"-176"16,-7 9-111-16,11-13-60 0,-11 13-23 15,7-10-24-15,-7 10-49 0,7-9-66 0,-7 9-64 0,7-7-46 16,-7 7-45-16,0 0-29 0,9-6-17 0,-9 6-15 16,0 0-21-16,12 6-9 0,-12-6-11 0,13 13-9 15,-6-5-6-15,2 3-27 0,1 2-17 16,-1 0-25-16,2 2 2 0,1 1-25 0,-1-1-5 0,0 0-6 15,0-2 0-15,-1 0 15 0,-1-1 0 0,0-1 8 16,-1-1 9-16,-2-1 13 0,-1-2 17 0,0-1 41 16,-5-6 50-16,9 10 15 0,-9-10 9 0,0 0 0 15,7 6-10-15,-7-6 2 0,0 0 10 0,0 0-27 16,-2-13 3-16,2 13-10 0,-5-16 21 0,1 6-42 16,0-1 30-16,1 1-37 0,0-4 21 0,0 3-31 15,1-1 32-15,-1 0-10 0,1 0-5 0,2 12-20 16,-2-20-3-16,2 20-6 0,-1-17-32 0,1 17-59 15,3-15-46-15,-3 15-37 0,8-12-35 0,-8 12-26 16,17-10-47-16,-7 8-49 0,3 0-72 0,2 2-3 0,-1 1-71 16,4 1-96-16,0 2-351 0,-1-1-480 15</inkml:trace>
  <inkml:trace contextRef="#ctx0" brushRef="#br0" timeOffset="135716.3043">30988 9840 401 0,'0'0'665'0,"12"-2"-130"16,-12 2-27-16,0 0-28 0,4-10-33 15,-4 10-5-15,3-10-44 0,-3 10-41 0,5-14-30 0,-5 14-36 16,7-15-41-16,-7 15-22 0,11-13-41 0,-4 7-39 16,1 1-27-16,1 1-27 0,2 0-18 15,-11 4-9-15,23-3-22 0,-11 5-10 0,1-1-5 16,-1 3-10-16,1 0-1 0,-1 2-3 0,1-1-4 0,-2 4-5 16,0-1-6-16,-3 0-30 0,-1 0 26 0,-1 1-31 15,-2-2 39-15,-4-7-32 0,6 16 36 0,-6-16-11 16,-4 15-6-16,0-8 0 0,4-7 0 0,-14 13-4 15,5-8-19-15,-3-1-27 0,1 0 1 0,-4 0-12 16,1-3 8-16,-1 0-3 0,0-1 4 0,-1-1 0 16,3 0-12-16,0 0 11 0,-1-3-35 0,4 2-27 15,10 2-28-15,-18-7-34 0,18 7-22 0,-7-11-2 16,7 11-17-16,2-11-44 0,-2 11 61 0,12-14-28 16,1 5 54-16,1 0-26 0,4-2 61 0,0 2 1 15,2-2 52-15,1 2-1 0,-1 0 60 0,-1 1-13 16,0-1 82-16,-4 1-6 0,-1 1 85 0,-1 0 41 15,-2 1 74-15,1-1 21 0,-3 1 17 0,-1 0 28 16,-8 6-38-16,14-8-12 0,-14 8-62 0,11-7-5 0,-11 7-58 16,9-4 13-16,-9 4-6 0,0 0 51 15,11 6 35-15,-11-6-6 0,8 14 3 0,-5-2-2 0,1 1-28 16,0 5-17-16,2 2-47 0,-1 5 32 16,2 3-19-16,-1 3-22 0,0 2-19 0,3 5-16 0,-3-5-7 15,2 7-16-15,-2-1-10 0,0-6-7 0,0 3-3 16,-2-4-9-16,-1 0-2 0,0-5 3 0,-1-2-10 15,0 0-4-15,-1-6-3 0,-1 2 3 0,-1-2 1 16,0-2-4-16,-2-2 7 0,-1-1-9 0,-2 0-3 16,-4-2-7-16,-1-3-37 0,-3-1-37 0,-3-3-62 15,-2-2-83-15,1-2-98 0,-3-2-126 0,-3-1-161 16,1-4-73-16,1-3-865 0,1-2-1191 0</inkml:trace>
  <inkml:trace contextRef="#ctx0" brushRef="#br0" timeOffset="135919.8073">31499 9662 1397 0,'3'-15'858'0,"0"2"-224"0,-1 3-97 0,-1-2-122 16,-1 12-6-16,2-18-93 0,-2 18-43 15,2-14-63-15,-2 14-42 0,1-13-28 0,-1 13-47 0,0 0-89 16,2-14-81-16,-2 14-57 0,0 0-47 15,0 0-95-15,0 0-60 0,7 9-92 0,-7-9-74 16,5 19-123-16,-2-10-284 0,3 4-476 0</inkml:trace>
  <inkml:trace contextRef="#ctx0" brushRef="#br0" timeOffset="136251.1261">31723 9826 852 0,'0'0'726'0,"7"8"-147"0,-7-8-86 0,0 0-44 16,6 9-19-16,-6-9-19 0,0 0-21 0,0 0-56 15,8 6-41-15,-8-6-56 0,0 0-42 0,0 0-41 16,8 7-30-16,-8-7-20 0,0 0-31 0,14 4-32 16,-14-4-29-16,20 5-36 0,-7-3-28 0,-1-1-20 15,1 1-20-15,0-1 5 0,0 2 18 0,0-3 1 16,0 0 14-16,-2-3 18 0,1 0-11 0,-1-1 25 16,-1-1-16-16,0-1 25 0,-2-2-3 0,-2 0 11 15,-1-1 5-15,0-1 18 0,-2-1 11 0,-3 11 3 16,0-19 12-16,0 19 35 0,-6-19-45 0,2 10 50 15,4 9-35-15,-10-14 38 0,10 14-54 0,-14-11 49 0,14 11-44 16,-18-5 59-16,18 5-36 0,-22 1 44 16,11 2-36-16,-2 0-10 0,0 4-8 0,2 0-1 15,-2 2-17-15,3 0-1 0,0 3-5 0,1 0 0 0,1 1-7 16,3 2-11-16,0 0-49 0,3-1-90 0,2 1-63 16,3 0-61-16,1 1-65 0,3 0-74 0,1 1-32 15,5-2-65-15,0 0-87 0,2-2-561 0,0-1-753 16</inkml:trace>
  <inkml:trace contextRef="#ctx0" brushRef="#br0" timeOffset="136833.7918">32100 9938 382 0,'7'-13'612'0,"-2"1"-88"0,-1 2 7 0,-1 0-37 16,0 0 3-16,-3 10-13 0,5-17-70 0,-5 17 8 16,4-13-129-16,-4 13-3 0,3-10-98 0,-3 10 8 15,0 0-47-15,0 0 46 0,0 0-25 0,0 0 10 16,0 0-50-16,0 0-16 0,5 13-5 0,-5-13-10 15,3 22 12-15,-1-11-50 0,1 4 23 0,1 0-49 16,2 2 21-16,1 0-43 0,3 2 30 16,0-2-37-16,2 1 14 0,0-1-54 0,1-3 15 0,2 2-21 15,-2-3-12-15,3-2-11 0,-1-1-2 0,-1-2 8 16,0-1 13-16,-1-3 8 0,0-2 6 0,-13-2 3 0,23-2 6 16,-11 0 13-16,-1-4-5 0,1-3 7 0,-1-2 4 15,1-5 1-15,-2-3-33 0,-1-1 53 16,1-8-37-16,0-2 41 0,-1-7-1 0,0-4 0 15,0-1-3-15,-2-1 8 0,-1-3 1 0,0 1 8 0,0-2 3 16,-1 1 2-16,-1 3 5 0,-1 8 22 0,-1 1 26 16,0 9-20-16,-1 6 11 0,0 0-44 0,0 1 12 15,0 5-48-15,-1 13 28 0,1-17-40 16,-1 17 33-16,0 0 0 0,0 0 2 0,-7 11 9 0,4 6 6 16,1 1-4-16,1 5-1 0,1 5-33 0,1 5 44 15,2 3-46-15,1 6 36 0,3 3-36 0,0-1 34 16,2-2-41-16,0 3 45 0,0-3-61 0,2-1-3 15,-2-1-30-15,-1-3-22 0,-1-6-21 0,0-1-6 16,-2-5-14-16,-1-2-2 0,-1-5 13 0,0-2 9 16,0 0 19-16,-1-3 18 0,1-1 9 0,-3-12 10 15,1 14 10-15,-1-14 7 0,0 0 3 0,0 0 0 16,0 0 11-16,0 0-3 0,-8-10 1 0,6 0 8 16,0-4 0-16,2-3 3 0,2-1 21 0,2-4-8 15,4-6 55-15,5 1-7 0,6-7 40 0,3 2 3 0,5 3 15 16,4 0-5-16,2 3-18 0,4 1-26 15,0 2-13-15,5 3-9 0,2 2-17 0,3 2-1 16,1 2-11-16,0 3-55 0,1 3-68 0,0 1-46 16,-1 4-156-16,-8 0-49 0,-1 4-191 0,-8 1-70 0,-4 1-67 15,-4 1-105-15,-7 0-548 0,-7 1-936 16</inkml:trace>
  <inkml:trace contextRef="#ctx0" brushRef="#br0" timeOffset="137601.9559">30921 10593 382 0,'-1'-19'813'0,"-1"-2"-126"16,0 2-85-16,0 0-63 0,0-1 3 0,1 1 6 15,-1 0-50-15,-1 2-29 0,0 1-26 16,1 1-30-16,0 3-47 0,0 1-66 0,2 11-52 0,-2-20-54 15,2 20-47-15,-2-13-33 0,2 13-14 0,0 0-13 16,0 0-7-16,0 0-2 0,0 12-7 16,1-1-13-16,1 6-64 0,1 1 62 0,0 4-69 0,2 3 59 15,2 4-62-15,-1 0 67 0,1 0-73 0,0 1 66 16,1-2-68-16,-1 1 68 0,-1-5-76 0,0-2 67 16,-1 0-28-16,-1-4-18 0,0-2-19 0,-1-1-1 15,0-3 2-15,-1-2 8 0,-2-10 11 0,3 16-20 16,-3-16-21-16,0 0-6 0,0 0 0 0,0 0-15 15,0 0 0-15,0 0 6 0,-11-11-45 0,6-1 39 16,0-5-43-16,2-4 38 0,-1-4 1 0,0-7 1 16,3-3 7-16,1 0 10 0,1-4 10 0,3-5 6 15,0 0 9-15,4 1 5 0,-2 1 6 0,1 9 4 16,0 1 9-16,-1 3 10 0,1 6 16 0,-2 2 18 16,-1 4-16-16,0 2-8 0,0 2-4 0,0 3-2 15,-4 10 9-15,10-11 4 0,-10 11 18 0,0 0 6 16,17 8 8-16,-11 0-9 0,4 3 1 0,-2 3 0 0,1 3-2 15,2 2 0-15,1 4-8 0,-1 1-2 0,3 0-8 16,-1 0-1-16,1 0-7 0,-1-2 0 16,1 1-6-16,-3-4-12 0,0-4-20 0,2 2-25 15,-3-4-12-15,-1 0-35 0,1-2 52 0,-2-2 8 0,-1-4-13 16,1 1 27-16,-8-6-8 0,16 2-4 0,-16-2 3 16,19-9 10-16,-10 2-3 0,1-5 0 0,1-3 4 15,0-1 10-15,0-2-4 0,0-1 1 0,-1 2 7 16,-1-1 6-16,-1 4 12 0,0 1 11 0,-1 3-6 15,-2 1-7-15,1 1-4 0,-6 8-8 0,8-11 2 16,-8 11 4-16,0 0 0 0,0 0 7 0,13 6-4 16,-13-6-1-16,5 15 6 0,-2-4-9 0,0 1-4 15,3 2-27-15,-1 2-61 0,1 0-100 0,1 2-75 16,2-1-68-16,3 2-85 0,-1-1-66 0,5 3-69 16,0-1-159-16,2-2-416 0,0-1-741 0</inkml:trace>
  <inkml:trace contextRef="#ctx0" brushRef="#br0" timeOffset="138169.2686">31863 10574 305 0,'5'-15'727'0,"-1"0"-90"0,-2 2-77 15,0 0-18-15,-1-2 6 0,0 2-67 0,-2-1 17 16,0 1-90-16,-1 1 8 0,-1 1-79 0,-1 0-14 16,0 2-80-16,-4 1-11 0,0 1-67 0,-1 2 2 15,-2 2-58-15,-1 2 13 0,0 4-46 0,-1-1 12 0,0 4-45 16,0 1-7-16,1 3-6 0,1-1-2 0,1 4-8 15,2 0-4-15,3 2-2 0,0-2-7 0,3-1-4 16,2 1-31-16,3 1-34 0,1 2-30 0,4-2-46 16,2 2-27-16,4-1-20 0,0-3-8 0,3-1 5 15,-2-1 7-15,0-2 23 0,-1-1 34 0,1 0 12 16,-2-3 30-16,-1-1 5 0,-12-3 16 0,22 0 14 16,-22 0 1-16,20-6 10 0,-10-2 13 0,0-1-2 15,-2 0 21-15,0-2-2 0,-2-2 34 0,2-2-13 16,-3 0 36-16,-1 1-3 0,-1-1-3 0,1 2 70 0,-1 0-32 15,-1 4 51-15,0-3-44 0,-2 12 10 0,4-16-63 16,-4 16 28-16,3-12-47 0,-3 12 33 0,0 0-50 16,0 0 43-16,0 0-40 0,8 6 55 0,-8-6-45 15,6 19 34-15,-2-4-32 0,1 3 2 0,1 2 8 16,-1 5 1-16,1 3-7 0,-1 2 32 0,0 4-31 16,-1 1 58-16,2 8-46 0,-2 0 33 0,-1 1-50 15,0 1 33-15,-2 0-38 0,0-1 27 0,-2 2-37 16,-1-2-2-16,-2-1 4 0,-1-1 2 0,-2-2 0 15,-1-2 0-15,0-7-1 0,-3 0 0 0,0-4 9 16,-1-2 4-16,-4-2 31 0,0-2 19 0,-1-7 11 0,0 1 7 16,-2-7 0-16,-3 1-10 0,-2-4-13 15,0-2-45-15,-3-2 41 0,-1-4-54 0,-3-3 47 16,0-3-54-16,1-1 41 0,0-3-51 0,3-3 44 0,3-2-16 16,3-1-17-16,3-2-58 0,4-1-69 0,3-3-65 15,6 1-27-15,5 0-35 0,3-1-3 0,6-3-15 16,8-4-32-16,5 2-41 0,4 1-44 0,5 1-56 15,4 1 0-15,3 2-98 0,8-3-565 0,2 0-725 16</inkml:trace>
  <inkml:trace contextRef="#ctx0" brushRef="#br0" timeOffset="138484.2591">32276 10643 191 0,'2'-12'728'0,"1"0"-97"0,-3 12-74 0,3-19 14 0,-3 19-5 16,4-19-36-16,-4 19 30 0,5-16-117 0,-5 16-43 15,4-12-114-15,-4 12-21 0,6-7-70 0,-6 7 31 16,12 3-49-16,-3 1 23 0,3 6-48 0,1 3-8 16,6 7-21-16,-2 2 17 0,3 5-54 0,0 2 21 15,-2 0-51-15,-1 2 25 16,-2 0-53-16,0 3 27 0,-4-7-47 0,0 1 30 0,-2-1-49 0,-1 0 21 0,-1-5-41 16,0-2 39-16,-3-2-36 0,0-2 38 15,-1-1-37-15,0-5 40 0,0 2-27 0,0-2 37 0,-3-10-23 16,2 13 36-16,-2-13-40 0,0 0 33 0,0 0-30 15,0 0 33-15,0 0-44 0,-13-5 41 0,7-4-40 16,1-3 34-16,-3-3-28 0,0-3 9 0,2-2-62 16,0-1 9-16,2-1-84 0,0 0 3 0,3 0-102 15,2 0-45-15,5-1-36 0,0 2-21 0,6-4-43 16,3 0-31-16,2 3-38 0,7-3-15 0,3 2-43 16,2-1-91-16,2 0-434 0,1 0-641 0</inkml:trace>
  <inkml:trace contextRef="#ctx0" brushRef="#br0" timeOffset="138733.9625">33242 9168 458 0,'-13'-55'431'0,"-2"-1"-55"0,0 0-70 0,-2 1-22 15,1 0-49-15,-1 2 120 0,2 8 21 0,1-1-27 16,3 5 34-16,1 3-108 0,1 5 74 0,0 7-121 0,4 1-15 15,1 4-30-15,0 4-35 0,1 2-37 16,1 2-28-16,2 13-20 0,1-14-7 0,-1 14-12 0,0 0 4 16,24 8 78-16,-3 8-49 0,9 11 68 0,10 12-40 15,5 10 56-15,3 5-59 0,15 17 40 0,0 8-42 16,1 8 43-16,-1 7-42 0,-1 4 32 0,-5 5-53 16,-2 2 33-16,-6 4-29 0,-4-2 38 0,-3 7-4 15</inkml:trace>
  <inkml:trace contextRef="#ctx0" brushRef="#br0" timeOffset="149355.252">13488 14305 316 0,'0'0'531'0,"0"0"-96"0,-4-9-86 0,4 9-50 15,0 0-39-15,-9-7-18 0,9 7-5 16,-10-2-12-16,10 2-12 0,0 0-19 0,-17 2-24 16,17-2-9-16,-14 8-10 0,9-1 5 0,-1 4-8 15,0 1-12-15,-2 2 16 0,4 9-36 0,1 2 13 16,-1 2-37-16,0 8 2 0,2 3-8 0,0 6 1 0,1 4-13 16,1 1-10-16,0 2-8 0,1 1-16 15,1-1 1-15,0-1-7 0,0 0-12 0,2-1 6 0,-1-2-14 16,1 0 9-16,3-2 9 0,-2-2-28 0,-1-2-4 15,0-8 5-15,1 0-6 0,-1-1 1 0,-2-9-3 16,4 0-1-16,-4-3 7 0,0-3-10 16,0-2 3-16,0-1 3 0,0-3 0 0,-2-11 1 0,1 16-7 15,-1-16 1-15,0 0-1 0,0 0-2 0,0 0 5 16,0 0 9-16,-3-10-13 0,1-2 13 0,-2-5-6 16,-2-7 7-16,4-2-11 0,-4-7 9 0,1-8-9 15,-3-3-2-15,3-2 7 0,-4-4 2 0,2-2-4 16,1-9 5-16,-1 6 10 0,2-8-7 0,2 6 3 15,1 1-2-15,2-4 7 0,3-8-10 0,4-1-4 16,0 1-3-16,4 2 2 0,3 3-3 0,3 2 5 16,3 5 2-16,1 4-8 0,-2 10 14 0,2 6-12 15,0 3 4-15,0 7-7 0,-2 5 4 0,0 4 3 16,0 6 2-16,-3 5-5 0,1 4 0 0,2 3 0 16,0 6-1-16,4 10 6 0,0 2-4 0,0 7 4 15,-4 6-3-15,-1 4 1 0,-3 2 1 0,-2 6 1 16,-5-1 1-16,1 2 7 0,-5 1-7 0,2 1-5 0,-4-1-2 15,-2 3-2-15,-2-6 3 0,-2-6 2 0,0 0-1 16,-2-5-2-16,-1 0-1 0,-2-1 3 0,-2-3 1 16,-1-1 0-16,-2-3 1 0,-1-3-4 15,-3 0 2-15,3-5-2 0,-1-3 3 0,2-1-2 0,-2-5 2 16,1 1-17-16,1-3-12 0,1-4-7 0,13-1-1 16,-21-1-8-16,11-4-1 0,-1-1 3 15,3 0 6-15,0-1 8 0,1-1 5 0,7 8 5 0,-9-13 3 16,9 13-3-16,-7-10 6 0,7 10 5 0,0 0 2 15,0 0 13-15,0 0 17 0,0 0 14 0,0 0 13 16,14 9 6-16,-8-2-10 0,1 7-3 0,5 3-12 16,1 3-7-16,5 5-3 0,2 4-8 0,4 1-28 15,4 3-56-15,3-3-57 0,7 9-46 0,5-4-45 16,0 2-60-16,1 0-53 0,2-1-66 0,-4-2-120 16,1 0-487-16,-1-1-605 0</inkml:trace>
  <inkml:trace contextRef="#ctx0" brushRef="#br0" timeOffset="149605.4672">14638 15395 480 0,'2'-15'906'0,"0"1"-132"0,-2 3-188 16,0 11-105-16,-2-18-94 0,2 18-35 15,-2-8-31-15,2 8-13 0,0 0 24 0,0 0-51 0,-13 4 18 16,8 3-67-16,-1 5 1 0,1 2-34 0,0 5-27 15,3 4-30-15,-1 1-30 0,2 2-21 0,1 2-20 16,2-1-12-16,2 5-16 0,0 2-7 16,4 3-7-16,3 1-5 0,0-3-8 0,0-5-62 0,0-1-40 15,1 0-72-15,2-4-64 0,0-1-105 0,-1-2-125 16,0 0-111-16,-1-3-100 0,-4-3-751 0,0-1-1020 16</inkml:trace>
  <inkml:trace contextRef="#ctx0" brushRef="#br0" timeOffset="150605.8192">15764 14940 94 0,'0'-16'631'0,"-1"3"-159"0,1-1-35 0,0 1-58 16,-1 1 25-16,0-1-55 0,-1 1-7 0,2 0-5 15,-2 2-5-15,2 10-26 0,-1-17-43 16,1 17-54-16,-2-15-40 0,2 15-36 0,0 0-12 0,-3-10 32 16,3 10 39-16,0 0 4 0,-2 13 12 0,1-1-8 15,-2 5-1-15,0 5-15 0,-1 10-29 0,-1 1-14 16,0 7-24-16,0 4-48 0,-1 1 26 0,3 1-50 15,-1 3 27-15,1-1-11 0,3 1-10 0,0-1-13 16,2 0-1-16,3-4-12 0,-1 1-7 0,3-5-3 16,-2-5 4-16,2-4-10 0,-1-1 0 0,0-7 0 15,0-2-6-15,-2-3 0 0,0-3 4 0,-1 1 4 0,0-5 3 16,0-1-2-16,-3-10-5 0,5 11-35 16,-5-11-13-16,0 0-10 0,0 0 4 0,6-17-2 15,-6 4-6-15,0-7-20 0,-1-7-12 0,-2-7 2 0,1-11-39 16,-1-2 47-16,1-5-33 0,-1-4 32 0,0-13 4 15,1-1 10-15,1-5 7 0,0-2 0 0,2-2-12 16,1 2 44-16,3-1-22 0,1 1 23 16,1 1-20-16,2 1 29 0,1 4 1 0,4 4 7 0,0 5 2 15,-1 15-3-15,2 5-1 0,-1 5 2 0,1 2-1 16,-3 11-4-16,0 4-15 0,0 4 27 0,-1 6-13 16,2 4 26-16,-2 4 20 0,2 4 13 0,0 6 19 15,5 7-21-15,4 8 42 0,2 8-30 0,1 5 49 16,6 14-33-16,3 6 40 0,1 5-20 0,2 3-15 15,3 4-13-15,8 12-14 0,0-1-10 0,-8-13-8 16,1-2-43-16,2-2 43 0,-2-1-38 0,-1-5 34 16,0-3-9-16,-2-4-10 0,-3-5-24 0,-1-1-24 15,-8-11-52-15,0-2-35 0,-3-3-53 0,-5-5-40 0,0-4-52 16,-4-1-37-16,0-5-52 0,-3-2-72 0,-1-1-43 16,0-4-217-16,-10-5-473 0,13 3-779 0</inkml:trace>
  <inkml:trace contextRef="#ctx0" brushRef="#br0" timeOffset="151455.9117">17498 14759 241 0,'2'-20'661'0,"-2"-1"-89"0,0 2-51 15,0 3-38-15,0 3-45 0,-1 1-65 0,1 12-25 0,0-22-76 16,0 22-19-16,-1-14 8 0,1 14 24 0,0 0 23 16,0 0-42-16,-7 10 41 0,6 1-9 15,-2 7-34-15,1 6-28 0,1 9-31 0,0 3-28 0,1 3-27 16,0 9-24-16,2 2-65 0,1 2 33 0,1 2-54 16,0 1 32-16,3-2-54 0,1 1 34 0,1-4-4 15,1 0-15-15,1-1 1 0,2-3-14 0,0-5-5 16,1 0-28-16,-1-5-33 0,0-3-21 0,-3-6-8 15,-1-7-26-15,0-1-2 0,-3-3 8 0,0-4 12 16,-1-2-28-16,-5-10-26 0,8 11-17 0,-8-11 3 16,0 0 4-16,10-8 11 0,-8-3-8 0,-1-7 19 15,-2-4 1-15,-1-6 18 0,-2-7 20 0,-5-8-4 16,1-5 13-16,-4-12 13 0,-2-1 12 0,0-3 9 16,-1 0 3-16,0-4 10 0,2 2 6 0,2 0 4 15,1-1 2-15,1 3 20 0,5 8-14 0,2 3 5 16,3-3-2-16,3 2 1 0,4 2 1 0,2 0 0 15,4-4-1-15,5 5 2 0,3 1 2 0,-1 10 0 0,4 2 1 16,2 4-1-16,3 3 1 0,2 4-3 0,1 2 1 16,2 5 1-16,2 3 2 0,-6 5 0 0,1 6 0 15,-3 3-1-15,0 4 0 0,4 3 2 16,-1 6 10-16,-2 2 3 0,2 6 1 0,-2 4-2 0,-6 4 8 16,-2 2-4-16,-4 2 1 0,-7-3 10 0,-3 5-12 15,-4 1 8-15,-3 1-16 0,-3 2-2 16,-5 4-3-16,-2 2-1 0,-4-2-4 0,-2 1-1 0,-3-2-17 15,-1-1-17-15,-2-1-9 0,0 0-18 0,-1-4-17 16,-1-1 0-16,-1-4 2 0,0-2-7 0,4-5-4 16,-1-3 16-16,3-6 17 0,1-1 2 0,-1-2 13 15,3-4 6-15,1-3 6 0,1 0 5 0,1-4-7 16,0 0 21-16,12 2 3 0,-18-4 56 0,18 4 14 16,-15-4-8-16,15 4-9 0,0 0 17 0,-12 0 30 15,12 0 59-15,0 0 17 0,7 15 16 0,3-3-14 16,5 3 37-16,5 3-49 0,8 7 9 0,2-2-48 15,3 4 22-15,5-2-51 0,5 6 16 0,3-3-50 16,3 0 27-16,2-1-56 0,0-2 23 0,2-2-100 0,1-1-60 16,-8-4-56-16,0-2-84 0,-2-2-77 15,1 0-81-15,-3-1-42 0,-2-3-145 0,-4-1-651 16,-7-3-858-16</inkml:trace>
  <inkml:trace contextRef="#ctx0" brushRef="#br0" timeOffset="151873.2511">18963 14888 867 0,'-5'-31'773'0,"-3"-1"-131"0,1 2-129 0,1 1-62 16,2 4-41-16,-1 2-66 0,1 0-15 0,3 4-51 16,0 1-41-16,2-1-27 0,2 2-31 0,1 2-12 15,3 1-54-15,2 2 4 0,2 1-45 0,3 5 23 16,4 1-41-16,1 4-11 0,4 1 20 0,3 4-34 15,4 4 14-15,0 3-37 0,2 4 31 0,-1 4-38 16,-3 5 32-16,-2-1 3 0,-4 6-1 0,-3 0 7 16,-4 3-1-16,-4-1 0 0,-3-2 0 0,-5 5-1 15,-3 0-10-15,-5 2-31 0,-6 3 56 0,-5 3-43 16,-8 4 36-16,-5 0-19 0,-2-2 67 0,-3 0-3 16,1-3 10-16,4-7 14 0,3-2 5 0,2-2 0 15,3-1-1-15,5-4-7 0,4-2 12 0,5-3 24 16,5-2-67-16,5-4 94 0,5 1-105 0,11-5 88 15,11 1-120-15,14-6-38 0,12 1 0 0,19-5 0 16,11-1 0-16,9-3 0 0,9 1 0 0,2-3 0 0,22 0 0 16,-20-2 0-16,-2 0 0 0,-4 2 0 0,-3-4 0 15,-7 1 0-15,-9 0 0 0,-6-1 0 0,-9 1 0 16,-15 1 0-16,-7-2-25 0,-10 3-251 0,-5-1-111 16,-6 0-53-16,-4-2-29 0,-8 1-117 0,-2 0-43 15,-5 1-127-15,-6 7-712 0,1-14-1086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11:39.7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3304 1419 238 0,'6'-18'562'0,"-2"3"-78"0,-2-2-65 0,-2-1-31 0,0 0-16 16,-3-3-93-16,-4 0 15 0,1 0-52 0,-3 0 44 15,-1 2-66-15,-6-3 36 0,-1 3-53 0,0 1 3 16,-3 2-40-16,1 5-19 0,-1 0-43 0,-3 5-7 16,-2 3-32-16,-2 3 1 0,-4 6-23 0,-3 3-2 15,-6 7-17-15,0 5-1 0,3 5-17 0,-4 5 1 16,9 0-1-16,4 1-68 0,6 1 90 0,4 3-2 16,6 1 4-16,7-1-9 0,6 0-3 0,7 9 2 15,7-3-1-15,8 7-4 0,5 0 2 0,6 1-2 16,4-1-73-16,4 1 81 0,1-3-75 0,0 0 76 15,1 0-67-15,-1-2 7 0,-1 0-1 0,-4 0 45 16,-2-2-80-16,-5 1 54 0,-7-7-76 0,-2 0 60 16,-6-2-62-16,-2 0 64 0,-6-5-59 0,-5-4 69 15,-3-1-49-15,-3 0 69 0,-2 0-51 0,-6 0 63 16,-3-1-57-16,-4-2 65 0,-3-1-53 0,-2-3 59 0,-4-3-59 16,-1 0 63-16,-2-5-62 0,-2 1 63 15,1-4-65-15,-1-2 65 0,3-1-11 0,0-4-65 16,2-2 53-16,0 0-31 0,4-3-32 0,1-1-1 0,2-3-34 15,7 1-13-15,2-2 9 0,6-1 12 0,3-1 7 16,5 0 6-16,5-2 0 0,6-1-10 0,7-4 3 16,9-2-2-16,5 1-47 0,3 0 69 15,4-1-52-15,10-3 21 0,1 1 9 0,3 2-2 0,0-1-1 16,0 0-1-16,-1 1-9 0,0 0 15 0,-10 3-1 16,-1-2 10-16,-2 0 6 0,-1-1 9 0,-3 2 32 15,-4-1 33-15,-4 0 19 0,-5 2 15 0,-3 0 50 16,-3 1 30-16,-5 2-3 0,-2 0 35 0,-3 1 2 15,-3 1 18-15,-2 1-1 0,-2 1-21 0,-2 11-9 16,-2-20-22-16,-2 11-12 0,-1 0 5 0,-1 1-3 16,-2 2 2-16,-1 2-16 0,9 4-17 0,-17-5-17 0,17 5-3 15,-18 2-7-15,10 4-2 0,-1 0-7 0,-1 5 1 16,3 0-63-16,1 3 66 0,2 1-60 0,2 2 82 16,3 0-70-16,3 0 48 0,3 4-62 0,4 3 65 15,5-2-68-15,4-1 72 0,3 3-70 0,6-3 66 16,1-2-79-16,-3-4 74 0,2-3-91 0,1 0 58 15,0-4-80-15,0-1 58 0,-1-2-89 0,-3-2 42 16,2-3-51-16,-4-1 67 0,1-1-52 0,-1-3 62 16,-3-3-48-16,-2-1 19 0,-2-5 62 0,-2 0-54 15,-2-4 67-15,-1-5-61 0,-2-4 66 0,-4-3-22 16,-2-2 30-16,-4-1-19 0,-2-5 13 0,-3-5 7 16,-2-3 13-16,-2-1-10 0,-2 0-43 0,-2 1 73 15,2 2-24-15,-1 2 123 0,-1 6-23 0,4 8 74 16,2 6-73-16,-2 1 33 0,3 6-95 0,1-1 27 15,-1 5-81-15,6 11 56 0,-10-8-77 0,10 8 68 0,-11 11-57 16,5 2 57-16,0 7-56 0,3 4 39 0,0 8-46 16,1 4 52-16,2 2-58 0,5 9 50 0,2 0-56 15,2 0 4-15,3 0 2 0,1 1 4 0,6 6-1 16,-5-8 0-16,4-3-4 0,-2-2-18 0,1 0-17 16,-1-5-29-16,0-1-37 0,-5-5-14 0,3-4 55 0,-3-1-87 15,-2-2 67-15,-1-4-65 0,0-6 99 16,-2 0-60-16,0 0 102 0,-2-2-67 0,-4-11 82 15,3 12-75-15,-3-12 83 0,0 0-74 0,-7 7 94 16,7-7-79-16,-14-6 83 0,3 0-76 0,-1-1 83 0,-1-3-61 16,-2-1 29-16,1 1 33 0,-1-2 5 15,1 0 4-15,1 3 10 0,2-1 35 0,0 2 26 16,2-2 6-16,2 4-22 0,3-2-28 0,4 8-16 0,0-18-23 16,6 7-10-16,8-3-11 0,9-1-26 0,8-2-47 15,7-1-57-15,4 0-73 0,3 1-32 16,4 1-182-16,-1-1-102 0,0 3-104 0,0 1-852 0,-3-3-1057 15</inkml:trace>
  <inkml:trace contextRef="#ctx0" brushRef="#br0" timeOffset="900.0273">6856 1620 76 0,'-6'-36'569'0,"0"-4"-90"16,-1-2-32-16,-2 3-16 0,-1 1-12 0,-1 1-40 15,-1 0 41-15,-2 3-51 0,2 5-4 0,-1 3-32 0,1 2-33 16,0 0-47-16,1 5-7 0,1 3-32 0,3 3-42 16,-1 2-44-16,1 4-24 0,7 7-19 0,-12-2-17 15,5 8-10-15,-2 5-4 0,0 7-60 16,2 3 49-16,0 8-52 0,1 5 64 0,3 9-62 0,2 2 60 16,2 3-63-16,4 2 57 0,3 1-63 0,3 8 63 15,1-1-62-15,4-1 57 0,2-3-61 0,0-1 4 16,-1-9 6-16,1-1 4 0,1 0-1 0,-1-4 4 15,2-2-39-15,-2-2 24 0,-2-3-20 0,-2-6-1 16,-2-3-5-16,-2-5-3 0,-1-2 11 0,-1-3 14 16,-2 0 15-16,-1-3 14 0,-1-2 12 0,-4-8-9 0,4 11-4 15,-4-11-44-15,0 0 47 0,-17-2-42 16,4-4 49-16,-6-3-52 0,-7-4 52 0,-7-3-26 16,-4-1 26-16,-2-1-3 0,-5 1-9 0,0 1-1 0,-3 0 54 15,-1 3-67-15,-2 1 60 0,-1 5-67 0,1 3 62 16,-1 3-66-16,1 1 6 0,2 5 8 0,0 3-3 15,4 4-4-15,2 2 6 0,2 5 5 0,3 3-36 16,5 0 47-16,3 1 1 0,5 2-3 0,8-1 2 16,3-1-6-16,5-1 3 0,7-1-1 0,1 0-4 15,5-1-1-15,9 4-5 0,5-5-3 0,12 1-5 16,9-3-5-16,6-4-36 0,7-5-28 0,7-3-45 16,4-2-31-16,14-5-7 0,3-3-29 0,2-3-31 15,-2-4-9-15,1-2-9 0,-3-2-21 0,-5-2 14 0,-5-5 37 16,-4 0 26-16,-7-2 30 0,-6-2 42 15,-13 4 28-15,-4-2 34 0,-5 3 73 0,-3-1 104 16,-8 3-1-16,-4 3 91 0,-2 2-53 0,-4-1 42 0,-3 3-64 16,0 0 80-16,-5 1-94 0,-1 12 47 0,2-18-78 15,-2 18 72-15,-2-12-90 0,2 12 59 0,-2-10-99 16,2 10 66-16,0 0-89 0,0 0 76 0,-11-4-90 16,11 4 66-16,0 0-83 0,-3 14 75 0,3-14-78 15,3 16 3-15,1-8 6 0,2 4 3 0,4 0 5 16,-1-1-14-16,3 3-4 0,2-1-62 0,0-1-42 15,2 1-32-15,0 0-39 0,1-2-92 0,-1 0-51 16,2-2-42-16,-1 1-61 0,-2-4-98 0,-1 0-322 16,-1-3-412-16</inkml:trace>
  <inkml:trace contextRef="#ctx0" brushRef="#br0" timeOffset="1079.0528">7331 1869 780 0,'-10'-12'741'0,"1"1"-84"0,0 1-86 0,2 0-110 16,0 3 19-16,0-2-145 0,1 3 27 0,6 6-160 16,-10-13 23-16,10 13-123 0,-6-9-4 0,6 9-156 15,0 0 50-15,0 0-114 0,3-12-21 16,-3 12-91-16,16-1-108 0,-1 3-93 0,3 1-91 0,7 0-458 16,0 2-577-16</inkml:trace>
  <inkml:trace contextRef="#ctx0" brushRef="#br0" timeOffset="1383.1236">8231 1352 536 0,'-2'-36'726'0,"-5"-3"-48"16,-6 1-62-16,-3 1-7 0,-3 1-69 0,-2 2-39 16,-3 1-75-16,-2 4-48 0,-1 3-29 0,-1 2-76 15,5 5 22-15,0 3-91 0,0 1-8 0,4 6-78 16,2 3 10-16,-1 3-61 0,3 3 20 0,-2 6-45 15,-1 5 30-15,-2 6-38 0,4 5 27 0,-1 8-32 16,3 5 44-16,3 5-33 0,5 4 40 0,4 6-21 16,3 3 24-16,4 2-5 0,5 13 11 0,4 1-23 0,2 2 1 15,4 0-18-15,2-2-12 0,1 1-1 16,2 0-18-16,3 0-30 0,1-1 41 0,0 1-41 0,1-2 17 16,0-2-69-16,-2 0-5 0,-1-5-46 0,-1-1-38 15,-3-2-38-15,-2-4-17 0,-4-10-62 0,-2-2-58 16,-1-2-37-16,-5-3-66 0,-1-6-73 0,-2-3 41 15,0-4-86-15,-3-5-96 0,-3-2-414 0,2-5-676 16</inkml:trace>
  <inkml:trace contextRef="#ctx0" brushRef="#br0" timeOffset="1650.4325">8480 1496 863 0,'-5'-29'865'0,"-1"1"-116"0,-1 5-100 16,0 2-126-16,0 2 15 0,2 4-146 0,0 0-29 16,1 5-126-16,-1 1 4 0,5 9-99 0,-9-8 30 15,9 8-66-15,-7 5 59 0,3 7-46 0,2 4 41 16,0 10-40-16,3 10 34 0,0 11-50 0,5 5 6 16,2 11-42-16,3 2 21 0,3 2-47 0,2-1-7 15,2-2-6-15,3-1-26 0,2-2 7 0,2-4-45 0,-1-3-81 16,3-2-65-16,-1-3-78 0,0-4-85 0,-3-9-29 15,-2-2-137-15,-2-3-12 0,-2-5-61 0,-4-3-10 16,-2-7-512-16,-2-2-721 0</inkml:trace>
  <inkml:trace contextRef="#ctx0" brushRef="#br0" timeOffset="2020.4636">8259 2126 397 0,'-42'-19'497'0,"0"1"-30"16,3 2 24-16,2 1-1 0,7 3-30 0,2 1-66 15,5 3 35-15,4 0-111 0,3 1 27 0,1 1-133 16,2-1 39-16,2 3-132 0,3-1 61 0,8 5-115 16,-7-8 56-16,7 8-83 0,15-7 55 0,4 3-87 15,9 0 66-15,11 0-113 0,9-1 37 0,7 2-103 16,3-1 26-16,3-1-90 0,12 3 26 0,0-3-26 16,-1 1-24-16,-1-1-25 0,-10 0-26 0,-1 0-8 15,-3-1 20-15,-3-1 38 0,-5-2 39 0,-3-1 37 16,-6-2 29-16,-9 0 45 0,-3-1 53 0,-4 0 70 15,-6-2 9-15,-4 0 15 0,-4 1 31 0,-2 0 15 0,-3 0 9 16,-4 0 2-16,-3 3-11 0,-2-2-6 0,-4 2-16 16,-2 2-2-16,-1 0-26 0,-3 2-14 15,0 3-15-15,1 4-5 0,-3 1 3 0,-1 4 7 16,0 3-74-16,-1 4 72 0,2 1-67 0,0 4 74 0,5-2-71 16,-3 2 84-16,7 3-81 0,4-2 78 0,3 2-72 15,3 3 96-15,4-3-79 0,6 5 69 16,3-3-75-16,9 3-16 0,3-3-57 0,4-1-72 0,2-3-82 15,3-2-103-15,3-3-108 0,-1-1-106 0,2-2-143 16,-7-2-343-16,2-4-603 0</inkml:trace>
  <inkml:trace contextRef="#ctx0" brushRef="#br0" timeOffset="2851.5894">9490 1906 751 0,'-8'-12'681'0,"1"1"-11"0,0-1-68 0,2 4 18 16,-1-3-124-16,1 3 55 0,1-1-98 15,4 9-3-15,-8-15-90 0,8 15-43 0,-7-12-110 16,7 12-10-16,0 0-80 0,-1-12 13 0,1 12-58 16,0 0 13-16,19 2-52 0,-8 2 28 0,5 2-50 15,2 2 37-15,2 3-42 0,4 2 30 0,0 2-37 16,-1 0 23-16,1 3-66 0,-1-2 18 0,0 1-72 16,-3 2-22-16,0-2-5 0,-2 1 14 0,-2-3 29 0,-3-3-18 15,-2 1 8-15,-2-1 22 0,-1-3 9 16,-1 0 7-16,-2-2 16 0,-5-7 10 0,4 13 5 15,-4-13 6-15,0 0 9 0,-7 6-2 0,7-6 3 16,-12-2-17-16,12 2 21 0,-15-12 4 0,9 5-13 0,-1-3-25 16,1-1 57-16,2-2-69 0,2-1 34 0,2 3-77 15,1-3 66-15,4-1-89 0,1-1 67 0,4 1-88 16,2-3 45-16,4 1-13 0,2 1-17 0,3-1 1 16,2 0 3-16,0 3 14 0,0-2 5 0,1 1 22 15,0 1 22-15,-6 1 8 0,-1 2 17 0,-2-2 42 16,0 1-17-16,-4 1 106 0,-2 1-54 0,1 0 64 15,-4-2-70-15,-2 4 88 0,-1-2-78 0,-3 10 82 16,1-17-82-16,-1 17 72 0,-3-14-69 0,3 14 58 16,-8-11-84-16,8 11 57 0,-13-7-83 0,13 7 72 15,-13-1-75-15,13 1 71 0,-18 9-80 0,10-1 70 0,0 0-74 16,1 4 65-16,-1 1-63 0,3 0 70 16,3 3-62-16,0-1 52 0,3 3-44 0,2 0-23 15,3 2 66-15,3-1-68 0,2 1 65 0,3 2-76 0,4-2-27 16,1-2-23-16,0 0-27 0,3-4 57 15,0 1-87-15,-2-4 70 0,0-1-76 0,1-2 66 16,-2-1-47-16,-1-2 74 0,-2 0-38 0,-1-4 72 16,-3-1-47-16,1-1 78 0,-2-3-65 0,-1 0 94 0,0-2-49 15,-2-3 110-15,0-1-58 0,-2-1 96 16,1-1-58-16,-2 0 98 0,-1 1-50 0,-1 1 68 0,0 0-50 16,-3 10 44-16,4-17-70 0,-4 17 34 0,5-13-79 15,-5 13 20-15,4-12-68 0,-4 12 28 0,0 0-59 16,3-9 44-16,-3 9-51 0,0 0 43 0,0 0-49 15,9 4 33-15,-9-4-32 0,6 9 45 0,-6-9-51 16,8 14 49-16,-8-14-49 0,10 17 49 0,-5-9-46 16,1 4 39-16,0 0-44 0,1 0 44 0,-2 0-51 15,1 1-24-15,0-1-16 0,0 0 2 0,-2-2-9 16,3 0-8-16,-3-3-13 0,1 2 19 0,0-2 7 16,-5-7 18-16,7 10 15 0,-7-10 16 0,11 5 5 15,-11-5 3-15,13-1 19 0,-5-4 13 0,1-2 18 16,0-2 59-16,0-3-53 0,1 1 49 0,-2-3-42 15,0 0 58-15,-1 0-28 0,0 1 56 0,-1 1-32 16,-1 1 33-16,0 2-46 0,0 0 13 0,-1 0-43 16,-4 9 14-16,7-13-54 0,-7 13 12 0,6-9-37 15,-6 9 28-15,7-6-32 0,-7 6 27 0,0 0-35 0,13 1 3 16,-13-1-66-16,17 5-10 0,-8-1-92 0,4 2 2 16,1 1-138-16,2-1-38 0,1 0-159 15,4 0-57-15,1 2-41 0,0-2-165 0,1 1-347 0,4-3-737 16</inkml:trace>
  <inkml:trace contextRef="#ctx0" brushRef="#br0" timeOffset="3353.43">11386 1674 664 0,'6'-17'726'0,"-2"-2"-107"0,-1 4 4 16,-1 1-110-16,-2 1 31 0,-2 0-127 0,-2 1-48 15,0 4-70-15,-1-3-51 0,-5 5-44 16,1 1-31-16,-2 3-26 0,11 2-23 0,-26 2 38 0,10 3-77 15,0 6 44-15,0 1-65 0,-1 2 42 0,-1 5-65 16,3 0 44-16,2 4-50 0,4-3 43 0,1 3-58 16,3-2 44-16,1 3-50 0,3-3 48 0,5 3-43 15,1 0 38-15,5 1-49 0,4-1 3 0,5-3-6 16,2 2-4-16,7-4-28 0,3 0-30 0,6-3-20 16,-2-1-25-16,4-5-6 0,-5-3-2 0,2-3 0 15,0 0 8-15,-5-4 22 0,5-5 23 0,0 0 1 16,-3-2 79-16,5-5-68 0,0-3 71 0,-3-2-63 15,-3-3 69-15,1-4-72 0,-4-1 82 0,-3-4-70 16,-1-1 76-16,-2-2-54 0,-5-2 14 0,-2 2 12 0,-4 2 27 16,-2 1 10-16,-5 2 0 0,-1 2 51 15,-4 5-64-15,0 1 46 0,-2 1-62 0,-2 1 42 0,-1 3-67 16,-1 0 52-16,-4 3-61 0,1 5 45 0,-2 4-51 16,-3 3 9-16,-1 3 12 0,-5 5 5 0,0 4 50 15,-1 6-48-15,3 1 39 0,1 3-23 16,3 2 76-16,3 1-14 0,4 2-45 0,3-3 120 0,1 0 18 15,6 1-3-15,4 1 12 0,3 2-43 0,10 1 15 16,5-2-36-16,5 2-21 0,5-5-111 0,11 2 0 16,6-2 0-16,4-2 0 0,2-3 0 0,-1-2 0 15,4-3 0-15,-11-2 0 0,2-2-65 0,-3 0-163 16,-3-4-59-16,-2 4-72 0,-6-7-50 0,-2-1-28 16,-8-2-33-16,-5-1-59 0,-2-1-13 0,-8 0-9 15,-1-1-76-15,-12 2-43 0,0 0-275 0,0 0-526 16</inkml:trace>
  <inkml:trace contextRef="#ctx0" brushRef="#br0" timeOffset="4022.9186">2669 3282 108 0,'-16'-3'244'0,"16"3"-36"16,0 0-15-16,-7-8-6 0,7 8-5 0,0 0-11 15,0 0-7-15,0 0-5 0,-2-11-3 0,2 11 1 0,0 0-16 16,0 0-10-16,0 0 0 0,0 0-35 0,0 0 53 15,0 0-42-15,0 0 59 0,0 0-3 16,0 0 9-16,8-5 6 0,-8 5 22 0,16 1-47 16,-4 0 56-16,7-1-65 0,3 0 84 0,16-3-69 0,11 0 69 15,11-2-71-15,21-3-1 0,13-3 33 0,32-3 7 16,15-1 6-16,13-1-22 0,14-3-15 16,13 1-16-16,14 0-13 0,54-4-17 0,9 0-46 0,7 2 15 15,10-2-47-15,8 0-5 0,9-1 27 0,7 0-40 16,10 1 25-16,5-2-43 0,5 2 32 15,4 0-9-15,-1 3-2 0,2 4-2 0,-6-2-12 0,-5 4 1 16,-1-1-1-16,-5 4-7 0,-5 0-29 0,-3 3 40 16,-11 2-3-16,-8 1-31 0,-7 0 37 0,-57 2 8 15,-5 1-16-15,-4-1-34 0,-12 0 38 0,-8 1 1 16,-12 1-2-16,-15-1 3 0,-15 0-31 0,-33 0 39 16,-16-1-32-16,-10 2 35 0,-23 0 1 0,-7-1-3 15,-15 1-28-15,-3-2 26 0,-12-1-66 0,-5 2-62 16,-5-2-85-16,-16 3-78 0,13-5-62 0,-13 5-91 15,0 0-96-15,-10-9-30 0,0 7-148 0,-6-3-553 16,0 3-857-16</inkml:trace>
  <inkml:trace contextRef="#ctx0" brushRef="#br0" timeOffset="7570.5702">20723 2320 311 0,'0'0'429'0,"0"0"-63"0,-7-8-54 15,7 8-45-15,-6-11-33 0,6 11 9 0,-3-12 6 16,3 12 3-16,-1-15-16 0,1 15-23 16,-2-17-17-16,2 17-31 0,2-19-30 0,-2 19-19 0,4-21-13 15,1 10 28-15,1-1-73 0,1-4 47 16,3 1-73-16,3-3 55 0,4-2-67 0,3-3 53 0,5-2-58 16,3-1 62-16,4-2-59 0,8-5 59 0,2 0-66 15,2-4 62-15,3 3-62 0,4 0 66 0,3 1-61 16,2 0 67-16,0 1-72 0,4 1 68 0,0 2-69 15,-1 1 76-15,-1 2-77 0,0 2 73 0,-1 2-82 16,-1-1 71-16,-11 8-80 0,1-1 73 0,-2 2-77 0,-1 1 63 16,1 0-72-16,-1 1 73 0,4 1-74 0,-1 1 76 15,4 2-73-15,3 0 89 0,3 3-65 0,15-2 84 16,4 1-65-16,5 3 79 0,4 0-76 0,2 2 8 16,5 2 6-16,4-1 0 0,3 4 3 0,1 1-7 15,-1 1-3-15,-1 1 0 0,-3 2-2 0,-4 2-6 16,-3 3-2-16,-4-1-2 0,-6 4 48 0,-4 2-67 15,-5-1 57-15,-5 3-64 0,-4 2 55 0,-6 2-57 16,-2 1 58-16,-3 2-56 0,-10-5 64 0,-1 4-61 0,5 5 65 16,-1 1-63-16,-8-4 56 0,1 0-57 15,2 8 4-15,0-1 10 0,0 2-7 0,-6-6-36 0,3 9 55 16,-1 0-42-16,-1 3 40 0,-2 1 0 0,-1 2-3 16,-3 0 7-16,-1 1-5 0,-7-6 5 0,1 2 18 15,-5-2 14-15,1 2 3 0,-3 1-57 0,-1 1 68 16,-2 0-25-16,-2 0 13 0,0-1 10 0,-3 1-3 15,1 1 3-15,1 0 7 0,-3 0 3 0,1 1-7 16,-1-1 3-16,1 0-5 0,0 0-16 0,0-1 4 16,-1 1-9-16,1 1-6 0,-1-3-4 0,0 0 2 15,1-6-63-15,-3-1 60 0,0 0-56 0,0 1 62 16,-2-2-58-16,1 1 65 0,-1 5-57 0,-4-3 80 16,1 2-82-16,-3-3 71 0,-2 1-74 0,1-2 67 15,-4-2-78-15,-1 2 75 0,-3-1-80 0,0-1 76 16,0-1-80-16,-1-1 77 0,-2-1-79 0,1-2 81 15,-1 0-84-15,-1-1 73 0,1-2-73 0,-2 1 84 16,-1-4-85-16,1 1 79 0,0-2-82 0,-1-4 15 0,-1-1-2 16,-2 3 6-16,-3-1 4 0,-1-2 4 15,-2 0 4-15,-3-1 0 0,1 0 2 0,-2-3 15 16,-2 2-16-16,0-3-1 0,-4-2 5 0,2 3-7 16,-6-2 2-16,0-1-10 0,-2-2 0 0,0 1 0 0,-3-1 6 15,1 0 2-15,-3-1-2 0,0 0 6 16,-1 0-6-16,0-3 2 0,-1-1-6 0,0 3 4 0,0-2 0 15,-2-2 3-15,1 2 0 0,-2-3-3 0,-1 0 62 16,0-1-67-16,-2 0 56 0,1-2-75 0,-3 0 61 16,-1-2-38-16,-11-1 11 0,4-3-52 0,-4 4 6 15,-1-4 12-15,2-2 3 0,0 0 1 16,1-1 7-16,-1-3 4 0,1-1 6 0,2-3-3 0,0-2 43 16,0-1-48-16,2-4 49 0,2-2-50 0,1-4 46 15,2-3-50-15,1-3 45 0,2-1-6 0,2-4-4 16,1-6-8-16,2-1 0 0,2-4-6 0,3-3-3 15,1-3-41-15,4 0 54 0,1-3-3 0,2-4 3 16,2-1-9-16,4-1 35 0,3-1-39 0,4-1 35 16,3 1-43-16,3-3 32 0,6 2-34 0,4 1-1 15,4 1 5-15,4-1 37 0,4 10-41 0,4 0 36 16,3-8-33-16,6 2 32 0,5 3-4 0,4-2 0 16,3 4-7-16,4 0-9 0,5 2 2 0,0 3-35 15,7 1 35-15,4 3-30 0,1 2 35 0,3 3-30 16,3 3 34-16,1 3-9 0,3 1-20 0,0 1-30 15,3 3-27-15,-1 3-10 0,2 1 11 0,2 3-72 16,-3 1 30-16,0 4-56 0,-2 0-25 0,-9 6 42 16,1 1-122-16,-3 2 14 0,-1 1-101 0,-3 2-30 0,-5 4-67 15,-2 0-32-15,-6 3-15 0,0 1-14 16,-6 2-425-16,3 1-533 0</inkml:trace>
  <inkml:trace contextRef="#ctx0" brushRef="#br0" timeOffset="8269.9823">22633 2979 327 0,'-9'-8'408'0,"-1"0"-10"0,3 0-99 0,1 1 22 16,0-2-76-16,0 2 21 0,1-1-50 0,1 0 17 15,4 8-34-15,-6-14-3 0,6 14-9 0,-5-11-10 16,5 11-19-16,-4-9-29 0,4 9-23 0,0 0-30 0,-5-11-14 15,5 11 11-15,0 0 24 0,0 0 33 16,-6 14 20-16,4-3 33 0,-1 6-7 0,-2 5 0 16,1 3-4-16,-2 7-1 0,-3 6 29 0,2 3-63 15,0 1 32-15,0 0-54 0,1 1 19 0,0 0-55 16,0 0-10-16,2-8-15 0,1 0-10 0,-1-3-7 0,2-4-7 16,0-3-4-16,0-1-5 0,1-5 3 0,-2 0-8 15,3-3 1-15,-2-1 3 0,2-2 23 16,-1-1 21-16,1-12 16 0,-1 17 1 0,1-17-15 15,-4 11-16-15,4-11-11 0,0 0-8 0,-12 2-7 16,12-2-4-16,-13-11-6 0,6 0-13 0,-1-3-37 16,0-5 12-16,-1-3-69 0,-1-6 23 0,2-3-42 0,-1-7 41 15,2-2-45-15,0-3 1 0,3 1 8 16,-1-2 1-16,3 0 22 0,1-1 15 0,2 1-9 16,1-1 54-16,3 2-32 0,2 3 36 0,0 2-24 15,4 6 33-15,-1 4 1 0,0 0 5 0,1 9-2 16,0 1-3-16,1 4-1 0,1 4 13 0,1 3 15 0,2 3 22 15,1 6 29-15,2 1-22 0,3 6 67 0,3 3-21 16,1 3 6-16,4 7 17 0,1 3 7 0,-1 0 8 16,2 4 5-16,-1 1-15 0,0 2-3 15,6 7-6-15,-2-1-13 0,3 1-12 0,-3 0-10 16,1-2-14-16,-6-5-12 0,1 0-9 0,-1-1-1 0,-1-1-13 16,-2-1-7-16,-1-1-3 0,-3-3-27 0,-4-2-56 15,-1-2-38-15,-5-5-65 0,1 2-43 0,-2-4-83 16,-3-1-50-16,0-1-52 0,-3-1-76 0,-3-1-41 15,-3-10-98-15,2 13-788 0,-2-13-1001 16</inkml:trace>
  <inkml:trace contextRef="#ctx0" brushRef="#br0" timeOffset="8468.9862">22748 3417 613 0,'-21'0'752'0,"21"0"-133"15,-18-1-46-15,18 1-44 0,-12-2-55 0,12 2-20 16,0 0-90-16,-17-1-62 0,17 1-37 0,0 0-53 16,-10-6-4-16,10 6-86 0,0 0-21 0,6-11 13 15,2 7-89-15,5-2-60 0,2-1-30 0,7-1-76 16,3 1-79-16,8 0-71 0,0-2-119 16,7 0-41-16,4 0-149 0,1 0-499 0,3 0-715 15</inkml:trace>
  <inkml:trace contextRef="#ctx0" brushRef="#br0" timeOffset="10057.892">24026 3089 399 0,'0'0'302'0,"0"0"-41"0,0 0-18 15,-9 5 3-15,9-5-52 0,0 0 30 16,-14 2-61-16,14-2 45 0,0 0-61 0,-14 3 28 0,14-3-32 16,0 0 19-16,-14 0-14 0,14 0 29 15,0 0-13-15,-12 1 17 0,12-1-1 0,0 0 12 16,0 0 5-16,-15-2-27 0,15 2-15 0,0 0-32 0,-12-4 14 15,12 4-12-15,-9-6 2 0,9 6-10 16,-10-9-2-16,10 9-24 0,-13-9-6 0,7 3 13 0,-1-1-10 16,0-2 0-16,-1 2 7 0,0-2-30 15,0-2 34-15,-1 1-9 0,0-1-19 0,2-1-10 16,-1-2-1-16,-1 0-19 0,2 0 32 0,0-4-52 0,0 0 31 16,-1-1-29-16,3-3 35 0,0-1-6 15,1 0-3-15,1-1-9 0,1-2-8 0,0-2-6 0,1-5-4 16,2-2-5-16,1 0 3 0,1 0-5 15,2-7-9-15,1 1-31 0,2 0 35 0,0 2-35 0,2-3 34 16,1 4 1-16,2-2-3 0,1 2-7 0,3-2 0 16,2 3-2-16,1-1 25 0,3 3-30 0,0-1 40 15,4 0-48-15,6-3 39 0,1-1-40 0,3 1 40 16,2 2-46-16,2 1 43 0,0 1-46 0,1 2 36 16,2 2-35-16,0 2 45 0,-6 3-47 0,9-2 6 15,0 2 5-15,3 1-1 0,1 2 18 0,-6 5-15 16,10-2 1-16,3 1 3 0,1 1 3 0,4 1 1 0,3 0-3 15,1 3 3-15,3 0 1 0,2 1-3 0,2 0 6 16,3 3 43-16,1-2-53 0,4 1 37 0,0 3-43 16,3 1 42-16,-1 0-50 0,1 2 43 0,-2 0-40 15,-2 4 41-15,0-1-42 0,-5 4 44 0,1 0-49 16,-6 2 44-16,-1 2-45 0,-12 2 51 0,1 0-49 16,4 4 9-16,-3 4 45 0,-10-4-46 0,-3 5 52 15,7 4-47-15,-5 4 45 0,-1 1-46 0,-4 3 65 16,-1 2-59-16,-7-3 40 0,2 8-43 0,-2 0 46 0,1 0-37 15,-4 4 36-15,-1 0-38 0,-1 2 3 16,-2 1 4-16,-5-5 3 0,1 7 9 0,-2-4-29 0,0 6 40 16,-4-3-1-16,0 8 4 0,-4-6 4 0,-1 1 0 15,-3 1-2-15,0 1-1 0,-2 1-1 16,-2 0 2-16,-1 0-38 0,0 0 35 0,-2 0-31 16,-4 1 5-16,2-1 4 0,-2 0 1 0,-2 0 29 0,0-1-34 15,-4 1 31-15,2-2-33 0,0-1 32 0,-3-1-35 16,0-1 27-16,-4 0-30 0,0-4 33 0,0 0-35 15,-3-2 5-15,-1-2-1 0,-1 0 3 0,-2-2 6 16,-2-2-4-16,-1 0 1 0,-1-2 5 0,-2-1 1 16,-1-2-39-16,-2-1 40 0,-1-1-30 0,1-1 55 15,-2-3-58-15,-2 1 41 0,-1-1-2 0,-1-1-2 16,1 0-3-16,-2-1 0 0,-1-2-2 0,1 2 4 16,1-2-3-16,-3 1 0 0,4-2-1 0,-2 0 3 15,0-1 1-15,5-4-4 0,0 2 4 0,0-3 16 16,-2 1-9-16,0-2-4 0,-2 0-1 0,-1-1-2 15,1-2-3-15,-3 1 0 0,-2-2 4 0,-5 1-12 16,5-3 3-16,-2 0 0 0,0-1-3 0,-1-1 0 16,1 0 0-16,0-2 0 0,0 2-3 0,2-2 0 15,0-2-3-15,1 2 4 0,5-1 1 0,1-1-7 0,-1 1 19 16,1 1-18-16,-1-2 3 0,3-1-3 16,0 0 4-16,0 0-6 0,1 0-2 0,1-1 11 15,0 1-1-15,0-3 2 0,0 1-2 0,-2 0-2 16,1-4 5-16,-3 1 0 0,1 0-7 0,-1-5-1 0,1 4 3 15,-1-1-36-15,-7-3 43 0,6 4-37 0,-4-5 47 16,4 4-43-16,1-1 39 0,2-1-32 16,-2 1 38-16,3-1-40 0,0 2 38 0,0-2-36 0,2 1 38 15,1-2-37-15,1 2 38 0,3-1-33 0,-1 0 34 16,1 1 2-16,3-1-12 0,-1 1 0 0,0-2-1 16,-3-3 2-16,6 4-5 0,-3-1 2 0,2 1 6 15,-1-1-12-15,1 0 2 0,0-1-1 0,-1 0 0 16,0 1-1-16,1 0 31 0,0-1-29 0,1 1 23 15,1 0-34-15,-2-1 30 0,3 1-29 0,0 1 32 16,-2-1-36-16,3 1 30 0,1 2-30 0,2-1 33 16,-2 1-33-16,1-1 30 0,0 2-31 0,1-1 32 15,2 1-28-15,-2-2 26 0,0 3-34 0,2-2 38 16,-1 2-34-16,-1-2 29 0,3 2-35 0,-2 0 34 0,-1-1-33 16,1 0 33-16,1 0-32 0,-3 1 33 15,1-2-38-15,0 2 39 0,3-2-31 0,-4 2 30 16,1-1-34-16,1 2 35 0,-2-2-33 0,4 3 25 15,-1-1-26-15,0 0 37 0,-1 0-39 0,3 1 6 0,-2-1-1 16,8 7 5-16,-15-10 2 0,9 4-1 0,6 6 21 16,-11-10-20-16,11 10 1 0,-10-9 1 15,10 9 3-15,-9-8-2 0,9 8 8 0,-6-10-7 0,6 10 3 16,-7-6-2-16,7 6 0 0,0 0 0 0,-9-9 4 16,9 9-2-16,0 0-2 0,-8-8 0 15,8 8 3-15,0 0 3 0,-8-9-6 0,8 9-1 0,0 0 2 16,-7-9 6-16,7 9-6 0,0 0-1 0,-7-7 1 15,7 7 1-15,0 0-7 0,-7-8 2 0,7 8-7 16,0 0-23-16,0 0-29 0,-5-7-40 0,5 7-52 16,0 0-60-16,0 0-60 0,0 0-67 0,0 0-84 15,-6-7-65-15,6 7-54 0,0 0-68 0,0 0-661 16,0 0-883-16</inkml:trace>
  <inkml:trace contextRef="#ctx0" brushRef="#br0" timeOffset="10637.4277">23927 2798 333 0,'0'0'407'0,"0"0"-61"0,-4-10-51 16,4 10-40-16,0 0-26 0,-3-11-18 0,3 11-1 15,0 0-26-15,-4-8-3 0,4 8-6 0,0 0-2 16,0 0-9-16,-4-12-11 0,4 12-13 0,0 0-23 16,0 0-10-16,0 0-17 0,-3-11-18 0,3 11-14 15,0 0-13-15,0 0-5 0,0 0-5 0,0 0-7 16,-3-8-9-16,3 8-2 0,0 0-5 15,0 0-12-15,0 0 1 0,0 0-3 0,0 0 2 0,0 0 4 16,0 0 2-16,0 0 3 0,0 0 0 0,-5 8 3 16,5-8 15-16,0 0 8 0,0 0 2 0,-3 11 1 15,3-11 0-15,0 0-4 0,0 0-3 0,0 0-2 16,-4 9-2-16,4-9-5 0,0 0 0 0,0 0-5 16,0 0-4-16,0 0-1 0,-5 8 3 0,5-8-1 15,0 0 0-15,0 0-2 0,0 0 6 0,0 0 3 16,0 0 1-16,0 0 10 0,0 0 1 0,-12 2-3 15,12-2-8-15,0 0-7 0,0 0-5 0,0 0-7 16,0 0 3-16,0 0 6 0,2 12 22 0,-2-12 5 16,9 16 29-16,-4-6-3 0,1 2 23 0,1 0-5 0,2 2 1 15,1 3 8-15,-1 0-6 0,3 0 12 0,-1 1-7 16,4 3-5-16,3-1-16 0,1 0-11 16,2-1-10-16,2 0-6 0,1-1-12 0,5 1-6 15,-3-3-12-15,-2-1-58 0,1-1-89 0,-1-1-62 0,-3-2-74 16,-1-1-102-16,-2 0-25 0,-3-2-72 0,-1 0-129 15,-1-1-502-15,-4-2-718 0</inkml:trace>
  <inkml:trace contextRef="#ctx0" brushRef="#br0" timeOffset="11586.9965">25805 2642 102 0,'0'0'511'0,"-6"-10"-108"0,6 10-39 15,-4-12-25-15,4 12-12 0,-6-11 26 0,6 11 10 16,-7-11 5-16,7 11 6 0,-4-10-20 0,4 10-46 16,-4-9-51-16,4 9-55 0,0 0-45 0,-5-8-14 15,5 8 28-15,0 0 31 0,0 0-7 0,-2 12-29 16,2-12-9-16,0 19 50 0,1-5 16 0,0 2-28 16,2 2 21-16,1 3-46 0,-2 3-32 15,5 1-20-15,-3 0-16 0,1 5-11 0,2-1-16 0,0 1-11 16,1-1-13-16,0 0-9 0,-2-5-6 0,-1-1-4 15,1-1-8-15,-1-1-6 0,-1-4 2 0,3-2-7 16,-4 0-4-16,1-2 2 0,-2-2 7 0,2-1 9 16,-4-10 3-16,3 15 9 0,-3-15-5 0,0 0-8 15,0 0-6-15,0 0-6 0,0 0 7 0,0 0-19 16,-9-15 0-16,0 0 12 0,-1-3-13 0,-1-5-5 16,-2-3-21-16,0-7 37 0,0-2-49 0,-1-1 27 15,2-3-34-15,-1-1 32 0,4-1-48 0,2-1 21 16,1 0-34-16,1-1 39 0,4 7-29 0,3 0 41 15,4 1-33-15,0 2 34 0,5-1-26 0,3 5 35 16,1-2-26-16,2 8 39 0,2 1-37 0,2 3 32 0,0 3-25 16,2 1 31-16,-2 5-28 0,-1 1 26 0,2 4-27 15,-4 3 31-15,3 1-28 0,-4 2 30 16,2 3-31-16,-2 1 39 0,-2 3-4 0,-2 0-3 0,0 3-3 16,-2-1 4-16,-4 4-6 0,0 1 5 0,-4 0 0 15,-1 2 0-15,-5-1-2 0,-1 0-1 0,-1 1-3 16,-4 1 1-16,0-1 4 0,1 0-3 0,-2-1 0 15,1 0-3-15,1-2-5 0,2-1 2 0,-2-1-4 16,5-2-8-16,-1 1-7 0,0-1-3 0,1 0-1 16,3-10 3-16,0 21 4 0,3-11-13 0,-1-1 0 15,4 1-2-15,-1 0 1 0,4 1 1 0,2-1 5 16,-2 0-26-16,3 0 41 0,1 1-34 0,0 1 40 16,3-1-31-16,-1 1 42 0,2 0-29 0,1 1 34 15,-1-1-33-15,2 3 7 0,-2-2 1 0,1 0 5 16,-2 0 14-16,2 0 6 0,-5 1 19 0,1-1-3 15,1 2 11-15,-3-2 8 0,-1-1 5 0,-2-1 13 16,-2 0 13-16,-2 2 32 0,-1-3-24 0,-2 1-4 16,-2-11-10-16,-8 22-6 0,-2-11-19 0,-5 1-8 15,-4 0-6-15,-8 0-9 0,-4-2-15 0,-9 2-57 16,0-3-92-16,-2 0-104 0,4-4-182 0,-6 1-270 0,3-1-147 16,3-4-796-16,-2-1-1301 0</inkml:trace>
  <inkml:trace contextRef="#ctx0" brushRef="#br0" timeOffset="14588.3339">21355 2808 402 0,'0'0'384'0,"-4"-10"-50"0,4 10-45 0,-4-10-32 15,4 10-25-15,-4-9-13 0,4 9-5 0,-4-10-6 16,4 10 3-16,0 0 3 0,-4-12-9 0,4 12-14 16,0 0-18-16,-3-11-21 0,3 11-28 0,0 0-24 15,0 0-23-15,-4-8-18 0,4 8-13 0,0 0-2 16,0 0 0-16,0 0 4 0,-3 11 18 0,3-11 6 16,0 18-4-16,-2-6-8 0,2 3-3 0,-1 1-7 15,0 1-4-15,0 1-6 0,1 2-4 0,-1 0-6 16,1 2-7-16,0-2-7 0,1 1 0 0,-1 1 3 15,1-2-10-15,0 0 2 0,0-1-5 0,0 0 1 16,0-1-1-16,-1-2-1 0,1-2 1 0,1-3-1 16,-5 1-1-16,3-12 5 0,3 19 8 0,-3-19-3 15,1 14 7-15,-1-14-4 0,0 0-1 0,0 17-5 16,0-17 2-16,0 0-3 0,0 0-3 0,0 0 2 16,0 0-4-16,0 0 1 0,0 0-12 0,0 0-20 15,0 0-24-15,0 0-25 0,0 0-9 0,9-15-10 16,-3 9-13-16,3 0-10 0,3-3-8 0,1 1-17 15,3-1 28-15,2-1-17 0,1-1 38 0,2 0-6 16,-2 1 28-16,2-1-4 0,0 0 27 0,-2 0-5 16,1 0 32-16,-3 1-9 0,1 0 48 0,-5 1 20 15,0 0 53-15,-2 2 12 0,-2 0 36 0,1 0 7 16,-3 2 6-16,-7 5 12 0,13-9-19 0,-13 9-7 16,12-9-28-16,-12 9-3 0,8-4-39 0,-8 4-4 15,0 0-25-15,10-6 8 0,-10 6-1 0,0 0 33 16,7 8-8-16,-7-8 2 0,3 15-1 0,-3-15 15 15,2 21 26-15,-1-9-51 0,0 1 42 0,-1 3-51 16,2 2 30-16,-2 0-46 0,2 1 29 0,-1-1-52 16,0 3 36-16,0-1-45 0,1 0 35 0,0 0-44 15,0-1 5-15,1 4-90 0,2-3-16 0,-2-2-80 16,0-1-82-16,1 1-85 0,1-1-88 0,-2 0 11 0,0-1-122 16,1 1-605-16,-2-3-769 0</inkml:trace>
  <inkml:trace contextRef="#ctx0" brushRef="#br0" timeOffset="15221.6363">21893 3900 477 0,'-9'-7'614'0,"-1"3"-144"0,2-1 21 15,0-1-67-15,2-1-54 0,-2 0-31 0,2 0-11 16,6 7-23-16,-8-15-40 0,8 15-40 0,-3-16-48 15,3 16-38-15,4-16-33 0,1 9-23 0,2-1-8 16,4 1-16-16,2 0-13 0,3 2-11 0,0 0-4 16,3 1-10-16,0 1-1 0,1 2-5 0,2 1-5 15,-3 3-1-15,2-5-5 0,2 7 1 0,-5-1 0 16,0 0-2-16,-3 1 0 0,-1 1-3 0,-2 0 1 16,-4 1 2-16,-1 1 1 0,-7-8 0 0,5 17-3 15,-5-17 8-15,-5 16 1 0,0-7-5 0,-4 1-1 16,1 0 1-16,-2-2 2 0,-1 1-2 0,1 1 0 15,0-1-5-15,-1-1-1 0,3 0 17 0,1-2-19 16,1 3 34-16,-1-3-41 0,7-6 14 0,-7 15-14 16,7-15 17-16,-2 14-16 0,2-14 0 0,5 14 4 15,0-6-2-15,2 0 7 0,2 2-4 0,2-2 1 16,1 2 2-16,1-2 0 0,3 2 0 0,0 0 17 16,2 0-18-16,0-1 0 0,2 2 2 0,-1-2-2 15,1 0 1-15,0 1-2 0,2 1 2 0,-2-2 1 16,3 4 3-16,-2-3-1 0,-3-1 2 0,0 0 9 15,-3-2 11-15,-1 0 6 0,-2 0 6 0,-1-2 10 16,-2 1 18-16,-2-1 3 0,-7-5 2 0,13 10 3 16,-13-10-17-16,7 9-8 0,-7-9-6 0,-7 10-9 15,0-4-6-15,-4 1-7 0,-6-1-13 0,-3-1-14 16,-5 2-42-16,-2-2-35 0,-4 0-46 0,2-1-33 16,-1-1-55-16,2-1-79 0,-2 0-74 0,2-3-91 0,1-1-160 15,2-2-457-15,1-1-698 0</inkml:trace>
  <inkml:trace contextRef="#ctx0" brushRef="#br0" timeOffset="16295.0141">24346 2602 145 0,'0'0'326'0,"0"0"-23"16,0 0-57-16,0 0 10 0,0 0-42 0,-5-7-17 0,5 7-8 16,0 0-6-16,0 0-4 0,0 0 3 15,-4-9 11-15,4 9 25 0,0 0-11 0,0 0-3 16,0 0 9-16,-3-11 0 0,3 11-4 0,0 0-9 15,0 0-2-15,0 0-2 0,-3-11-12 0,3 11-4 0,0 0 0 16,0 0-7-16,0 0-10 0,-2-10-13 16,2 10-24-16,0 0-7 0,0 0-28 0,-5-9-5 15,5 9 1-15,0 0-10 0,-6-7-14 0,6 7-9 0,0 0-8 16,-9-11 3-16,9 11 0 0,-8-7-7 0,8 7 3 16,-8-7 0-16,8 7 13 0,-7-8-1 0,7 8-5 15,-9-7-4-15,9 7-5 0,-6-7 2 0,6 7-1 16,0 0 2-16,-10-9 12 0,10 9-7 0,0 0 7 15,-7-7-8-15,7 7-7 0,0 0-19 0,-6-6 7 16,6 6-10-16,0 0-4 0,0 0-15 0,0 0 3 16,0 0-6-16,0 0 2 0,0 0 7 0,-4 13 5 15,6-1 9-15,1-2-4 0,2 6-2 0,0 0 2 16,1 2-29-16,0 2 35 0,2 1-30 0,1 0 29 16,1 1-33-16,-3-1 37 0,6 3-39 0,-1 0 36 15,-2-4-37-15,1 1 3 0,-1-2 8 0,-1-2-3 16,1 0-3-16,-2-2 6 0,-2-4-4 0,1 2 4 15,-3-2-2-15,2-2-2 0,-2 0 8 0,0-1-6 16,-4-8 1-16,6 15 5 0,-6-15-1 0,3 9 4 16,-3-9-6-16,0 0 3 0,0 0 0 0,0 0-2 15,-10 4 1-15,10-4 5 0,-12-9-11 0,5 1 24 16,-1-1-28-16,0-1 21 0,-1-2-36 0,1-3 27 16,0 2-37-16,1-2 30 0,-3-1-7 0,3 0-1 0,1 1-6 15,-1 0 3-15,2 1-9 0,-3-1-11 0,2 2 3 16,2 1 3-16,-1 2 1 0,2-1-24 0,-1 3-34 15,4 8-51-15,-7-15-55 0,7 15-73 0,-4-10-65 16,4 10-8-16,0 0-12 0,0 0-61 0,0 0-31 16,0 0-52-16,0 0-141 0,14 0-413 15,-14 0-667-15</inkml:trace>
  <inkml:trace contextRef="#ctx0" brushRef="#br0" timeOffset="20056.9679">24038 2223 15 0,'0'0'271'0,"0"0"-31"0,0 0-18 0,4-11-13 0,-4 11-4 16,0 0-2-16,3-11-13 0,-3 11-11 0,0 0-10 15,4-11-14-15,-4 11-19 0,0 0-3 0,4-11-6 16,-4 11-8-16,0 0 5 0,2-12-31 15,-2 12-13-15,0 0 2 0,3-10-9 0,-3 10-8 16,0 0-11-16,5-9-18 0,-5 9-15 0,0 0 7 16,8-10-1-16,-8 10 3 0,9-9-21 0,-9 9-7 0,12-6 2 15,-12 6 3-15,15-6-8 0,-15 6-8 0,16-4 7 16,-16 4-6-16,17-4 8 0,-17 4-1 16,15-1 12-16,-15 1-19 0,16 1 0 0,-16-1 6 15,14 3 0-15,-14-3-4 0,15 4 4 0,-15-4-1 16,13 5 6-16,-13-5 3 0,12 7 5 0,-12-7 8 0,9 10-20 15,-9-10 4-15,7 11 6 0,-7-11-5 16,4 14 0-16,-4-14-5 0,2 14 3 0,-2-14 0 16,-1 17-2-16,1-17 7 0,-4 19 4 0,0-9-11 15,1-1-3-15,-1 0 3 0,-2 0 3 0,0-1 1 16,1 1-1-16,0-2-2 0,5-7-4 0,-9 14 3 16,9-14 5-16,-6 10-5 0,6-10-6 0,-7 9 0 0,7-9 1 15,-5 8-6-15,5-8 10 0,0 0-2 16,-4 10 3-16,4-10 3 0,0 0-1 0,0 0 10 15,9 5-6-15,-9-5-7 0,14-1 7 0,-14 1-4 16,19-5 4-16,-3 2-9 0,0-1-29 0,3 0-30 16,-1-1-24-16,0 1-20 0,1-1-27 0,-1 1-37 0,1 0-42 15,-2 1-63-15,-1-2-98 0,-1 2-225 0,-3 0-111 16</inkml:trace>
  <inkml:trace contextRef="#ctx0" brushRef="#br0" timeOffset="21074.1938">25445 1657 263 0,'0'0'389'0,"-1"-12"-65"0,1 12-29 0,-3-11-29 16,3 11-39-16,-6-10-34 0,6 10-1 0,-9-9-43 16,9 9 15-16,-12-7-66 0,12 7 50 0,-13-1-75 15,13 1 73-15,-16 4-47 0,8 1 39 0,-2 0-9 16,-1 5-8-16,0 0-5 0,0 4-1 0,-3 1 11 16,1 3-7-16,-1 3-51 0,0 2 53 0,0 1-65 15,1 2 59-15,0 0-65 0,0 0 52 0,2 3-73 16,1-4 53-16,0 3-63 0,5-5 5 0,-2 1-3 15,3-2 8-15,1 0-3 0,0-2-3 0,3-1-2 16,1 0-2-16,4-1-4 0,-2 0 3 0,5 0-6 0,-1-2 0 16,3-2-6-16,4 0 1 0,1-4-14 15,4-1-24-15,-1-2-24 0,2 0-29 0,-2-3-12 16,1-2-1-16,2 0 12 0,-3-2-25 0,2-2 13 16,-2-1 1-16,1-1-3 0,-4-1 6 0,0-2 12 0,-1 0 11 15,-3-2 17-15,1 0 1 0,-3-3 17 16,-5 4 12-16,0-2 5 0,-3 1 9 0,-1 9 4 0,-2-20 0 15,-3 11 2-15,1 1 9 0,-5-1 20 0,-2 2 27 16,0 0-59-16,-1 2 2 0,-1 2 45 0,0 0-54 16,-1 1 2-16,0 2 2 0,-2 2-4 0,1 1 0 15,-3 0-32-15,3 1-68 0,0 2-24 0,2 0-23 16,-1 1-33-16,3 1-58 0,-1 1-73 0,2-1-406 16,3-2-234-16</inkml:trace>
  <inkml:trace contextRef="#ctx0" brushRef="#br0" timeOffset="21896.4968">26766 2357 495 0,'0'0'467'0,"-11"-6"-68"16,11 6-34-16,0 0-18 0,0 0-19 0,-9-6-36 15,9 6-39-15,0 0-29 0,0 0-34 0,5-7-31 16,-5 7-28-16,13-4-22 0,-4 2-15 0,5 0-21 16,-1 0-11-16,3 0-13 0,2 0-10 0,2-1-6 15,-1 1-7-15,-2 0-7 0,3 0-4 0,-2 0-2 16,2 0-1-16,-3 0-1 0,0 0-4 16,-1 0 4-16,-3 1-5 0,0-1 3 0,-13 2 16 0,23-3 32 15,-23 3 29-15,16-3 15 0,-16 3 2 0,15-1-16 16,-15 1-15-16,12-1-14 0,-12 1-10 0,0 0-11 15,15 2 1-15,-15-2 39 0,5 9 26 0,-5-9 7 16,4 16-2-16,-2-5-21 0,1 2 70 0,-3 5 4 16,1 1 12-16,-1 2 9 0,2 5-4 0,-2 2-7 15,2 0-23-15,0 6-47 0,0-2 18 0,0 0-46 16,0 1 21-16,1 0-31 0,-1-1-25 0,0 0-6 16,2-5-2-16,-3-1-8 0,1-2-3 0,3 0-3 15,-3 0 1-15,0-5-9 0,-1-2-22 0,1 0-53 16,0-1-76-16,0-3-80 0,0-1-53 0,-2-2-43 15,0-10-37-15,2 18-33 0,-2-18-108 0,3 10 18 16,-3-10-114-16,0 0-110 0,0 0-290 0,0 0-591 16</inkml:trace>
  <inkml:trace contextRef="#ctx0" brushRef="#br0" timeOffset="22059.3564">27038 2855 272 0,'-10'-5'542'15,"0"0"-73"-15,1 1 16 0,9 4 30 0,-16-8-20 16,16 8-1-16,-13-8 1 0,13 8-50 15,-11-6-13-15,11 6-114 0,-7-7-27 0,7 7-91 16,0 0-7-16,7-14-75 0,4 10 11 0,0-2-49 16,9 0-19-16,3 0-115 0,2-1-60 0,8 0-115 15,1 0-108-15,2 0-132 0,2 3-78 0,-2-2-221 16,3 0-331-16,-4-2-717 0</inkml:trace>
  <inkml:trace contextRef="#ctx0" brushRef="#br0" timeOffset="24842.6158">26055 3468 377 0,'12'-9'410'0,"-2"0"-55"0,-1 0-34 16,0 0-43-16,0-2-34 0,-2 3-9 0,-3-2 14 15,1 1-21-15,-1 0-9 0,-4 9-29 0,4-18-34 16,-4 18-15-16,0-16-19 0,0 16-22 0,-4-13-28 16,4 13-13-16,-7-12-8 0,7 12-12 0,-13-9-6 15,13 9-9-15,-16-3-6 0,16 3-4 0,-23 5 1 16,10-3-1-16,-1 4-6 0,1 3 1 0,0-1 1 15,-1 2-6-15,3 1-2 0,3 1-3 0,-2-1 3 16,3 3-2-16,1-2 2 0,2 2 4 16,3-2-3-16,1 0 13 0,3 3-16 0,3-2 11 0,1 0-9 15,5 3 13-15,1-4-15 0,2 2 9 0,6 2-9 16,3-1 14-16,-1-1-17 0,1 0 14 0,-1 1 0 16,2-3-4-16,-3 3-1 0,-2-3 2 0,-2 0 1 0,1-1-7 15,-4 2 3-15,1-2 0 0,-5-1-2 16,-2 1 3-16,0-1-2 0,-4 0 5 0,-3-1-2 15,-2-9-1-15,-4 21-12 0,-4-11 12 0,-1 1-12 16,-2-2 9-16,-5 2-9 0,-1-1 12 0,-2 0-13 0,-1-3 15 16,0 1-14-16,0-2 13 0,1-1-12 15,2-1 14-15,1-1-11 0,-2 0 8 0,4-3-4 16,1 0 20-16,13 0-14 0,-22-3 8 0,22 3-17 16,-15-7 8-16,15 7-15 0,-5-13 11 0,5 13-5 15,2-19-11-15,3 8-15 0,3-3-10 0,3-1-18 0,3-2 7 16,1-2-12-16,4-2 24 0,-1 0-14 15,-2 0 13-15,4-1-10 0,-5 0 25 0,1-2-8 0,-1 2 5 16,-2 0 0-16,-5 2 11 0,1 1-1 0,-5 2 6 16,0 1-2-16,0 0 4 0,-7 4 3 0,0-1-8 15,-3 2 2-15,-3 3 1 0,-5 0-13 0,1 3-53 16,-2 1-40-16,-1 3-40 0,1 2-46 0,-2 1-55 16,1 2-97-16,3 1-413 0,0 0-282 0</inkml:trace>
  <inkml:trace contextRef="#ctx0" brushRef="#br0" timeOffset="29362.5883">24987 5367 98 0,'0'0'582'0,"-7"-11"-114"0,7 11-43 0,-6-13-58 0,6 13-8 15,-8-14-29-15,8 14 0 0,-8-14-26 0,8 14 12 16,-6-12-36-16,6 12-3 0,-5-12-42 0,5 12-31 15,-4-10-46-15,4 10-30 0,0 0-39 0,-5-9-5 16,5 9-24-16,0 0 28 0,0 0-3 0,-1 19 17 16,1-6-14-16,0 5 14 0,0 2-24 0,0 4 25 15,0 2-40-15,-1 4 27 0,1 4-42 0,-2-1 27 16,0 1-46-16,-2-1 40 0,1 0-51 0,0 0 34 16,-1-2-48-16,1-4 30 0,1-1-34 0,-2-1 0 15,2-1 4-15,-3-1-1 0,0-3-1 0,1-1-2 16,1-2 1-16,-1-3 3 0,1-1-2 0,0-1 0 15,0-1 1-15,3-11 1 0,-4 15-1 0,4-15-8 16,-5 10-21-16,5-10-29 0,0 0-7 0,-10-5 7 16,10 5-8-16,-6-18-2 0,3 4-12 0,1-4-12 15,0-6 18-15,1-3-20 0,1-6 8 0,0-3 12 16,1-1 20-16,1-8-14 0,1-1 28 0,2 1-17 16,0 0 30-16,3 1-16 0,-1 0 22 0,3 2-16 15,0 4 10-15,2 3 6 0,-1 6 10 0,-1 2 0 16,1 4 1-16,-2 4 5 0,1 2 1 0,2 5 6 15,-4 2 16-15,3 2 8 0,0 6 14 0,-11 2 1 16,24 1 12-16,-11 5 1 0,1 5 2 0,3 3 0 16,2 4-6-16,-2 4 20 0,4 5-37 0,-3 0-1 15,2 6-12-15,0-1 6 0,-2 0-9 0,2 3 7 16,-2 0-18-16,0-2 18 0,-1 0-28 0,-5-5-6 16,1-2-32-16,2 1-46 0,-3-4-22 0,-2-3-79 15,-1-2-51-15,-3 0-101 0,1-3-40 0,-2-1-108 16,-1-3-159-16,-4-11-367 0,5 16-617 0</inkml:trace>
  <inkml:trace contextRef="#ctx0" brushRef="#br0" timeOffset="29555.6232">24999 5621 661 0,'-18'-8'613'15,"4"2"-110"-15,2 1-7 0,2 0-24 0,1-1-33 16,-1 1-51-16,10 5-38 0,-13-11-43 0,13 11-76 15,-9-10-44-15,9 10-45 0,0 0-24 0,5-15-28 0,2 10-22 16,6 0-35-16,5 0-62 0,3 1-55 16,5 1-63-16,1-1-69 0,2 3-76 0,0-1-61 15,3 1-99-15,6 0-141 0,-3-1-327 0,0 0-491 16</inkml:trace>
  <inkml:trace contextRef="#ctx0" brushRef="#br0" timeOffset="29961.0243">25617 5304 838 0,'0'-13'662'0,"0"0"-72"16,0 13-43-16,-3-19-26 0,3 19-34 0,-4-20-47 15,4 20-66-15,-5-16-16 0,5 16-83 0,-3-12-22 16,3 12-85-16,-2-10 2 0,2 10-68 0,0 0 19 16,0 0-28-16,0 0 45 0,-8 9-39 0,5 1 2 15,1 5-19-15,0 3 19 0,2 2-37 0,1-1 36 16,2 8-61-16,2 4 28 0,1 0-46 0,4-1 32 15,3 6-44-15,-2-9 37 0,7 5-40 0,3-2 32 16,-2 0-42-16,5-4 40 0,1-2-43 0,-1-5 36 16,0-3-37-16,1-1 34 0,2-2-45 0,0-3 37 15,-4-2-52-15,1-2 36 0,-1-3-36 0,-1-2 44 16,-1-1-36-16,-4-3 39 0,2-1-39 0,0-4 27 16,0-2-40-16,-3-3 40 0,-1-3-43 0,-2-2 33 15,-1-1-28-15,-3-2 35 0,-1-1-33 0,0 0 41 16,-4-1-34-16,0-1 38 0,-3 2-37 0,-1 1 9 15,-1 1 8-15,-1-4 35 0,-2 4-29 0,-2 0 35 16,0-1-42-16,0 6 41 0,1 0-41 0,-3 0 34 16,0 3-40-16,1 2 34 0,1-1-42 0,-3 4 24 15,3 0-76-15,6 7-18 0,-14-8-86 0,14 8-64 16,0 0-29-16,-11 0-82 0,11 0-43 0,0 0-40 16,2 12-83-16,4-4-82 0,5 0-516 0,1 0-734 15</inkml:trace>
  <inkml:trace contextRef="#ctx0" brushRef="#br0" timeOffset="30695.3091">26344 5381 977 0,'0'0'839'0,"-9"-6"-126"16,9 6-58-16,-6-8-30 0,6 8-21 0,0 0-53 0,-7-8-39 16,7 8-55-16,0 0-60 0,-9-8-73 15,9 8-55-15,0 0-50 0,0 0-50 0,0 0-36 16,0 0-21-16,0 0-12 0,0 0 2 0,-5 9-4 15,5-9-14-15,4 18-16 0,-1-7-7 0,2 4-9 16,-1 1-14-16,1 3-6 0,3 1-32 0,-3 0 0 16,4 2 0-16,-2 0 0 0,-1 0 0 0,3 0 0 15,-1-3 0-15,0 1 0 0,-1-2 0 0,-1-3 0 16,-1-1 0-16,2-3 0 0,-4-1 0 0,1 0 0 16,-4-10 0-16,6 16 0 0,-6-16 0 0,5 10 0 15,-5-10 0-15,0 0 0 0,0 0 0 0,0 0 0 0,0 0 0 16,-2-19 0-16,-1 6 0 0,-1-4 0 15,-2-3 0-15,-1-4 0 0,-3-5 0 0,1-2 0 16,-1-5-29-16,-2-1-27 0,1 0 7 0,-1-1-1 16,1-1 67-16,2 1-70 0,1 5 57 0,2 1-65 15,0 1 68-15,4 4-71 0,0 0 48 0,2 4-9 0,0 2-7 16,2-1-14-16,2 3-15 0,3 0-3 16,2 1-3-16,2 3-4 0,3 0 2 0,1 5 2 15,4 1-3-15,-2 7-1 0,4-1 7 0,1 4-4 16,2 3-1-16,1 3 3 0,2 3-8 0,0 3 7 15,-2 0-5-15,-2 2-31 0,-3 1 46 0,-2-2-19 0,-3 1 40 16,-1 0-24-16,-1 1 39 0,-4-1-23 16,-1-1 34-16,-4-2-21 0,-4 2 31 0,0-3-33 15,0 1 38-15,-4 1-28 0,-2-1 30 0,0-1-31 16,1-1 30-16,-1-1-31 0,1-1 23 0,1 1-47 16,4-9-5-16,-10 12-44 0,10-12-9 0,-6 11 10 0,6-11 6 15,-2 12 14-15,2-12 25 0,2 12 8 16,-2-12-1-16,6 12 11 0,-6-12 6 0,12 14 6 0,-5-7 7 15,2 0 0-15,2 0 12 0,-2 2-8 16,2-3 5-16,1 1 2 0,1 0-1 0,-2 0 1 16,3 2 2-16,-1-2 3 0,1-1 3 0,-1 1 10 15,3 2 5-15,-1-1 12 0,2 1 13 0,2 1-2 0,-1-1 21 16,-2 1-21-16,2 0 11 0,0 0-26 16,-2 0 48-16,-2-1-28 0,-1-1 28 0,-2 0-14 15,1 0 29-15,-4-2-39 0,-1 1 43 0,1 0-34 0,-8-7 49 16,8 14-34-16,-8-14 43 0,0 12-46 15,-5-4 31-15,-6 0-55 0,-3-1 29 0,-8 0-13 0,-3-1-11 16,-7 1-16-16,-12 3-11 0,-1-3-38 16,-2 0 32-16,-1-1-47 0,2 0 8 0,7-3-102 0,3 0-33 15,7 0-78-15,5-2-94 0,3-1-140 0,3-1-139 16,7-2-221-16,4-2-518 0,7 5-946 0</inkml:trace>
  <inkml:trace contextRef="#ctx0" brushRef="#br0" timeOffset="30996.135">27447 5248 365 0,'0'0'640'0,"-13"-4"-145"0,13 4-122 0,-14-3-53 15,14 3-21-15,-13-5-22 0,13 5-12 0,-11-2 5 0,11 2-16 16,-10-5-24-16,10 5-21 0,0 0-24 16,-8-6-7-16,8 6-46 0,0 0-28 0,2-10-20 15,-2 10-19-15,11-9-13 0,0 4-11 0,2-1-9 16,4-1-10-16,2 2-5 0,4-2 2 0,0 0-8 0,4 1-15 16,4 0-37-16,1 0-55 0,1 2-58 0,1 0-73 15,-5 1-55-15,1 1-66 0,-2 1-118 0,-4 1-570 16,-3 0-648-16</inkml:trace>
  <inkml:trace contextRef="#ctx0" brushRef="#br0" timeOffset="31177.8994">27537 5404 270 0,'-16'10'798'0,"2"-2"-193"15,2-1-112-15,0 0-88 0,3-2-24 0,9-5 1 16,-11 9-34-16,11-9-51 0,0 0-57 0,7 6-43 15,-7-6-45-15,27 3-30 0,-8-2-25 0,6 0-24 16,2-1-30-16,4 0-74 0,-3 3-78 0,1-1-89 16,0-1-105-16,-2 1-81 0,-7 0-170 15,3-1-482-15,-3 0-651 0</inkml:trace>
  <inkml:trace contextRef="#ctx0" brushRef="#br0" timeOffset="41203.8094">28303 4898 329 0,'-9'-14'539'0,"-1"2"-142"0,1-1-15 16,-1-1-41-16,2 3 5 0,0-1-40 0,1 0-1 15,-1 1-35-15,3 1-9 0,-2 2-14 0,3 0-35 16,-1 0-37-16,5 8-33 0,-7-12-33 0,7 12-30 16,-6-8-20-16,6 8-12 0,0 0-13 0,0 0 5 15,0 0 22-15,0 0-12 0,0 19 9 0,4-9-9 16,0 7 17-16,-1 3-16 0,1 3 6 0,0 0 0 15,-1 2-3-15,2 2-5 0,-1-1-9 0,0 4-5 16,-1-4-10-16,1 0 6 0,-1 1-6 0,1-1-3 16,-2-2-11-16,4 0 6 0,-2-1-5 0,0-3 0 15,-2-2-8-15,2 0 7 0,-1-4-11 0,-1-1-4 16,0-1 13-16,1-1-4 0,-1-2 3 16,-2-9 2-16,3 17 0 0,-3-17 0 0,4 11-1 15,-4-11 2-15,0 0-15 0,11 7-11 0,-11-7-34 0,11-7-10 16,-2 2-27-16,0-2-13 0,2-4-13 0,5-2-9 15,-1-1-6-15,1-1 10 0,2-3 5 0,2-1 28 16,1 0 2-16,-3 1 24 0,0 1-1 0,-3 0 24 16,1 4-5-16,-2 0 19 0,-1 3 5 0,-4 1 30 15,1-1 2-15,-1 3 26 0,-3 1 0 0,2-1 3 16,-8 7-14-16,11-7 4 0,-11 7 10 0,0 0 31 16,14 0 29-16,-14 0 22 0,5 11-1 0,-5-11-11 15,4 20 3-15,-2-8-1 0,-2 1-15 0,1 3 3 16,0 0-22-16,-1 3 3 0,0 1-33 0,0 0 5 15,1 1-24-15,0 2 12 0,0-1-35 16,2 3 25-16,-1-1-26 0,1-1 19 0,-1 1-6 0,0-1-23 16,1 0-44-16,-2-4-56 0,1-2-61 0,0 1-52 15,-1 0-70-15,0-1-93 0,-1 0-72 0,-1-3-120 16,2-1-573-16,0-1-756 0</inkml:trace>
  <inkml:trace contextRef="#ctx0" brushRef="#br0" timeOffset="41432.5523">29014 5459 969 0,'0'0'814'0,"13"-11"-165"16,-13 11-147-16,7-6-86 0,-7 6-65 0,0 0-45 16,9-6-45-16,-9 6-45 0,0 0-12 0,0 0-7 15,8 6-25-15,-8-6-45 0,1 13-4 0,-1-13-46 16,1 22 8-16,-2-8-33 0,1-1 5 0,0 4-24 15,0 0 10-15,0 1-27 0,0-1 8 16,0 2-38-16,1-2-19 0,-1 0-41 0,1-1-61 0,0 1-51 16,-1-4-54-16,5 0-66 0,-3 0-52 0,0-2-107 15,2-3-133-15,-4-8-427 0,7 14-634 0</inkml:trace>
  <inkml:trace contextRef="#ctx0" brushRef="#br0" timeOffset="41984.4491">29364 5072 1238 0,'2'-25'683'0,"-1"1"-122"16,-1 4-53-16,0 1 36 0,0-2-87 0,2 3-103 16,-2 1-77-16,2 0-50 0,0 3-47 15,1-1-39-15,1 5-35 0,2-2-20 0,2 3-19 16,3 1-18-16,1 3-3 0,2 3-13 0,1 1-12 15,5 2-1-15,-2 2-9 0,4 3-4 0,0 2-11 16,-2-1 1-16,0 3-12 0,0 0-7 0,-3 1 5 0,0 1-2 16,-3-1 10-16,-1-2 4 0,-3 3 3 15,0-1 0-15,-2 0 3 0,-1 2-1 0,-3-2 6 16,-2 0-5-16,-2-11 8 0,-2 22 0 0,-1-10-5 16,-3 0 2-16,-2 0-2 0,-2 1-2 0,1-1 0 15,-4 1-2-15,3 0-1 0,-1-3-4 0,0 2 7 0,1-1-2 16,1-2-3-16,-1 1-1 0,3-2-14 15,2-1 4-15,-1 2-10 0,2-2 6 0,4-7-8 16,-7 14 9-16,7-14-5 0,-1 13 14 0,1-13-4 16,4 15 4-16,-4-15 1 0,8 14 8 0,-2-7-11 0,1 0 3 15,0-1 8-15,2 1-6 0,0-1 2 0,3 1 2 16,-2-1-1-16,1 0 0 0,1 2 2 16,-1 1 3-16,1-4 2 0,1 3 1 0,0-2 9 15,0 1-4-15,-2 0 11 0,2 1 0 0,-1 1 2 16,-1-3 1-16,1 2 5 0,-1-1 2 0,-2-1 13 0,0 0 14 15,0 2-8-15,-2-2-2 0,-1-1 0 0,-6-5-9 16,10 13 6-16,-10-13 4 0,6 14-6 0,-6-14 5 16,-3 14-5-16,3-14-8 0,-11 15-4 0,2-5-6 15,-2-2-8-15,-3 1-2 0,-5 0-6 16,1-1-6-16,-4 1-27 0,0-1-68 0,0-1-56 0,-1-1-83 16,-1 0-73-16,1-2-76 0,4-1-98 0,-1-1-78 15,2 1-188-15,2-3-275 0,2-2-627 16</inkml:trace>
  <inkml:trace contextRef="#ctx0" brushRef="#br0" timeOffset="42754.6118">30202 5461 31 0,'0'0'646'0,"0"0"-211"16,13 3-42-16,-13-3-104 0,0 0 32 0,0 0-34 16,0 0 8-16,10 3-23 0,-10-3-8 15,0 0-26-15,0 0-19 0,0 0-23 0,0 0-11 16,0 0-3-16,0 0-12 0,10 5-10 0,-10-5-12 15,0 0-4-15,0 0-8 0,0 0-11 0,0 0-3 16,0 0-2-16,0 0-8 0,0 0-9 0,0 0-9 16,0 0-8-16,0 0-12 0,0 0-4 0,0 0-3 15,0 0-9-15,0 0-1 0,0 0-13 0,0 0-1 0,0 0-10 16,0 0-4-16,0 0-2 0,0 0 12 0,0 0-22 16,0 0 4-16,0 0-6 0,0 0 4 0,0 0 0 15,0 0 0-15,0 0 2 0,0 0 2 16,0 0 2-16,0 0 11 0,0 0-14 0,0 0-4 0,0 0 4 15,0 0-1-15,0 0 4 0,0 0 0 0,0 0 1 16,0 0 2-16,0 0-2 0,0 0 0 0,0 0-1 16,0 0 3-16,0 0-1 0,0 0 9 0,0 0-11 15,0 0 5-15,0 0-11 0,0 0-2 0,0 0 0 16,0 0-6-16,0 0-2 0,0 0-3 0,0 0-1 16,0 0-2-16,0 0 2 0,0 0-5 0,0 0-1 15,0 0-5-15,0 0 5 0,0 0 0 0,0 0-9 16,9 3-2-16,-9-3 9 0,0 0 0 0,0 0 4 15,-1 17 2-15,1-17-2 0,-1 17 6 0,-1-9 3 16,0 4 15-16,-1 0 9 0,0 3-2 0,-1 1 0 16,-1 0-4-16,0 0-2 0,-1 3-3 0,0 0-4 15,-1 0-3-15,-1 2 1 0,1-3 1 0,1 2-7 16,-1-5-4-16,0 1 3 0,2-1-40 0,-1 1 42 16,1-2-40-16,-2-1 46 0,2-1-44 0,1-2 27 15,1-1-73-15,-1 0-10 0,4-9-99 0,-5 15-28 16,5-15-54-16,-4 9-85 0,4-9-121 0,0 0-88 15,-5 8-171-15,5-8-656 0,0 0-983 0</inkml:trace>
  <inkml:trace contextRef="#ctx0" brushRef="#br0" timeOffset="44132.8247">30705 5181 462 0,'0'0'402'0,"0"0"-22"0,0 0-104 0,0 0 20 16,-4-10-46-16,4 10 28 0,0 0-54 15,0 0 1-15,0 0-45 0,0 0-11 0,0 0-36 16,0 0-8-16,0 0-31 0,0 0 0 0,0 0-24 0,0 0 5 15,0 0-9-15,0 0 19 0,0 0-5 0,0 0 13 16,0 0-10-16,0 0 7 0,0 0-8 0,0 0-4 16,0 0-8-16,0 0-3 0,0 0 2 15,0 0-14-15,0 0 5 0,0 0-13 0,0 0 10 16,0 0-16-16,0 0 6 0,0 0-15 0,0 0 9 16,0 0-18-16,0 0 9 0,0 0-16 0,0 0 12 0,0 0-20 15,0 0 14-15,0 0-17 0,0 0 12 16,0 0-16-16,0 0 14 0,0 0-17 0,0 0 13 15,0 0-17-15,0 0 22 0,0 0-21 0,0 0 15 16,0 0-17-16,0 0 18 0,0 0-17 0,-10-4 13 16,10 4-15-16,0 0 16 0,0 0-18 0,0 0 19 0,0 0-17 15,0 0 17-15,0 0-17 0,0 0 17 16,0 0-16-16,0 0 16 0,0 0-14 0,0 0 11 16,0 0-14-16,0 0 16 0,0 0-13 0,0 0 22 15,0 0-25-15,0 0 16 0,0 0-18 0,0 0 17 16,0 0-16-16,0 0 15 0,0 0-12 0,0 0 9 0,0 0-13 15,0 0 17-15,0 0-13 0,0 0 12 16,0 0-12-16,0 0 13 0,0 0-17 0,0 0 18 16,0 0-13-16,0 0 27 0,0 0-35 0,0 0 21 15,0 0-18-15,0 0 23 0,0 0-24 0,0 0 16 16,0 0-14-16,0 0 15 0,0 0-14 0,0 0 17 16,0 0-21-16,0 0 18 0,0 0-15 0,0 0 18 15,0 0-20-15,0 0 16 0,0 0-15 0,0 0 16 16,0 0-15-16,0 0 14 0,0 0-12 0,0 0 13 15,0 0-13-15,0 0 19 0,0 0-16 0,0 0 15 16,0 0-18-16,0 0 14 0,0 0-14 0,0 0 15 16,0 0-12-16,0 0 13 0,0 0-17 0,0 0 16 0,0 0-17 15,0 0 12-15,0 0-3 0,0 0 6 16,0 0-13-16,0 0 14 0,0 0-16 0,0 0 17 16,0 0-16-16,0 0 17 0,0 0-21 0,0 0 29 15,0 0-28-15,0 0 17 0,0 0-19 0,0 0 20 16,0 0-14-16,0 0 13 0,0 0-14 0,0 0 15 15,0 0-16-15,0 0 18 0,0 0-16 0,0 0 20 16,0 0-20-16,0 0 13 0,0 0-14 0,0 0 14 0,0 0-15 16,0 0 17-16,0 0-15 0,0 0 17 15,0 0-22-15,0 0 21 0,0 0-15 0,0 0 12 16,0 0-14-16,0 0 18 0,0 0-18 0,0 0 16 16,0 0-17-16,0 0 19 0,0 0-16 0,0 0 13 15,0 0-14-15,0 0 21 0,0 0-24 0,0 0 17 16,0 0-15-16,0 0 14 0,0 0-13 0,0 0 15 15,0 0-15-15,0 0 18 0,0 0-22 0,0 0 21 16,0 0-16-16,0 0 17 0,0 0-16 0,0 0 14 16,0 0-13-16,0 0 17 0,0 0-8 0,0 0 11 15,0 0 6-15,0 0 2 0,0 0 13 0,0 0 9 0,0 0 1 16,0 0 0-16,0 0 3 0,0 0-3 16,0 0-2-16,0 0 16 0,0 0-42 0,0 0 12 15,0 0 9-15,0-11 0 0,0 11 7 0,0 0 4 16,-4-9-5-16,4 9-4 0,0 0 1 0,-3-13-2 15,3 13 9-15,0 0 7 0,-4-13 16 0,4 13 35 0,0 0-35 16,-4-12 18-16,4 12-42 0,0 0 28 16,-3-13-33-16,3 13 32 0,0 0-33 0,-3-12 31 15,3 12-27-15,0 0 27 0,-2-12-24 0,2 12 34 16,0 0-47-16,0 0 24 0,-1-12-42 0,1 12 24 16,0 0-42-16,0 0 22 0,0 0-39 0,0 0 34 0,0 0-33 15,0 0 8-15,0 0 2 0,6 13 10 16,-3-2 39-16,1 2-2 0,1 0 0 0,1 3 8 15,-1 0-25-15,1 2 71 0,1 2-80 0,0 1 58 16,1-2-19-16,0 1-5 0,-1 1-9 0,1-1-6 16,1 2-2-16,-1-2-2 0,1-1-11 0,-1 0-1 0,1 0-3 15,0-1-5-15,-3-5 13 0,1 3-13 0,1-3-2 16,-2 0-3-16,-1-2 2 0,1-2 4 16,-2 0-5-16,2 0-12 0,-6-9 1 0,7 12-32 15,-7-12-30-15,6 11-45 0,-6-11-23 0,4 9-106 16,-4-9-81-16,0 0-141 0,0 0-159 0,0 0-48 15,0 0-146-15,0 0-638 0,-12 2-1068 0</inkml:trace>
  <inkml:trace contextRef="#ctx0" brushRef="#br0" timeOffset="44583.7037">31212 5466 245 0,'0'0'607'0,"12"-3"-66"0,-12 3-97 16,0 0-28-16,0 0-71 0,0 0-47 0,0 0-31 16,0 0-11-16,0 0 21 0,11 2 29 0,-11-2-4 15,0 0-56-15,-2 19 18 0,2-19-74 0,-3 19 27 16,-1-7-45-16,0 2 30 0,0-1-61 0,-2 4 19 15,1-3-71-15,-1 2 21 0,1 1-58 0,0-1 32 16,0 0-58-16,-1 0 31 0,1 0-46 0,-1 0 35 16,2 0-43-16,-1-1 37 0,1-1-59 0,-2 0-35 15,3-3-49-15,-1-1-57 0,1 1-57 0,3-11-58 16,-6 18-59-16,6-18-94 0,-4 14 19 0,4-14-149 0,0 0-155 16,-6 8-270-16,6-8-577 0</inkml:trace>
  <inkml:trace contextRef="#ctx0" brushRef="#br0" timeOffset="45017.6415">31396 5123 680 0,'-2'-17'509'0,"0"2"-82"0,-1 1 4 16,1-2-8-16,-1 2-60 0,1 1 6 15,-1-3-17-15,0 4-38 0,1 0-21 0,1 0-32 0,1 12-28 16,-3-21-25-16,3 21-50 0,-1-15-34 0,1 15-28 16,3-15-21-16,-3 15-18 0,11-14-13 15,-3 11-10-15,4 0-7 0,-1 1 0 0,-11 2-17 0,27 0-2 16,-13 2-1-16,1 2-8 0,0 1 9 0,1 3-9 16,-2 0-5-16,1 3 6 0,-1 1 0 0,0 2 2 15,-3 3-2-15,-1-2-2 0,0 3 5 0,-4 1 0 16,-1 0-26-16,-2 1 33 0,-1-1-23 0,-3 1 4 15,-1 2 40-15,-1 1-37 0,-2 0 31 0,0 0-30 16,-2 0 39-16,0-1-33 0,0 0 58 0,0-2-53 0,1-1 46 16,-2 0-34-16,3-2 52 0,1-1-48 15,0-1 39-15,0-5-48 0,1 2 45 0,0-2-29 0,3-10 69 16,-4 16-15-16,4-16 47 0,3 12-39 0,-3-12 21 16,12 9-49-16,-2-6 19 0,4 0-16 0,3-3-12 15,3 1-12-15,0-1-16 0,1-1-52 0,1-1-76 16,3-1-88-16,0 1-94 0,-2-2-97 0,-2 1-113 15,-1 0-61-15,-2-1-119 0,0 1-628 0,-3-2-905 16</inkml:trace>
  <inkml:trace contextRef="#ctx0" brushRef="#br0" timeOffset="45284.9857">32170 5407 1170 0,'0'0'948'0,"0"0"-192"16,0 0-181-16,0 0-65 0,0 0-77 0,0 0-61 16,0 0-28-16,0 0-7 0,0 0-28 0,8 9-15 15,-8-9-36-15,1 11-45 0,-1-11-38 0,-1 18-32 16,0-6-24-16,0 1-21 0,0 3-18 0,-1 1-14 16,0 0-12-16,1 1-11 0,-2-1-9 0,2 1-7 0,-1-1-4 15,1 2-7-15,-1-4-26 0,0 2-21 0,1-2-43 16,0-2-67-16,0 0-60 0,0-2-69 0,1-11-70 15,0 21-80-15,0-21-80 0,-1 15-32 0,1-15-13 16,0 13-126-16,0-13-478 0,0 0-763 0</inkml:trace>
  <inkml:trace contextRef="#ctx0" brushRef="#br0" timeOffset="45703.6487">32551 4955 881 0,'8'-29'702'0,"-2"1"-51"0,0 6-99 16,-1-1 28-16,-3 5-120 0,0 0 33 0,0 2-118 15,0 1 7-15,-2 3-112 0,1 1-4 0,-1 11-101 16,-1-18 9-16,1 18-72 0,-8-9 26 0,8 9-61 16,-15 6 33-16,5 1-58 0,-3 5 42 0,-2 5-51 15,-2 3 44-15,1 4-38 0,-3 5 44 0,0 2-30 0,1 3 3 16,1-2 2-16,1 4-4 0,3-3-7 0,-1 3-26 15,5-5 27-15,1-1-37 0,1 1 27 16,2-1-5-16,3-4-1 0,2 1-9 0,1-1 5 0,3-2-10 16,3-1 0-16,1-1-1 0,2-3-2 0,4 3 4 15,-1-5-22-15,0-2-18 0,2-2-9 16,-1 0-12-16,0-4 3 0,-1-1-3 0,1-2 40 0,-2-1-33 16,-1-1 43-16,-11-4-39 0,21 1 41 0,-21-1-37 15,21-5 3-15,-21 5-7 0,15-8 6 0,-15 8 6 16,12-13-1-16,-12 13 2 0,4-12 1 0,-4 12 3 15,-3-14 2-15,3 14 1 0,-11-15-1 0,3 8 1 0,-3-1 5 16,-2 2 2-16,-2 0-7 0,0 1-40 0,1 1 11 16,-1 0-34-16,1-1-81 0,3 3-5 0,-1-1-84 15,3 0-56-15,9 3-42 0,-17-3-40 0,17 3-31 16,0 0 13-16,-15 0-30 0,15 0-54 0,0 0-554 16,0 0-654-16</inkml:trace>
  <inkml:trace contextRef="#ctx0" brushRef="#br0" timeOffset="46002.1876">32803 5357 830 0,'0'0'743'0,"0"0"-215"16,0 0-62-16,0 0-142 0,0 0 44 0,0 0-56 15,5 8 93-15,-5-8-75 0,0 0 18 0,-3 14-101 16,3-14-15-16,-3 13 18 0,3-13-69 0,-4 19 27 16,2-7-75-16,0 0 29 0,0 0-73 0,-1 1 35 15,1 1-66-15,0 1 34 0,-1-1-59 0,0 0 37 0,1 0-56 16,1 0 40-16,-1 0-52 0,1-1 45 16,-1-1-54-16,1 0 46 0,0-1-56 0,0-1 40 0,1-10-81 15,-2 19-16-15,2-19-116 0,-1 15-20 0,1-15-137 16,-1 12-17-16,1-12-109 0,0 0-73 0,-4 10-220 15,4-10-382-15,0 0-763 0</inkml:trace>
  <inkml:trace contextRef="#ctx0" brushRef="#br0" timeOffset="46451.3015">33094 4826 242 0,'-1'-15'643'0,"-1"4"-121"0,2 11-24 0,-2-19-26 16,2 19-43-16,-1-15-29 0,1 15-16 0,0-13-91 15,0 13 38-15,-1-12-124 0,1 12 24 0,0 0-118 16,-1-13 55-16,1 13-109 0,0 0 67 0,0 0-74 16,4-8 85-16,-4 8-83 0,0 0 60 0,18 2-72 15,-18-2 55-15,21 4-72 0,-9-1 53 0,4 0-71 0,0 1 58 16,1 0-64-16,0-1 52 0,2 1-70 15,-2 0 59-15,2-1-65 0,-2 0 61 0,-1 1-9 16,-2-2 0-16,-1 1-1 0,-2-2-8 0,1 1 2 0,-12-2 16 16,16 3 15-16,-16-3 19 0,13 2-48 0,-13-2 53 15,12 3-58-15,-12-3 38 0,0 0-54 0,15 3 38 16,-15-3-51-16,0 0 47 0,6 9-47 0,-6-9 66 16,-2 14-30-16,-1-6 52 0,-2 4-38 0,0 3 58 15,-1 1-20-15,-2 3 60 0,1 2-29 0,-3 1 20 16,1 4-4-16,0 1-14 0,0-1 2 0,0 1-24 15,1-1-9-15,2-4-5 0,-1 1-11 0,2 1-30 0,0-2 20 16,1-1-13-16,0 1 0 0,1-1-10 16,1-3 4-16,0 0-4 0,0-1-27 0,0-1-54 15,1-2-78-15,0-1-51 0,0-1-129 0,1 1-15 0,0-13-168 16,0 21-53-16,0-21-96 0,-1 16-24 0,1-16-86 16,0 0-519-16,-2 16-876 0</inkml:trace>
  <inkml:trace contextRef="#ctx0" brushRef="#br0" timeOffset="46633.7798">33052 5259 565 0,'-10'-6'679'0,"1"2"-107"15,9 4 56-15,-15-7-113 0,15 7 59 0,-11-6-108 16,11 6-27-16,-9-5-48 0,9 5 8 16,-7-6-106-16,7 6-21 0,0 0-96 0,0 0 5 0,6-9-80 15,-6 9 19-15,22-5-85 0,-4 4-31 0,1 0-122 16,6-2-85-16,3 1-34 0,1 2-152 0,1-1-41 15,0 1-102-15,1-2-121 0,5-2-560 16,-3 0-821-16</inkml:trace>
  <inkml:trace contextRef="#ctx0" brushRef="#br0" timeOffset="46884.4167">33866 4789 5616 0,'-7'8'14'0,"1"0"-2"0,1 1 6 0,1 1-8 16,-1 1 1-16,1 2-4 0,1 0 2 15,0 2-2-15,2-2-1 0,0 4-78 0,1-2 96 16,1 2-75-16,3 1 92 0,1 4-72 0,0-2 76 0,3 0-79 15,2 4 81-15</inkml:trace>
  <inkml:trace contextRef="#ctx0" brushRef="#br0" timeOffset="47057.9618">33856 5431 5746 0,'-21'1'-29'0,"0"-2"105"15,2 1-23-15,2-2 78 0,3 1-54 0,2-2 43 16,1 0-65-16,2-2 31 0,9 5-63 0,-8-13 40 0,8 13-60 16,1-16 44-16,3 6-57 0,6-4 51 0,1-1-60 15,6-3 52-15,2-2-61 0,2 0 50 16,4-4-61-16,-1-2 58 0</inkml:trace>
  <inkml:trace contextRef="#ctx0" brushRef="#br0" timeOffset="47171.8718">33842 4736 3675 0,'-25'7'-622'0,"2"2"-333"0,2 0-542 0</inkml:trace>
  <inkml:trace contextRef="#ctx0" brushRef="#br0" timeOffset="51353.0614">24320 6569 265 0,'0'0'333'0,"0"0"-52"0,0 0-50 16,0 0 3-16,0 0-56 0,0 0 8 15,0 0-21-15,0 0-27 0,0 0-24 0,0 0-29 0,0 0-4 16,0 0-16-16,0 0-12 0,0 0-7 0,-4 10-4 16,4-10-2-16,0 0-6 0,0 0 3 0,0 0 5 15,0 0-10-15,0 0 12 0,0 0 1 0,0 0-3 16,0 0 0-16,0 0-3 0,0 0 6 15,0 0-11-15,0 0-5 0,0 0 11 0,0 0-1 0,0 0-4 16,0 0-1-16,0 0 7 0,0 0-3 0,0 0 1 16,0 0-9-16,0 0 10 0,0 0-9 0,0 0 5 15,0 0-12-15,0 0 0 0,0 0-6 0,0 0-1 16,0 0-9-16,0 0-3 0,0 0-9 0,0 0 18 16,0 0-4-16,0 0 0 0,0 0-2 0,0 0-14 15,0 0 27-15,0 0-3 0,0 0-7 0,0 0 0 16,0 0 5-16,0 0-3 0,0 0-2 0,0 0 0 15,0 0-1-15,0 0 0 0,0 0 3 16,0 0-9-16,0 0-3 0,0 0 4 0,0 0-4 0,0 0 5 16,0 0-4-16,0 0-2 0,0 0 4 0,0 0 4 15,0 0-5-15,0 0 2 0,0 0-6 0,0 0 9 16,0 0 5-16,0 0-5 0,0 0 16 0,0 0 5 16,0 0-1-16,0 0 1 0,0 0 0 15,0 0-5-15,0 0 4 0,0 0-5 0,0 0 0 0,0 0-8 16,0 0 2-16,0 0-1 0,0 0-3 0,0 0-1 15,0 0-1-15,0 0-4 0,0 0 1 0,0 0 0 16,0 0-3-16,0 0-8 0,0 0 7 0,0 0-1 16,0 0 1-16,0 0 0 0,0 0-3 0,0 0-4 15,0 0 9-15,0 0-6 0,0 0-3 0,0 0 3 16,0 0 2-16,0 0-1 0,0 0 1 0,0 0 2 16,0 0-6-16,0 0 2 0,0 0 0 0,0 0 0 15,0 0-6-15,0 0 8 0,0 0 1 0,0 0-4 16,0 0 4-16,0 0-1 0,0 0 0 0,0 0 2 15,0 0 0-15,0 0-7 0,0 0 6 0,0 0 2 16,0 0-2-16,0 0 1 0,0 0-1 0,0 0-5 16,0 0 2-16,0 0 3 0,0 0-1 0,0 0-8 15,0 0 6-15,0 0 2 0,0 0-1 0,0 0 3 16,0 0-5-16,0 0-1 0,0 0-5 0,0 0 8 16,0 0 0-16,0 0-4 0,0 0 3 0,0 0 2 15,0 0-3-15,0 0 2 0,0 0 1 0,0 0-2 16,0 0 2-16,0 0 1 0,0 0 0 0,0 0-6 15,0 0 8-15,0 0-4 0,0 0 2 0,0 0-2 16,0 0-2-16,0 0 4 0,0 0-2 0,0 0 0 16,0 0-6-16,0 0 5 0,0 0 1 0,0 0 0 15,0 0-2-15,0 0 4 0,0 0-6 0,0 0-1 16,0 0 5-16,0 0-1 0,0 0-4 0,0 0 5 16,0 0 0-16,0 0 0 0,0 0 3 0,0 0-4 15,0 0 6-15,0 0-1 0,0 0 14 0,9-4-3 16,-9 4-8-16,0 0 5 0,0 0 6 0,0 0 16 15,0 0 8-15,2-10 1 0,-2 10-2 0,0 0-3 16,0 0-2-16,2-12 14 0,-2 12 1 0,0 0 7 16,0 0 0-16,1-14-8 0,-1 14-5 15,0 0-2-15,2-11 9 0,-2 11 14 0,0 0 2 0,2-12-8 16,-2 12-4-16,0 0-6 0,4-12 5 0,-4 12 1 16,0 0-9-16,0 0-14 0,2-11-15 0,-2 11-18 15,0 0 13-15,0 0-7 0,0 0 14 0,0 0 0 16,2 11 19-16,-2-11 4 0,-2 24 20 0,0-8-17 15,-2 5 34-15,-2 0-24 0,-2 9 18 0,-1 0 11 16,-2 5 6-16,-2 1-5 0,-1 3-5 0,0-1 22 16,-1 0-45-16,0-1 31 0,-1 0-38 0,2-1 27 15,-1-2-46-15,0-1 36 0,2-6-43 0,2 0 29 16,0-5-41-16,1-1 37 0,2-3-45 0,0-2 34 0,2-2-44 16,-1-2 41-16,2-1-37 0,1-3 48 15,-1 1-14-15,5-9 62 0,-6 13-40 0,6-13-10 16,0 0 27-16,0 0-54 0,0 0 32 0,-14-8-52 15,14 8 27-15,-2-27-63 0,3 8 14 0,0-6-60 0,2-6-24 16,3-3-6-16,1-7-13 0,2-2-4 0,3-1 9 16,1-3 34-16,1 1-20 0,4-10 43 15,-3 12-22-15,2 0 50 0,0 3-26 0,-1 3 38 16,2 3-24-16,-2 4 29 0,-1 6-20 0,-1 6 26 16,-3 2-20-16,2 3 22 0,-1 4-21 0,1 6 32 0,-1 1-27 15,2 6 25-15,1 1-17 0,2 7 24 0,-2 4-12 16,4 7 47-16,-3 2-17 0,3 8 17 15,-3 2 0-15,1 3 35 0,-4 4-20 0,0 0-8 16,-1 1-8-16,-3 1-3 0,0 0 26 0,-2 1-45 16,-1 0 33-16,-1-3-43 0,-2-6 31 0,0-1-41 0,0-1 1 15,-2-6-6-15,1-2-30 0,-2-1-47 16,0-4-49-16,0-1-54 0,1-4-83 0,-2-1-44 0,1-3-102 16,0-11-85-16,-2 16-130 0,2-16-603 15,0 0-844-15</inkml:trace>
  <inkml:trace contextRef="#ctx0" brushRef="#br0" timeOffset="51535.8389">24146 6982 379 0,'-28'-8'711'0,"3"0"-133"0,3 2-68 0,1 0-36 0,4 2-59 16,3-1 0-16,0 1-43 0,3 1-11 0,1 0-43 16,1-1-41-16,9 4-32 0,-14-6-40 0,14 6-35 15,0 0-35-15,-7-7-30 0,7 7-19 16,0 0-16-16,16-8-23 0,-4 5-1 0,2 0-46 0,4 2-40 15,2-4-68-15,6 3-65 0,0-3-112 0,4 2-85 16,3 0-89-16,2-1-214 0,0 1-527 0,2-3-810 16</inkml:trace>
  <inkml:trace contextRef="#ctx0" brushRef="#br0" timeOffset="52203.6521">24763 6691 824 0,'6'-9'844'15,"-6"9"-121"-15,8-13-129 0,-8 13-71 0,5-9-58 16,-5 9-66-16,5-7-49 0,-5 7-74 0,0 0-11 16,0 0-47-16,0 0 44 0,0 0-34 0,0 0 4 15,5 10-21-15,-7 2-29 0,-1 4-23 0,0 3-10 16,0 5-36-16,-1 6-20 0,-1 3-18 16,2 1-12-16,-1 2-12 0,2 0-12 0,-1 1-6 0,2-2-3 15,-1 0-8-15,2-3-2 0,0-4-6 0,0-1 0 16,0-2-7-16,1-4 0 0,0-1 1 0,1-2-1 15,0-2-3-15,-2-3 1 0,0-13 6 0,2 23 3 16,-2-23 3-16,0 20 0 0,0-20 1 0,0 0-8 16,1 12-6-16,-1-12-7 0,0 0-15 0,0 0-15 15,0-14-15-15,0 14-22 0,-1-23-29 0,1 5-18 16,0-1 2-16,0-6-4 0,0-1-8 0,0-3 13 16,0-5 16-16,0-3 11 0,1 1 7 0,1 1 13 15,0-2 2-15,1 1 15 0,1 1 35 0,1 2-21 16,-1 1 39-16,0 7-28 0,0 1 36 0,1 2-30 15,-1 1 32-15,1 5-36 0,0 1 34 0,-1 3-36 16,1 2 33-16,1 2-21 0,-6 8 51 0,14-7-25 16,-14 7 57-16,18 2-27 0,-4 2 47 0,-1 5-35 15,5 1-4-15,-1 5 4 0,6 3 3 0,2 5 8 16,-1 3 1-16,-1 2-7 0,1-1-5 0,-1 5-7 16,0-3 3-16,-2 0 30 0,0 1-47 0,-3-1 33 15,0 1-44-15,-2-6 40 0,-5 0-44 0,-2-4 38 16,2-2-45-16,-2 1 44 0,-2-2-43 0,-2-3-4 15,2-1 44-15,-1-1-48 0,-3-1 0 0,1-1 50 16,-4-10-59-16,7 15 6 0,-7-15 0 0,5 14 3 16,-5-14 7-16,6 11 6 0,-6-11 17 0,3 8 15 15,-3-8 1-15,0 0 14 0,5 10-1 0,-5-10-2 16,0 0-1-16,0 0-12 0,5 11-5 0,-5-11-3 0,0 0-4 16,0 0-13-16,0 0-3 0,4 8-21 15,-4-8 0-15,0 0 0 0,0 0 0 0,0 0 0 16,0 0 0-16,0 0 0 0,0 0 0 0,5 10 0 15,-5-10 0-15,0 0 0 0,0 0 0 0,0 0 0 16,0 0 0-16,0 0 0 0,0 0 0 0,0 0 0 16,0 0-13-16,0 0-84 0,0 0-46 0,0 0-59 15,0 0-46-15,0 0-108 0,0 0-58 0,0 0-100 16,9-8-77-16,-9 8-110 0,0 0-178 0,1-14-396 16,-1 14-882-16</inkml:trace>
  <inkml:trace contextRef="#ctx0" brushRef="#br0" timeOffset="52703.1745">24159 7010 105 0,'0'0'185'0,"-12"-3"-49"0,12 3-38 0,0 0-15 16,-13-3-28-16,13 3-1 0,0 0-3 0,-12-1-3 16,12 1-8-16,0 0-3 0,0 0-11 0,-13-2 1 15,13 2-9-15,0 0 1 0,0 0-5 0,-16 2 17 16,16-2 11-16,0 0 8 0,-13 1 11 0,13-1 0 15,0 0 11-15,-13 3 2 0,13-3-3 0,0 0-1 16,0 0 16-16,-13 2 10 0,13-2 7 16,0 0 13-16,0 0 13 0,-11 2 1 0,11-2-2 0,0 0-12 15,0 0-9-15,0 0 1 0,0 0-15 0,-13 2 22 16,13-2-26-16,0 0 3 0,0 0-4 0,0 0 6 16,0 0 4-16,0 0-25 0,-10 2 10 0,10-2-16 15,0 0-2-15,0 0-9 0,0 0 11 0,0 0-6 16,0 0 19-16,-5 7-8 0,5-7 41 15,0 0-1-15,0 0 40 0,0 0-31 0,12 6-5 0,-12-6-23 16,22 0 2-16,-4-2-35 0,7-2 3 0,3-1-25 16,7-1 8-16,3 1-31 0,6-2-7 0,-2 0-74 15,-4 1-35-15,-2 1-96 0,-3-1-59 0,-2 1-89 16,-4 1-161-16,-5-1-128 0,-4 1-267 0,0-1-464 16</inkml:trace>
  <inkml:trace contextRef="#ctx0" brushRef="#br0" timeOffset="54004.778">25623 6778 391 0,'0'0'628'15,"-9"-10"-93"-15,9 10-27 0,-9-8-36 0,9 8-14 16,-9-9-40-16,9 9-6 0,-7-8-27 0,7 8-53 16,-6-7-58-16,6 7-52 0,0 0-46 0,-8-6-34 15,8 6-24-15,0 0-1 0,0 0 11 0,-4 14 11 16,4-14 35-16,1 24-25 0,1-7-1 0,3 2-15 16,-3 5-5-16,2 0-9 0,3 5-21 15,-1 0 24-15,1 0-54 0,0 1 23 0,0 0-49 0,1-3 33 0,1 1-51 16,-1-3 32-16,-2-1-46 0,1-3-1 0,-1-2 0 15,-1-3-4-15,2-1 1 0,-4-1 1 16,1-3 4-16,0-1 11 0,-2-1 22 0,-2-9 25 16,5 15 20-16,-5-15-14 0,0 0-13 0,4 9-11 15,-4-9-8-15,0 0-12 0,0 0-6 0,-2-14-9 16,2 3-6-16,-4-3-8 0,1-3-2 0,-1-3-12 0,-3-4-13 16,1-5-17-16,-3-5-9 0,4 2-10 15,-4-6 3-15,1-2-19 0,2 6 7 0,2-1 10 16,0-1 41-16,1 1-32 0,1 0 41 0,2 7-39 15,2-2 38-15,-1 4-39 0,3 0 42 0,2 3-35 0,2 0 35 16,0 2-26-16,3 1 34 0,1 2-36 16,1 3 37-16,3 4-1 0,-1 0-39 0,2 5 42 0,0 1-1 15,0 4-2-15,0 2-38 0,1 2 43 16,-2 1-43-16,0 2 45 0,1 3-36 0,-1 2 48 16,-3-2-45-16,-3 3 38 0,-2 0-32 0,-1 1 38 0,-2 1-37 15,-1 0 4-15,-1-2 4 0,-3 1 3 16,0 0 0-16,-3 2 2 0,-1-1 2 0,-1 0 2 15,1 1-2-15,-1-3-1 0,-1 1 2 0,-1-1-2 16,4-3-4-16,-3 1 1 0,2 0 0 0,1-1-5 16,3-9-8-16,-7 18-8 0,7-18 0 0,-3 17 4 0,3-17 8 15,0 17 33-15,0-17-40 0,6 20 37 16,0-10-36-16,1 0 33 0,2 0-34 0,2 1 38 0,0 1-37 16,4-2 35-16,0 1-34 0,5 0 38 15,-3 1-36-15,2-2 35 0,2 1-35 0,0 0 37 16,0-2-38-16,-1 3 44 0,0-2-43 0,0 1 49 0,-1-2-50 15,0 2 42-15,-3-1-44 0,-2-3 41 0,0 3-34 16,-3-2 46-16,0-2-36 0,0 2 40 16,-4-1-38-16,1-3 42 0,-8-4-30 0,10 12 49 15,-10-12-34-15,4 12 41 0,-4-12-33 0,-2 11 31 0,2-11-42 16,-14 13 34-16,1-7-50 0,-3 0 35 0,-3 2-39 16,-4-1 31-16,-9 0-44 0,-1-2 24 0,-3 1-69 15,-1-2-19-15,-1-1-102 0,2 0-43 0,5-3-59 16,2 0-78-16,4-3-78 0,0-1-93 0,8 0-140 15,6-4-712-15,3-2-983 0</inkml:trace>
  <inkml:trace contextRef="#ctx0" brushRef="#br0" timeOffset="54270.5517">26639 6780 994 0,'0'0'699'16,"-13"-7"-85"-16,13 7-100 0,-10-5-24 0,10 5-58 15,-9-7-42-15,9 7-63 0,0 0-51 0,-9-7-48 16,9 7-43-16,0 0-42 0,3-10-24 0,-3 10-6 16,11-8-46-16,-1 6 6 0,4-1-34 0,0 0 17 15,6-2-43-15,3 2-29 0,-1-1-48 0,5 1-43 16,0-1-31-16,0-1-79 0,0 0-59 0,0 3-64 15,0-3-26-15,-2 1-83 0,-3 1-115 0,0 0-446 0,-3 1-614 16</inkml:trace>
  <inkml:trace contextRef="#ctx0" brushRef="#br0" timeOffset="54486.7815">26875 6900 174 0,'-16'13'764'0,"-2"2"-140"16,2-1-54-16,-2-2-33 0,2 1-26 0,2-2-30 0,1-1-26 15,4-2-60-15,0-1-7 0,0 0-64 16,3-3 14-16,6-4-67 0,-11 11 16 0,11-11-53 0,-5 9 10 16,5-9-79-16,16 4 9 0,-3-4-77 0,7 0 23 15,3 0-69-15,6 0 26 0,1 0-58 16,1 0-25-16,0-2-90 0,-1 2-36 0,-1-1-102 0,-3 1-47 16,1-1-59-16,-4-1-48 0,-3 2-76 0,0-1-32 15,-4 0-78-15,-1 0-195 0,-3 0-332 16,-12 1-717-16</inkml:trace>
  <inkml:trace contextRef="#ctx0" brushRef="#br0" timeOffset="56155.0306">27853 6567 20 0,'6'-14'769'0,"-6"14"-162"16,4-14-82-16,-4 14-48 0,2-12-66 15,-2 12-35-15,3-11-34 0,-3 11-45 0,0 0-43 16,4-11-45-16,-4 11-45 0,0 0-26 0,0 0-5 0,0 0 35 16,8 5 0-16,-8-5 14 0,5 18-14 0,0-4 26 15,0 3-42-15,-2 0 30 0,2 4-39 16,-1 1-4-16,1 2 3 0,-1 2-6 0,3 2 2 15,-2 3-14-15,0-6-14 0,1 6-9 0,0-2-9 16,0 2 32-16,-2-2-58 0,3 2 37 0,-3-6-63 0,1 0 41 16,0-1-64-16,1-2 46 0,-1-1-56 0,-1-4 43 15,-2 1-56-15,2-2 3 0,0-2 51 16,-2-1-61-16,1-2 48 0,-1 0-56 0,-2-11-7 0,5 17-10 16,-5-17 17-16,3 13-70 0,-3-13-4 0,2 12-92 15,-2-12-52-15,0 0-67 0,0 0-67 0,0 0-84 16,0 0-52-16,0 0-19 0,0 0-56 0,0 0-99 15,0 0-415-15,6-7-716 0</inkml:trace>
  <inkml:trace contextRef="#ctx0" brushRef="#br0" timeOffset="56805.4185">29008 7017 106 0,'0'0'585'0,"0"0"-143"0,0 0-69 15,0 0-43-15,0 0-21 0,0 0-22 0,0 0-21 16,0 0-29-16,3-8-26 0,-3 8-27 0,0 0-31 16,0 0-16-16,0 0-22 0,0 0-18 0,0 0-22 15,0 0-24-15,0 0 13 0,0 0 4 0,0 0-4 16,0 0 23-16,0 0 12 0,6 10 6 0,-6-10 11 16,0 15 6-16,0-15-4 0,-2 22 6 0,0-9-2 15,-1 3-11-15,0 1-3 0,0-2-13 0,-1 3-2 16,-2 0-24-16,2-1-7 0,-1-1-20 0,1 1 13 15,-1 1-35-15,1-3 10 0,-2 2-15 0,2-3-2 16,-1 1-16-16,0-2-25 0,1-1-68 0,1-2-101 16,0 0-76-16,3-10-106 0,-4 14-46 0,4-14-100 15,0 0-683-15,3 10-817 0</inkml:trace>
  <inkml:trace contextRef="#ctx0" brushRef="#br0" timeOffset="57343.3811">29590 6688 749 0,'5'-18'718'0,"-2"2"-136"16,-2 0-74-16,1 1-63 0,-2 1-49 0,0 0-21 16,0 0-5-16,0 2-6 0,0 12-21 0,-1-22-33 15,1 22-41-15,0-16-52 0,0 16-40 0,1-14-34 16,-1 14-25-16,4-12-27 0,-4 12-16 0,15-10-17 15,-3 7-13-15,5-1-10 0,3 1-6 0,6 2-2 16,2 1-7-16,2 0-5 0,0 1-8 0,-1 0-2 16,0 2 2-16,-2 0-4 0,-1 2-3 0,-3-1-1 15,0 1 3-15,-1-1 13 0,-4 2-19 0,-1 0 2 16,-1 0-1-16,-3 0 4 0,0 1 11 0,-3 3 22 16,-1-1 5-16,-2 2-3 0,-2 2-2 0,-3 0-32 15,0 0 43-15,-4 4-33 0,-2 0 40 0,-3 4-39 16,0 0 36-16,-5 6-48 0,-1-4 38 0,0 4-40 15,-3-2 36-15,1 0-43 0,-2-2 37 0,2 2-45 16,-1 0 42-16,2-2-38 0,-1-2 36 0,5-1-39 16,0-3 37-16,3 0-35 0,1-4 59 0,2 1-9 15,3-3 75-15,1 1-27 0,4-3 90 0,4 1-73 16,5-3 88-16,3 0-82 0,8-4 70 0,3-1-88 16,3-2 30-16,7 0-120 0,2-3 0 0,7-1 0 0,1-2 0 15,2 1 0-15,-2 0 0 0,2-2 0 0,-2 1 0 16,-2 0 0-16,-1 0 0 0,-6 1 0 15,-3 0 0-15,-1 1 0 0,-6 0 0 0,-1 1 0 0,-1-1 0 16,-3 1 0-16,-2 0 0 0,-3 1 0 0,-2 0 0 16,-1-1 0-16,-3 2 0 0,0 0 0 15,-12 1 0-15,21-3 0 0,-21 3 0 0,15-3 0 0,-15 3 0 16,13-2 0-16,-13 2-167 0,0 0-162 0,13-1-86 16,-13 1-85-16,0 0-100 0,0 0-123 0,0 0-113 15,-19-3-631-15,7 0-1086 0</inkml:trace>
  <inkml:trace contextRef="#ctx0" brushRef="#br0" timeOffset="58674.4309">24175 8149 453 0,'-1'-15'625'0,"0"1"-111"16,-1 1-49-16,1 1-54 0,0 0-56 0,0 3-25 16,1 9-30-16,0-20-30 0,0 20-34 0,-2-15-22 15,2 15-66-15,0-13-42 0,0 13-2 0,0 0-41 16,0 0-5-16,0 0-2 0,0 0 26 0,2 18-17 16,-2-1 17-16,0 8-14 0,-4 3 10 0,2 5-7 15,-5 10-11-15,0 2-17 0,0 2-8 0,0-1-16 16,-3 0 5-16,2-1 8 0,-2-1-15 0,1-4 3 15,1 0-11-15,1-9 3 0,1-1 2 0,2-5-9 16,-3-3 7-16,4-1-3 0,-1-5 2 0,1 0 2 16,1-3 7-16,0-4 22 0,2-9 4 0,-2 13-4 15,2-13-7-15,0 0-5 0,0 0-9 0,0 0-9 16,8-15 1-16,-5 3-12 0,2-6-24 0,0-4-38 16,0-1 10-16,2-8-14 0,-1-2-8 0,2-6 6 15,1-1-3-15,-1-3-20 0,0 1 27 0,0-1-11 16,1 0 36-16,0 1-16 0,0 3 12 0,1 3 6 15,-1 6 7-15,-2 1 6 0,3 2 2 0,-3 8 6 16,1-1-3-16,-2 5 21 0,1 2-17 0,2 1 7 16,1 5 11-16,0 4 23 0,2 1 10 0,0 4 37 15,3 2-9-15,2 6 17 0,1 2-7 0,1 7 1 16,2 2-20-16,1 5 30 0,-1 2 0 0,1 2 28 16,-1 2-38-16,0 0 2 0,0-1-4 0,-1 3-3 15,2-1 6-15,-1 0-9 0,1 0-13 0,0-1-3 16,-2-1-11-16,2 0-10 0,0-3-3 0,-6-3-6 15,2-4-4-15,-3 0-6 0,1-2-52 0,-5-4-52 16,3-4-52-16,-5 0-74 0,-1-1-16 0,0-2-68 16,-2-1-74-16,-6-7-65 0,9 6-191 0,-9-6-573 15,0 0-815-15</inkml:trace>
  <inkml:trace contextRef="#ctx0" brushRef="#br0" timeOffset="58889.4907">24424 8512 480 0,'-13'-3'698'0,"0"0"-146"0,3-2-83 16,-3 3-23-16,2-1-51 0,11 3 2 0,-18-6-64 15,18 6-23-15,-17-6-44 0,17 6-56 16,-13-4-36-16,13 4-35 0,-8-5-27 0,8 5-29 0,0 0-13 16,0 0-19-16,0 0-16 0,7-15-21 0,3 10-32 15,6 0-29-15,6-2-43 0,3 1-47 0,4-3-70 16,7 0-43-16,6 0-75 0,6-1-124 15,0 1-103-15,5-1-435 0,1 0-584 0</inkml:trace>
  <inkml:trace contextRef="#ctx0" brushRef="#br0" timeOffset="59138.7832">25324 8359 1022 0,'0'0'746'0,"-13"3"-178"16,13-3-93-16,-16 3-69 0,16-3-8 0,-20 2-22 16,20-2-31-16,-16 2-49 0,16-2-47 0,-13 1-46 15,13-1-45-15,0 0-27 0,-16 2-30 0,16-2-19 16,0 0-14-16,0 0-14 0,0 0 16 0,9-5-58 16,5 1 25-16,6-1-54 0,2-2 23 0,7 1-50 15,3-1-21-15,1-1-30 0,-1 0-49 0,3 1-82 16,-2 0-51-16,-4 0-74 0,-3 3-69 0,-3-1-62 15,-1 0-95-15,-6 0-394 0,2 1-562 0</inkml:trace>
  <inkml:trace contextRef="#ctx0" brushRef="#br0" timeOffset="59922.5053">25963 8175 963 0,'0'0'935'0,"4"-18"-208"0,-4 18-98 16,0-14-43-16,0 14 14 0,0-14-91 0,0 14-1 15,0-11-97-15,0 11-17 0,0 0-129 0,0-14-1 0,0 14-104 16,0 0 13-16,0 0-81 0,0 0-16 16,0 0-9-16,0 0-6 0,6 15 1 0,-4-2-11 15,4 4 2-15,-2 3-5 0,1 4-15 0,3-2 5 16,-1 5-12-16,3 0 0 0,0 1-12 15,1 0 1-15,-1-2 0 0,1 2-6 0,-3-3 2 0,2 0-6 0,-1-4 0 16,-3-1 0-16,1-2-3 0,0-2 0 0,0-2-5 16,-3-1-1-16,0-1 4 0,1-4 1 15,-5-8-4-15,6 17 5 0,-6-17-8 0,4 8-3 0,-4-8-6 16,0 0 0-16,0 0-9 0,0 0-14 0,-6-10-13 16,2 0-21-16,-1-2-5 0,-1-3-7 15,-1-4-6-15,-2-3 0 0,0-4-3 0,0-4 2 16,1-1-7-16,-2-6 16 0,1-1 47 0,-1 0-29 0,2 0 43 15,2 4-33-15,1-1 48 0,1 1-34 0,2 0 42 16,0 2-36-16,2 2 41 0,2 4-37 0,0 1 37 16,2 0-35-16,0 3 37 0,1 1-42 0,1 3 28 15,0 3-51-15,2 0 20 0,1 3-44 16,3 1 25-16,1 5-22 0,0 1 0 0,1 2 16 16,1 3-18-16,2 4 9 0,1 1-4 0,-1 2-4 0,2 5 7 15,-4 1 8-15,1 1 17 0,-3 1 6 0,-2 0 18 16,-1 2-6-16,-4-3 16 0,-1-1-4 0,-1 3 3 15,-2-2 7-15,0 0 6 0,-4 1-1 0,-2-1 1 16,-1-2 1-16,-1 3 0 0,1-3 4 0,-2-1-4 16,1-2-4-16,3 1 5 0,-3-3-6 0,6-7 8 15,-7 14-4-15,7-14-3 0,-4 12-2 0,4-12 1 16,-6 10 3-16,6-10 1 0,0 0-1 0,0 15-6 16,0-15 9-16,8 12 3 0,-8-12-2 0,11 12 2 15,-4-6-3-15,4 1 0 0,0 0 1 0,0 1-4 16,3-1 3-16,1 1-4 0,6 0 6 0,2 0 0 15,-2 1-2-15,6 1 1 0,1 0-2 0,1-1 0 16,0 1 3-16,0 1-5 0,0-1 4 0,-1 0-5 16,-3 1 17-16,2-1 8 0,-6-2 8 0,-2 1 8 15,-2 0 19-15,-1-1 8 0,-3-1 5 0,-1 0-4 16,-1 2-3-16,-2-1-5 0,0-1 16 0,-4 0 5 16,-5-7 2-16,4 15-14 0,-4-15-11 0,-4 16-9 15,-3-9-9-15,-3 4 26 0,-5-2-49 16,-3 1 2-16,-2-1-5 0,-9 1-6 0,0 0-6 0,-5-1-8 15,-5 1-9-15,-3-1-40 0,2 0-31 0,3-3-51 16,1-2-31-16,3 1-61 0,6-4-37 0,5-1-129 16,1 0-88-16,5-3-177 0,5-1-634 0,5-2-898 15</inkml:trace>
  <inkml:trace contextRef="#ctx0" brushRef="#br0" timeOffset="60389.264">27429 8204 308 0,'0'0'816'0,"0"0"-194"0,-16 2-94 0,16-2-37 15,0 0-40-15,-15 1-7 0,15-1-18 0,0 0-33 16,0 0-21-16,-18-1-25 0,18 1-24 15,0 0-6-15,0 0-74 0,-11-1-32 0,11 1-35 0,0 0-23 16,0 0-13-16,0 0-10 0,0 0-5 0,-12-2-13 16,12 2-23-16,0 0-16 0,0 0-15 0,18-6-10 15,-7 4-12-15,6 0-7 0,2-1-7 16,8-1 54-16,6 0-76 0,1-2 19 0,5 4-74 0,6-4 10 16,2-1-70-16,-3 3 9 0,2-2-76 0,-10 2 9 15,2-2-69-15,-2 1-20 0,-5 1-14 0,-3-2-58 16,-4 4-40-16,-3 0-53 0,-6-1-14 0,1 2-74 15,-3-1-82-15,-13 2-475 0,17-5-689 0</inkml:trace>
  <inkml:trace contextRef="#ctx0" brushRef="#br0" timeOffset="60589.0305">27664 8338 804 0,'-16'12'677'0,"-1"0"-80"0,4 0-1 0,-1-4-34 16,5 1-49-16,0-1-12 0,0-4-12 0,2 3-11 15,7-7-14-15,-8 9-49 0,8-9-62 0,0 0-58 16,13 7-53-16,-1-5-51 0,7-2-33 0,4 0-37 16,6-2-22-16,2 2-22 0,1 0-8 0,6 0-20 15,-5 0-28-15,-1 0-45 0,-1 0-95 16,-2 0-95-16,-2 2-92 0,-3-1-65 0,-4 0-123 0,0 0-106 16,-2 0-88-16,-5-1-189 0,-13 0-414 0,23 0-895 15</inkml:trace>
  <inkml:trace contextRef="#ctx0" brushRef="#br0" timeOffset="63560.6587">29103 7763 595 0,'8'-13'552'0,"-3"1"-106"0,0 2-24 0,-1 0-23 16,-1-1-11-16,-1 0-32 0,-1-1-12 0,-1 12-47 15,0-21-9-15,0 21-45 0,-3-19-40 0,0 9-46 16,-2 2-26-16,-2 0-14 0,-2 1-29 0,-2 0-24 15,-3 4 1-15,-1 1-15 0,-4 3 8 0,-2 2-15 16,-2 2-11-16,-5 5-6 0,0 3-3 0,0 1-8 16,-2 4 0-16,5 0 1 0,2 1-6 0,4 0 1 15,2 3-1-15,4 0 2 0,4 0-3 0,1 0-1 16,4 0 0-16,4 0 2 0,1 2-7 0,5 0 10 16,2 2-4-16,2 1 3 0,1-1-5 0,2 1 0 15,0-1 0-15,1 0-3 0,-1 0 1 0,-1-1-1 16,0 1-1-16,-2-1-4 0,-2-3 11 0,-1 0-1 15,-1 0 3-15,-2-1-7 0,-1-3-1 0,-1 1-1 16,-1-1-3-16,-1-1 1 0,0-1 1 0,-2-1-3 16,0 0 3-16,-1-3-1 0,-1 1 2 0,0-2-2 15,0-1-2-15,-2 0-4 0,1-2-5 0,-1 0-9 16,6-8-16-16,-10 13-26 0,10-13-5 0,-10 7-30 0,10-7-2 16,0 0-45-16,-10 5 7 0,10-5-34 15,0 0 3-15,0 0 23 0,0 0 31 0,0 0 5 16,-1-12 31-16,1 12 3 0,6-8 24 0,-6 8 2 15,9-8 18-15,-9 8-8 0,11-7 24 0,-11 7-5 16,9-2 30-16,-9 2 7 0,0 0 31 0,14-2 0 16,-14 2 38-16,7 6-21 0,-7-6 38 0,6 10-28 15,-6-10 46-15,3 19-26 0,-3-6 6 0,-1-1 2 0,-1 5 4 16,-2 1-16-16,-1 3-5 0,-2 0-9 0,2 2 0 16,-2-1-20-16,1-1-1 0,1 0-16 0,0 1 0 15,1-3-13-15,2-2 1 0,1 1-9 0,0-2 0 16,2 1-5-16,1-1 1 0,3-3-2 0,1 0-11 15,1 0-9-15,5-2-13 0,1-1-49 0,2-3-7 16,2 1-53-16,3-3-4 0,3-1-46 0,2-2-9 16,2-1-32-16,1-2-66 0,3 0-73 0,3-4-151 15,0 0-558-15,1-3-684 0</inkml:trace>
  <inkml:trace contextRef="#ctx0" brushRef="#br0" timeOffset="64007.0836">29758 8160 1086 0,'-5'-22'766'0,"-1"2"-148"0,0-1-70 0,-1 3-1 16,2 2-25-16,-1 2-13 0,2 0-59 16,-1 3-55-16,2 3-68 0,0-2-64 0,3 10-54 0,-7-13-43 15,7 13-36-15,0 0-17 0,0 0-10 0,-9 4-12 16,9-4-12-16,-4 16-15 0,4-5-39 0,-1 3 25 15,0-1-45-15,2 4 35 0,0 1-42 0,1-1 35 16,-1 0-40-16,3 1 2 0,-1 0 11 0,1-2-10 16,1 1 2-16,-1-2-5 0,1 0-27 0,0-2-22 15,1-1-10-15,-1-2-14 0,2-1-5 0,-1-1-2 16,1-1 7-16,1-3-6 0,-8-4 1 0,22 4 3 16,-22-4 6-16,23-4 30 0,-9-2-24 0,0-2 44 15,2-5-42-15,1-2 11 0,2-3-15 0,-1-3 21 16,-1 2 6-16,0-2 11 0,-1 1 9 0,-3 3 9 15,-1-1 12-15,0 3 43 0,-3 3 28 0,-1 1 10 16,0 0 4-16,-2 3-13 0,0 1-13 0,-1-1-12 16,-5 8-13-16,7-9-8 0,-7 9 1 0,0 0 3 15,0 0 2-15,0 0-6 0,10 4-2 0,-10-4-2 16,2 14-1-16,-2-14 0 0,4 18-3 0,-1-7-1 16,1 2-1-16,2 2-41 0,1 0 35 0,1 2-77 15,2 0-45-15,-1 1-66 0,3-2-101 0,-1 2-60 0,1 0-87 16,-3 1-51-16,1-3-160 0,-1 1-592 0,-1-2-842 15</inkml:trace>
  <inkml:trace contextRef="#ctx0" brushRef="#br0" timeOffset="64240.743">30550 8407 1292 0,'0'0'963'0,"7"-6"-251"0,-7 6-171 15,0 0-72-15,8-2-91 0,-8 2-3 0,0 0-16 16,0 0 67-16,0 0-61 0,0 0 5 0,3 13-112 16,-3-13 30-16,-6 18-96 0,3-7 25 0,-1 4-102 15,0 3 40-15,-1-1-91 0,0 3 56 0,1 1-89 16,-2 1 57-16,2 0-80 0,0-1 47 0,1 1-87 16,1-3 12-16,-1 0-108 0,2-2-36 0,-1 0-98 15,2 0-100-15,0-3-56 0,0-2-60 0,0-12-59 16,4 19-18-16,-4-19-142 0,7 10-631 0,-7-10-931 15</inkml:trace>
  <inkml:trace contextRef="#ctx0" brushRef="#br0" timeOffset="64791.7986">30953 7907 852 0,'1'-23'766'0,"0"4"-156"0,0 1-57 16,0 0-55-16,2 0-63 0,1 1-45 0,3-3-67 16,0 2-46-16,0 3-51 0,3-2-4 0,3 1-64 15,0 2-11-15,2 2-53 0,2 4 18 0,-1 1-35 16,1 1-12-16,2 2-17 0,1 4-10 0,-1 0-17 16,1 4-4-16,0 1 2 0,0 1-5 0,0 3 18 15,-2-2-37-15,0 4 3 0,-6-3-5 0,2 3-4 16,-4-1 10-16,0 2-2 0,-3-2-1 0,-2 1 2 15,-1 0-21-15,-1-1 32 0,-3-10 33 0,0 22-30 16,-2-9 20-16,-1-2-40 0,-2 0 41 0,-1 1-46 16,-2-2 43-16,-1 3-47 0,1-3 42 0,-4 3-43 15,2-3 6-15,0 1 0 0,-2 0-1 0,2 1-1 16,0-1-4-16,0 2-15 0,3 0-12 0,0 0-5 0,2 0 6 16,1 1 4-16,3-1 2 0,0-1 9 15,3 1-4-15,1 0 7 0,3 1 4 0,0 0 10 16,3-1-3-16,3 1 5 0,0 0 1 0,2-1 2 15,-2-4 6-15,1 2-4 0,0-1 1 0,-1-1 2 0,1 0-3 16,-1-1 13-16,1 0 6 0,0 1 10 16,-1-1 8-16,0-1-10 0,-1 1 38 0,-1-1-24 15,1 1 29-15,-2-2 11 0,-1 0 13 0,0 1-14 0,-1-1 31 16,0 0-46-16,-1 2 27 0,-6-8-11 0,10 13-12 16,-10-13-7-16,7 12-3 0,-7-12-2 0,3 12-1 15,-3-12-9-15,-1 13-1 0,1-13-8 0,-9 13-6 16,1-7-1-16,-2-1-8 0,-2 2-4 0,-4-1-10 15,0-1-21-15,-2-1-43 0,-2 0-64 0,2-2-61 16,-2 1-59-16,1-2-90 0,2 1-84 0,2-2-91 16,1-2-137-16,3 1-734 0,2-5-979 0</inkml:trace>
  <inkml:trace contextRef="#ctx0" brushRef="#br0" timeOffset="65407.7892">31746 7640 793 0,'1'-20'752'0,"1"3"-178"0,-1-1-66 16,1 0-12-16,1 3-38 0,1-3-64 0,0 1-34 15,2 3-45-15,1-1-83 0,-1 2 2 0,2-1-45 16,2 3-42-16,0 3-29 0,2-2-20 0,2 5-20 15,1 0-21-15,1 0-13 0,-2 4-8 0,2 1 9 16,0 1-30-16,0 4-7 0,0 0-44 0,-1 0 56 16,-2 5-50-16,1 1 42 0,-4-1-36 0,-1 2 3 15,0 1 10-15,-2 2 2 0,-2-1 44 0,-1 1-50 16,0 2 49-16,-2-3-55 0,-1 2 50 0,-1-2-42 16,-1 3 55-16,0 1 12 0,-2-3 9 0,0 1-4 15,-1 2-3-15,-3 1 6 0,0 0 1 0,-2-1-10 16,1 3-5-16,-1-1-3 0,-2 0-5 0,2-1-11 15,-2 0-4-15,1 2-3 0,1-2-3 0,0 0-4 16,-1-1-3-16,3 1-2 0,1-3 0 0,2 1-4 16,0 0-33-16,2-1 43 0,1-3-33 0,2 4 35 15,1-2-38-15,0 0 39 0,2 0-37 0,1-1 38 16,-1 0-41-16,2-1 39 0,1 1-39 0,-2-4 38 16,0 0-38-16,0 0 36 0,1-1-32 0,-1 2 37 15,0-3-44-15,0 1 40 0,0-1-38 0,-1 1 15 0,1 0-7 16,1 0 6-16,0-1 0 0,0 2 0 0,2 0 4 15,-1 0 3-15,1 2 0 0,0-1 1 16,1 2-1-16,0 0 6 0,3 3 37 0,0 2-22 16,0-1 24-16,1 4-27 0,1 2 48 0,0 1-21 0,-1 0 29 15,0 2-39-15,-2-1 32 0,0 2-44 0,-2-1 32 16,-1 1-37-16,-3-4 29 0,0-1-36 0,-3 2 29 16,1-2-32-16,-3-1 28 0,0-3-31 15,0 1 30-15,-2-2-37 0,-1 1 37 0,-1-2-43 0,-1-3 38 16,-1 0-47-16,-3 0 17 0,-2-2-75 15,-1-1-12-15,-3-2-109 0,-2-1-67 0,-2-3-58 16,-3-2-105-16,-4-2-152 0,-9-5 11 0,-1-2-219 0,-6-5-455 16,-3-6-850-16</inkml:trace>
  <inkml:trace contextRef="#ctx0" brushRef="#br0" timeOffset="66241.9654">31332 6281 97 0,'-7'-9'686'0,"2"3"-226"0,5 6-32 15,-9-14-54-15,9 14-44 0,-9-16-47 0,9 16-8 16,-8-16-11-16,8 16 6 0,-5-16-28 0,5 16-19 16,-3-14-38-16,3 14-43 0,4-15-28 0,-4 15-31 15,12-14-15-15,-2 10-17 0,2-3-8 0,4 4-12 16,0-2-3-16,2 3-8 0,2 1-3 0,1 1-8 16,0 2 0-16,4 1-3 0,-3 2-7 0,2 0 3 15,-1 2-5-15,-2 1-9 0,-1 1 0 0,0-1 0 16,-5-1-1-16,-1-1-4 0,-2 1 3 0,-2 0 5 0,-2-3 4 15,-8-4 4-15,8 12 8 0,-8-12 5 16,0 0 8-16,-5 13 8 0,5-13 6 0,-15 10 11 0,15-10 2 16,-18 8 5-16,7-4-3 0,1 0-9 0,0 1-8 15,0 1-6-15,0 0-4 0,2 1-5 0,0 3 4 16,0 1-7-16,2 1-1 0,3 1 0 0,1 0-3 16,2 1-1-16,2 3 1 0,0 1-2 0,3 2 3 15,2 1-7-15,3 2-2 0,1-1 3 0,0 3-2 16,1-2 4-16,-1 2-4 0,0-5-16 0,-1-2 16 0,-1 2-17 15,1-3 21-15,-2 2-22 0,-1-6 15 16,0 2-9-16,0-2 12 0,0 0-14 0,-2 0 18 16,1 1-15-16,-1-4 13 0,0 0-13 0,2 0 18 0,-2-1-17 15,-1 2 15-15,1-3-2 0,-1 2-4 0,1-1 0 16,-1 0 2-16,1 1-3 0,0-1-1 0,-1 0 2 16,-1 2-4-16,0-3 8 0,0 3-6 0,-3-11 0 15,5 20 0-15,-3-9 2 0,1-1-2 0,-1 1 0 16,0 1 0-16,0 0 4 0,1 1 3 0,1 1 13 15,-1 1-8-15,1 0 18 0,1 2 1 0,1 0 3 16,1 1 6-16,0 3-7 0,1-4 26 0,0 1-30 16,0 1 3-16,-1-1 1 0,-1-2-10 0,0-2-1 15,0 2-4-15,-1-2 4 0,-1-2-1 0,-1-1-34 16,0 0 46-16,-3-11-33 0,3 17 50 0,-3-17-13 0,-6 16-45 16,-1-9 39-16,-6 0-49 0,-3-2-11 0,-8-3-89 15,-3 1-85-15,-6-3-119 0,-15-4-138 0,-6-2-129 16,-13-3-691-16,-5-3-886 0</inkml:trace>
  <inkml:trace contextRef="#ctx0" brushRef="#br0" timeOffset="67360.9984">27847 6327 553 0,'12'-11'507'0,"-3"-1"-136"0,-1 4 7 16,-1-2-1-16,0 2-28 0,-1-1-31 15,-1 1-32-15,-5 8-41 0,7-14-34 0,-7 14-38 0,3-13-35 16,-3 13-29-16,-2-11-21 0,2 11-19 0,-10-6-11 15,10 6-6-15,-23 2-3 0,8 1-7 16,-3 3-10-16,-3 1-6 0,1 1-2 0,0 2-5 16,1 1 2-16,2 1-7 0,1 0 2 0,3 3-2 15,2-1-4-15,-1 3-4 0,6-3 7 0,1 2-6 0,1 1 1 16,3 0-3-16,2 0 4 0,1 0 1 0,2 1-1 16,5 0-2-16,1 2 0 0,0-1-3 0,2-1 1 15,2 0-1-15,-1 0-7 0,1 0 7 0,-1-2-1 16,1 0 1-16,0 1 1 0,-2-3 17 15,2 1-23-15,-1 0 18 0,-1-3-22 0,-2 1 22 0,-1-3-22 16,-2 0 15-16,3 1-20 0,-4 0 29 0,-1-1-23 16,-1 0 20-16,-2 0-10 0,-2 1 22 0,-1 0-15 15,-3 4 2-15,-4-2 4 0,-3 2-5 0,-1 0-3 16,-3 0 3-16,-4 3-1 0,-1-4-6 16,2 3-1-16,-4-1-1 0,1 0 1 0,2 0-3 0,2-2-3 15,2-1 2-15,-1-2-4 0,5 0 0 0,0-2 1 16,1 2-3-16,2-3-3 0,2 1-6 0,1-2-13 15,5-7 2-15,-7 13-9 0,7-13-15 0,1 12-5 16,-1-12-15-16,10 13 0 0,-3-8-2 16,2 1-5-16,0 0 9 0,2-2 4 0,-2 0 12 0,3 1 1 15,-3-1 13-15,-9-4 9 0,15 8 4 0,-15-8 2 16,12 6-4-16,-12-6 40 0,8 7 27 0,-8-7 26 16,4 7 11-16,-4-7 3 0,0 0-4 0,1 13 2 15,-1-13 4-15,-5 13-7 0,1-5-6 0,-1 1 3 16,-2 0-6-16,0 2-4 0,-1 0-9 15,-1 2-4-15,-3 3-9 0,1 1-9 0,0-1 4 0,-3 2-12 16,1-1-1-16,-3 4 1 0,1-1-6 0,3-1-13 16,-1-1 11-16,2-1-2 0,2-1 0 0,2-3-6 15,3 2 1-15,2-1-8 0,4-4-1 0,2 3 6 16,7-1-6-16,7-3 10 0,5-2-12 16,9 0-1-16,5-2-39 0,4-4-68 0,8 2-113 0,0-3-105 15,3-3-158-15,-2 0-827 0,-2-1-916 0</inkml:trace>
  <inkml:trace contextRef="#ctx0" brushRef="#br0" timeOffset="72144.0261">2608 5067 319 0,'0'0'332'0,"-8"-10"-45"0,8 10-34 15,-6-10-39-15,6 10-39 0,-7-12-20 0,7 12-3 16,-7-10-6-16,7 10-2 0,-6-12 2 0,6 12-14 16,-7-14-9-16,7 14 9 0,-6-11 20 0,6 11 18 15,-5-10 13-15,5 10 15 0,-4-12-5 0,4 12-19 16,-3-11-11-16,3 11-9 0,-3-13-31 0,3 13-21 16,-1-13 20-16,1 13 9 0,0-13-16 0,0 13-20 15,3-19-17-15,0 8-22 0,2-1-6 0,1-1 7 16,1 2-18-16,3-3-6 0,2 0-5 0,3-2-2 15,0 2-4-15,3 0-3 0,3 0 5 0,1 4-9 16,0 1 2-16,2 2-2 0,-2 3 4 0,1 2-2 0,-1 4 5 16,2 2 3-16,-2 4-9 0,4 3 2 15,-1 3 4-15,-1 3 1 0,-3 1-2 0,-1 4-3 16,-2 2 6-16,-1 5-9 0,-3-4-29 0,-4 3 33 0,-1-1-29 16,-2 1 31-16,-2-2-35 0,-4 0 9 0,0 0 0 15,-2-1 0-15,0 1 4 0,-4-1 5 0,0-1-10 16,-3 3 40-16,-1-4-17 0,-1 1 3 15,-1-5-33-15,-2 3 33 0,-4-2-38 0,3-5 43 0,-4 0-40 16,-1-2 42-16,0-2-46 0,-3 0 40 0,0-4-38 16,0 0 35-16,-2-3-36 0,2-3 37 0,0 1-19 15,1-4 19-15,-3-2-36 0,2-2 3 0,1-3-1 16,-2-4 3-16,5 1 12 0,1-2-4 0,0-5 0 16,2-2 31-16,3-1-41 0,4-2 45 0,3 1-50 15,3-4 31-15,2 0-2 0,5-6-2 0,4-4-7 16,5-2-3-16,3 1 6 0,5 4-10 0,2-1 3 15,3 3-1-15,2 3-2 0,-2 4-3 0,2 3 0 16,-3 5 2-16,0 6-6 0,-2 4 2 0,0 4 5 0,-3 3 3 16,2 3 4-16,0 5 4 0,2 5 11 15,-4 3-10-15,0 5 1 0,-1-1 2 0,-4 5 1 16,-1 0-30-16,-4 1 36 0,0 2-29 0,-1 0-1 16,-4 1-1-16,-1 2 0 0,-3-4 0 0,0 0-4 0,-2 2-3 15,-1-2 18-15,-2 0-33 0,0-2 19 0,-3-2-14 16,0 1 25-16,-2-4-19 0,-1-2 22 0,0 0-13 15,-2-6 17-15,1-1-39 0,-1-2-18 0,-2-2-15 16,-1-3-28-16,1-2 6 0,-1-2 18 0,0-1-7 16,-1-2 13-16,-1-2 4 0,2-2 13 0,0-2-3 15,0 1 16-15,2-3 0 0,1 3 12 16,2-2 0-16,2 2 6 0,2 1-8 0,-2 1 10 0,7 6-8 16,-4-12 2-16,4 12 7 0,0 0 14 0,9-12-12 15,-9 12 17-15,18-3-1 0,-4 3 12 0,0 0-10 16,6 2 10-16,1 0-10 0,4 2 8 0,2 1-18 15,4 1-38-15,1 2-115 0,-1-1-70 0,2 0-103 16,-1 4-118-16,-1-4-499 0,0 1-535 0</inkml:trace>
  <inkml:trace contextRef="#ctx0" brushRef="#br0" timeOffset="72427.7211">3900 5378 759 0,'0'0'918'16,"18"0"-204"-16,-18 0-165 0,13 1-97 0,-13-1-57 16,0 0-28-16,14 2-8 0,-14-2-27 0,0 0-4 0,7 5 4 15,-7-5-19-15,-6 12-33 0,-4-1-47 16,-6 3-41-16,-7 5-8 0,-12 5-67 0,-10 6 14 16,-7 2-63-16,-6 1-11 0,-4 3-15 0,-5-2-4 0,-3 5-11 15,-17 7-5-15,1-2 9 0,1 0-25 0,12-7-3 16,0 0-4-16,1-2 0 0,2-1-3 0,1 3-7 15,8-6-9-15,5-4-19 0,7-2-27 0,11-7-62 16,6-1-97-16,7-5-86 0,6-3-94 0,3-1-85 16,4-1 3-16,3-3-22 0,9-4-66 0,0 0-133 0,0 0-312 15,0 0-628-15</inkml:trace>
  <inkml:trace contextRef="#ctx0" brushRef="#br0" timeOffset="77954.6049">5822 4893 61 0,'0'0'507'0,"0"0"-137"0,0 0 2 0,0 0-102 16,1-12 19-16,-1 12-71 0,0 0 59 0,-2-16-21 15,2 16 6-15,-1-12-13 0,1 12 15 0,0-14-14 0,0 14-15 16,-1-13-1-16,1 13-15 0,-1-12-21 0,1 12-27 16,0 0-36-16,0-13-30 0,0 13-25 15,0 0-28-15,0 0-7 0,0 0-9 0,0 0-6 16,0 0-3-16,0 0-3 0,5 10 5 0,-3 1-5 0,1 1 3 15,0 2-6-15,1 2-3 0,2 1 0 0,-1 5 6 16,0-2-9-16,0 3-3 0,1-2 7 0,0 1-4 16,0 0 1-16,0 1-3 0,-1-4-5 0,0 1 2 15,-1-2-7-15,1 0 2 0,-1-2 8 0,-1 0-6 16,1-2 0-16,-2-2 1 0,-1 0-1 0,1-1 0 16,0-1-2-16,-2-10 1 0,3 16 5 0,-3-16 2 15,1 13 0-15,-1-13 0 0,0 0 0 0,0 12 5 16,0-12-9-16,0 0-3 0,-9-5-5 0,9 5-1 15,-9-15-26-15,2 3-4 0,2-5-1 0,-1-3-1 16,1-3 1-16,-1-1 5 0,2-4-5 0,-2-3 1 0,3 0 4 16,0 0 4-16,0 3 6 0,1 0 0 15,1 3 5-15,0 1 4 0,1 4-4 0,-1 2 6 16,1 1-3-16,-1 3-3 0,1 1-5 0,0 2-1 0,0 11 0 16,2-14-1-16,-2 14 7 0,0 0 2 0,13 0 17 15,-5 7-16-15,2 3 22 0,2 4-20 0,1 2 16 16,3 4-14-16,4 2 16 0,0-1-17 0,4 2 0 15,3 1 5-15,0 0 0 0,2-2-2 0,0-1 6 16,1-1 0-16,0-1 2 0,-3-4-2 0,-1-1 1 16,-1-3 1-16,-3-2-1 0,0-2 2 0,-1 1-2 15,-4-4-1-15,1 0 1 0,-2-2 6 0,-3-1 5 16,0-2 6-16,-3-2 10 0,0-1 10 0,-2-3 5 16,-2-2 3-16,-1-2 3 0,-3-2 8 0,-3-2-10 15,-1-3-6-15,-3-3-4 0,-2-1-9 0,-2-5-9 16,-3 1 2-16,2 1 5 0,-2 1-9 0,2 4-2 15,0 1-2-15,2 2-7 0,0 3-6 0,2 0-6 16,0 3-33-16,2 0-52 0,0 2-44 0,4 9-1 16,-4-13 5-16,4 13 0 0,0 0 1 0,9-9-29 15,-9 9-25-15,19 4-43 0,-5 2-23 0,6 1-72 16,0 1 34-16,7 6-56 0,-1 0-42 0,7 2-59 16,0 2-380-16,1 0-354 0</inkml:trace>
  <inkml:trace contextRef="#ctx0" brushRef="#br0" timeOffset="79080.0884">6981 5006 668 0,'2'-13'641'0,"-2"13"-120"15,-1-12-13-15,1 12-59 0,-5-14-22 0,5 14-32 16,-10-16-61-16,4 8-26 0,6 8-47 0,-11-12-54 16,11 12-39-16,-15-9-33 0,15 9-35 0,-16-5-16 15,16 5-16-15,-20 4-14 0,10-1-10 0,-2 4-9 16,1 1-4-16,2 1-2 0,-3 0-13 15,4 3-2-15,1 0-2 0,0 0-3 0,1 1-3 0,3-2-3 16,-2 0 0-16,4 2 0 0,1-13-4 0,1 22-6 16,0-12-3-16,2 1-18 0,0-3 14 0,4 1-14 15,0-1 2-15,0-1-18 0,1-2-4 0,2-1-9 16,0-1-15-16,-10-3 2 0,22 2 2 0,-22-2 3 16,22-2 1-16,-11-2 10 0,-1 0 4 0,0-5-1 15,1 2-6-15,-2-3 15 0,-1 0 2 0,-2-2 21 16,1 0-3-16,-2 1 33 0,-1 1 27 0,-2-1 32 0,1 0 34 15,-3 11-14-15,3-19-14 0,-3 19-7 16,1-16 8-16,-1 16-6 0,1-14 5 0,-1 14-9 16,0-12-17-16,0 12-12 0,0 0-11 0,2-14-11 0,-2 14-16 15,0 0 13-15,0 0-8 0,2-10-5 16,-2 10 2-16,0 0-1 0,0 0-11 0,12 6-15 0,-12-6-3 16,11 6-11-16,-11-6-7 0,15 10-13 0,-7-5-19 15,1 1-32-15,2-1-19 0,-1 1-10 0,1-2-19 16,1 1 8-16,-2 0-31 0,1-2 16 0,1 1-8 15,-1-2 48-15,0 2-14 0,-11-4 64 0,20-1-19 16,-20 1 56-16,20-4-22 0,-11 1 53 0,0-1 3 16,0-1 47-16,-1-1 3 0,-1-1 47 0,0 1 6 15,-2 0 34-15,2-1 7 0,-1 1 4 0,-6 6 11 16,10-13-6-16,-10 13 14 0,7-9-30 0,-7 9-17 16,8-9-22-16,-8 9-16 0,6-8-18 0,-6 8-17 15,0 0-14-15,8-6-1 0,-8 6-2 0,0 0-1 16,11 2 0-16,-11-2 12 0,9 6-21 0,-9-6 5 15,9 10-6-15,-2-3 3 0,0 0-11 0,0 0 5 16,0 3 0-16,2-1-2 0,-1 1-2 0,0 0 1 16,-1 0 1-16,-1-1-3 0,0 0 0 0,1-1-3 15,-1 1-2-15,-1-3-1 0,-5-6 1 0,9 14-2 16,-9-14-4-16,9 10 10 0,-9-10 4 0,5 8 4 0,-5-8-1 16,0 0-5-16,9 4-2 0,-9-4-4 15,0 0 9-15,7-8-11 0,-7 8 4 0,7-12 1 0,-7 12-3 16,6-16-3-16,-3 7 5 0,1 0 5 0,-1-2-8 15,-1 0-3-15,2 3 2 0,-1-3 0 0,1-1 16 16,-4 12 10-16,6-18 25 0,-6 18 4 0,5-15 6 16,-5 15-7-16,5-12-8 0,-5 12-13 0,3-11-7 15,-3 11-10-15,3-8-9 0,-3 8 9 0,0 0-25 16,4-11 6-16,-4 11 5 0,0 0-4 0,0 0 7 16,0 0-6-16,15 3-4 0,-15-3 4 0,8 6 9 15,-8-6 3-15,9 8-18 0,-9-8 2 0,11 8-1 16,-11-8-8-16,12 12-3 0,-12-12-15 0,11 11-8 15,-11-11-1-15,13 13 5 0,-7-7 6 0,1 0 1 16,0 1 3-16,-7-7 3 0,13 11 2 0,-13-11 7 16,12 11-12-16,-12-11-5 0,12 9-1 0,-12-9 7 15,11 8 3-15,-11-8 8 0,16 6 2 0,-16-6-1 16,14 4 5-16,-14-4 1 0,18 1-2 0,-18-1 3 16,20-1 3-16,-7-1 3 0,-13 2-9 0,25-3-5 15,-11-1-7-15,1-1-1 0,1-1-3 0,-1 0 6 16,1 1 11-16,-1-2-11 0,1 0 20 0,-2-2-14 0,1 2 22 15,-2-1-20-15,0-2 25 0,-1-1-11 0,0 1 19 16,-3-1 11-16,-2 0 41 0,0 0 60 0,0 0 3 16,-3 0-11-16,-2 2 1 0,-2 9-12 15,1-19-3-15,-1 19-6 0,-1-16-16 0,1 16-8 0,-4-13-15 16,4 13-11-16,-7-12-13 0,7 12-8 0,-8-6-2 16,8 6-10-16,0 0-3 0,-15 1 8 0,15-1-10 15,-13 11 3-15,7-5-1 0,0 2 9 0,2 3 17 16,0-1 8-16,0 1-1 0,1 1-7 0,1 0 13 15,2 0 21-15,1 0 21 0,1 0-4 0,1 0-15 16,3 1-5-16,1-2-10 0,2 1-7 0,2-2 3 16,2-1-75-16,5-1 49 0,1 0-86 0,3-3-90 15,1 0-89-15,2-2-119 0,3 0-86 0,2-2-109 16,1-1-129-16,7 0-182 0,-2-5-577 0,2 0-1040 16</inkml:trace>
  <inkml:trace contextRef="#ctx0" brushRef="#br0" timeOffset="79929.808">9376 4722 830 0,'0'0'641'0,"3"-21"-79"0,-3 21-34 0,-4-17-59 16,1 6-42-16,0 1-43 0,-3 1-17 0,0-3-62 0,-2 4-39 16,-2-2-6-16,-1 3-63 0,-3-1-4 0,0 2-59 15,0 2 15-15,-1 3-62 0,0 1 29 16,-3 3-20-16,-1 1-19 0,0 4-11 0,-2 2-8 16,1 2-4-16,0 4-5 0,0 0 3 0,1 2-16 0,3 1-4 15,4-3 2-15,0 0-7 0,3 1-6 16,2-2 2-16,1 1 2 0,3 0 1 0,1-2 2 15,2 0 2-15,2-1-1 0,3 1-1 0,1-2-2 0,2-1-7 16,2-1-4-16,2-1-12 0,2-2-10 0,2 0-37 16,1-3-19-16,2-2-9 0,-1 0-13 15,1-1-3-15,0-3 8 0,-1 1-3 0,0-2 14 16,-2-2 9-16,0-2 15 0,0-3-1 0,0-1 3 0,-4-3 6 16,1 1 3-16,-5 0 11 0,1-2-2 0,-3 0 23 15,0 2 0-15,-2-1 49 0,0 0-2 0,-2 3 65 16,-1-1-34-16,-1 12 35 0,2-20-16 0,-2 20-5 15,2-16-7-15,-2 16-15 0,1-13-14 0,-1 13-11 16,0 0-11-16,1-14-13 0,-1 14-8 0,0 0-8 16,0 0 0-16,0 0-1 0,0 0-1 0,5-8 9 15,-5 8-11-15,0 0 0 0,10 8 0 0,-10-8-2 16,8 8-6-16,-8-8-1 0,12 9-16 0,-3-3-27 16,-2-2 6-16,2 1-20 0,0 0-17 0,1-2-16 0,1 1-5 15,1-1-3-15,-1 0 4 0,0-2 11 0,-11-1 4 16,22 1 16-16,-22-1 18 0,20-1 15 15,-20 1 7-15,18-3 9 0,-10-1 11 0,1-2-4 16,-2-1 4-16,0-1 4 0,-1-1 3 0,1 0 10 0,-2 0 18 16,-1 0-1-16,1-1 40 0,-5 10 4 15,7-13 48-15,-7 13-28 0,5-12 42 0,-5 12-15 16,6-10-23-16,-6 10-18 0,4-8-18 0,-4 8-11 0,0 0-22 16,5-8-4-16,-5 8-8 0,0 0 1 0,0 0 2 15,10 3 1-15,-10-3 19 0,9 9-20 0,-9-9 0 16,12 13 2-16,-6-5 0 0,3 2-1 0,1 0 2 15,-1 0 5-15,2 2-7 0,2-2-3 0,1 2 1 16,1-2-33-16,1 2-92 0,2-3-99 0,0 1-95 16,1-2-108-16,2-1-143 0,-3 0-67 0,-1-3-776 15,0 0-1004-15</inkml:trace>
  <inkml:trace contextRef="#ctx0" brushRef="#br0" timeOffset="80430.946">10286 4191 1182 0,'-4'-32'842'0,"1"1"-9"0,-1 6-36 15,-1 1-31-15,2 2-110 0,-1 0-16 0,2 4-26 16,-2 2-131-16,2 0-10 0,0 4-128 0,0 2-39 16,2 10-118-16,-4-19-122 0,4 19-66 0,0 0 0 15,0 0 0-15,0 0 0 0,0 0 0 0,4 22 0 16,0-2 0-16,4 7 0 0,-1 3 0 0,5 8 0 15,-1 2 0-15,3 1 0 0,0 4 0 0,2-1 0 16,0 0 0-16,3-1 0 0,-2 1 0 0,2-2 0 16,0-1 0-16,-1-2 0 0,1-2 0 0,-3-1 0 15,1-3 0-15,-3-7 0 0,-1-1 0 0,-3-4 0 16,-1-2 0-16,1-3 0 0,-3-2 0 0,0-2 0 16,-1-1 0-16,-1-1 0 0,0-2 0 0,-1 1 0 15,-4-9 0-15,6 8 0 0,-6-8 0 0,0 0 0 16,0 0 0-16,0 0 0 0,1-11 0 0,-1 11 0 15,-8-18 0-15,0 6 0 0,1-1 0 0,-3 1 0 16,-4-2 0-16,0 0 0 0,-5 1 0 0,-1 1 0 16,-6 1 0-16,-3 0 0 0,-4 3 0 0,-1 2 0 0,-1 2 0 15,-2 2 0-15,5 2 0 0,2 2 0 0,-3 2 0 16,6 1 0-16,-2 3 0 0,5-1 0 0,2 3 0 16,1 1 0-16,4 0 0 0,1 1 0 0,4 1 0 15,4 1 0-15,1-3 0 0,5 2 0 0,3-1 0 16,2 0 0-16,5 0 0 0,1 0 0 0,6 0 0 15,2-2 0-15,3-1 0 0,2-2 0 0,3 0 0 16,2-2-81-16,0-1-282 0,2-1-109 0,0-1-76 16,0-1-88-16,0-1-34 0,-1 0-130 0,-4-3-667 15,1 1-1086-15</inkml:trace>
  <inkml:trace contextRef="#ctx0" brushRef="#br0" timeOffset="81032.5429">9386 4789 82 0,'0'0'409'0,"-9"-5"-56"0,9 5-61 15,0 0 31-15,0 0-83 0,-3-13 42 0,3 13-3 16,0 0 9-16,-1-14-17 0,1 14-20 0,-2-10-11 15,2 10 4-15,0-13-14 0,0 13 24 0,-2-11 8 16,2 11-23-16,-1-14-34 0,1 14-33 0,0 0-12 16,-1-14-29-16,1 14-1 0,0 0-37 0,0 0-11 15,0-13-43-15,0 13 4 0,0 0-15 16,0 0 9-16,0 0 7 0,0 0 2 0,8 9 0 0,-8-9-5 0,9 13 1 16,-5-4-1-16,1 1 1 0,1 1 0 15,0 0-9-15,2 3-6 0,-3-3-2 0,2 3-1 0,-1-1-9 16,1-1 1-16,1 1-4 0,-1 0-43 0,1-1-79 15,-1 0-64-15,1-2-94 0,-2 1-144 0,-1-3-58 16,1 1-176-16,-6-9-633 0,6 12-885 0</inkml:trace>
  <inkml:trace contextRef="#ctx0" brushRef="#br0" timeOffset="83283.3013">11895 4523 628 0,'-13'6'655'0,"13"-6"-161"0,-11 6-90 0,11-6-77 16,-9 6-41-16,9-6-15 0,-9 6 1 0,9-6-4 15,-8 6-10-15,8-6-27 0,-9 6-15 0,9-6-28 16,0 0-26-16,-8 7-26 0,8-7-21 0,0 0-19 16,-9 7-25-16,9-7-5 0,0 0-4 0,0 0-19 15,-6 6-4-15,6-6-12 0,0 0 1 0,0 0-14 16,0 0-7-16,0 0-26 0,0 0 9 0,5 7-15 15,-5-7-6-15,12 0-21 0,-12 0-13 0,16-5-11 0,-7 1 5 16,0-1 11-16,0-2 3 0,-2 1 0 0,0-5 1 16,-1 1 9-16,-2-2 7 0,-1-1 6 15,-2 1 6-15,-2-1 4 0,-1-2 8 0,-3-1-5 0,-2 0 18 16,-4-1 2-16,-2 2 21 0,-1 1 0 0,-8-1 9 16,3 5 1-16,-2 1 7 0,0 2 12 0,-3 3 1 15,2 2 9-15,1 2 0 0,-4 3 19 0,0 1-19 16,-4 5-8-16,2 3 10 0,3 1-8 0,-1 4 6 15,3 2 7-15,1 2 4 0,5 0-12 0,0 3 6 16,4 0-24-16,4-3 22 0,2 2-5 0,3-2 0 16,1 0-4-16,5 1-2 0,3-1 0 0,2 1 12 15,6 0-4-15,4-1-13 0,3-2-5 0,4-2-8 16,3-3 4-16,9-1-72 0,-3-4-56 0,1-1-28 16,3-3-18-16,1-1-18 0,2-3-24 0,-1-1-18 15,0-1-23-15,-3-5 24 0,2 2 11 0,-4-4 37 16,2-4 5-16,-6 1 37 0,3-5 24 0,-8 0 18 15,1-5 19-15,-5 2 16 0,-4-5 16 0,0 2 33 0,-3-2 39 16,-1 0 36-16,-5 0 38 0,0 4 29 0,-3 1 26 16,0 2 17-16,-2 2 39 0,0 1 1 0,-2 2 1 15,2 2-23-15,-2 0-38 0,-2 10-31 16,5-16-30-16,-5 16-26 0,2-13-22 0,-2 13-16 0,0 0-10 16,5-10-9-16,-5 10 8 0,0 0-18 0,0 0-2 15,5 10-2-15,-5-10-3 0,4 13-40 0,-2-5 40 16,3 2-34-16,-1-1 33 0,1 3-33 0,4 1 37 15,-4-1-3-15,5 1-8 0,-3-1-26 0,3 1-29 16,-1-1 2-16,1-1-52 0,2 0-30 0,-1-2-19 16,0 1-11-16,0-2 3 0,1-1 7 0,1-1 8 15,-2-1 4-15,0-3 10 0,-11-2 22 0,23 1 15 16,-12-3 11-16,1-3 8 0,-1-2 15 0,1 0 22 16,-1-4-10-16,-1-1 17 0,2 1-4 0,-3-2 20 15,-1 1 35-15,-1-1 32 0,1 1 25 0,0 2 38 16,-3 0-3-16,1 2 58 0,-6 8-5 0,10-14-23 15,-10 14-26-15,8-11-31 0,-8 11-20 0,7-8-19 16,-7 8-15-16,0 0 2 0,8-8-21 0,-8 8-30 16,0 0 42-16,13 3-30 0,-13-3 48 0,11 9-39 15,-3-2 36-15,-1 0-36 0,2 1 31 0,0 2-36 0,-2 0 34 16,4 1-46-16,-4 0 34 0,2 0-39 0,2 0 41 16,-2 0-46-16,-2 0 38 0,1-1 5 0,2 0-18 15,-4-2-10-15,1 0-11 0,-1 1-13 0,2-4-9 16,-8-5-7-16,9 12-1 0,-9-12 2 15,9 8 7-15,-9-8-16 0,0 0-23 0,18 1-5 16,-18-1-11-16,11-9-43 0,-3 1-3 0,0-1-1 0,1-2 5 16,1-3 21-16,0-1 9 0,-1 0 23 0,0 2 10 15,0 0 9-15,0 1 12 0,-3 0 18 0,3 1 19 16,-5 3 21-16,2 1 9 0,-6 7 7 0,9-14 2 16,-9 14-2-16,8-11-5 0,-8 11-4 0,5-7-21 15,-5 7 5-15,0 0-7 0,9-7-1 0,-9 7 5 16,0 0-22-16,0 0 38 0,11 5-27 0,-11-5 24 15,7 8-23-15,-7-8 25 0,11 12-23 0,-4-4 28 16,-1-1-27-16,5 2 26 0,-1 1-29 0,3-1 28 16,3 0-31-16,2 1 26 0,4-1-45 0,1-1 5 15,4 2-42-15,2-3-25 0,0 0-12 0,2-1-19 16,-2-1-9-16,-1-1-14 0,1-2 3 0,-2-1 0 16,2-1-4-16,0-3 1 0,-1 1 10 0,-1-3 15 0,4-3 20 15,-4 0 13-15,0-3 17 0,-1-1 13 0,-5 2 13 16,-1-2 26-16,-4 1 39 0,0-1 35 0,-3 0 50 15,-1 0 33-15,-2 2-5 0,-3 0-15 16,-3-1-11-16,-4 11-14 0,5-15-10 0,-5 15-8 0,-3-17-12 16,3 17-5-16,-10-14-3 0,3 8-11 0,-3 1 4 15,0 2-6-15,-1 0 9 0,-1 1-11 16,12 2-12-16,-22 0 1 0,8 3-19 0,3 1 33 0,-3 0-23 16,1 3 17-16,2 0-23 0,-1 2 18 0,2-1-20 15,3 2 17-15,-3-1-20 0,4 1 20 0,1 2-22 16,1-1 23-16,2-1-27 0,2-10 25 0,0 22-33 15,2-12 33-15,3-1-39 0,-1 0 22 0,2 0-48 16,4-1-5-16,1 1-29 0,-2-3-13 0,3 0-4 16,0-2-25-16,2 1 5 0,-3-4 11 0,2 2 11 15,-1-2 20-15,-12-1 9 0,22-2 1 0,-10 0 20 16,-1-4 8-16,1 3 7 0,-4-4 25 0,1 0-21 16,-2-1 1-16,2-2 9 0,-4 1 14 0,1 2 29 15,-1-3 6-15,-1 1-2 0,-2-2 3 0,-2 11 9 0,4-14 6 16,-4 14 6-16,6-13-13 0,-6 13-1 15,2-11-8-15,-2 11-1 0,4-10-3 0,-4 10-24 16,0 0-3-16,0 0-6 0,4-10-10 0,-4 10 23 16,0 0-37-16,0 0 36 0,5 7-11 0,-5-7 28 0,7 8-15 15,-7-8 27-15,11 11-33 0,-11-11 48 16,13 12-52-16,-1-6 23 0,-1 0-32 0,2 0 21 0,1 0-41 16,3 0-12-16,0-1-34 0,0-2-33 0,4 0-13 15,-3 0-11-15,2-2 3 0,-2 1 11 0,1-1 4 16,-4-1 9-16,1-1 24 0,-3-1 39 0,0 0-16 15,1-3 13-15,-3 0 7 0,0-2 6 0,-2 1 26 16,-2-1 25-16,-1-2 14 0,-2-1 5 0,0-1-3 16,-2 0 17-16,-2 1 7 0,0 10 8 0,0-21 32 15,-2 10 6-15,2 11 4 0,-4-16 12 0,4 16-32 16,-3-13-17-16,3 13-9 0,-3-10-24 0,3 10-7 16,0 0 1-16,-7-6 0 0,7 6 10 0,0 0-3 15,-6 8 6-15,6-8 11 0,0 0-4 0,0 16-2 16,0-16-9-16,6 17-40 0,-1-6 29 0,2-1-43 0,2 1 15 15,2 0-117-15,0 1-64 0,3-2-78 16,1 1-109-16,-1-1-94 0,-1-2-70 0,1-1-96 16,-3 1-160-16,2-4-363 0,-1 0-749 0</inkml:trace>
  <inkml:trace contextRef="#ctx0" brushRef="#br0" timeOffset="83501.7833">13987 4140 1369 0,'-12'-12'847'16,"1"1"-60"-16,2 3-74 0,3-3-45 0,-1 4-75 15,0 1-114-15,7 6-74 0,-13-12-69 0,13 12-72 16,-7-10-62-16,7 10-66 0,-5-6-72 0,5 6-30 16,0 0-81-16,0 0-31 0,0 0-127 0,12 3-61 15,-4 3-97-15,4-1-73 0,-1 4-26 0,5 0-32 16,1 0 1-16,0 2-62 0,2-3-84 0,0-1-259 15,1 0-462-15</inkml:trace>
  <inkml:trace contextRef="#ctx0" brushRef="#br0" timeOffset="83731.4754">14390 4034 20 0,'3'-20'698'0,"1"4"-55"0,-4-1 17 16,3 0-8-16,-3 2-46 0,0 1 3 15,-3 0-17-15,3 2-50 0,0 12-34 0,-2-21-109 16,2 21-17-16,-2-17-132 0,2 17-7 0,-2-11-93 0,2 11 21 15,0 0 33-15,0 0 14 0,-3 11-67 16,3 2 82-16,1 4-83 0,1 5-40 0,2 4-110 0,2 5 0 16,0 2 0-16,3 5 0 0,2 0 0 0,1 2 0 15,-2-2 0-15,6 2 0 0,-1-3 0 0,2 1 0 16,-2-3 0-16,1-1 0 0,-1-3 0 0,0-4 0 16,-2-4 0-16,0 0 0 0,-4-5-175 0,0 0-319 15,1-2-97-15,-4-3-129 0,1-2-104 0,-3-3-879 16,-4-8-1380-16</inkml:trace>
  <inkml:trace contextRef="#ctx0" brushRef="#br0" timeOffset="85950.8655">15443 4430 41 0,'0'0'574'0,"-2"-9"-81"0,2 9-126 16,0 0 47-16,-10-10-21 0,10 10-21 0,-4-6-20 15,4 6-3-15,-5-9 4 0,5 9-54 0,-2-11-53 0,2 11-42 16,-2-14-5-16,2 14-34 0,2-16-19 0,-2 16-15 15,3-19-9-15,1 9 4 0,-1-1 1 16,3-1-11-16,1 1-17 0,1-1 25 0,-1 0-35 0,2 3-1 16,2-4-50-16,-2 5 26 0,2-1-44 0,1 1 28 15,1 3-52-15,0 0 41 0,3 4-49 0,-1 0 46 16,4 3-45-16,2 4 38 0,-2 3-37 0,4 0 2 16,1 4 0-16,-2 3 4 0,-3 2 5 0,0-1 1 15,-3 2 12-15,-3-1-13 0,-3 0-26 0,-3 1 36 16,-1-1-31-16,-4 0 36 0,-3-1-29 0,-5-1 37 15,-2 3-8-15,-4-1-2 0,-5-3-1 0,-2 2-4 16,-6-1 2-16,-3-3-2 0,-3-2-2 0,0-2 1 16,-3-2-35-16,2-2 44 0,3-4-36 0,0-1 37 15,2-3-28-15,2-1 40 0,3-3-32 0,2-3 31 16,3-1-38-16,4-3 27 0,1-1-14 0,4-5-14 0,7 1-34 16,2-6-24-16,8-6-39 0,6-5-19 15,6-3 11-15,8-7-23 0,5-1 5 0,2-1 6 16,5-2 25-16,3 1 5 0,-1 1 23 0,1-2 12 0,0 0 16 15,-3 2 11-15,-2-1 4 0,-3 2 33 16,-4-1 39-16,-6 2 50 0,-5 4 3 0,-3 2 16 0,-3 0 1 16,-3 0 59-16,-4 3-10 0,-3 5 14 15,-1 5 11-15,-3 1-9 0,0 2 6 0,-1 7-56 0,-1-2 27 16,0 1-48-16,0 5 0 0,0 0-54 0,1 13 6 16,-2-16-39-16,2 16 24 0,0 0-30 0,0 0 31 15,-1 20-39-15,4 3 33 0,2 9-36 0,5 10 30 16,2 5-36-16,5 15-24 0,5 5 50 0,1 6-8 15,1 3 2-15,3 0-2 0,4 18-2 0,0 2-3 16,-1-3-34-16,-2 3 48 0,-6-14-41 0,0 1 36 16,-2 1-13-16,-4-1 0 0,0-4-20 0,-4 1-56 15,-2-5 41-15,-2-5-27 0,-2-1 12 0,-3-11 11 16,-1-4 9-16,-2 0 38 0,-2-6-40 0,0-1 45 16,-3-6-39-16,1-7 43 0,-3-4-31 0,0-3 46 15,-1-4-15-15,0-4 60 0,-4-4-54 0,1-3 47 16,-2-1-50-16,0-7 3 0,-4-1-1 0,2-4-13 15,-3-3 10-15,-1-4-6 0,0-6-5 0,0-3 0 0,2-5-5 16,1-5-24-16,7-3-15 0,2-3-80 0,7-4 1 16,5-5-42-16,6-3-44 0,10-5-46 15,8 3-20-15,5 2-50 0,4 4-41 0,5 4-69 16,0 5-69-16,-6 5-163 0,1 4-645 0,-1 2-902 0</inkml:trace>
  <inkml:trace contextRef="#ctx0" brushRef="#br0" timeOffset="87142.4281">4612 6249 41 0,'0'0'562'0,"0"0"-66"0,0 0-118 16,0 0 27-16,0 0-2 0,0 0 5 0,0 0-33 16,0 0-17-16,-7-7 17 0,7 7-22 0,0 0-18 15,-10-7-21-15,10 7-23 0,0 0-40 0,0 0-39 16,-9-5-34-16,9 5-38 0,0 0-31 0,0 0-29 15,0 0-17-15,0 0-18 0,-7 6 0 0,7-6-12 16,0 18-4-16,1-3-4 0,1 2-5 0,-1 7 0 16,2 2-2-16,-1 1-4 0,0 5-2 0,1 1-2 0,0-1 2 15,0 1-5-15,1 0-32 0,2 0 35 0,-1-1-25 16,2 0 31-16,-1-1-31 0,1 0 33 0,2-1-38 16,-1-3 36-16,0 0-5 0,0-5-6 15,-2 0-3-15,1-4-11 0,-2-2-13 0,-1-2-7 0,1-2-1 16,-1 0 5-16,-1-3 10 0,-3-9 8 0,5 16 13 15,-5-16-26-15,0 0 27 0,4 8-6 0,-4-8-27 16,0 0 33-16,-3-12-32 0,3 12 39 0,-6-20-33 16,1 5 28-16,-1-4-30 0,-1-3 35 0,0-4-4 15,-2-2-6-15,0-2 2 0,1-2 0 0,-2-4-8 16,0-3-2-16,1 2 0 0,2-2 2 0,2 4-6 16,-1-1 3-16,3 3 2 0,1 2-10 0,2 1-3 15,1 4-4-15,3-1 3 0,2 3-13 0,0 1 7 16,1 4 10-16,3 1-13 0,2 3-2 0,-1 4-13 15,2 2 2-15,0 3-13 0,2 2-4 0,-1 3 2 16,1 2 7-16,2 4-4 0,1 0 0 0,0 3-2 16,1 3 7-16,-2 0 3 0,0 1-3 0,-3 2 9 15,1 1 4-15,-3-1 1 0,-1 2 0 0,-2-2 7 0,-3 0-3 16,-1 3 13-16,-3-5 1 0,-2 2 2 16,-3-1 6-16,-2 1-1 0,-4-1 2 0,-4 2-3 15,-2-1 6-15,-3-1 4 0,-3 1-6 0,0-4-9 0,0 0-33 16,-1-1-57-16,2-1-18 0,0-1-75 0,3-3-45 15,1-1-89-15,3-1 5 0,1-1-116 0,12-1-128 16,-16-4-318-16,16 4-445 0</inkml:trace>
  <inkml:trace contextRef="#ctx0" brushRef="#br0" timeOffset="87538.8673">5079 6516 218 0,'0'0'622'0,"10"10"-205"15,-10-10-28-15,5 8-55 0,-5-8 46 0,0 0-34 16,8 8 7-16,-8-8-29 0,0 0-39 0,0 0-41 16,8 8-43-16,-8-8-35 0,0 0-36 0,0 0-26 15,9 3-23-15,-9-3-16 0,0 0-9 0,17 0-21 16,-17 0-19-16,20-2-18 0,-6-1-23 0,0-1-20 16,3 0-30-16,-1 0-5 0,1-2-25 0,-2 1 12 15,1-1-4-15,-3-2 27 0,1 3-10 0,-1-2 21 16,-1 0-7-16,-2-1 28 0,-3-1-10 0,0 1 33 15,-1 0-15-15,-6 8 36 0,7-14-14 0,-7 14 24 0,0-13-8 16,0 13 19-16,-5-12-7 0,5 12 23 16,-13-9-8-16,13 9 18 0,-18-4-2 0,18 4 11 15,-22 2-2-15,9-1 8 0,-1 3-7 0,0 2 2 0,-2 2-3 16,1 2-3-16,-1 0 0 0,2 3-3 0,0 0-4 16,2 2-5-16,0-1-7 0,4-1-4 0,1 1-4 15,1 0-13-15,2 1 6 0,2-3-4 16,0 1-3-16,4 0 2 0,2-1 1 0,3 1-2 0,4-1-6 15,4-2-27-15,4 0-42 0,3-3-71 0,8 5-72 16,-5-6-85-16,3-1-61 0,-1-1-115 0,2 0-125 16,-3-3-318-16,2 0-471 0</inkml:trace>
  <inkml:trace contextRef="#ctx0" brushRef="#br0" timeOffset="87883.8351">5683 6538 444 0,'-3'-10'758'0,"1"-1"-164"0,-2 1-4 0,1-2 3 15,-2 2-65-15,1-1-16 0,0 2-27 0,0-1-35 16,-1 2-41-16,5 8-59 0,-6-15-69 0,6 15-59 16,-5-12-57-16,5 12-34 0,0 0-24 0,1-11-28 15,-1 11-15-15,0 0-12 0,19 2-7 0,-9 2-13 16,5 1-6-16,-1 3-1 0,4 2-19 0,1 2-30 16,3 3-33-16,1 0-22 0,-2 2-30 0,1 0-19 0,0 1-27 15,-2 0 1-15,0-1 0 0,-4 0-3 16,-2-3 19-16,-1 1 20 0,-1-1 37 0,-3-3 1 0,-2-1 27 15,0 1 3-15,-7-11 17 0,6 14 0 0,-6-14 19 16,0 0 0-16,-4 13 17 0,4-13-5 0,-12 4 31 16,12-4-9-16,-19-4 8 0,5-1-4 15,0-1-4-15,-3-3-2 0,0-2-3 0,0-2 6 0,2 0-1 16,-1 0 6-16,4-1-1 0,1 0 0 0,4-1-19 16,2 2-21-16,3 1-27 0,3 0-35 0,3-1-36 15,4-1-44-15,5-1-50 0,4 1-66 0,2 2-39 16,7 0-80-16,3 2-43 0,0 0-106 0,0 2-408 15,1 0-532-15</inkml:trace>
  <inkml:trace contextRef="#ctx0" brushRef="#br0" timeOffset="88233.947">6383 6336 752 0,'5'-8'687'0,"-5"8"-89"16,8-15-33-16,-8 15-51 0,2-16-69 0,-2 16-62 15,0-15-40-15,0 15-51 0,-5-16-71 0,5 16-27 0,-9-14-53 16,9 14-17-16,-12-11-37 0,12 11-10 15,-18-6-16-15,18 6-15 0,-20 0-6 0,9 3-8 16,-1 1-10-16,1 1-7 0,-2 1-5 0,2 1-5 0,1 0 0 16,1 3-10-16,3-2 5 0,1 3-19 15,1-2-1-15,4-9-7 0,0 21-5 0,4-9 2 0,3-1-2 16,2 1-10-16,7 2-3 0,-1 0-4 0,4-1-12 16,3 2-6-16,0-1-5 0,1 0 4 0,0 0 5 15,-1 1 16-15,-5-3 5 0,2 0 5 0,-3 0 7 16,0 0 1-16,-4-3 5 0,0 1 3 0,-2-1 8 15,-2 1 6-15,-2-3 14 0,1 3 16 0,-7-10 11 16,4 14 17-16,-4-14 9 0,-2 15 4 0,2-15 1 16,-11 15-12-16,4-8-4 0,-4 1-14 0,-3-2-3 15,-2 2-8-15,-5-1-4 0,-2-1-7 0,-6 2-3 16,-2-1-2-16,-2 0-56 0,0-1-38 0,0 0-54 16,1-1-77-16,4-2-72 0,3 1-42 0,5-2-77 15,5-2-150-15,15 0-456 0,-21-1-619 0</inkml:trace>
  <inkml:trace contextRef="#ctx0" brushRef="#br0" timeOffset="88600.6437">6808 6519 371 0,'0'0'706'15,"0"-17"-129"-15,0 17-10 0,-1-17-23 0,1 17-14 0,-2-19-36 16,2 19 3-16,0-18-78 0,0 18-84 0,2-16-67 15,-2 16-54-15,6-16-47 0,-6 16-31 16,14-12-17-16,-5 8-40 0,2 2-14 0,3 2-15 0,1 2-9 16,3 1-6-16,-2 1-13 0,5 3-4 0,-1 1-4 15,-2 1-7-15,0 2 0 0,-2 1-4 0,-1 1 2 16,-2 1-5-16,-2 0-2 0,-3 0 1 0,-2 0 0 16,-3-1-1-16,-1 1-30 0,-4-3 38 0,0 4-34 15,-3-2 37-15,-3 0-29 0,-2-2 34 0,-2 0-35 16,-3 0 37-16,-2-3-33 0,0 0 35 0,-2-2-34 15,-4-2 36-15,1-2-31 0,1-1 35 0,-2-2-38 16,-3-1 35-16,1-2-32 0,0-2 38 0,3-2 5 16,0 0 8-16,3-2-5 0,3 1-1 0,0-3-10 15,4-1-9-15,4 1-13 0,1-2-36 0,5 2-49 0,3-2-77 16,6-1-73-16,2 0-81 0,5-2-60 16,5 0-70-16,5 3-83 0,2 1-163 0,-1 1-435 15,3 2-741-15</inkml:trace>
  <inkml:trace contextRef="#ctx0" brushRef="#br0" timeOffset="89050.1676">7281 6410 1113 0,'0'0'769'0,"8"-9"-57"0,-8 9-46 16,4-10-2-16,-4 10-33 0,3-13-56 0,-3 13-22 16,1-12-101-16,-1 12 18 0,2-10-170 0,-2 10 18 15,0 0-149-15,2-12 33 0,-2 12-119 0,0 0 61 16,0 0-107-16,0 0 76 0,14 7-100 0,-9 1 75 15,1 0-92-15,2 3 85 0,2 3-103 0,0 3 86 16,0-2-81-16,0 3 34 0,0 0-17 0,1 1 0 16,-2 0 0-16,1 0 0 0,0 0 0 0,-2 0-9 15,2-2-31-15,-2 0-8 0,-1-2-8 0,0-2 0 16,0-1-16-16,-2 1-6 0,0-2 6 0,-1-4 10 0,-4-7 14 16,8 15 16-16,-8-15 12 0,8 9 6 15,-8-9-4-15,0 0 41 0,0 0-47 0,16-2 41 16,-16 2-59-16,10-14 29 0,-4 5-61 0,0-4 37 0,0-1-9 15,0-1 8-15,-1-2 7 0,1 2 6 0,-1-1 3 16,-1 0 3-16,1 2 8 0,-2-1 3 16,1 2 0-16,0 1 4 0,-1 2 4 0,2 0-6 15,-5 10-1-15,5-15-5 0,-5 15-3 0,4-11 10 0,-4 11-9 16,7-6 8-16,-7 6-5 0,0 0 6 0,18 1-2 16,-18-1 8-16,17 8-3 0,-6-3-2 15,0 1 2-15,0 2 0 0,2-1 1 0,0 1-1 0,1 0 2 16,-2 1 0-16,1-2 3 0,2 2-6 0,-2-2-29 15,0-1-41-15,0 1-49 0,0 0-48 0,0-2-32 16,-1 0-49-16,2 0-37 0,-3-3-53 0,2 0-73 16,0 0-61-16,-13-2-129 0,23 1-706 0,-23-1-911 15</inkml:trace>
  <inkml:trace contextRef="#ctx0" brushRef="#br0" timeOffset="89467.6411">8326 6209 312 0,'2'-12'884'0,"0"3"-216"16,-2 9-70-16,3-16-35 0,-3 16-77 0,1-15-72 0,-1 15-68 16,-2-16-39-16,2 16-22 0,-5-15-72 0,5 15-26 15,-10-13-58-15,3 7-3 0,-4 2-42 16,1 2-12-16,-2 1 11 0,-2 1-40 0,1 2 14 0,0 0-42 15,-1 3 32-15,0 0-37 0,0 3 24 0,1 1-31 16,2 0 27-16,1 2-3 0,1-1-1 0,2 4-1 16,2 0-5-16,3-1 4 0,3 1 3 0,2 1-3 15,4 2 0-15,2 2 5 0,3-2-8 0,5 3-6 16,1-1 2-16,2 0-8 0,2 0-2 0,-1 1 1 16,3-3-33-16,-1 1 40 0,-1 0-8 0,-1-2-34 15,0 1 46-15,0-2-39 0,-4-1 35 0,1 0-33 16,-3-1 33-16,1-1-36 0,-3 0 40 0,-1 0-24 15,-2-4 41-15,-1 3-40 0,1-3 43 0,-3 1-36 16,-1-1 41-16,-2-1-32 0,-4-7 42 0,4 15-35 0,-4-15 32 16,-6 14-40-16,-1-7 33 0,-4 0-39 15,-6 1 29-15,-5-2-38 0,-5 0 30 0,-6 1-47 16,-3-1-17-16,-8 0-124 0,-3-1-118 0,7-3-148 0,0 1-119 16,0-2-176-16,7-2-690 0,4-2-1017 0</inkml:trace>
  <inkml:trace contextRef="#ctx0" brushRef="#br0" timeOffset="91734.8625">9836 6354 594 0,'-7'-14'548'0,"0"1"-75"16,1 0 1-16,-2 1-31 0,2-1-92 0,-1 1-7 15,0-1 2-15,0 1 2 0,-2-1-23 0,2 2-57 16,0 0-18-16,1 3-12 0,0 1-57 0,1-1-18 16,5 8-52-16,-8-12-10 0,8 12-40 0,-7-9 3 15,7 9-40-15,0 0 18 0,0 0-27 0,-15 5 18 16,15-5-27-16,-9 16 20 0,5-3-4 0,0 2 13 16,2-1-24-16,0 4-2 0,1 0-4 0,3 0-6 15,-1 1 8-15,5 1 2 0,-1 1-4 0,4 1-20 16,1-2 27-16,4 1-21 0,2 0 5 0,1-2-31 15,2 0 12-15,0-5-26 0,3 1-19 0,-2-5-12 0,0 1-23 16,2-2-2-16,1-2-2 0,-1-2-9 16,-3-1-4-16,1-3 14 0,0-1 12 0,-2-1 19 0,-1-1 18 15,-2-2 14-15,0-1 6 0,-2-3 6 0,-1-1 10 16,-1-1 5-16,-2-2 3 0,-2 0 4 0,2 0 7 16,-4 0 33-16,0 4 46 0,-1-3 19 15,0 3 1-15,-4 8-12 0,7-16-19 0,-7 16-19 0,6-11-18 16,-6 11-7-16,4-9-10 0,-4 9-9 0,0 0 0 15,8-9-2-15,-8 9 3 0,0 0-2 0,12 2 2 16,-12-2-2-16,14 5 2 0,-5-2 0 0,3 1 1 16,1 0-6-16,2 0 0 0,4 0-8 0,1-1-15 15,5 1-8-15,1-3-6 0,3 2-11 0,1-1-9 16,1-2-5-16,0 0-2 0,0-2 14 0,0-1 8 16,-2 0 8-16,-1 0 9 0,-2-3 9 0,-1 1 10 15,-4-4 9-15,-3 0 17 0,-1-1 17 0,-4-4 22 0,-3-2 21 16,-2 2-8-16,-5-3-15 0,-1-1-2 15,-4 0 6-15,-2-4-20 0,-4 1 5 0,0 0-14 0,-2 1 4 16,-2 1-8-16,0 1 3 0,0 3-18 0,-3 0 2 16,2 2-10-16,1 2 6 0,2 2-13 15,-1 1 0-15,1 1-10 0,0 3-21 0,10 4-53 0,-14-4-43 16,14 4-65-16,-12 4-45 0,12-4-49 0,0 0-18 16,-4 10-16-16,4-10-40 0,9 10-66 15,0-4-83-15,1 0-260 0,3-2-290 0</inkml:trace>
  <inkml:trace contextRef="#ctx0" brushRef="#br0" timeOffset="92467.9108">10827 6022 498 0,'-5'-19'638'16,"0"-2"-67"-16,-1-1-6 0,1-2-80 0,-2 1-11 16,0 0-48-16,0 0 71 0,2 2 3 0,-1 0-45 15,1 5-64-15,1-1-53 0,-1 4-47 0,2 1-59 16,0 2-50-16,3 10-51 0,-5-17-36 0,5 17-26 15,0 0-16-15,-5-9-9 0,5 9-7 0,0 0-3 16,2 21-7-16,0-7-6 0,1 5-6 0,1 5-32 0,0 1 35 16,3 7-30-16,0 0 39 0,1 6-42 15,1 1 36-15,1 0-36 0,1 1 38 0,0 0-11 16,1-2-16-16,1 0-25 0,0-2-36 0,0-2-6 0,-2-7-44 16,1-2 37-16,-1 0-45 0,1-6 27 0,-3-1-15 15,2-3 11-15,-3 0-15 0,1-5 14 16,-3-1 13-16,1-1 18 0,0-2 0 0,-7-6 6 15,17 5-3-15,-17-5-2 0,18-5 17 0,-9 1-10 0,2-5-13 16,-2-1-8-16,3-2 1 0,-1-3 17 0,2 1 13 16,-4-1 10-16,-1 2 9 0,2-1 6 15,-2 3 4-15,-2 0 6 0,1 3 2 0,-2-1-2 0,1 1 0 16,-6 8-4-16,9-11 0 0,-9 11 2 0,8-8 6 16,-8 8 0-16,0 0 4 0,17 0 4 0,-17 0 0 15,14 8 0-15,-5-2 1 0,2 0 5 0,0 2-5 16,3 1 5-16,2 1 1 0,-1 1-5 0,3 1 7 15,1-2-1-15,4 0 2 0,1 2-2 0,3-3 0 16,0 0 2-16,-2-1-6 0,1-2 5 0,-1 0-10 16,-1 0-4-16,0-3-2 0,-2 1 3 0,-4-2 5 15,2-1-2-15,-4-2 6 0,0-1 5 0,0-1 1 16,-1-1 1-16,-4-3-1 0,2-4-1 0,-2 1-3 16,-1-3 0-16,1-2 0 0,-4-2 3 0,2 1 2 0,-2 0 20 15,-1-1-5-15,1 2 12 0,-2 2-19 16,1-1 26-16,-1 1-22 0,1 2 6 0,-1 1-18 15,1 1 12-15,1 1-21 0,1 1 7 0,0 3-10 16,1-1 17-16,-9 5-18 0,22-3 12 0,-22 3-13 0,23 2 22 16,-10 0-26-16,1 4 4 0,0-1 2 0,-1 2 16 15,1 2-20-15,-1 0 0 0,-1 0 1 0,0 1-4 16,-2 2 1-16,1-2 2 0,-2 0-11 0,-1 2-9 16,0 0 3-16,-3 0 5 0,-1-4 5 0,-2 3 5 15,-2-11 1-15,2 19 3 0,-2-19 1 0,-7 18-1 16,1-11 4-16,-2 2 2 0,0-2-3 0,-3-1 4 15,1-1 1-15,-5-1 0 0,-1-1-5 0,3 0 2 16,-5-3-6-16,0-3-5 0,-1 0-5 0,-3-3-4 16,1-1-21-16,-2-1-4 0,2-2-7 0,1-1 2 15,2 1 4-15,1 0-13 0,3 0-19 0,3 0-19 16,1-1-26-16,3 0-36 0,3 3-26 0,4 8-30 16,0-19-33-16,3 11-77 0,5 0-75 0,4-1-449 15,1 0-396-15</inkml:trace>
  <inkml:trace contextRef="#ctx0" brushRef="#br0" timeOffset="93451.6317">13090 5976 424 0,'0'-12'660'0,"0"12"-190"0,-4-19-79 16,4 19-92-16,-8-17-43 0,2 10-71 0,-1-1-1 15,-1 1-42-15,-1 2-1 0,-1 1-40 0,-2 0-2 16,0 3-14-16,-2 1-13 0,-3 4-11 0,1 2-13 16,1 1-2-16,-4 1-8 0,1 3-9 0,1 1 7 15,2 1-11-15,0 1 5 0,-1 1-18 0,5 1 1 16,0 0 1-16,2-2-8 0,0-1 5 0,3 2 1 15,1-1 7-15,3 0 3 0,0-1 22 0,2-1-8 16,4-1-6-16,1 1 1 0,3-2-5 0,3-1-5 16,1-1-8-16,3-2-2 0,3-2-5 0,0 0-33 15,2-1-9-15,1-1-15 0,-2-2-3 0,2-1 2 0,0-2 10 16,-2 1 4-16,-1-3 6 0,1-2 5 16,-2-1 5-16,-2 0 4 0,0-2-1 0,1-2 13 15,-5 1-6-15,-1 0 9 0,0 0 19 0,-1 0 13 0,0 0 12 16,-5 3 13-16,3-2 27 0,-2 3 4 0,-5 7 6 15,9-13-10-15,-9 13-16 0,8-10-14 0,-8 10-13 16,8-9-12-16,-8 9-9 0,0 0 0 16,9-7-1-16,-9 7-2 0,0 0-2 0,15 0 1 0,-15 0-4 15,12 4-5-15,-12-4 22 0,17 7-19 0,-5-3 15 16,-4 1-21-16,5 1 19 0,1 0-26 0,-1 0 4 16,0-1 17-16,2 1-20 0,-1-2 16 0,1 0-21 15,-1 0 18-15,-1-2-20 0,0-1 19 0,1 2-14 16,-3-1 21-16,-11-2-20 0,20-1 21 0,-20 1-19 15,16-4 19-15,-16 4-25 0,16-6 30 0,-16 6-27 16,11-8 25-16,-11 8-25 0,9-13 21 0,-9 13-23 16,5-15 0-16,-5 15 2 0,2-19-1 0,0 9-3 15,0-1-8-15,0-1 0 0,1 0-10 0,-1 2 0 16,4-2-4-16,0-1-6 0,2 1-3 0,-1 1-3 0,2 0 8 16,3 1-8-16,-2 0 10 0,1 2-11 15,1-1 21-15,1 2-12 0,1 0 20 0,-1 2-11 16,-2 0 11-16,3 2-10 0,-3 0 21 0,-11 3-13 0,21-2 19 15,-21 2-14-15,20 5 20 0,-11-2-1 0,1 1 22 16,-3 2 10-16,1 1-3 0,0 2 8 0,-3 1 14 16,1 1 1-16,-2 0-8 0,0 1 8 15,-2 0 20-15,0 1-25 0,0 0 7 0,-2 1-24 0,2 0 31 16,0 1-27-16,-1 0 0 0,-1-2-1 0,4 2-1 16,-2 0 5-16,2-1-7 0,-1-1-6 0,4-1-1 15,0 1-4-15,1-2-2 0,1 0-5 0,5-3-1 16,-1 1-4-16,5-2 2 0,-2-3-10 0,4 2 0 15,1-3 0-15,-1-1-7 0,0-2-1 0,2 0-3 16,-2-3 3-16,-1 1 11 0,4-4-10 0,-4 0 17 16,2-2-17-16,-3-2 17 0,-1-1-21 0,1-2 23 15,-4 0-19-15,0-3 14 0,-3-1-18 0,-1 0 1 16,0-1 9-16,-3 1 6 0,-3 0 2 0,0 2 9 16,-2-1-5-16,-2 3-2 0,-1 1-1 0,-2 0-6 15,-3 4-2-15,1-2 2 0,-5 3-4 0,-2 5 4 16,0-1 10-16,-4 2-3 0,-2 3 7 0,3 2-6 15,-1 2 5-15,2 0 11 0,1 3 5 0,0 1 21 0,2 1-3 16,4 0-6-16,0 2 0 0,2 0 12 16,3 0-21-16,2-1-3 0,5 2-8 0,1 1 4 15,6 0-23-15,1-1-51 0,7-1-70 0,3 4-99 16,-1-4-80-16,5 2-78 0,0-2-116 0,0 2-166 0,0-3-449 16,1-2-717-16</inkml:trace>
  <inkml:trace contextRef="#ctx0" brushRef="#br0" timeOffset="94302.7614">15447 5903 381 0,'-14'-15'700'16,"-1"0"-123"-16,-1 1-19 0,3-2-62 0,-2 2-7 15,2 1-49-15,2 1-7 0,1 2-51 0,2 1-49 16,0 2-64-16,0-1-62 0,8 8-47 0,-10-9-31 15,10 9-23-15,0 0-9 0,-9 5-35 0,9-5 32 16,-1 18-38-16,3-4 23 0,3 4-45 0,0 4 30 16,3 5-54-16,4 1 11 0,4 8-5 0,1 0 29 15,0 2-43-15,3-1 33 0,0 1-37 0,1-1 14 16,1 1-65-16,0-2 18 0,-4-2-34 0,3 0 11 16,-1-5-25-16,-5-4 11 0,1-2-2 0,-4-4-15 15,-1-2-4-15,0-2-8 0,-2-1 6 0,-2-2 7 0,1-1 19 16,-3-2 21-16,-1-2 12 0,-4-7 6 15,8 10 8-15,-8-10 3 0,0 0-4 0,0 0 6 16,0 0 4-16,-9-9 1 0,1-1-2 0,-4-5 0 0,-1-2-3 16,-3-5-2-16,-4-6 4 0,-2-2 15 0,2-1-18 15,0-2 20-15,-1-1-16 0,1 0 21 16,1-1-25-16,1 0 16 0,1 0-10 0,3 0 1 16,1 1 1-16,2 5 2 0,2 0 2 0,3 1-2 0,1 3 0 15,1 2-3-15,4 2 7 0,0 1-1 0,4 3 0 16,2 1-2-16,-1 1 2 0,5 2-6 0,1 4 4 15,1 2 2-15,1 1 1 0,3 4 1 0,-1 2 1 16,4 2-1-16,4 4-2 0,1 1 5 0,2 4 0 16,2 2 0-16,-1 1 3 0,1 1-4 0,2 4 0 15,-5-3-2-15,-2 0 22 0,-2 0-20 0,-2-2 17 16,-4-1-22-16,0 1 21 0,-4-3-21 0,0-1 14 16,-4 2-11-16,-2-4 23 0,-1 2-21 0,-4-10 17 15,0 14-18-15,-5-5 18 0,-4-1-23 0,-4-1 22 16,-3-1-22-16,-4 1 21 0,-3 0-24 0,0-2 23 0,-1-2-20 15,-1 1 18-15,4-2-18 0,2 1 16 16,1-2-25-16,4 0-43 0,0-1-94 0,14 0-71 16,-20 0-92-16,20 0-77 0,0 0 1 0,0 0-28 0,0 0-88 15,0 0-270-15,14-9-299 0</inkml:trace>
  <inkml:trace contextRef="#ctx0" brushRef="#br0" timeOffset="94669.2738">16055 5920 715 0,'1'-11'612'0,"-1"11"-75"0,-2-20-15 16,2 20-48-16,-3-21-28 0,1 12-13 0,0-2-26 15,2 11-28-15,-2-17-77 0,2 17-26 0,-2-14-63 16,2 14-43-16,0 0-39 0,2-14-26 16,-2 14-22-16,0 0-40 0,17 0 17 0,-7 3-41 0,3 2 20 15,2 3-31-15,2 2 26 0,1 1-31 0,1 2 24 16,-1 0-38-16,3 3 38 0,-1-1-37 0,-1 2-5 15,1-1 1-15,-4-1-6 0,0-1 7 0,-1-1-17 0,-1 0-3 16,-2-2 3-16,-2-2 10 0,0 0-6 16,-1-1 16-16,-3-2-9 0,1 1 21 0,-7-7-6 15,11 9 20-15,-11-9-12 0,0 0 9 0,6 7 11 0,-6-7 2 16,0 0 8-16,0 0-8 0,-12-10 1 16,5 3-1-16,0-1 36 0,-2-2-41 0,0-1 41 15,-1-2-30-15,2 1 33 0,0-1-46 0,0-1 33 16,2 1-45-16,1-1 21 0,2-1-65 0,3 3 8 0,1 1-36 15,4-3-52-15,2 1-40 0,5 4-44 0,3-2-42 16,4 2-67-16,3 2-67 0,0 2-56 0,3 1-34 16,0 2-80-16,2 1-505 0,-3 1-668 0</inkml:trace>
  <inkml:trace contextRef="#ctx0" brushRef="#br0" timeOffset="95005.8064">16778 5892 249 0,'0'0'722'0,"0"0"-118"0,0 0-34 15,0 0-31-15,0 0-56 0,-3-14-71 0,3 14-60 16,-1-15-58-16,1 15-42 0,1-16-28 0,-1 16-34 16,4-18-39-16,0 9-27 0,2 0-22 0,1 2-25 15,3 0-16-15,-1 2-13 0,2-1-9 0,1 4-10 16,0 0 0-16,-12 2-18 0,27 2 7 0,-13 2-10 0,0 1 3 16,-1 1-4-16,1 4-1 0,-2-2-13 15,1 3 22-15,-1 1-9 0,-3 0-2 0,1 0-3 16,-3-1 0-16,0 0 2 0,-3 0 1 0,0-1-8 15,-1 0 13-15,-3-10-2 0,-1 19 2 0,1-19 0 0,-8 17 0 16,2-9 2-16,-4-1-1 0,0-2 1 0,-2 1-4 16,-3-1 0-16,2-4-16 0,-1 0 17 15,-3-1 3-15,-2 0 7 0,2-2-6 0,-2-2 21 0,3-1-8 16,0 0 28-16,2-1-31 0,1-1 19 0,2-1-52 16,2 0-37-16,2-1-43 0,4-1-54 0,3 10-54 15,4-19-58-15,3 8-53 0,4 1-39 16,3-2-26-16,5 2-62 0,2 0-69 0,4-1-497 0,-2 2-603 15</inkml:trace>
  <inkml:trace contextRef="#ctx0" brushRef="#br0" timeOffset="95269.4247">17207 5751 361 0,'8'-9'706'0,"-8"9"-78"0,5-7 0 0,-5 7-60 16,0 0-29-16,5-10-7 0,-5 10-41 0,0 0-88 15,5-9-77-15,-5 9-70 0,0 0-45 0,0 0-37 16,0 0-4-16,15 1 23 0,-7 4 5 0,3 4-15 15,3 4-24-15,6 4-18 0,0 1-50 0,5 6 54 16,1 1-62-16,0 2-10 0,1 2-6 0,0 1-4 16,-2 3-3-16,-1 1-15 0,-1 1-6 0,0 2 53 15,-4 1-75-15,-1-1 52 0,-4 2-68 0,0-1 58 16,-5-1-71-16,-2-4 68 0,-3-2-76 0,-1-3 57 16,-3-3-62-16,-3 1 66 0,-2-1-69 0,-4 1 4 15,-2-1 7-15,-4-2 12 0,-2-4-16 0,-4 0 1 0,-2-5-20 16,-1-2-36-16,-2-1-21 0,1-5-125 15,-1-2-61-15,-1-3-79 0,-1-4-154 0,1-1-120 0,-2-5-159 16,1-2-698-16,1-3-1119 0</inkml:trace>
  <inkml:trace contextRef="#ctx0" brushRef="#br0" timeOffset="95470.5033">17216 5609 833 0,'-6'-23'717'16,"0"4"-101"-16,-1 0-62 0,1 2-59 0,1 2-59 16,1 2-54-16,0 1-69 0,1 1-67 15,0 2-56-15,3 9-66 0,-5-16-73 0,5 16-61 0,0 0-69 16,8-11-84-16,-8 11-93 0,17 2-84 0,-2 2-135 16,0 2-119-16,4 2-358 0,0 1-535 0</inkml:trace>
  <inkml:trace contextRef="#ctx0" brushRef="#br0" timeOffset="95835.8667">17636 5786 149 0,'0'0'896'15,"4"14"-223"-15,-4-14-103 0,3 11-85 0,-3-11-54 16,0 0-59-16,4 12-55 0,-4-12-59 16,0 0-46-16,7 9-47 0,-7-9-34 0,14 3-29 0,-14-3-18 15,23 3-18-15,-7-2-14 0,2 1-12 0,1-2-18 16,2 1-22-16,0-1-20 0,0 0-17 0,1-1-3 15,-1-2-11-15,-2 1-5 0,0-2 6 0,-2 0 9 16,1-2 7-16,-4-2-4 0,0-2-2 0,-3 1 9 16,-1-2 5-16,-3-1-4 0,-1 0 12 0,-4-1-3 15,-1 2 14-15,-3-2 5 0,-1 1 2 0,-2 1 8 16,-1 0 5-16,-2 2-4 0,0 1 8 0,-1 2-1 16,-2 3 6-16,0 0 13 0,11 3 9 0,-25 1 23 15,11 3 1-15,0 2 9 0,0 2 7 0,0 1 6 16,1 4 9-16,0 0 4 0,1 2-8 0,3 1 26 15,1 0-19-15,1 1 21 0,3 0-49 0,2-1 19 16,3 2-52-16,2 0 6 0,3 0-5 0,4 1-7 16,4 1-9-16,4-1-52 0,4-1-48 0,1-2-70 15,3-1-99-15,2-2-47 0,1-1-72 0,3-3-27 16,0 0-97-16,0-2-22 0,0-2-52 0,-3-3-366 0,-1-2-499 16</inkml:trace>
  <inkml:trace contextRef="#ctx0" brushRef="#br0" timeOffset="96419.4604">18425 5809 303 0,'4'-27'550'0,"-2"2"-119"16,1-3 62-16,-3 2-27 0,0-2-10 16,-3 2-12-16,-1 2 13 0,1 1 3 0,-1 0-55 15,0 3-18-15,0 3-63 0,0 3 12 0,0-1-86 0,2 4-12 16,-3 1-52-16,5 10-43 0,-3-14-32 0,3 14-21 16,0 0-8-16,0 0-6 0,0 0-7 0,-13 6 9 15,11 5 0-15,1 3 9 0,2 2 6 0,0 4-6 16,2 2-10-16,2 3-14 0,1 6-10 0,4-2-49 15,-1 1 43-15,4 4-53 0,2-3 45 0,1 1-46 16,0-7-7-16,-1 0 6 0,2-2-9 0,-1-3-14 16,2 0-3-16,-4-5-7 0,2-1-1 0,-2-3-1 15,0-1 0-15,-1-4 7 0,1-1 9 0,-2-1 0 16,-1-2 6-16,2-4 31 0,-3-1-40 0,2-3 38 16,-2-1-41-16,-1-6 25 0,1-4-31 0,-3-2 40 15,-1-4-7-15,-2-7 0 0,-2-4-3 0,-2-3 0 16,-3-7-3-16,-1-1 5 0,-4-3-34 0,-2 2 43 15,-1-1-31-15,-1 2 45 0,-2 2-40 0,1 3 51 0,-1 3 16 16,3 7 8-16,1 4 21 0,1 6 0 0,1 1-8 16,2 5-24-16,1 1-22 0,0 4-4 15,5 9-2-15,-9-7-3 0,9 7 2 0,0 0-14 16,-9 14 49-16,8-2-33 0,1 6 52 0,1 3-46 0,2 5 49 16,3 7-47-16,1 5 55 0,3 1-57 0,2 3 54 15,1-3-63-15,1 3 55 0,3-3-70 16,-1 1 61-16,1-1-71 0,-1-2 51 0,0-2-75 0,-1 0-24 15,-2-8-14-15,-2 0-8 0,-1-4-20 0,-1-3-6 16,-1-3-10-16,-2-2 4 0,0-1 14 0,-1-2 24 16,0-3 15-16,-1 0 26 0,-4-9 7 0,5 11 7 15,-5-11 5-15,0 0 3 0,0 0 4 0,0 0 32 16,0 0-36-16,0 0 36 0,-4-9-34 0,4 9 34 16,-3-14-36-16,3 14 36 0,-5-15-31 0,5 15 41 15,-1-16-42-15,1 16 38 0,4-17-8 0,0 6-8 16,2 1 3-16,4 0-10 0,5-2-2 0,3 1-8 15,3 2-31-15,5-3-45 0,2 1-67 0,2 3-89 16,2-3-67-16,1 4-61 0,0 0-112 0,0 0-24 16,-1 1-187-16,-5 1-565 0,1 1-862 0</inkml:trace>
  <inkml:trace contextRef="#ctx0" brushRef="#br0" timeOffset="97788.5904">19470 5723 12 0,'-4'-9'794'0,"-1"-4"-182"0,-1 0-46 0,-2-2-1 0,2 1-72 16,-2-3-53-16,0-1-49 0,0 1-7 16,1 2-34-16,0 2 25 0,0 0-31 0,1 1-34 0,0 4-87 15,2-2-8-15,-1 3-44 0,5 7-41 0,-7-13-36 16,7 13-16-16,0 0-15 0,0 0-7 0,-13 2-11 16,13-2-5-16,-5 17-3 0,3-5-6 0,1 1-3 15,0 2-2-15,2 2-2 0,0 2-2 0,1 1-2 16,-1-1 0-16,3 4-6 0,1 0-34 0,-2-2 35 15,1 1-31-15,1 0 33 0,-1-2-34 0,0-2 36 16,0-1-36-16,2-1 5 0,-3-1-67 0,1-2-7 16,-2-1-9-16,2-3 8 0,-4-9 18 0,4 16 25 15,-4-16 8-15,5 12 6 0,-5-12 37 0,0 0-33 16,0 0 28-16,13 1-30 0,-13-1 32 0,7-13-36 16,-4 4 39-16,1-5-35 0,0-1 33 0,0-3-2 15,2-3-1-15,-1-1 2 0,0 0 1 0,1 0-5 0,-1 0 5 16,1 1 36-16,-2 7 18 0,1-2 10 15,-1 2-8-15,-1 3-10 0,-1 2-13 0,-2 9-19 16,4-16-9-16,-4 16-5 0,5-11-5 0,-5 11 3 0,0 0 4 16,11-3-5-16,-11 3 11 0,10 8-10 0,-4-2-2 15,-1 2 0-15,3 0 0 0,0 1 4 0,-1 2 1 16,0 0-3-16,3 1-2 0,-2 0 0 0,-1 0-1 16,3-1 1-16,-2 0 2 0,0 0-9 0,0-1-18 15,0 0-26-15,0 0-36 0,-2-3 37 0,2 1-24 16,-1-3 41-16,-7-5-27 0,14 10 45 0,-14-10-12 15,14 3-27-15,-14-3 23 0,19-1-25 0,-8-5-11 16,2 0-7-16,-2-2-5 0,2-2-11 0,1-2 2 16,0-2 22-16,-1-1-8 0,1 0 14 0,-1 1 14 15,-1 1 8-15,-2 1 6 0,0 1 6 0,-1 2 7 16,-2 0 4-16,1 2 2 0,-3 1-2 0,-5 6 2 16,11-13-2-16,-11 13 3 0,11-5 5 0,-11 5 11 15,0 0 3-15,17 1 0 0,-17-1 4 0,16 6-1 16,-16-6 8-16,18 8 7 0,-6-3-1 0,0 1-2 15,2 0 3-15,3 1 13 0,2 1-24 0,2-1 2 16,2 0-5-16,2 0 2 0,0 0-5 0,0-1-5 16,2-1 7-16,-1 1-4 0,1-3-1 0,-1 0 3 15,-1-1-4-15,-4-1 2 0,-1-1 7 0,2-1-8 16,-4-1 5-16,2-3 0 0,-1-1-1 0,-1-1 1 0,-1-2 7 16,-2-2 13-16,0-1 19 0,-4-1-1 15,-2 0 3-15,0 1-11 0,-4-1-7 0,-1 2-2 0,-1-1-8 16,-3 12-9-16,2-18-1 0,-2 18-9 0,-2-14 2 15,2 14 2-15,-7-12-8 0,7 12-4 0,-12-6 0 16,12 6 1-16,-14 0 1 0,14 0-4 0,-13 5 1 16,13-5 7-16,-16 8-13 0,16-8 4 15,-10 14-4-15,5-5 4 0,5-9-10 0,-7 15-16 0,7-15 1 16,-2 18-4-16,2-18-20 0,3 19-19 0,1-8-1 16,1-2-7-16,1 1-6 0,0-3 7 0,2 2 2 15,0-2 9-15,-1-1 13 0,1 0 11 0,-8-6 9 16,14 9 10-16,-14-9 16 0,13 7 7 0,-13-7 6 15,0 0 10-15,16-1 22 0,-16 1 5 0,10-7 1 16,-10 7 1-16,9-11 0 0,-9 11 8 0,8-14 7 16,-8 14 4-16,8-15 13 0,-8 15-1 0,6-10-19 15,-6 10-12-15,5-11-25 0,-5 11-9 0,0 0 2 16,8-7-9-16,-8 7 8 0,6 6-6 0,0 1-6 16,0 5 3-16,1 3 3 0,0 4 1 0,-1 3 10 15,2 7-27-15,-3 1 16 0,-2 2-7 0,0 2 9 16,-3 4 14-16,-2 5-28 0,-2 2 11 0,-2 2-25 15,-2-1 6-15,1-1-30 0,-3 1-4 0,1-4 15 0,-4 0 0 16,4-4 9-16,2-6 4 0,-3-3 14 0,2-2-5 16,1-5 15-16,-1-2 17 0,-1-1 22 15,2-5 42-15,0 0-3 0,-2-3 57 0,-1-3-17 0,0-3 21 16,-2-1-53-16,-1-4 25 0,-1-3-47 0,-3-3 34 16,-4-3-59-16,0-7 33 0,0 0-47 0,-1-2 32 15,4-1-44-15,1-1 30 0,4-3-55 0,1-2 3 16,4 3-102-16,4-1 3 0,3 0-71 0,3-2-37 15,3 2-39-15,4-4-66 0,5 2-73 0,2 2-57 16,2-1-58-16,8-1-111 0,3 1-502 0,2 1-736 16</inkml:trace>
  <inkml:trace contextRef="#ctx0" brushRef="#br0" timeOffset="98137.7545">20828 5718 583 0,'0'-15'672'0,"0"-2"-123"0,0 4 25 0,0-1-30 15,0-3-42-15,0 3-42 0,1-3-3 0,1 4-36 16,-1 1-20-16,0 0-56 0,2 2-58 0,-3 10-59 16,3-19-41-16,-3 19-43 0,6-13-10 0,-6 13-44 15,11-7-23-15,-11 7-13 0,17 2-11 0,-6 2-3 16,3 3-11-16,1 5-5 0,2 2-4 0,1 6-2 16,1 0-5-16,3 5 0 0,-1 2-2 0,-1 2-1 0,-1 0 0 15,-1-1-39-15,-2-3 34 0,-2 0-38 0,-1-3 37 16,-1-2-36-16,-2-3 3 0,-1-1 3 15,-1-2 6-15,-2-2 12 0,-1-1 7 0,0-1 20 0,1-2 28 16,-6-8 38-16,7 12 16 0,-7-12-11 0,0 0-12 16,0 0 48-16,0 0-63 0,0 0 64 0,-12-11-65 15,8 2 62-15,0-2-60 0,1-3 86 0,1-2-98 16,1-1 74-16,4-1-112 0,2-4 68 0,4-3-134 16,6-3 15-16,6-1-67 0,2 0-36 0,5 2-61 15,2 2-58-15,3 1-73 0,1 4-44 0,0 1-41 16,2 3-77-16,-7 3-46 0,1 5-57 0,-4-2-129 15,-3 3-503-15,-3 2-837 0</inkml:trace>
  <inkml:trace contextRef="#ctx0" brushRef="#br0" timeOffset="101088.0371">6438 7671 65 0,'0'0'393'0,"0"0"-63"16,0 0-60-16,0 0 1 0,0 0-76 0,0 0 16 15,0 0-32-15,0 0-52 0,0 0 8 0,0 0-12 16,0 0-10-16,0 0-9 0,-9-4-19 0,9 4 9 16,0 0-10-16,0 0-9 0,0 0 3 0,0 0-4 15,0 0-6-15,0 0 1 0,0 0 10 0,0 0-3 16,0 0 3-16,-10-4-5 0,10 4-5 0,0 0-8 16,0 0-2-16,0 0-11 0,0 0-6 0,0 0-7 15,0 0-8-15,0 0-3 0,0 0-6 0,0 0-11 16,0 0 1-16,0 0 4 0,0 0-1 0,0 0-4 0,0 0 0 15,0 0-4-15,0 0 2 0,0 0-8 0,0 0 4 16,0 0 1-16,0 0-1 0,0 0 0 16,0 0 0-16,0 0 0 0,0 0-5 0,0 0 6 15,0 0-1-15,0 0 0 0,0 0-5 0,0 0 3 0,0 0 8 16,0 0-9-16,0 0 6 0,0 0 1 16,0 0 0-16,0 0 1 0,0 0 5 0,0 0 6 0,0 0 2 15,0 0 9-15,0 0 2 0,0 0 2 0,0 0 0 16,0 0 3-16,0 0 0 0,0 0-5 0,0 0 7 15,0 0-4-15,0 0-5 0,0 0-2 0,0 0-3 16,0 0-2-16,0 0-12 0,0 0 7 0,0 0 0 16,0 0-3-16,-4-8 7 0,4 8 4 0,0 0 2 15,0 0-3-15,0 0 12 0,0 0-1 0,0 0-2 16,0 0-3-16,0 0 1 0,0 0-2 0,0 0 3 16,0 0 2-16,0 0 0 0,0 0-2 0,-6-8 0 15,6 8-9-15,0 0 3 0,0 0 3 0,0 0-3 16,0 0 1-16,0 0-4 0,0 0 1 0,0 0 8 15,0 0-15-15,0 0 12 0,0 0-13 0,0 0 17 16,0 0-11-16,0 0 14 0,0 0-8 0,0 0 9 16,0 0-2-16,-4-9 4 0,4 9-8 0,0 0 2 0,0 0-8 15,0 0-9-15,0 0 9 0,0 0-2 16,0 0-5-16,0 0-2 0,0 0-6 0,0 0 4 0,0 0-8 16,0 0-4-16,0 0 3 0,0 0 8 0,0 0-11 15,0 0-3-15,0 0 1 0,0 0 5 0,0 0 6 16,0 0-5-16,0 0-8 0,0 0 3 0,0 0-1 15,0 0-16-15,0 0 16 0,0 0 5 0,0 0-6 16,0 0 4-16,0 0-2 0,0 0 2 0,0 0-7 16,0 0 5-16,0 0-1 0,0 0 5 0,0 0-4 15,0 0 0-15,0 0-2 0,-9-3 1 0,9 3 3 16,0 0-1-16,0 0-4 0,0 0 2 0,0 0 1 16,0 0 0-16,0 0-2 0,0 0 1 0,0 0-1 15,0 0 7-15,0 0-5 0,0 0 4 0,0 0-7 16,0 0 7-16,0 0-2 0,0 0 3 0,0 0-13 15,0 0 11-15,0 0-3 0,0 0 0 0,0 0-1 16,0 0-1-16,0 0 6 0,0 0-1 0,0 0-7 16,0 0 7-16,0 0-6 0,0 0 3 0,0 0-2 15,0 0 5-15,0 0-5 0,0 0 2 0,0 0-6 16,0 0 6-16,0 0-3 0,0 0 5 0,0 0-5 16,0 0 5-16,0 0-4 0,0 0 4 0,0 0-9 0,0 0 5 15,0 0-1-15,0 0 6 0,0 0-6 0,0 0 6 16,0 0-9-16,0 0 3 0,0 0 4 15,0 0-1-15,0 0-3 0,0 0 4 0,0 0-5 0,0 0 3 16,0 0-1-16,0 0-2 0,0 0 1 0,0 0 4 16,0 0-1-16,0 0 4 0,0 0-5 0,0 0 7 15,0 0-5-15,0 0 4 0,0 0-9 0,0 0 7 16,0 0-5-16,0 0-4 0,0 0 6 0,0 0-8 16,0 0 15-16,0 0-5 0,0 0 0 0,0 0 5 15,0 0-6-15,0 0 2 0,0 0-1 0,0 0 1 16,0 0-5-16,0 0 6 0,0 0-4 0,0 0-4 15,0 0 4-15,0 0 3 0,0 0-3 0,0 0 4 16,0 0-7-16,0 0 8 0,0 0-10 0,0 0 1 16,0 0 4-16,0 0 4 0,0 0-8 0,0 0 7 15,0 0-6-15,0 0 0 0,0 0 9 0,0 0-5 16,0 0-3-16,0 0 6 0,0 0-4 0,0 0 0 16,0 0-2-16,0 0-2 0,0 0 4 0,0 0 3 15,0 0-4-15,0 0 5 0,0 0-9 0,0 0 8 16,0 0-1-16,0 0 2 0,0 0 5 0,0 0-12 0,0 0 2 15,0 0-3-15,0 0 2 0,0 0 5 16,0 0-4-16,0 0 1 0,0 0-1 0,0 0 2 0,0 0-6 16,0 0 10-16,0 0-8 0,0 0-5 0,0 0 10 15,0 0 3-15,0 0-4 0,0 0-1 16,0 0 3-16,0 0 1 0,0 0-9 0,0 0 6 0,0 0-1 16,0 0 6-16,0 0-12 0,0 0 2 0,0 0 5 15,0 0 2-15,0 0-4 0,0 0 5 0,0 0-5 16,0 0 2-16,0 0 3 0,0 0-3 0,0 0-5 15,0 0 3-15,0 0-2 0,0 0 3 0,0 0 0 16,0 0-7-16,0 0 7 0,0 0 7 0,0 0-10 16,0 0 6-16,0 0-9 0,0 0 6 0,0 0 13 15,0 0-17-15,0 0 1 0,0 0 7 0,0 0-5 16,0 0-2-16,0 0 3 0,0 0 2 0,0 0-4 16,0 0 6-16,0 0-7 0,0 0 6 0,0 0-7 15,0 0-3-15,0 0 7 0,0 0 6 0,0 0-8 16,0 0 5-16,0 0-4 0,0 0 0 0,0 0 3 15,0 0 0-15,0 0-5 0,0 0 2 0,0 0-1 16,0 0 4-16,0 0-3 0,0 0-3 0,0 0 1 16,0 0 11-16,0 0-9 0,0 0 3 0,0 0-5 0,0 0 6 15,0 0-2-15,0 0 2 0,0 0-5 16,0 0 4-16,0 0-5 0,0 0-1 0,0 0 4 16,0 0-3-16,0 0-5 0,0 0 8 0,0 0-5 0,0 0 9 15,0 0-13-15,0 0 11 0,0 0-11 0,0 0 6 16,0 0-5-16,0 0 4 0,0 0-5 0,0 0 4 15,0 0 1-15,0 0 4 0,0 0-10 0,0 0 10 16,0 0-8-16,0 0 9 0,0 0-13 0,0 0 14 16,0 0-9-16,0 0 9 0,0 0-2 0,0 0 0 15,0 0-7-15,0 0 9 0,0 0-4 0,0 0 0 16,0 0 0-16,0 0 4 0,0 0-6 0,0 0 6 16,0 0-10-16,0 0 6 0,0 0-5 0,0 0 10 15,0 0-8-15,0 0 10 0,0 0-13 0,0 0 12 16,0 0-7-16,0 0 4 0,0 0-5 0,0 0 10 15,0 0-10-15,0 0 4 0,0 0-2 0,0 0 7 16,0 0-9-16,0 0 7 0,0 0-7 0,0 0 11 16,0 0-11-16,0 0 14 0,0 0-9 0,0 0 4 15,0 0-6-15,0 0 9 0,0 0-11 0,0 0 4 16,0 0 3-16,0 0 3 0,0 0-12 0,1-10 13 16,-1 10-11-16,0 0 8 0,0 0-9 0,0 0 6 15,0 0-1-15,-3-12 17 0,3 12 1 0,0 0 4 0,0 0 0 16,-3-10-19-16,3 10 40 0,0 0-15 0,0 0 18 15,-5-14-18-15,5 14 14 0,0 0-21 0,-3-11 36 16,3 11-20-16,0 0 43 0,-4-14-42 0,4 14 37 16,0 0-34-16,-5-10 47 0,5 10-48 0,0 0 24 15,0 0-48-15,-4-10 24 0,4 10-53 0,0 0 31 16,0 0-33-16,0 0 34 0,0 0-27 0,0 17 36 16,2-4-29-16,0 2 38 0,-1 3-41 0,2 3 34 15,0 1-5-15,0 2-1 0,1 3-2 0,1 3-1 16,0 2-2-16,1-1-1 0,0 0-4 0,0-1-3 15,2-3-2-15,-1 2-1 0,0-4-1 0,0-1-36 16,1-2 45-16,-2-1-40 0,0-2 39 0,-1-3-35 16,0-3 39-16,-1 1-43 0,-1-3 44 0,2-1-30 15,-2-1 35-15,-3-9-39 0,5 15 42 0,-5-15-33 0,4 12 43 16,-4-12-36-16,0 0 29 0,4 9-42 16,-4-9 36-16,0 0-39 0,0 0 36 0,0-12-3 15,0 12-5-15,-1-18-3 0,0 7-5 0,0-3-3 0,0 1-4 16,1-4-1-16,0 0-3 0,0 1 1 0,1 0 0 15,0-1-7-15,1 2-1 0,-1 2-8 0,3-1-10 16,0 2-2-16,3 0 4 0,0 2-33 0,3 3 48 16,1 1-33-16,1 3 39 0,1 0-36 0,1 3 46 15,3 3-38-15,1 3 43 0,1 2-3 0,0 1-1 16,0 4-3-16,-3-1 4 0,2 3-36 0,-4 0 38 16,0 0-33-16,-2 1 36 0,-1 2-33 0,-4-1 33 15,-2-2-33-15,-3 1 39 0,-1-3-40 0,-3 2 41 16,-2 0-36-16,-2-1 5 0,-4 0 0 0,-1 1 7 15,-3-1 1-15,-4-1-6 0,-2-1 10 0,-2 0 25 16,-5-1-34-16,1-3 29 0,0-1-48 0,-1-1 14 16,1-3-43-16,-1 0 1 0,5-1-48 0,0-4-6 15,0 2-25-15,4-1-49 0,0-3-55 0,3 0-51 16,3-3-61-16,4 3-28 0,8 4-91 0,-3-17-94 0,9 7-500 16,4-3-682-16</inkml:trace>
  <inkml:trace contextRef="#ctx0" brushRef="#br0" timeOffset="101921.4997">7004 7927 568 0,'0'0'689'0,"0"0"-156"0,0 0-92 0,-4-10-93 0,4 10-59 15,0 0-34-15,0 0-20 0,0 0-9 0,0 0-5 16,0 0-19-16,0 0 1 0,0 0-18 0,9 7-15 15,-9-7-7-15,7 15-18 0,-2-5-30 0,-1 1-11 16,0 1-23-16,0 2-9 0,1 0-10 16,-2 2-7-16,1-3-14 0,-1 2-2 0,1 1-5 0,-2-1-8 15,1-2-9-15,1 2 4 0,-1-2 1 0,2-3-10 16,-1 2 3-16,0-3-3 0,1 1-9 0,0-3 9 16,1 3-12-16,2-6-7 0,0 1-8 0,1 0-26 15,1-3-1-15,-10-2-28 0,26-1 6 0,-12 0-6 16,-1-5 5-16,2 0 6 0,-2-2-3 0,-1-1 4 15,0-1 9-15,-1-1 2 0,-1-3 15 0,-1 1 7 0,-1 1 7 16,-2-1 4-16,-1-1 17 0,1 2 15 0,-3 2 10 16,0-1 16-16,-3 11 16 0,5-18 3 15,-5 18-5-15,4-14-16 0,-4 14-6 0,3-10 4 16,-3 10-16-16,0 0 8 0,0 0 12 0,0 0 5 0,0 0-9 16,0 0 2-16,7 8 7 0,-7-8-5 0,7 14 17 15,-3-5-12-15,2-1 28 0,2 3-27 0,2 0 20 16,0 0-37-16,1 0 22 0,2-1-39 0,2 1 28 15,2-1-37-15,0-1 21 0,2 0-42 0,0-2-5 16,-1-1-39-16,2-2-13 0,-1-1-23 0,2-2-28 16,0-1 18-16,-1-1-8 0,1-1 19 0,-1-3 16 15,0-3 11-15,-1-1 18 0,-2 0 10 0,-3-4 11 16,-3-2 16-16,-1-2 13 0,-3-3 10 0,-4-2 13 16,-2-1 3-16,-2-5 6 0,-5-3 13 0,-4-7 1 15,-1 1 8-15,-2-2-6 0,-2 2 14 0,-2-2-1 16,0 4 0-16,1-1 17 0,-3 3-11 0,6 8 56 15,-2 0-38-15,4 4 44 0,0 3-56 0,4 6 21 16,0-2-28-16,0 5-51 0,7 9 28 0,-11-9-37 16,11 9 44-16,0 0-33 0,-7 9 46 0,7-9-23 15,2 27 46-15,1-8-39 0,2 5 39 0,4 7-30 16,1 6 40-16,2 2-42 0,2 0 28 0,0 1-47 0,1 1 29 16,0-2-50-16,1 0 27 0,-1 0-38 0,1-3 44 15,0 0-50-15,0-2 36 0,-1-2-44 0,0-6-6 16,-3-1-21-16,1-3 1 0,-2-2-5 0,-2-5 5 15,0-3 6-15,-3 0 15 0,0 0 12 0,0-4 18 16,-2 0-9-16,-4-8 1 0,8 8-1 0,-8-8 1 16,0 0 5-16,0 0 43 0,7-5-44 0,-7 5 39 15,-1-12-53-15,1 12 40 0,-7-19-47 0,1 10 40 16,1-2-43-16,-1 0 38 0,0-2-44 0,0 2 40 16,-1 0-39-16,2 2 38 0,0-1-41 0,1 1 38 15,1 0-54-15,3 9 11 0,-2-19-52 0,5 10 18 16,4-2-17-16,2 0-19 0,9-3-31 0,6-1-45 15,8-3-42-15,3 2-36 0,3-2-38 0,2 2-31 16,2-1-44-16,-1 4-50 0,2-2-3 0,0 0-62 16,0 0-153-16,0-1-426 0,-2 1-672 0</inkml:trace>
  <inkml:trace contextRef="#ctx0" brushRef="#br0" timeOffset="104039.2393">9257 7703 539 0,'12'-2'702'0,"-12"2"-129"0,0 0-73 0,12-1-45 15,-12 1-52-15,0 0 8 0,0 0-34 0,13-3-8 16,-13 3-34-16,0 0-12 0,0 0-17 0,0 0-22 15,0 0-24-15,0 0-23 0,0 0-27 0,13-1-27 16,-13 1-20-16,0 0-19 0,0 0-17 0,0 0-15 16,0 0-15-16,0 0-16 0,0 0-9 0,0 0-11 15,0 0-5-15,0 0-4 0,0 0 1 0,0 0-6 16,0 0 0-16,0 0 3 0,0 0-3 0,0 0 8 16,0 0-9-16,0 0 6 0,0 0 5 0,6 7 15 15,-6-7 22-15,0 0-37 0,0 0 25 0,0 0-82 16,0 0 0-16,0 0 0 0,0 0 0 0,0 0 0 15,0 0 0-15,0 0 0 0,0 0 0 0,0 0 0 16,0 0 0-16,0 0 0 0,0 0 0 0,0 0 0 16,0 0 0-16,0 0 0 0,0 0 0 0,0 0 0 0,0 0 0 15,0 0 0-15,0 0 0 0,0 0 0 16,0 0 0-16,0 0 0 0,0 0 0 0,7-9 0 16,-7 9 0-16,0 0 0 0,0 0 0 0,0 0 0 0,0 0 0 15,0 0 0-15,0 0 0 0,0 0 0 16,0 0 0-16,0 0 0 0,5-6 0 0,-5 6 0 15,0 0 0-15,0 0 0 0,0 0 0 0,0 0 0 0,0 0 0 16,0 0 0-16,0 0 0 0,0 0 0 0,0-14 0 16,0 14 0-16,0 0 0 0,0 0 0 0,0 0 0 15,-3-8 0-15,3 8 0 0,0 0 0 0,0 0 0 16,0 0 0-16,0 0 0 0,0 0 0 0,0 0 0 16,0 0 0-16,0 0 0 0,-3-10 0 0,3 10 0 15,0 0 0-15,0 0 0 0,0 0 0 0,0 0 0 16,0 0 0-16,0 0 0 0,0 0 0 0,0 0 0 0,0 0 0 15,0 0 0-15,0 0 0 0,0 0 0 16,0 0 0-16,0 0 0 0,0 0 0 0,0 0 0 16,0 0 0-16,0 0 0 0,0 0 0 0,-10-4 0 0,10 4 0 15,0 0 0-15,0 0 0 0,0 0 0 16,0 0 0-16,0 0 0 0,0 0 0 0,0 0 0 16,0 0 0-16,0 0 0 0,0 0 0 0,0 0 0 0,0 0 0 15,0 0 0-15,0 0 0 0,0 0 0 0,0 0 0 16,0 0 0-16,0 0 0 0,0 0 0 0,0 0 0 15,0 0 0-15,0 0 0 0,0 0 0 0,0 0 0 16,0 0 0-16,0 0 0 0,0 0 0 0,0 0 0 16,0 0 0-16,0 0 0 0,0 0 0 0,0 0 0 15,0 0 0-15,0 0 0 0,0 0 0 0,0 0-34 0,0 0-2 16,0 0 0-16,0 0 2 0,0 0 3 16,0 0 7-16,0 0 5 0,0 0 1 0,0 0 2 15,0 0 1-15,0 0 0 0,0 0 9 0,0 0-6 16,0 0-2-16,0 0 5 0,0 0-1 0,0 0 0 0,0 0 2 15,0 0 12-15,0 0-20 0,0 0-3 16,0 0-2-16,0 0 3 0,0 0 1 0,0 0 8 16,0 0-2-16,0 0 3 0,0 0 2 0,0 0 3 0,0 0 0 15,0 0-1-15,0 0 6 0,0 0-5 16,0 0 3-16,0 0-3 0,0 0 5 0,0 0-8 16,0 0 0-16,0 0-4 0,0 0-3 0,0 0-3 0,0 0 3 15,0 0 4-15,0 0 1 0,0 0 7 16,5 15 7-16,-5-15 6 0,7 17 8 0,-2-8-2 0,0 5 3 15,2-2 1-15,0 2 73 0,1 0-87 16,-1 2 83-16,2 1-89 0,1 0 77 0,-2 0-65 0,0-3 46 16,1 1-66-16,0 0 54 0,-3-1-80 0,0-2 88 15,0 1-93-15,-1-4 87 0,2 1-83 0,-7-10-2 16,8 15 84-16,-8-15-83 0,8 12 16 0,-8-12 8 16,5 9 7-16,-5-9 6 0,0 0-10 0,12 4-14 15,-12-4 66-15,9-7-92 0,-3-1 56 0,2-4-84 16,1-1 40-16,1-4-80 0,2-6 24 0,2 0-40 0,-1-2 33 15,2 0-31-15,-1 0 14 0,1 0 14 16,-1 1 14-16,1 2 13 0,-3 6 11 0,0-1 14 16,-1 2 9-16,-3 5 0 0,1-1 6 0,0 3 4 0,-2 0 5 15,1 4 5-15,-8 4 3 0,17-5 5 16,-17 5 0-16,19 2 7 0,-8 1-1 0,1 4 3 0,2 0 2 16,-1 2 35-16,2 2-40 0,2 1 39 15,1 1-38-15,-1-1 37 0,2 2-35 0,3-2 36 0,2 2-34 16,-1-2 37-16,0-1-41 0,-1-3 37 0,2 1-37 15,-1-1 36-15,0-3-37 0,-3 1 33 0,0-2-39 16,-1 0 41-16,-3-1-35 0,1-3 41 0,-2 0-39 16,0 0 36-16,-2-2-36 0,1-1 38 0,-1-2-39 15,0 0 4-15,1-2 38 0,-2-2-42 0,2-3 2 16,-2-1-1-16,-1-2 2 0,2-2 2 0,-1 2-3 16,0-3 2-16,-1 3-4 0,1-1-2 0,2 1-3 15,-2 1 4-15,0 4 0 0,0 1-2 0,0-1 0 16,0 3 2-16,-1 3 1 0,1 0-1 0,-1 2 4 0,-11 2 0 15,23 2 10-15,-13 2 16 0,1 0-4 16,0 3-5-16,-1 1 2 0,-1 2 0 0,-1 1 2 16,-1 0 30-16,-1 2-45 0,-2-1 35 0,1 1-38 15,-3-2 34-15,-1 2-38 0,0-1 37 0,-2-1-37 0,0 0 40 16,-2-1-45-16,-1-1 38 0,-1 0-38 0,-1-2 39 16,-1 0-41-16,-2-2 39 0,0-2-40 15,9-3 42-15,-23 3-47 0,11-6 38 0,-4 0-41 0,1-1 39 16,-1-3-42-16,2-1-1 0,-4-2-8 0,4-2-15 15,-1-1-39-15,4-2-12 0,1-2-17 0,1 2-33 16,4-3-16-16,2 0-3 0,2-1 10 0,3-5-9 16,3 0 8-16,3-3-12 0,1-1 17 0,2-3 13 15,3-2 25-15,0-3 24 0,1 2 9 0,-1-1 21 16,-1 1 15-16,-1 4 16 0,-1 3 38 0,-1 0 42 16,-2 5 40-16,-2 2 20 0,1 1 56 0,-3 3-1 15,2 2 54-15,-3 3-50 0,0-2 23 0,0 5-68 16,-3 8 3-16,5-17-66 0,-5 17 19 0,4-9-46 15,-4 9 41-15,0 0-21 0,0 0 49 0,13 7-33 16,-8 1 64-16,3 4-45 0,2 6 76 0,4 3-65 16,0 3 79-16,5 8-101 0,-1-2 0 0,2 2-6 15,1 2 3-15,-1-1-7 0,0 0-35 0,0 1 18 0,-1 0-19 16,0 1 4-16,-2 0-37 0,1-2 0 0,0 1 0 16,-1 0 0-16,1-2 0 0,-3 0 0 15,0-5 0-15,-4-2 0 0,3 2 0 0,-3-4 0 16,-1-4 0-16,0-1 0 0,-1-2 0 0,-3-2 0 0,1-1 0 15,-2-2-8-15,1-2-30 0,-3 0 10 0,-3-9 7 16,6 13 3-16,-6-13 2 0,0 0 7 16,0 0-4-16,0 0 2 0,0 0 1 0,-10-8 2 0,1-2-1 15,-1 0 1-15,-2-3 9 0,-2-2-5 0,1 1-1 16,-1-1 1-16,2 1 3 0,-1 2 2 0,3 1 6 16,2-1 8-16,0 1-2 0,1-1 18 0,2 3-22 15,5 9 16-15,0-19-24 0,4 9 10 0,7-1-16 16,6-2 13-16,9 1-12 0,10-2 16 0,6 2-18 15,4-1-18-15,4 2-57 0,-1 1-59 0,3-1-51 0,-1 3-80 16,0-1-85-16,-2 0-57 0,-2 2-146 16,-3-2-165-16,-4 0-964 0,-7 2-1363 0</inkml:trace>
  <inkml:trace contextRef="#ctx0" brushRef="#br0" timeOffset="105723.632">12479 7601 71 0,'0'0'828'0,"-9"6"-219"16,9-6-135-16,0 0-77 0,-10 4-60 15,10-4-3-15,0 0-30 0,-12 4 14 0,12-4-49 0,0 0-12 16,0 0-46-16,-9 3-61 0,9-3-19 0,0 0-29 16,0 0-1-16,-8 7-34 0,8-7 0 0,0 0-27 15,0 0 5-15,1 13-16 0,-1-13 10 0,5 9-18 16,-5-9 13-16,11 7-14 0,-11-7 6 0,14 6-16 15,-14-6 3-15,20 6-7 0,-6-6 4 0,-1 0-26 16,3-2-1-16,1-1-37 0,-1-1 12 0,2 0-26 16,0-2 29-16,-2-3-14 0,4-1 17 0,-4-3-23 15,-3 1 33-15,0-3-17 0,-1-1 25 0,-3-2-18 16,-1-1 30-16,-4 3-21 0,0-2 9 0,-4 2 4 16,0-1 10-16,-4 2 4 0,-2 0 4 0,0 1 6 15,-3 1 4-15,0 4 7 0,-5-1-3 0,-1 6 5 16,-1-1 10-16,-4 3 7 0,2 3 6 0,-3 3 1 15,-1 2 17-15,-4 6-9 0,1 3 4 0,0 0 5 16,2 4 4-16,2 2-8 0,0-1-9 0,2 3-5 16,4-1-34-16,1 2 32 0,3-4-12 0,5 0 8 15,1 2-8-15,3-3 6 0,3-2-10 0,2 3 30 16,6-1-22-16,2-3 25 0,9 3-34 0,4-4 17 0,4-2-40 16,4-2 4-16,8-3-52 0,5-2-31 0,2-3-5 15,-5-2-36-15,9-2 9 0,0-2-27 0,-4-1 22 16,1-2-17-16,-4-4 44 0,-1-1-7 0,-5-2 41 15,-2-3-9-15,-5-2 30 0,-3-3-10 0,-6 2 25 16,-4-2-9-16,-2-2 32 0,-3-2 2 0,-1 0 34 16,-5 3 6-16,1 0 29 0,-4 0 21 0,-1 5 9 15,1 0 35-15,-2 2-7 0,1 3 22 0,-1-1-45 16,1 4 25-16,-3 9-67 0,2-18 23 0,-2 18-52 16,2-14 16-16,-2 14-50 0,0 0 41 0,0 0-35 15,0 0 30-15,0 0-33 0,0 0 29 0,9 5-37 16,-9-5 33-16,6 16-33 0,-2-7 27 0,0 1-36 15,0 4 6-15,3-2-3 0,-1 1 4 0,1-1 9 16,0 2-4-16,0-1-9 0,1-2 2 0,-1 0-13 16,2-1-12-16,-2 1-17 0,0-1-10 0,1-2-1 15,0-3-6-15,1 1-3 0,-1 0-2 0,3-5-1 16,-11-1 5-16,25-1-2 0,-11-4 7 0,1-2 12 16,1-3 7-16,0-2 6 0,-2-3 5 0,1 0-4 0,-1-4 8 15,-1 2 4-15,-2 0 13 0,1 0 2 0,-4 4 23 16,-1 0 21-16,2 2 1 0,-4 2 19 15,-1 1-24-15,1 0 4 0,-5 8-27 0,8-14 8 0,-8 14-28 16,8-7 34-16,-8 7-33 0,0 0 15 0,0 0-14 16,13 1 10-16,-13-1-14 0,11 6 24 0,-11-6-26 15,14 11 26-15,-3-3-16 0,3-2 16 0,-1 1-17 16,7 2-6-16,0-2 6 0,3 0 5 0,2 1-4 16,6-2 1-16,0 1-25 0,1-1-16 0,1-1-11 15,-1-1-11-15,-1-1-10 0,-4 0-4 0,1-3 11 16,-2 0 33-16,-4 0-13 0,-1-3 24 0,-1 0-10 15,-2-1 23-15,-2 0-9 0,-1-3 16 0,-1 0-11 16,-5-1 16-16,2-2 0 0,-4 0 9 0,-2-1 12 16,-1 2 2-16,-2-2-9 0,-2 11 3 0,0-20-6 15,0 20 1-15,-7-18-3 0,7 18-2 0,-11-14 42 16,11 14-49-16,-13-7 2 0,13 7-1 0,-14-3-4 16,14 3 1-16,-18 3-6 0,18-3 5 0,-18 7-1 15,18-7 3-15,-13 10 0 0,13-10 3 0,-9 14-4 16,9-14 6-16,-7 15-6 0,7-15-1 0,0 13-1 15,0-13-4-15,5 15-8 0,-5-15 5 0,8 16-12 16,-3-10-9-16,4-2 6 0,0 2-9 0,0-2 15 0,-9-4-8 16,20 4 15-16,-20-4-6 0,18 1 18 0,-18-1-10 15,19-3 20-15,-11 0 0 0,1-3 8 0,1 2 26 16,-2-3-5-16,-1-4 21 0,2 3-18 0,-2-3 43 16,1 3 6-16,-3-2 51 0,-1 2-41 0,1 0 37 15,-5 8-51-15,10-14 15 0,-10 14-63 0,8-10 20 16,-8 10-49-16,9-5 31 0,-9 5-42 0,14 3 32 15,-4 2-41-15,2 5 39 0,4 4-39 0,4 5 3 16,-2 4 4-16,5 4-4 0,-3 7 8 0,1 0-2 16,-4 4-8-16,0 0 37 0,-2 2-46 0,-2 1 33 15,-4 3-46-15,0-2 14 0,-1 0-52 0,-3-1 38 16,-3-4-38-16,0-3 5 0,-2 1 6 0,-2-4 10 16,-2 0 9-16,-3-3-2 0,-2-3 14 0,-2-3-4 15,-2-3 3-15,-4 0 2 0,0-4-6 0,-1-3-4 16,-2-3-9-16,-3-2-6 0,0-3-9 0,1-2-2 0,0-4-4 15,-3-3-24-15,2-1-5 0,0-5-34 16,0-1 6-16,2-5-63 0,3-3-21 0,3-2-17 0,6-3-24 16,3 2-17-16,6-5 0 0,3-4 10 0,7-5-3 15,3-2-6-15,5 0 17 0,2 0 7 16,2 0 10-16,3 4 24 0,-2-4 31 0,1 3 47 0,2 1 38 16,-2-1 57-16,-4 4 38 0,0 0 86 0,-2 2 46 15,-5 5 8-15,-1 1 37 0,-3 4 38 0,-1 1 22 16,-2 4-2-16,-4 1-33 0,0 2-8 0,0 0-20 15,-2 12-17-15,2-17-15 0,-2 17-15 0,-2-14-17 16,2 14-11-16,-4-9-8 0,4 9-5 0,0 0-6 16,0 0 3-16,0 0-18 0,-14 6 7 0,14-6-12 15,0 14-11-15,0-14-9 0,6 17-1 0,0-5-15 16,0 0 3-16,3 1-10 0,4 1-20 0,1 0-49 16,1 2-75-16,3-4-70 0,-1 3-109 0,0-3-79 15,0 2-138-15,-2-3-723 0,-2-2-846 0</inkml:trace>
  <inkml:trace contextRef="#ctx0" brushRef="#br0" timeOffset="105956.4375">14277 7122 1069 0,'-12'-18'762'16,"1"2"-98"-16,5 2-83 0,-4 3-69 0,4-3-85 15,1 3-66-15,1 1-68 0,0 0-64 0,-1 2-22 16,5 8-63-16,-6-14-20 0,6 14-39 0,0 0-9 16,1-14-56-16,-1 14-57 0,14-1-37 0,-14 1-77 15,23 5-55-15,-9 2-62 0,5 3-48 0,-1 3-23 16,4 2-34-16,-1 3-78 0,0-1-84 0,-2 1-346 16,3-1-441-16</inkml:trace>
  <inkml:trace contextRef="#ctx0" brushRef="#br0" timeOffset="106841.0971">14673 7279 826 0,'0'0'660'0,"0"0"-64"16,10-4-20-16,-10 4-26 0,0 0-17 0,0 0-54 15,9-7-16-15,-9 7-88 0,0 0-23 0,0 0-67 16,0 0-54-16,0 0-55 0,0 0-31 0,11-2-31 16,-11 2-23-16,0 0-8 0,9 13-3 0,-5-6-40 15,1 2 34-15,2 3-42 0,-1-2 25 0,4 5-42 16,0 0 44-16,0-1-56 0,1 3 33 0,-2-1-39 15,2 0 1-15,1-1 0 0,-3-1-3 0,-1-1-7 0,1-1-9 16,-2 0-19-16,0-2-17 0,-1-1-8 16,-6-9 16-16,10 15-1 0,-10-15 10 0,8 12 7 0,-8-12-3 15,7 6-18-15,-7-6-21 0,0 0 6 0,16 0-4 16,-16 0 8-16,12-9-9 0,-6 3-12 0,1-3 2 16,0 2-10-16,1-5 12 0,-1 1 10 0,1-2 22 15,0 1 1-15,-2 1 18 0,1 0 0 0,-2 1 2 16,-1 2 21-16,-4 8 16 0,9-15 3 0,-9 15 1 15,7-12-6-15,-7 12 0 0,5-10-7 0,-5 10-8 16,0 0 3-16,8-9 11 0,-8 9-8 0,0 0 9 16,0 0-4-16,0 0 8 0,15 4 15 0,-15-4-1 15,13 9 6-15,-7-4-8 0,5 0 0 0,0 0-6 16,3 1 7-16,0 1-12 0,2-2-2 0,1-1 0 0,3 3-1 16,1 0-13-16,1-3-8 0,1 0-6 15,1 2-21-15,-1-5-1 0,1 3-18 0,-1-3 7 16,0 1-28-16,-1-2 20 0,0-2-17 0,4-1 25 15,-2 1-15-15,-2-4 15 0,2-1 9 0,-3 0 4 0,0-4 2 16,-2 0 8-16,0-1 7 0,-3-2 4 16,1-2 4-16,-3 1 4 0,-2-1 2 0,-1-2 4 0,-3 1 22 15,-1 2 0-15,-3-1 4 0,-2 2 6 0,-1 2-2 16,-2 1-3-16,-1-2-5 0,-2 4-3 0,-3 1 6 16,0 0 1-16,-2 3 3 0,-3 2 6 0,0 2 3 15,-2 1 1-15,-3 3 2 0,1 1 1 0,-2 3 11 16,-1 1-5-16,2 2 7 0,0 0-5 0,1 3-5 15,2 1 32-15,2 1-30 0,2 0 22 0,0 1-19 16,3 0 17-16,3 0-50 0,1-2 23 0,1 2-2 16,3-3-6-16,1 2-6 0,2 0-5 0,3-3 1 15,0 1-5-15,5-3-1 0,1 4 4 0,3-4-7 16,2 0-2-16,1-2-16 0,4-3-5 0,0 1-11 16,2-3-6-16,1 0-1 0,1-2-1 0,0 0 3 15,0-2-5-15,-2-1 7 0,0-2 8 0,0 0 7 16,-2-2 3-16,0-2-2 0,-3-3 9 0,2 3-12 15,-3-6 7-15,-2 3-6 0,0-4 8 0,-2-2 3 0,0 3 6 16,-2-4-18-16,-2 1 9 0,-1-1-13 16,-3 0 24-16,-1 1-10 0,-3-1 6 0,-1 2 0 0,0 1 7 15,-2 2-3-15,-1-1 7 0,-1 3-10 16,-1-1 11-16,-2 2-15 0,0 1 12 0,-3 3-16 0,-1 1 16 16,9 5-10-16,-19-2 19 0,19 2-18 0,-21 4 12 15,10 0-11-15,0 4 28 0,1 1-24 0,2 1 46 16,1 2-14-16,0 1 53 0,2 1-45 0,1 0 34 15,2 0-36-15,1 0 46 0,2-1-58 0,1 3 34 16,1-1-43-16,2-2 29 0,2 2-43 0,2-2 4 16,1-1 1-16,4 1-12 0,1-1 7 0,3-3-35 15,1 1-53-15,2-2-55 0,2-1-41 0,0 0-55 16,3-1-73-16,0-1-75 0,1 0-49 0,1 1-96 16,0-3-54-16,0 0-554 0,1-2-745 0</inkml:trace>
  <inkml:trace contextRef="#ctx0" brushRef="#br0" timeOffset="107207.9999">16516 7295 373 0,'-7'-14'700'0,"1"1"-124"0,-1 1-15 0,-1-1-1 16,2 2-29-16,0 1-48 0,1-1-43 0,0 3-19 16,1 0-93-16,4 8-23 0,-9-11-91 0,9 11-14 0,-5-10-76 15,5 10 7-15,0 0-58 0,0 0 26 0,0 0-44 16,5 10 32-16,0 0-51 0,3 2 31 15,0 1-47-15,2 4 32 0,2 1-44 0,-1 0 34 0,2 4-44 16,0 1 37-16,0-2-37 0,-2-1-2 0,-1 0 3 16,-1-1 0-16,1-3 1 0,-3-1-9 0,0-1 3 15,-2-2 0-15,0 0-2 0,-1-3 7 0,0-1 0 16,-4-8 7-16,5 16 1 0,-5-16 0 0,0 0-7 16,-4 8 6-16,4-8 0 0,0 0-2 0,-19-2-5 15,19 2 4-15,-19-8 38 0,11 1-44 0,0 0 58 16,1 0-40-16,-2-3 34 0,4 0-44 0,2-2 33 15,1 0-43-15,2-1 16 0,3-2-73 0,2-1-3 16,3-1-50-16,1-1-5 0,2 1-46 0,2 1-33 16,1 0-43-16,2 0-30 0,0 3-31 0,3-1-36 0,1-1-18 15,3 2-9-15,0 1-26 0,-1 1-27 16,-1 1 45-16,2 2-37 0,1 0-388 0,2-4-323 16</inkml:trace>
  <inkml:trace contextRef="#ctx0" brushRef="#br0" timeOffset="107509.2455">16999 7109 849 0,'13'-9'394'0,"-1"1"-55"16,-1 0-18-16,-1-1 31 0,0 1-4 0,-3 1-24 15,0 0-16-15,-2-1-25 0,1-1-25 0,-1 1-27 16,-5 8-15-16,4-15-59 0,-4 15-21 0,0-13-42 16,0 13-3-16,-7-9-35 0,7 9 6 0,-14-6-29 15,14 6 8-15,-16 0-25 0,5 4 12 0,3-1-29 16,0 4-1-16,0 0 0 0,1 2-2 0,1 4-4 16,2-3-2-16,1 6-13 0,3-3-12 0,0 4-6 15,4-1-11-15,0 1-6 0,2 2-9 0,4 1 0 16,0-1-3-16,0 0 0 0,2 0-2 0,3 1 8 15,-1-2 9-15,0-3 4 0,2 1 6 0,-2 1 14 16,2-2 3-16,-3-1 2 0,2 0 12 0,-2 0 1 16,-2-3 7-16,0 0 22 0,-2-1-1 0,0 1 38 15,0-1-9-15,-3-2 51 0,-1 2-33 0,0-3 15 16,0 1-26-16,-5-8 28 0,5 15-19 0,-5-15 21 16,-1 11-34-16,1-11 13 0,-4 13-33 0,4-13 15 15,-10 12-26-15,2-6 12 0,-2-1-22 0,0-1 16 0,-2 1-65 16,-3-2-83-16,1 0-144 0,-5 0-173 15,4-3-247-15,-1 0-348 0,-1-2-654 0</inkml:trace>
  <inkml:trace contextRef="#ctx0" brushRef="#br0" timeOffset="107707.1133">17792 7371 1112 0,'0'0'786'16,"0"0"-192"-16,13 1-96 0,-13-1-76 0,0 0-23 16,0 0-66-16,15 3-60 0,-15-3-62 0,0 0-43 15,0 0-98-15,0 0-104 0,10 3-173 0,-10-3-153 16,0 0-252-16,0 0-534 0,0 0-760 0</inkml:trace>
  <inkml:trace contextRef="#ctx0" brushRef="#br0" timeOffset="111575.2074">4455 10839 316 0,'-14'-13'682'15,"-1"1"-164"-15,0-2-66 0,1 1-67 0,0 1-25 16,1-1-44-16,0 2 5 0,1 1-41 0,1 0 19 0,0 1-36 16,2-1-11-16,1 4-33 0,1-1-38 0,-2 1-38 15,9 6-25-15,-10-9-24 0,10 9-29 16,-10-6-21-16,10 6-5 0,0 0 3 0,-8 6-3 0,8-6 2 16,-2 19 3-16,2-1-2 0,2 5-8 0,0 4 7 15,2 5-7-15,0 5 12 0,0 7-21 16,0 0 27-16,1 0-27 0,2 0 23 0,0 0-23 0,-1-1 19 15,1 1-27-15,0 0-7 0,2-2 6 0,-1 0-1 16,1-1 25-16,0-2-39 0,0-7 33 0,-1-1-40 16,-1 1 34-16,0-3-53 0,1 0 8 0,-3-4-61 15,0-2-72-15,-1-1-63 0,0 0-78 0,-2-3-99 16,-1-1-67-16,0-2-152 0,0-1-606 0,-1-3-823 16</inkml:trace>
  <inkml:trace contextRef="#ctx0" brushRef="#br0" timeOffset="111859.618">4794 10778 662 0,'5'-32'799'16,"0"7"-98"-16,-2 3-115 0,0 2-107 0,0 3-87 0,-2 2-80 15,1 4-49-15,-2 11-8 0,6-11-5 0,-6 11 45 16,0 0-37-16,8 4 20 0,-4 6-15 0,1 5 13 15,1 6-62-15,1 8 12 0,1 10-68 0,0 2 27 16,1 6-66-16,1 3 28 0,0 9-80 0,1 2 35 16,0-1-62-16,-2 0-7 0,5 3 9 0,-1-4-19 15,-1-12-3-15,0 0-12 0,0-2-15 0,1-3-3 16,1-1-80-16,-3-5-18 0,0-4-92 0,-1-4-34 16,-1-2-62-16,0-6-53 0,-2-2-67 0,-2-2-56 15,0-3-1-15,-1-2-61 0,-4-11-193 0,3 13-380 16,-3-13-722-16</inkml:trace>
  <inkml:trace contextRef="#ctx0" brushRef="#br0" timeOffset="112268.3976">3930 10599 58 0,'-62'-17'673'0,"0"3"-195"0,0-1-151 16,10 2 13-16,1 2-82 0,1 1 24 16,1 0-24-16,4 1 12 0,1 2-27 0,9-1-15 0,3 2-22 15,6 2-19-15,2 0-22 0,6 1-27 16,1 0-29-16,1 0-21 0,3 2-24 0,1-1-14 16,12 2-6-16,-16 0 18 0,16 0 28 0,0 0 26 0,-7 8 13 15,7-8 1-15,10 8-9 0,3-4 15 0,4 0-17 16,11 1 24-16,10-1-9 0,12-2-16 0,10-2-12 15,18-2-17-15,5-3-6 0,8-1-15 0,6-1-41 16,26-5 29-16,4 0-6 0,2 0-14 0,-1 0-4 16,-2 2-14-16,-22 1-33 0,-1 2 33 0,-5 0-4 15,-4 1-2-15,-6 1-1 0,-9-1-7 0,-5 4-6 16,-16 0-12-16,-8 1-11 0,-7-1-5 0,-5 1-7 16,-8 1-3-16,-2 0 1 0,-6-1 0 0,-2 0 2 15,-2 0-3-15,-2 1-1 0,-2 0-25 0,-14 0-10 16,25-1-27-16,-25 1-30 0,20-1-43 0,-20 1-41 0,15 2-38 15,-15-2-65-15,11 4-38 0,-11-4-89 16,5 7-134-16,-5-7-448 0,0 0-638 0</inkml:trace>
  <inkml:trace contextRef="#ctx0" brushRef="#br0" timeOffset="116694.7624">9298 11678 999 0,'8'5'645'15,"-8"-5"-103"-15,6 7-61 0,-6-7 13 0,5 11-30 16,-5-11-15-16,2 18 16 0,-2-18-49 0,-2 24-1 15,-2-11-78-15,-1 3-36 0,-1 1 6 0,-1 1-94 0,-1 1-39 16,-2 1-34-16,1 0-21 0,0 1-27 0,-3 1-20 16,2-2-17-16,1-3-21 0,-1 3-53 15,1-2-100-15,0-1-115 0,1-3-93 0,2-1-165 0,-1-1-141 16,2-1-237-16,0-4-566 0,5-7-1047 0</inkml:trace>
  <inkml:trace contextRef="#ctx0" brushRef="#br0" timeOffset="118778.0211">9568 11334 252 0,'0'0'865'0,"0"0"-183"16,0 0-157-16,0 0-109 0,0 0-75 0,0 0-4 16,0 0-37-16,0 0 6 0,0 0-41 0,0 0-27 15,-6 8-37-15,6-8-36 0,0 0-32 16,0 0-29-16,0 0-14 0,0 0-17 0,0 0-9 0,0 0-12 16,0 0-7-16,0 0-7 0,0 0-4 0,5 11-9 15,-5-11 1-15,0 0-5 0,0 0-3 0,7 6-7 16,-7-6 5-16,0 0 5 0,11 3-2 0,-11-3 0 15,13 2-15-15,-13-2 11 0,17 0-9 0,-17 0 2 16,23-2 0-16,-8-1-13 0,2 0-24 0,0-3-12 16,2 0-17-16,1-1-26 0,0-2-4 0,1-1-9 15,-1-1 23-15,-1-1-13 0,-1-1 37 0,0-1-12 16,-3-1 34-16,-2 1-11 0,1-2 25 0,-4 0-11 16,-1 2 30-16,-2-1-1 0,-1 2 29 0,-2-1-13 15,-1 0 17-15,0 2-9 0,-3 1 8 0,0 11-19 0,0-22 17 16,-2 11-16-16,0 0 2 0,-1 3 4 0,3 8 6 15,-9-15-17-15,9 15 21 0,-15-8-6 16,15 8 3-16,-20 2 12 0,4 3-3 0,-2 5 2 0,-7 3-4 16,1 5 16-16,-4 4-10 0,1 1 23 0,1 2-22 15,2 1 1-15,1 1 0 0,3 0-3 16,5-2-8-16,1 0 5 0,4 0-1 0,3-4-11 16,3 2 11-16,1-4 0 0,4 1-4 0,5 1-1 0,2-1 33 15,3-2-46-15,7 0 31 0,3-1-37 0,3-3 24 16,5-3-48-16,2-2-20 0,3-1-20 0,0-2-22 15,3-3-12-15,0 0-9 0,1-3-1 0,-1 0 2 16,1-1-3-16,-1-2 8 0,-3 1 5 0,-4-2-11 16,-2 2 34-16,-1-3-10 0,-4 0 28 0,1-2 9 15,-2 1 7-15,-4-3 3 0,1 0 8 0,-2 0 3 16,-2-2 4-16,-3 0-2 0,0 0 1 0,-2 0-13 16,0-2 22-16,-1 1-11 0,-1 0 21 0,0-1-10 15,-1 1 18-15,-1 1 0 0,-1 0 21 0,0 1 0 0,-1 0 12 16,-1 1-3-16,-3 9 1 0,8-17 7 15,-8 17-9-15,5-13 34 0,-5 13-24 0,3-10 20 16,-3 10-35-16,4-10 18 0,-4 10-37 0,0 0 18 16,4-10-33-16,-4 10 22 0,0 0-29 0,5-10 23 0,-5 10-36 15,0 0 38-15,0 0-35 0,3-8 27 0,-3 8-30 16,0 0 28-16,0 0-32 0,0 0 35 16,0 0-24-16,4-9 31 0,-4 9-21 0,0 0 46 0,0 0-19 15,0 0 51-15,0 0-31 0,0 0 42 0,0 0-36 16,0 0 40-16,0 0-34 0,5-9 32 15,-5 9-33-15,0 0 30 0,0 0-46 0,0 0 33 0,0 0-45 16,0 0 31-16,0 0-48 0,0 0 36 0,0 0-46 16,0 0 39-16,0 0-50 0,0 0 35 0,0 0-43 15,0 0 41-15,0 0-43 0,0 0 34 0,0 0-39 16,0 0 41-16,0 0-41 0,0 0 42 0,0 0-40 16,0 0 38-16,0 0-39 0,0 0 40 0,0 0-39 15,0 0 39-15,0 0-38 0,0 0 36 0,0 0-39 16,0 0 48-16,0 0-50 0,0 0 39 0,0 0-40 15,0 0 41-15,0 0-43 0,0 0 42 0,0 0-43 16,0 0 44-16,0 0-42 0,0 0 41 0,0 0-37 16,0 0 36-16,0 0-39 0,0 0 40 0,0 0-41 15,0 0 43-15,0 0-44 0,0 0 47 0,0 0-44 16,0 0 47-16,0 0-46 0,0 0 44 0,0 0-42 16,0 0 40-16,0 0-44 0,0 0 48 0,0 0-47 15,0 0 42-15,0 0-43 0,0 0 39 0,0 0-38 0,0 0 39 16,0 0-40-16,0 0 49 0,0 0-51 0,0 0 42 15,0 0-41-15,0 0 41 0,0 0-47 16,0 0 45-16,0 0-39 0,0 0 40 0,0 0-43 0,0 0 42 16,0 0-42-16,0 0 52 0,0 0-50 0,0 0 42 15,0 0-46-15,0 0 47 0,0 0-44 0,0 0 46 16,0 0-46-16,0 0 52 0,0 0-51 0,0 0 44 16,0 0-46-16,0 0 46 0,0 0-46 0,0 0 42 15,0 0-40-15,0 0 49 0,0 0-48 0,0 0 43 16,0 0-38-16,-7-6 38 0,7 6-45 0,0 0 48 15,0 0-51-15,0 0 47 0,0 0-45 0,0 0 44 16,0 0-46-16,0 0 53 0,0 0-49 0,0 0 44 16,0 0-49-16,0 0 47 0,0 0-46 0,0 0 46 15,0 0-44-15,0 0 46 0,0 0-47 0,0 0 45 16,0 0-44-16,0 0 46 0,0 0-49 0,0 0 45 16,0 0-43-16,0 0 45 0,0 0-44 0,0 0 43 15,0 0-45-15,0 0 49 0,0 0-50 0,0 0 44 0,0 0-42 16,0 0 38-16,0 0-40 0,0 0 41 0,0 0-43 15,0 0 42-15,0 0-39 0,0 0 42 0,0 0-39 16,0 0 42-16,0 0-45 0,0 0 41 0,0 0-39 16,0 0 41-16,0 0-42 0,0 0 44 0,0 0-45 15,0 0 52-15,0 0-50 0,0 0 41 0,0 0-41 16,0 0 43-16,0 0-42 0,0 0 43 16,0 0-44-16,0 0 43 0,0 0-42 0,0 0 40 0,0 0-30 15,0 0 29-15,0 0-39 0,0 0 40 0,0 0-40 16,0 0 40-16,0 0-41 0,0 0 46 0,0 0-46 15,0 0 49-15,0 0-50 0,0 0 43 0,0 0-40 16,0 0 40-16,0 0-40 0,0 0 44 0,0 0-46 16,0 0 39-16,0 0-35 0,0 0 39 0,0 0-37 15,0 0 36-15,0 0-38 0,0 0 48 0,0 0-53 16,0 0 44-16,0 0-41 0,0 0 42 0,0 0-42 16,0 0 39-16,0 0-37 0,0 0 45 0,0 0-47 15,0 0 41-15,0 0-41 0,0 0 41 0,0 0-40 16,0 0 41-16,0 0-42 0,0 0 43 0,0 0-40 0,0 0 35 15,0 0-38-15,0 0 47 0,0 0-48 0,0 0 39 16,0 0-40-16,0 0 43 0,0 0-44 16,0 0 41-16,0 0-37 0,0 0 43 0,0 0-43 0,0 0 37 15,0 0-40-15,0 0 40 0,0 0-41 0,0 0 42 16,0 0-41-16,0 0 43 0,0 0-41 0,0 0 41 16,0 0-45-16,0 0 49 0,0 0-47 0,0 0 39 15,0 0-39-15,0 0 38 0,0 0-46 0,0 0 32 16,0 0-61-16,0 0 7 0,0 0-84 0,0 0-22 15,0 0-83-15,0 0-37 0,0 0-126 0,0 0-148 16,0 0-57-16,-13-3-199 0,13 3-475 0,-14-2-891 16</inkml:trace>
  <inkml:trace contextRef="#ctx0" brushRef="#br0" timeOffset="131316.8638">6158 11360 132 0,'-4'-13'557'0,"4"13"-142"0,-5-8-86 0,5 8-52 0,-4-13-38 16,4 13-8-16,-6-8-12 0,6 8-19 15,-4-11 0-15,4 11-6 0,0 0-21 0,-4-10-23 16,4 10-32-16,0 0-24 0,0 0-18 0,-3-10-18 0,3 10-16 16,0 0 1-16,0 0 14 0,0 0 16 0,0 0 12 15,2 11 32-15,-2-11-30 0,3 20 23 16,0-6-17-16,-1 3 19 0,0 2-29 0,0 3 7 0,1 2-29 16,-1 1 9-16,0 2-23 0,0 0-5 0,1 5-3 15,-1-1-4-15,1 3-4 0,-1-6-6 0,0 2-4 16,1-2-3-16,0-3-8 0,-1 2 0 0,1 1 8 15,1-6-11-15,-2 0 11 0,0-3-17 0,1-2 17 16,-1-2-22-16,0-2 17 0,-1-2-15 0,1 1 18 16,-2-12-16-16,3 18 15 0,-3-18-9 0,2 14 9 15,-2-14-15-15,0 0 0 0,0 0-38 0,0 0 11 16,0 0-26-16,0 0 8 0,7-15-5 0,-4 2-10 16,-1-3-5-16,1-3-7 0,1-4-8 0,1-1 0 15,0-1 15-15,1-3 10 0,3 0 23 0,-3 1-10 0,0 4 24 16,2 0-10-16,-1 1 16 0,-1 1-11 15,1 2 20-15,0 1-22 0,-1 3 25 0,2 1-20 16,-1 1 18-16,0 1-19 0,1 1 19 0,1 1-16 16,-2 4 17-16,2 1-12 0,-9 5 22 0,18-6 1 0,-18 6 25 15,19 2-8-15,-9 2 27 0,1 3-20 0,0 3 29 16,0 2-9-16,0 3 21 0,-1 2-22 0,2 1-10 16,-3 1 11-16,0 0 6 0,2 0 3 0,-3 0-25 15,1 1 13-15,1-1-22 0,-1-1 10 0,1 0-15 16,0 0 13-16,1-2-14 0,0-1 21 0,3-2-10 15,0-1 8-15,1-1-19 0,4-3 4 0,0-1-10 16,2-3 6-16,0-2-16 0,2-2-1 0,6-2-32 16,-2-2-3-16,6-1-33 0,-1-3-1 0,1-3-31 15,3-3-17-15,-1-1-1 0,-3-3 7 0,0-1 9 16,-3-2 6-16,-1 0 36 0,-7 1-2 0,-2-1 27 16,-3 0-6-16,-5 2 27 0,-1 0 1 0,-4-1 29 15,-3 2 0-15,-1 1 28 0,-4-1-28 0,-1 1 23 16,-1 1-12-16,-3 2 14 0,-4-2-23 0,0 2 20 15,-2-1-22-15,-2 5 16 0,3-1-14 0,-4 4 14 16,0 0-22-16,0 2 22 0,0 1-18 0,-1 2 23 16,1 1-13-16,2 1 19 0,-4 3-24 0,3 3 22 15,-3 3 9-15,3 4-5 0,-2 2 0 0,2 1-3 0,-1 5-12 16,2 3-1-16,1 2 0 0,3-1 2 0,1 1-12 16,3-2 6-16,0 1-6 0,3-2 1 15,3 1-9-15,0-3-4 0,2 1 7 0,3 1-4 0,0-4-3 16,2 1 5-16,1-2-5 0,1-2-4 0,2-1 10 15,0-2-30-15,1-2 22 0,0-3-7 0,1-1-14 16,1-1-12-16,0-1-5 0,0-2-15 0,0-3-18 16,0 0 6-16,0-2-17 0,2-2 11 0,-2-2-30 15,1-3 2-15,-1-2-5 0,-1-3 7 0,1-1 0 16,-3-2 12-16,-1-2 14 0,-1-2 11 0,-2-1 28 16,-1 1-12-16,-1-1 27 0,0 1-7 0,-4 0 38 15,1 2-6-15,-2 1 38 0,0 1-7 0,0 0 32 16,-2 2-14-16,1 1 9 0,0 3-5 0,0 0-11 15,-3 1-11-15,4 10-16 0,-2-15-6 0,2 15-2 16,-3-10 2-16,3 10-6 0,0 0 3 0,0 0 0 16,-8 7-6-16,8-7 3 0,-4 19-4 0,4-7 2 15,0 2-3-15,0 3 0 0,3 2-5 0,1 2-1 16,1-1-2-16,1 2 3 0,2 0-6 0,2-1 4 0,1 2-9 16,2-3 6-16,-1-2-14 0,6 1 0 0,-4-3-24 15,2-2 4-15,-1-2-19 0,2 0-9 16,0-5-29-16,-1 0 7 0,-1-3-26 0,2-1 17 0,-3-1-19 15,1-4 22-15,0-1-24 0,0-4-12 0,-2 0 1 16,2-5 2-16,-2-1 4 0,-1-3 14 0,-2-4 9 16,-2 0 13-16,-1-3 9 0,0-2 24 0,-2 0 4 15,-2-2 23-15,-1 0 21 0,0 1 42 0,-2-1 9 16,0 2 34-16,-1 0-5 0,-1 2 46 0,1 4-23 16,-1 0 22-16,-1 1 1 0,1 3 18 0,1 1-9 15,-1 2-13-15,-1 0-26 0,3 12-14 0,-2-18-22 16,2 18-15-16,-2-10 12 0,2 10 0 0,0 0-2 15,0 0-2-15,0 0-1 0,-1 16-15 0,1-16 3 16,2 21 7-16,0-5-9 0,0 1-4 0,2 1 8 16,0 3 9-16,1 2-36 0,-1 1 32 0,2 0-46 15,0 1 31-15,2 1-39 0,-2-2 29 0,0-1-37 16,1-1 36-16,0-1-33 0,-1-1 29 0,0-5-29 0,-1 2 27 16,-1-3-34-16,0-2 30 0,0-2-32 0,0-1 29 15,-4-9-26-15,5 17 29 0,-5-17-24 16,5 10 5-16,-5-10-42 0,0 0-4 0,0 0-1 15,0 0-8-15,8-11 2 0,-6 2-36 0,0-4-6 0,1-3-13 16,2 0 20-16,-1-5 3 0,2 0 34 0,0 0-7 16,1-2 29-16,1 2 3 0,-2-1 11 15,1 2 8-15,-1 4 15 0,-1 2 22 0,0 0 11 0,-1 3 6 16,-1 1-7-16,1 0-7 0,-4 10 1 0,5-15-8 16,-5 15-3-16,6-10 18 0,-6 10 24 0,0 0 7 15,0 0 6-15,13 3-11 0,-13-3-8 0,10 14-9 16,-6-6-8-16,1 3 26 0,0 2-34 0,1 0 33 15,-1 1-48-15,0 2 27 0,0-2-37 0,1 2 25 16,-1-2-41-16,1 1 43 0,-1-1-39 0,0 0 31 16,0-1-31-16,-1-4 18 0,-1 1-45 0,2-1 22 15,-5-9-28-15,5 14 22 0,-5-14-17 0,6 11 23 16,-6-11-36-16,0 0-21 0,0 0-23 0,0 0-19 16,16-7 3-16,-10-2-11 0,0-2 14 0,0-3-39 15,2-4-10-15,1-1-22 0,-1-2 30 0,0-1-9 16,2-4 43-16,1 2 7 0,-2 3 33 0,0 1-8 15,0 2 32-15,-1 0 3 0,-2 2 15 0,0 3 44 0,1 1-1 16,-3 3 20-16,0 0-21 0,-4 9 21 0,7-14-24 16,-7 14 41-16,6-7 6 0,-6 7 29 15,0 0-5-15,0 0 22 0,14 8-19 0,-11 0 17 16,1 3-1-16,-1 2 8 0,1 1-21 0,1 2 3 0,-1 1 0 16,3 3-16-16,-2 1 4 0,-1-1-23 0,1 1-1 15,1-1-20-15,2-1 10 0,-1 1-19 16,0-2 19-16,3 0-26 0,0-3 4 0,2 0-8 0,1-1 38 15,2-2-56-15,0-2 26 0,4-1-17 0,0-2 18 16,0-2-21-16,0-1 2 0,2-2-17 0,-1-2-16 16,1-2-18-16,3-1-12 0,-2-1-2 0,2-2-16 15,-2-3-2-15,1-1-24 0,-1-2 11 0,0-3-18 16,0-1 11-16,-3-2-14 0,1 0 37 0,-2-1-8 16,-3-2 12-16,1-1 15 0,-4-2 30 0,0 2-20 15,-2 0 45-15,-2 1 2 0,-1-1 47 0,-3 1-3 16,1 3 45-16,-2 0-4 0,-2-1 7 0,-2 3 2 15,-1-1 0-15,-2 3-6 0,0-1 0 0,-1 2-11 16,-2 1-9-16,1 4 2 0,-4-1-4 0,2 2 19 0,-1 3-19 16,9 4 42-16,-20-1-17 0,10 5 38 15,-3 3-23-15,2 3 4 0,-2 4-7 0,1 3 3 16,-2 5 0-16,2 1 2 0,0 5-7 0,2-2-11 0,1 2-11 16,3 1 38-16,0 2-53 0,3-4 38 15,2 1-64-15,2-1 50 0,2-1-67 0,3 3-4 0,3-1-4 16,2-2 3-16,2 0-8 0,5-3 2 15,3-2 2-15,2-3-3 0,5-5-9 0,12 4-15 0,-2-3 43 16,5-3-62-16,3-3 8 0,1-1-82 0,1-1-7 16,2-3-81-16,-1-2-12 0,-7 1-52 0,1-4-56 15,-3 2-28-15,-1-2-87 0,-3-1-67 0,-1-2-90 16,-8 2-817-16,-1-4-1008 0</inkml:trace>
  <inkml:trace contextRef="#ctx0" brushRef="#br0" timeOffset="133150.4497">10358 11318 261 0,'-4'-14'787'0,"0"3"-163"15,1 1-85-15,-1 0-53 0,4 10-75 0,-5-14 8 16,5 14-40-16,-5-14-23 0,5 14-50 0,-5-13-47 16,5 13-32-16,-3-9-67 0,3 9-10 0,0 0-44 15,-5-11-12-15,5 11-38 0,0 0 20 0,0 0-37 16,0 0 15-16,0 0-12 0,13 2 18 0,-13-2-28 15,12 8-4-15,-5-1-2 0,0 1-6 0,2 1-1 16,-1 1-1-16,0 1 0 0,0 0-12 0,1 0 3 16,-1 1 1-16,0 1-3 0,2-1 4 0,-2 1-6 0,0-2 0 15,-1 1-12-15,2-2 11 0,-2 0-6 0,0 1-12 16,-1-3-27-16,0 0-17 0,0-1-3 16,-6-7 1-16,10 13-9 0,-10-13-6 0,8 10 24 0,-8-10 7 15,7 8 12-15,-7-8-15 0,0 0-10 0,0 0-13 16,14-1 1-16,-14 1 16 0,8-13 4 0,-5 2-15 15,1-1 26-15,1-4-19 0,-2-2 20 0,1-2-22 16,0-2 35-16,0-2-15 0,1 1 7 0,-1 0 22 16,3 1 13-16,-2-1 16 0,1 1 9 0,-1 3 21 15,1 3 20-15,-2 1-4 0,2 1 9 0,-2 2-20 16,1 1 0-16,0 1-7 0,1 2 2 0,0 0 4 16,3 2 7-16,0 3 33 0,-9 3-22 0,21-2 60 15,-9 4-23-15,3 3 17 0,-2 2-42 0,3 3 38 16,-1 2-56-16,1 2 27 0,-1 3-46 0,3 1-2 0,-3 3-1 15,1 0-8-15,-1 1 2 0,0 2 12 16,-1-2-18-16,-1 0 8 0,-1-3-24 0,-1 0 12 16,0-1-19-16,-1 0 1 0,-1-4-4 0,-2 1-4 15,2-3 4-15,-2-1-1 0,-2-2 1 0,1 0 0 0,-1-1-1 16,1-1 6-16,-6-7-7 0,10 9 1 16,-10-9-19-16,12 0-22 0,-12 0-14 0,18-8-35 15,-7-1 9-15,4-3-44 0,-2-3-4 0,2-2 12 0,2-2 5 16,2-2 19-16,-3 1 9 0,2 1 21 0,-3 0 9 15,1 2 6-15,-5 3 12 0,1-1 4 0,-3 3 7 16,0 1 13-16,0 1 4 0,-2 2 19 0,-2 1-8 16,1-1 18-16,-6 8-25 0,11-8 13 0,-11 8-8 15,7-7 27-15,-7 7-12 0,0 0 25 0,14 5-16 16,-14-5 39-16,13 10-31 0,-5-3 5 16,1 3-1-16,-2-2 13 0,4 3-3 0,-1 1-6 0,4 1 0 15,-1 1-6-15,1 0-11 0,3 0-3 0,1 0 21 16,0-2-32-16,5 2 0 0,1-1-8 0,-4-2-13 15,3-3-24-15,0 0 6 0,3-1-37 0,-2-1 19 16,1-3-48-16,2 0 22 0,-2-1-30 0,-2-2 22 16,-2-2-35-16,3-1 5 0,0-3 11 0,-4-1-2 15,-2-1-3-15,0-3-17 0,-2-2 28 0,-1-1-12 16,-1-3 39-16,-3 0-9 0,-2-2 34 0,-2 0-10 0,-1 0 40 16,-3 2 0-16,-1 0 35 0,-3 1-6 15,0-1 23-15,-3 3-5 0,-1-1 10 0,-3 2-11 16,0 1 15-16,-1 3 0 0,-2 0 13 0,-3 3-1 0,1 1-3 15,2 2 16-15,-3 3-10 0,1 1 18 0,-1 2-19 16,1 3 29-16,0 0-23 0,-3 4 33 0,5 0-42 16,-3 4 18-16,3 0-34 0,-1 1-7 0,3 3-8 15,3-2 0-15,1 0-2 0,1 1-11 0,3 0 0 16,0-1 19-16,2 2-28 0,0-1-3 0,3-1 2 16,1 0-4-16,-1-1-1 0,1-1-1 0,1-1-9 15,1-2-1-15,0-3-8 0,-1 1-8 0,2-3-10 16,1 0-7-16,1-3 15 0,1-1-51 0,-11-2 34 15,25-1-45-15,-12-3 10 0,0-1-12 0,2-4 8 16,1-1 7-16,-1-4 11 0,-1 0 2 0,-1-2-7 16,1-1 25-16,-3-1-1 0,1-1 17 0,-3 1-9 15,-2-1 27-15,-1 4 1 0,0 0 13 0,-2 0-1 16,-2 3 1-16,-1 0 11 0,-1 0 13 0,0 12-3 16,1-19 3-16,-1 19-3 0,-1-15 1 0,1 15-4 15,-1-11-2-15,1 11-2 0,0 0-8 0,0 0 3 16,0 0-8-16,0 0-1 0,0 0 4 0,0 0 2 0,-3 12 2 15,6-3-8-15,1 2 12 0,3-1-6 0,1 2 2 16,4 4-3-16,-1-3-2 0,2 2 0 0,3-2-7 16,-1 2-4-16,1-3-4 0,3 1-9 0,-2-3-15 15,0 0-11-15,0 1-17 0,-1-4-9 0,-1 0-5 16,-1 0 3-16,0-3 19 0,-1-1 6 0,-1-2 12 16,-12-1 7-16,24-1 7 0,-13-1 0 0,-2-2-10 15,0-1 20-15,0-2-13 0,0-3 21 0,-3-1-15 16,0-2 19-16,0 0-30 0,-1-3 23 0,-1 1-8 15,0-1 30-15,-4 2-12 0,1 0 21 0,0 1 0 16,-1-1 22-16,1 3 9 0,-1 11 11 0,0-20 14 16,0 20-16-16,-1-15 6 0,1 15-35 0,0-12 15 15,0 12-4-15,0 0 55 0,0 0-20 0,0 0 36 16,0 0-30-16,-8 9 38 0,8-9-53 0,0 17 34 0,0-17-39 16,2 23-10-16,-2-11-6 0,4 3-8 15,-1 0-7-15,4 1-12 0,-2-1-3 0,1 4-4 16,2-3 12-16,2 1-33 0,-1 0-49 0,0-3-70 15,0 1-55-15,4-2-45 0,-4-2-63 0,0 0-73 0,2-2-90 16,-2-1-65-16,-2-4-122 0,-7-4-662 16,14 6-898-16</inkml:trace>
  <inkml:trace contextRef="#ctx0" brushRef="#br0" timeOffset="133350.4119">12165 10907 855 0,'-19'-22'715'16,"2"1"-122"-16,1 1-36 0,3 4-84 0,-1 0-16 16,3 1-63-16,1 3-61 0,1 2-52 0,1 0-51 15,1 2-46-15,3 0-47 0,4 8-29 0,-10-11-19 16,10 11-17-16,0 0-24 0,0 0-29 0,0 0-69 16,0 0-64-16,14 9-107 0,-3 0-80 0,1 2-65 0,1 3-86 15,1 1-143-15,0 1-481 0,2-2-693 16</inkml:trace>
  <inkml:trace contextRef="#ctx0" brushRef="#br0" timeOffset="133634.2404">12546 10675 697 0,'3'-21'800'16,"0"4"-78"-16,-3 0-115 0,0 3-19 0,0 1-17 15,-3 1-94-15,3 12-46 0,0-21-111 16,0 21-27-16,0-13-76 0,0 13 87 0,0 0-40 0,0 0-17 15,0 0-23-15,3 21-19 0,1-2-10 0,-2 6-10 16,5 7-3-16,-1 9-20 0,3 3-7 0,-1 3-50 16,2 1 21-16,1 0-44 0,1 2-50 0,3 6-32 15,1-2 0-15,0 1 0 0,0-10 0 0,-1-1 0 16,2 1 0-16,0-2 0 0,-1-4 0 0,2 1 0 16,-4-5 0-16,2 1 0 0,-1-4 0 0,-4-6-57 15,1-1-204-15,-3-4-103 0,1 0-23 0,0-4-68 16,-6-3-78-16,3 0-96 0,-3-4-96 0,-4-10-791 15,7 14-1147-15</inkml:trace>
  <inkml:trace contextRef="#ctx0" brushRef="#br0" timeOffset="135467.4662">13634 10549 448 0,'5'-31'494'0,"-1"-1"-88"16,-4 5-76-16,0 0-55 0,-2 2-34 0,-2 0 17 16,-1 0-17-16,-2 1 12 0,0 3-11 0,-2-1-34 15,-1 3 4-15,0 2-16 0,-1 1-34 0,2 4-14 16,-3 5-19-16,-1 2-17 0,-3 4 0 0,-1 6 6 16,-10 8 14-16,-3 7 8 0,-3 7-14 0,-8 10-11 15,3 6 0-15,0 7 15 0,0 10 12 0,4 4-7 16,1 5 17-16,3 8-45 0,4 1 21 0,5 2-45 15,2 2 27-15,9 1-41 0,5 0-6 0,8 1-13 16,5-1 25-16,10 1-46 0,5-4 32 0,13 11-47 16,6-8 31-16,8-4-43 0,-5-19-2 0,4-2-9 15,3-5-42-15,-1-3-40 0,1-5-5 0,-5-3-72 16,0-4-34-16,-6-5-46 0,-8-8-66 0,-4-1-42 16,-8-5-38-16,0-2 11 0,-6-5-19 0,-3-3-112 15,-3 0-540-15,-3-5-671 0</inkml:trace>
  <inkml:trace contextRef="#ctx0" brushRef="#br0" timeOffset="136034.7899">14063 11456 929 0,'-2'-19'819'0,"2"2"-135"15,-5 2-139-15,3 3-62 0,1-1-31 0,0 2-68 16,1 11-81-16,-5-18-69 0,5 18-34 0,0 0-3 15,0-11 30-15,0 11-19 0,0 0-11 0,5 11-18 16,-1 0-20-16,4 5-16 0,0 3-26 0,3 6-16 16,1 3-17-16,3 5 15 0,1-1-50 0,-3 1 25 15,4 0-50-15,-5-6 32 0,1 1-49 0,0-2 35 16,-1-1-56-16,-2-5 18 0,-1-1 0 0,0-1 29 16,-3 0-37-16,2-5 2 0,-2-1 2 0,-1-3 8 15,-1 0 2-15,-4-9 1 0,6 13-2 0,-6-13-2 16,0 0 1-16,0 0 31 0,0 0-41 0,0 0 29 15,-8-10-45-15,3-2 18 0,-2-6-55 0,-4-6 0 16,-2-4-60-16,-1-5-14 0,1-6-12 0,-4-3 7 16,3-2 19-16,-5-10 5 0,2-2 12 0,0-5-6 15,2-1 5-15,-3-2-5 0,3-1 13 0,3-1 18 0,1 2 7 16,2 2 25-16,1 10 4 0,2 2 8 16,2 2-2-16,1 4 8 0,1 8 9 0,2 3 29 15,-2 7 9-15,2 4-8 0,2 3-8 0,0 3-5 16,1 1 11-16,3 4 4 0,2 3 1 0,2 2-2 0,2 4-1 15,1 1-9-15,3 4 8 0,6 4-7 0,-1 4 6 16,3 5-5-16,5 5-1 0,-2 3-1 0,2 5-7 16,-2 0 7-16,0 3 4 0,-2 2-4 0,-3-1-2 15,-1 2-8-15,-2-2 7 0,-3-1-7 0,-5-6 22 16,-3-4-13-16,-3-2 3 0,-3-1-8 0,-3-1-2 16,-3-1 11-16,-5 0 3 0,-4-1-2 0,-3-2-1 15,-6 1-2-15,-5-1 6 0,-3-2-17 0,-1-2 26 16,-1-1-30-16,-1-3 12 0,5-1-24 0,0-2-48 15,1 0-61-15,1-1-43 0,7-2-90 0,1 2-96 16,4-4-60-16,14 2-106 0,-20-3-56 0,20 3-449 16,0 0-637-16</inkml:trace>
  <inkml:trace contextRef="#ctx0" brushRef="#br0" timeOffset="136419.225">14544 11283 719 0,'12'-5'734'0,"-12"5"-134"0,0 0-99 16,8-9-17-16,-8 9-31 0,0 0-31 0,5-7-32 15,-5 7-61-15,0 0 2 0,0 0-95 0,4-9-19 16,-4 9-78-16,0 0 1 0,0 0-57 0,0 0 11 16,18 3-45-16,-18-3 17 0,19 11-37 15,-6-3-8-15,2 4-5 0,1 0-2 0,1 1-3 16,2 5-5-16,1-1-14 0,-4 3-15 0,2-2-11 15,-5 0 1-15,1-1 2 0,-3 0-3 0,-1-1 12 0,0 0-5 16,-3-2 14-16,-1-2-13 0,-1 0 31 0,-1-3-20 16,2 0 18-16,-6-9-13 0,4 14 17 0,-4-14-10 15,0 0 14-15,-4 11-10 0,4-11 45 0,0 0-18 16,-14-2 10-16,14 2-5 0,-12-11-5 0,3 3 0 16,3-3-5-16,-1-2-2 0,3-2-9 0,1-3 1 15,-1 1-7-15,4-2 21 0,2-2-56 0,1-1 12 16,2 1-34-16,0 0-17 0,4 1-37 0,3 1-43 15,-1 0-21-15,4 2-70 0,-1 3-44 0,4-1-41 0,0 2-16 16,2 2-53-16,2 2-74 0,-1 1-98 0,1 1-357 16,-2 3-492-16</inkml:trace>
  <inkml:trace contextRef="#ctx0" brushRef="#br0" timeOffset="136753.8789">15183 11314 637 0,'0'0'647'0,"0"0"-148"0,0 0 2 15,0 0-50-15,-7-10-18 0,7 10-38 0,-3-11-27 16,3 11-12-16,0-17-67 0,2 8-18 0,-2 9-50 16,4-21 17-16,-2 11-72 0,1 0 18 0,3 0-70 15,-1 1 13-15,3 1-62 0,0 1-4 0,0 1-26 16,3 0 26-16,0 2-32 0,-1 3 16 0,-10 1-37 16,27 1 35-16,-12 3-40 0,-1 3 30 0,-1-1-38 15,0 4 1-15,1 2-2 0,-1 1 6 0,-2 2 2 16,-1 0 0-16,-1-1-6 0,-2 1 0 0,-2-1 29 15,-1 0-25-15,-1-3-2 0,-1 2 2 0,-1-2-5 16,-1-11 12-16,-2 19 10 0,2-19-12 0,-8 15 20 16,8-15 16-16,-13 10-6 0,13-10-7 0,-21 3 17 0,8-3-26 15,-1 0 15-15,-2-4-25 0,-2 0 2 16,-2-3-5-16,0 0 2 0,2-2 0 0,1 0-7 16,1-1-1-16,4 2-22 0,1-5-51 0,2 3-74 0,5-3-33 15,2 3-24-15,2 10-62 0,4-22-29 16,2 10-71-16,3 0-46 0,7 2-68 0,3-1-150 15,0 0-465-15,6-1-712 0</inkml:trace>
  <inkml:trace contextRef="#ctx0" brushRef="#br0" timeOffset="137037.0802">15659 11095 827 0,'-2'-15'817'0,"2"15"-77"0,-3-12-94 16,3 12-41-16,-2-11-99 0,2 11-51 0,0 0-116 15,-2-10-6-15,2 10-42 0,0 0 19 0,0 0-67 16,16 4 20-16,-5 4-83 0,4 5 18 0,5 4-68 16,3 3-25-16,3 6-16 0,1 5-9 0,0 2-21 15,2 11 8-15,-2 0-26 0,0 5-4 0,-3 0-9 16,-2 3-5-16,-4 1-3 0,-3-6-7 0,-2-1-1 16,-1 2 2-16,-3-1-7 0,-2-3 0 0,-5 2 2 0,0-11-3 15,-2 2 3-15,-2-2 15 0,-2-2-5 16,-5-2-1-16,-6 2-9 0,-3-5 12 0,-6 0-18 15,-4-3 8-15,-4-3-20 0,-3-4-20 0,-3-3-60 16,-2-4-68-16,4-5-118 0,1-3-79 0,5 0-143 0,-4-7-140 16,2-4-170-16,4-3-703 0,3-6-1139 0</inkml:trace>
  <inkml:trace contextRef="#ctx0" brushRef="#br0" timeOffset="137234.8338">15612 10712 1760 0,'0'0'694'0,"-8"-6"-173"0,8 6-85 0,0 0-82 15,0 0-40-15,-10-5-66 0,10 5-51 0,0 0-49 16,0 0-44-16,0 0-12 0,0 0-33 0,6 8-24 16,-6-8-103-16,12 15-48 0,-2-7-87 0,5 6-89 15,2 0-54-15,4 4-86 0,1 1-96 0,0 1-405 16,5 2-510-16</inkml:trace>
  <inkml:trace contextRef="#ctx0" brushRef="#br0" timeOffset="137952.3746">16005 11137 606 0,'3'8'720'0,"-3"-8"-150"0,6 14-81 0,-6-14-38 16,4 10-26-16,-4-10 4 0,3 9-23 0,-3-9-44 16,0 0-53-16,5 11-43 0,-5-11-50 0,0 0-43 15,13 4-31-15,-13-4-32 0,17 1-27 0,-17-1-12 16,28 0-30-16,-11-1-45 0,2 1-32 0,1-3-31 15,1 2-23-15,0-2-29 0,0 0 11 16,-1-1-37-16,-2 0 21 0,0-1-21 0,-3-3-5 0,0 1 12 16,-2-1 2-16,-2-2 25 0,-2-1 19 0,-3 0 23 15,-2 0 15-15,-3 1 15 0,-1 10 23 0,-3-21 25 16,-2 12 27-16,-1 1 10 0,-3-2 42 0,-3 4-16 16,0 0 38-16,-1 2-3 0,1 2 8 0,-1 0-10 15,-2 4 9-15,1 1 12 0,-2 3-4 0,1 1 26 16,-1 5-36-16,1 0 32 0,0 2-35 0,3 3 43 0,0 2-41 15,4 0-1-15,1 1 1 0,2 1-8 16,3-2-11-16,3 3-8 0,3 2-10 0,2 0 3 16,5 2-31-16,2 0-5 0,7 2-6 0,4-3-10 15,1-2-5-15,4-3 0 0,2-2-4 0,-2-4-20 0,1-3-31 16,2-1-25-16,0-3-18 0,0-1-11 0,-3-3-6 16,0-1-3-16,-2-3-7 0,0-2 30 15,-3-3-7-15,1-1 4 0,0-4 31 0,-1-4-36 0,-4-3 17 16,0-1 8-16,-2-5 8 0,-2-7 12 0,-2-1 7 15,-3-5 4-15,-3-3 3 0,-3-5 4 0,0-1 7 16,-5-2 2-16,-3-2 14 0,-3-2-3 0,1 1 25 16,0 1 15-16,-4 1 14 0,0 4 68 0,-1 3-36 15,1 3 55-15,1 7-33 0,0 6 47 0,2 4-62 16,1 3 13-16,0 4-61 0,2 3 26 0,3 12-39 16,-6-11 52-16,6 11-17 0,0 0 23 0,-3 13 1 15,4 2 17-15,4 4-17 0,-1 7-13 0,2 6-2 16,4 7-1-16,2 5-9 0,2 2-12 0,5 8-10 15,1 1-7-15,4-2-6 0,0 2-7 0,1-5 1 16,-2 0-12-16,2-2-1 0,-6-9-20 0,-1-1-11 16,1-2-20-16,-4-1-15 0,-3-8 3 0,-2-2 1 15,0-6-6-15,-3-2 11 0,-1-1 6 0,0-4 10 0,-2-3 6 16,-4-9 7-16,3 15 3 0,-3-15 1 16,0 0 3-16,-9 3 1 0,9-3 5 0,-15-8 11 0,2-2-13 15,-1-3 12-15,-2-1-16 0,-3-4 3 0,0-3-1 16,0 1 1-16,3 0 3 0,2 3 5 0,2 1 30 15,2 1-43-15,1 2 47 0,3-1-59 0,2 3 38 16,4 11-40-16,1-21 41 0,5 11-41 0,4-1 43 16,2 3-45-16,7-1-9 0,1 1-42 0,4 3-18 15,3-1-109-15,6 0-51 0,1 2-60 0,2 0-106 16,1 2-91-16,-2 0-103 0,-4 0-199 0,-2 0-430 16,-1-2-855-16</inkml:trace>
  <inkml:trace contextRef="#ctx0" brushRef="#br0" timeOffset="139035.9153">17524 11058 752 0,'-3'-19'689'0,"1"1"-89"15,-1 3-16-15,1 0-54 0,0 2-36 0,1 3-67 16,1 10-50-16,-4-19-76 0,4 19-53 0,-2-13-18 15,2 13-19-15,0 0 16 0,0 0 20 0,0 0 48 16,0 0-73-16,7 14 15 0,-2 0-69 0,0 4-14 16,1 3-22-16,3 6-20 0,2 2-16 0,-1 1-21 15,4 4-12-15,-1 0-9 0,1 2-14 0,1-3-1 16,-2 0-9-16,1-5 1 0,-2 0-15 0,1-3 4 16,-2 0-13-16,-2-6 10 0,1 0-8 0,-4-3 0 15,1-2-5-15,-2-3 13 0,0 0-6 0,-1-2 7 16,-4-9-4-16,7 12-2 0,-7-12-8 0,0 0-3 15,0 0-22-15,0 0 2 0,-1-15-25 0,-2 1 1 16,-1-4-16-16,0-6-13 0,-1-6-9 0,1-4-17 0,-1-9-9 16,1-4 6-16,1-1 49 0,1-2-36 0,1 0 22 15,1 0 11-15,1 0 9 0,1 1 20 16,1 2-9-16,1 4 7 0,-1 7 11 0,2 2 1 0,-2 8 7 16,0 1 5-16,0 4 5 0,-1 3 1 0,1 2-16 15,-1 4 5-15,2 3 3 0,-4 9 15 0,12-8 22 16,-12 8 15-16,16 3 29 0,-7 5-14 0,2 3 1 15,3 3 0-15,1 6-6 0,1 2-1 0,1 3 6 16,2 4-5-16,0 0-11 0,-1 2-6 0,2-1-6 16,-1 0 1-16,0-2-12 0,-2-2-6 0,-2-2 2 15,2-1-6-15,-3 1-2 0,1-4-3 0,-4-3 2 16,0-1-5-16,-2-4 1 0,-1 1-2 0,-3-5-1 16,4 2 6-16,-4-2 0 0,-5-8-4 0,9 7-27 15,-9-7-19-15,0 0-12 0,11-13-8 0,-7 1 17 16,-1-3-39-16,3-8 15 0,0-5-45 0,0-4 4 15,2-5 26-15,0-3 11 0,2 2 15 0,-2 5 9 16,0 4 12-16,1 1 9 0,-4 6 17 0,1 1 13 16,-2 5 3-16,0 1-2 0,-1 2-4 0,0 3 13 15,-3 10-10-15,7-13 25 0,-7 13 8 0,0 0 19 16,0 0 1-16,14 10-1 0,-9-1-5 0,1 4-5 0,1 2 0 16,0 5-4-16,1 1 29 0,2 6-45 0,2 0 28 15,-1 0-45-15,4 7 34 0,0-2-43 0,3 0 3 16,0 1-12-16,1 0-56 0,1-2-72 15,-1-1-88-15,3-1-50 0,0-2-61 0,-5-4-84 0,1-1-85 16,-2-1-57-16,-2-4-98 0,-1-3-610 0,-2-3-879 16</inkml:trace>
  <inkml:trace contextRef="#ctx0" brushRef="#br0" timeOffset="140136.1448">18773 11134 818 0,'0'0'713'0,"-4"-10"-182"16,4 10-66-16,0 0-82 0,-3-12 0 0,3 12-54 15,0 0-13-15,-4-9-48 0,4 9-22 0,0 0-48 16,0 0-32-16,-2-10-25 0,2 10-30 0,0 0-24 16,0 0-16-16,0 0-13 0,0 0-6 0,0 0-6 0,0 0-9 15,4-9-10-15,-4 9 6 0,0 0 9 16,0 0 3-16,0 0 19 0,0 0 8 0,0 0 8 15,0 0 3-15,0 0 0 0,0 0 11 0,0 0 47 0,0 0-44 16,0 0 1-16,0 0-5 0,0 0-12 0,6-6-19 16,-6 6-11-16,0 0-13 0,0 0-8 0,0 0-4 15,0 0-5-15,-1-10-8 0,1 10 2 16,0 0-2-16,0 0 28 0,-1-12-41 0,1 12 1 0,0 0 1 16,0 0-5-16,0-13 6 0,0 13 1 0,0 0 31 15,-2-12-44-15,2 12 12 0,0 0-11 0,0 0 2 16,-1-12 2-16,1 12 4 0,0 0 31 0,0 0-42 15,0 0 2-15,-1-12 4 0,1 12 1 0,0 0-4 16,0 0 38-16,0 0-39 0,-4-10 2 0,4 10 2 16,0 0-1-16,-7-5 3 0,7 5 5 0,-14-2-8 15,14 2 1-15,-20 3 0 0,4-1 5 0,0 2 35 16,-1 1-35-16,-2 3 31 0,1-1-40 0,-1 2 37 16,3 2-39-16,1-2 38 0,3 2-39 0,2-1 37 15,0 3-39-15,3-1 2 0,3 0 7 0,1 0 2 0,3-12 3 16,2 21 2-16,2-10 3 0,3-1-5 15,4 0 2-15,2-2-12 0,2 0-20 0,2-2-12 16,1-1-41-16,0-1-6 0,3-2-20 0,-2 2 3 0,-1-4 11 16,-1 0 15-16,-1 0 3 0,0-3 24 0,-1 0 11 15,-2-2 8-15,0-1 30 0,-4 0-26 0,-1-2 27 16,-2 0-41-16,-1-3 57 0,0 1-25 0,-1 0 34 16,-1-1-11-16,1 2 51 0,-4 9-22 0,6-17 28 15,-6 17-47-15,5-11 16 0,-5 11-37 0,7-8 14 16,-7 8-1-16,14 1 46 0,-3 4-24 0,2 3 44 15,9 7-26-15,4 7 22 0,2 3 5 0,1 4-6 16,-1 3-4-16,4 10 10 0,0 2-24 0,-6 6-7 16,-5 3-9-16,-2 2-7 0,-3 1-7 0,-5-6-6 15,-3 0-4-15,-2 0-3 0,-3 1-1 0,-3-1-2 16,-3-3-2-16,-5-1 10 0,-1-2-16 0,-2-4 16 16,-4-3-15-16,-5-2 12 0,-2-3-19 0,-2-5 18 15,-4-4-14-15,-1-2 9 0,1-8-17 0,-1-2 15 0,0-4-18 16,2-5 17-16,0-2-19 0,0-2 5 15,4-4-39-15,1-5-10 0,-1-3-59 0,6-4-64 16,1-4-24-16,7-4-27 0,4-4-26 0,4-4-33 16,5-7 17-16,5-3-21 0,5-3 26 0,4-6 7 0,5-2 38 15,2 2 17-15,2 2 38 0,-2 0 14 0,1 2 35 16,0-1 5-16,-2 3 36 0,-5 6-1 16,-1 1 13-16,-1 3 34 0,-4 2 34 0,-3 6 16 0,0 0 41 15,-4 5 31-15,-2 3 30 0,-1 2 12 0,1 1 10 16,-2 3 26-16,-1 1-30 0,1 4 0 0,-1-2-19 15,-1 12-26-15,4-19-39 0,-4 19 5 0,4-12 5 16,-4 12 21-16,0 0-12 0,9-7 5 0,-9 7 16 16,11 3 12-16,-11-3 4 0,18 10-11 0,-6-2 27 15,3 3-3-15,0 1-1 0,3 1-45 0,3 4-5 16,0 0 3-16,3 2 1 0,3 4-6 0,0 1-11 16,0-2 8-16,-1 2-29 0,0 0 11 0,-1-1-29 15,-4-2 14-15,-1-3-26 0,-2 1-2 0,-2-5 4 16,-2-1-6-16,-3-1-1 0,0-2 2 0,-2-1 2 0,-1 0 6 15,0-2 3-15,-8-7 1 0,9 8-6 16,-9-8 2-16,0 0 1 0,0 0 1 0,0 0 8 16,-6-10-21-16,-2 2 22 0,0-4-24 0,-2-4 0 0,0-2 1 15,0-3 0-15,2-1 1 0,1-1 4 0,1-1 24 16,2 0-41-16,2 0 37 0,2 0-40 0,1-1 34 16,2 2-39-16,3 1 2 0,1 2 8 15,2 0-27-15,2 1-30 0,2 2-13 0,1 0-71 0,2 4-26 16,-1 0-56-16,3 2-34 0,1 3-78 0,-5 2-57 15,3 0-43-15,-2 3-106 0,-3 1-727 16,-12 2-883-16</inkml:trace>
  <inkml:trace contextRef="#ctx0" brushRef="#br0" timeOffset="140453.1763">19752 10524 833 0,'-17'-40'767'0,"1"3"-89"0,1 2-100 0,1 2-54 16,4 7-16-16,1 6-66 0,1 2-45 0,3 3-116 16,-1 2-35-16,3 4-76 0,3 9-6 0,0 0-44 15,8-7 44-15,2 11-20 0,5 8 32 0,8 4-45 0,5 9 22 16,3 5-48-16,6 11 33 0,0 3-42 0,0 3 7 16,0 6 5-16,-3 3-9 0,-4 2 2 15,-1 5-10-15,-5 0 4 0,1 5-11 0,-4-1 2 0,-5 1-3 16,-1 0-18-16,-2 0 7 0,-2 0-19 0,-4-1 6 15,-3-10-16-15,-2-3-4 0,-1-1-9 0,-4-2 1 16,-1-2-9-16,-2-4 5 0,-4-3-6 16,0-3 0-16,-3-3-11 0,-3-1-2 0,2-10-14 0,-4-1-40 15,-1-2-65-15,0-4-99 0,-3-2-119 0,3-4-111 16,-1-1-162-16,-1-4-157 0,4-4-1029 0,-1-1-1486 16</inkml:trace>
  <inkml:trace contextRef="#ctx0" brushRef="#br0" timeOffset="143609.9204">21211 11346 9 0,'0'0'379'0,"-14"-9"-67"0,14 9-30 16,-10-9-20-16,10 9-25 0,-8-7-50 0,8 7 19 15,-9-7-15-15,9 7-12 0,-6-8-8 0,6 8-25 16,0 0-3-16,-9-9-23 0,9 9 9 0,0 0-14 15,-7-8 1-15,7 8-14 0,0 0 7 0,-7-10-13 16,7 10 10-16,0 0-17 0,-6-7 13 0,6 7-22 16,0 0 7-16,0 0-22 0,-7-8 13 0,7 8-43 15,0 0 21-15,0 0-19 0,0 0 18 0,0 0-33 16,-7-8 26-16,7 8-30 0,0 0 27 0,0 0-22 16,0 0 21-16,0 0-24 0,0 0 15 0,0 0-14 0,0 0 20 15,0 0-21-15,-5-7 21 0,5 7-21 16,0 0 21-16,0 0-11 0,0 0 33 0,0 0 3 15,0 0 30-15,0 0 4 0,15 2-5 0,-15-2-6 16,20 0-2-16,-5 0-18 0,6 0-8 0,6-1-6 0,5 0-9 16,8-1-11-16,11 0-4 0,4 0-7 0,2-1-25 15,3 2 24-15,1-1-17 0,0-1 8 0,1 1-2 16,-2 1-5-16,-2-1-5 0,-1 1 4 0,-3-1 2 16,-3 1-9-16,-9-1 0 0,-1 1 8 0,-4 0-6 15,-6-1 2-15,-1 2 13 0,-4-1-18 0,-3 0-1 16,-4 0 21-16,-1 0-17 0,-2 0 13 0,-3 1-11 15,-1 0 19-15,-12 0-14 0,22-2 26 0,-22 2-21 16,17-1 18-16,-17 1-27 0,13-2 23 0,-13 2-30 16,0 0 22-16,11-2-26 0,-11 2 22 0,0 0-24 0,0 0 19 15,-15-2-23-15,15 2 3 0,-24 1 3 16,7 0 4-16,-4 1-2 0,-6-1 2 0,-3 1-1 16,-6 0-2-16,-3 1-3 0,-7 1 7 0,-3-3 1 15,0 2-6-15,-1 0 13 0,0 1-7 0,0-2-3 0,3 1-2 16,-2 0 5-16,8 0 4 0,0 0-1 15,2-2 0-15,1 3 0 0,1-2-2 0,2 2-4 16,-1 0 6-16,7-1-22 0,2 0 25 0,0-1-4 0,1 1-6 16,2 0-11-16,3 0 4 0,3-1-3 0,0 0-7 15,4 0-14-15,0 0-8 0,2-1-9 0,12-1-14 16,-22 2-2-16,22-2-9 0,-16 1-36 0,16-1 3 16,-14 2-49-16,14-2-13 0,0 0-50 0,-16 1-15 15,16-1-38-15,0 0-41 0,0 0-38 0,0 0-103 16,0 0-494-16,0 0-534 0</inkml:trace>
  <inkml:trace contextRef="#ctx0" brushRef="#br0" timeOffset="144774.2807">22710 10418 580 0,'-7'-19'491'0,"-1"-1"-103"16,1 0-61-16,-2 0-48 0,0 1-30 0,2 0-17 15,-1 0-2-15,-1 1 16 0,2 1-27 0,1 1 6 16,0 3 27-16,1-2-41 0,0 0 18 0,1 5-28 15,1 0-29-15,-1 1-43 0,4 9-18 0,-3-14-37 0,3 14-1 16,0 0-16-16,0 0 11 0,0 0 4 0,0 0 7 16,0 0 6-16,8 14-1 0,-3 1 16 15,3 4-21-15,-1 1 16 0,0 3-30 0,2 3 26 16,1 3-45-16,0-1-7 0,-1 3-5 0,2-2-5 0,-1 1-8 16,0-1-3-16,2 7 31 0,-2-7-36 0,0 0-3 15,2 1-2-15,-2 0-4 0,0-2-15 0,2 1-34 16,-3-2-35-16,1 0-41 0,-1-2-72 0,-1-2-50 15,-2 0-89-15,-1-3-49 0,0 1-70 0,0-4-128 16,0-3-559-16,-2 0-751 0</inkml:trace>
  <inkml:trace contextRef="#ctx0" brushRef="#br0" timeOffset="145005.9346">23107 10296 1199 0,'5'-17'857'16,"0"4"-179"-16,-1 2-164 0,-2 0-99 0,2 3-86 0,-4 8-46 16,4-12-37-16,-4 12-5 0,0 0 19 15,0 0-47-15,12 2 46 0,-7 6-67 0,0 1 14 16,2 5-69-16,1 3 15 0,2 2-68 0,3 4-16 16,-1 2-8-16,4 1-19 0,3 4-4 0,-2-1-5 15,2 2-10-15,-1-1-12 0,1 1-85 0,-3-2-54 0,0-4-58 16,-2 0-54-16,0 0-90 0,-3 0-82 0,1-2-66 15,-4-3-142-15,-2-1-663 0,-1-3-890 0</inkml:trace>
  <inkml:trace contextRef="#ctx0" brushRef="#br0" timeOffset="145321.4782">22640 10165 553 0,'-43'-28'669'0,"7"4"-160"0,-1 0-107 0,1 3-82 16,0 0-48-16,1 2-2 0,2 1-9 0,6 4 22 15,2 0-22-15,4 3-11 0,4 1-26 0,2 2-45 16,2 2-45-16,2-1-30 0,2 2-21 0,9 5-22 16,-9-6-6-16,9 6-10 0,0 0-10 0,16-3 0 15,2 3-10-15,8 0-7 0,11 2-12 0,6-1 15 0,10-1-7 16,7 1-3-16,2-2 1 0,15 1-5 15,1-1-7-15,3-1-18 0,1 2-20 0,-1 0-40 0,0-1 5 16,-4 0-49-16,-13 1-14 0,-3-2-42 16,-5 2-34-16,-5 0-44 0,-12 0-51 0,-7 0-14 0,-4 0-32 15,-6 2 75-15,-5-2-35 0,-2 1-86 0,-15-1-242 16,18 1-154-16</inkml:trace>
  <inkml:trace contextRef="#ctx0" brushRef="#br0" timeOffset="147441.0926">24101 10950 394 0,'6'-7'608'0,"0"1"-100"0,-6 6-9 16,8-13-16-16,-8 13-10 0,6-16-24 0,-6 16-7 16,4-15-30-16,-4 15-48 0,1-17-33 0,-1 17-7 15,-3-14 4-15,3 14-16 0,-1-13-27 0,1 13-49 16,-1-10-41-16,1 10-42 0,0 0-33 0,-2-11-22 16,2 11-8-16,0 0-9 0,0 0-2 0,-2 13 7 15,2-13 2-15,0 25-10 0,0-7-13 0,1 2-10 16,0 4-12-16,1 3-10 0,0 0 5 0,2 0-15 15,-1 7 0-15,1-5-10 0,0 0-2 0,0-2-2 16,0-1 2-16,0-2-4 0,1-1 1 0,0-1-5 16,-1-1-3-16,-1-5 4 0,0-1-20 0,0-3 3 15,-1-1-3-15,1-1 12 0,-3-10-6 0,3 16 1 16,-3-16-30-16,0 0-3 0,5 10-21 0,-5-10 6 0,0 0-20 16,0 0-11-16,5-13-23 0,-5 13-10 0,4-20-9 15,-2 5-8-15,1-2 3 0,0-1 45 16,1-5-42-16,0 1 41 0,2-2-7 0,-1 1 41 0,0 1-13 15,0-1 16-15,0 2 10 0,0-1 11 0,2 1 7 16,-1 2 14-16,-1 3 22 0,0 1-3 0,2 0 4 16,0 2-7-16,-4 3 6 0,2 1-14 0,0 1 29 15,-5 8 11-15,10-13 12 0,-10 13 12 0,13-4 28 16,-13 4 11-16,13 4-2 0,-13-4-15 0,16 11 22 16,-8-4-47-16,1 0 31 0,-1 5-43 0,2 0-7 15,-1 0-4-15,0 1 0 0,1 3-7 0,1-1-9 16,-1 1 0-16,2 0-4 0,-2-1-1 0,1 0 6 15,2 0-9-15,-2-4-4 0,-2 1-3 0,2-1-1 16,-2-1-3-16,3 1-7 0,-3-4-9 0,1 2-4 16,2-2-6-16,-2-3-11 0,1 0-5 0,2-1-20 0,-2 0-22 15,2-3-13-15,1-2 2 0,-1-1 8 16,4-2-21-16,-1 1-5 0,1-3-4 0,2-2 2 16,-1 0 18-16,0-2 17 0,-1-2 14 0,0 1 19 0,-3-2 2 15,0-2 9-15,-1-1 13 0,-4 0 16 16,1-2 16-16,-4 0 13 0,-1 2 14 0,-3-1 8 15,0 2 12-15,-3-1 1 0,-1 0 17 0,0 1 13 0,-4 0-9 16,0 3-6-16,0-1 11 0,-2 3 3 0,1-1 0 16,0 1-5-16,-1 4-8 0,2 2-5 0,6 5 4 15,-17-7 11-15,17 7 5 0,-18 0 3 0,7 5-8 16,-1 2 9-16,1 2-8 0,-1 2 2 0,1 3-2 16,0 3-16-16,0 0-8 0,1 2-9 0,4 0-4 15,0 0-11-15,2 2-6 0,3-3-2 0,1 0 1 16,1 2-9-16,3 1 0 0,3-1-4 0,2-2-7 15,3-1-6-15,2 0-22 0,5 0-34 0,1-1-24 16,0-4-12-16,2-2-12 0,-2 0 0 0,0-2 3 16,-1-2 13-16,-2-2-2 0,0 0 13 0,-4-2 16 15,1-2 0-15,-2-3 13 0,0-2 3 0,-1-1 8 16,-2-4 7-16,-1-1 37 0,-3-4-37 0,0 1 39 16,-2-5-34-16,-2 0 35 0,-1-1-35 0,-1-2 4 15,0 0 11-15,-1-1 2 0,-2 4 10 0,1-2 13 16,-2 4 10-16,3 0 20 0,-2 3-11 0,0 0 3 0,1 3-1 15,1 1-10-15,2 10-5 0,-5-16-8 16,5 16 3-16,0 0 6 0,-6-6 18 0,6 6 10 16,0 0-7-16,-6 16-4 0,6-16-4 0,-1 21-5 0,1-8-5 15,5 2-4-15,-3 2-4 0,1 0-1 0,2-3-4 16,4 5 0-16,-2 0-4 0,2-2-5 16,0-3-31-16,1 3-28 0,1-3-28 0,-2 0-15 15,1-3-23-15,2 0-14 0,-1-1-18 0,0-3-2 0,1 0 2 16,-3-3 11-16,1-3 8 0,-10-1 12 0,23 0 23 15,-14-3 14-15,3-1 18 0,-3-5-6 16,0-1 9-16,2-3-6 0,0-2 30 0,-4-4-12 0,3 0 24 16,-2-1-6-16,-1 1 37 0,-1 2 34 0,1 0 10 15,-2 1 9-15,-1 3 16 0,-1 0 20 0,0 1 11 16,0 3-2-16,-3 9-14 0,4-18-16 16,-4 18-9-16,3-12-15 0,-3 12 0 0,0 0 4 0,5-8 10 15,-5 8 12-15,0 0 15 0,2 9 5 0,-2-9-4 16,5 17 8-16,-3-5-10 0,2 1-1 0,0 1-7 15,1 2-14-15,1-2-11 0,0 3-10 0,-1-1-12 16,2 3-5-16,0-3-4 0,-2-1-3 0,2 1-8 16,-1-1-2-16,-1 0 0 0,1-2-4 0,-2 1-8 15,0-3-8-15,2-1-15 0,-3-1-9 0,1-1-3 16,-4-8 5-16,6 14 5 0,-6-14-8 0,4 9-26 0,-4-9-16 16,0 0-27-16,0 0-12 0,0 0 0 15,13-8 2-15,-13 8 6 0,8-15 12 0,-4 7 13 16,0-3 18-16,1 2 10 0,-1-2 8 0,2 0 9 0,-2 1 17 15,0 1 28-15,1 0 15 0,-1-1 19 0,0 3 11 16,-4 7 3-16,10-15 16 0,-10 15-4 16,5-11-5-16,-5 11-5 0,6-10-10 0,-6 10-8 15,0 0-8-15,5-11-3 0,-5 11-8 0,0 0-2 0,8-6 5 16,-8 6 5-16,0 0 2 0,0 0-1 0,14 4-1 16,-14-4 6-16,9 7-6 0,-9-7-3 0,8 10-3 15,-8-10 0-15,12 12-7 0,-12-12-5 0,11 13-5 16,-11-13-1-16,10 12-1 0,-10-12-4 0,8 14 2 15,-8-14-13-15,9 12-5 0,-9-12-19 0,5 11-10 16,-5-11-3-16,6 8 3 0,-6-8 9 0,6 7 6 16,-6-7 1-16,0 0-23 0,0 0-32 0,0 0 2 15,15-1 4-15,-15 1 12 0,8-12 14 0,-8 12-2 16,10-13 17-16,-6 4 5 0,1 1 11 0,-1 0 31 16,1 0-26-16,-1 0 11 0,2 0 51 0,-6 8-17 15,8-14 52-15,-8 14-32 0,6-11 38 0,-6 11-50 16,5-10-3-16,-5 10 21 0,0 0-44 0,8-7 40 15,-8 7-29-15,0 0 45 0,13 6-42 0,-13-6 2 16,10 11 28-16,-5-4-43 0,2 1 1 0,-1 1-2 16,3 1-1-16,-2 0 2 0,3 1-2 0,0-1 0 0,1 1-3 15,1-1 1-15,1 0-1 0,3 1 1 16,-3-3-3-16,1-1 4 0,1 1-7 0,0-3-3 16,-2 0-9-16,2-2 0 0,-1 0-2 0,-1-1 5 15,-13-2-3-15,23-1 4 0,-10 0-2 0,-1-3-8 0,-2-1-6 16,2 0-16-16,-1-6 22 0,-2 2-40 15,3-4 30-15,-5 0-46 0,1-5 37 0,-1 0-30 16,0-2 38-16,-3 3-32 0,-1 0 19 0,-1 1 5 16,-2 1 41-16,-2 2-33 0,0 0 2 0,1 1 9 0,-3 2-1 15,-1 0 4-15,1 1 15 0,4 9 29 0,-11-9-27 16,11 9 7-16,-11-2 58 0,11 2-39 0,-17 7 63 16,9 1-26-16,0 1 44 0,0 3-34 0,3 1 38 15,-1 1-42-15,2 3 1 0,1 0-6 0,1-1-14 16,4 3-9-16,0-1-4 0,0 0-6 0,5 2-9 15,-1 1-6-15,6-2-5 0,-1 1-27 16,5 0-39-16,4 0-58 0,3-2-67 0,2 0-17 0,6 1-75 16,1-3-47-16,5 0-74 0,-3-1-71 0,4-2-80 15,-6-3-137-15,1-1-677 0,-2-2-955 0</inkml:trace>
  <inkml:trace contextRef="#ctx0" brushRef="#br0" timeOffset="147672.4822">26825 11369 1425 0,'0'0'888'0,"0"0"-222"0,0 0-144 16,0 0-85-16,-4 10 20 0,4-10-75 0,0 0-8 0,-3 14-33 16,3-14-4-16,-4 11-47 0,4-11-34 15,-7 17-30-15,4-6-44 0,-1-1-33 0,0 2-31 16,-1 2-18-16,1-1-23 0,0 0-16 0,-4 1-13 15,4 0-14-15,-3 0-31 0,3-1-57 0,-3 0-86 0,3 0-89 16,-1-2-68-16,0-1-111 0,1-1-115 16,4-9-77-16,-6 15-124 0,6-15-674 0,-5 8-1001 15</inkml:trace>
  <inkml:trace contextRef="#ctx0" brushRef="#br0" timeOffset="149560.5422">27187 10979 628 0,'0'0'816'0,"-10"-7"-162"0,10 7-141 15,-9-6-47-15,9 6-54 0,-10-4-14 0,10 4-15 16,-12-5-71-16,12 5-23 0,-11-1-26 15,11 1 3-15,0 0-72 0,-16 0 3 0,16 0-65 0,0 0 18 16,-13 5-56-16,13-5 20 0,0 0-54 0,-5 9 26 16,5-9-52-16,3 9 33 0,-3-9-50 0,10 10 26 15,0-6-54-15,1 2-28 0,3-2 10 16,1 0-46-16,1 1 15 0,1-2-45 0,0 1-3 0,0-2-4 16,1-1 6-16,-4-1 20 0,2-1-3 0,-3-2 17 15,3-4-2-15,-3-1 15 0,-2-1-8 0,-1-2 22 16,-4-2-3-16,1-2 19 0,-3-1-5 0,-4-1 22 15,0-1-10-15,-2 1 25 0,-3-1 8 16,-1 0 2-16,-2 0 9 0,-2 3 3 0,-1 0 7 0,-2 5 9 16,1 0 2-16,-3 3 6 0,-1 5 17 0,-2-1 6 15,-2 4 12-15,1 3 3 0,-3 3 10 0,-4 5 1 16,2 3 4-16,0 3 46 0,4 1-46 0,0 2 42 16,1 3-61-16,6 1 35 0,1 1-42 0,4-4 28 15,3 2-48-15,1 2-3 0,4 0-11 0,4-1-5 16,3 3-8-16,3-1-1 0,0-1-5 0,4-2-7 15,4-2-2-15,2-1-45 0,0-3-2 0,5 0-48 0,-2-2-26 16,4-2-43-16,-2-2-29 0,1-3-9 16,-1-1-9-16,-3-2-4 0,1-2 1 0,-1-2 22 15,-2-2-12-15,1-2 43 0,1-3-25 0,-2-2 35 16,1-3-11-16,-4-3 32 0,4-3 5 0,-3-5 24 16,-3 0 10-16,-2-4 21 0,1-1 20 0,-3-2 25 15,-1 0 19-15,-2 0 28 0,-3-1 11 0,2 6 45 16,-3-1 12-16,-2 1 20 0,1 5 0 0,-1 0 21 15,1 2 4-15,-2 1-9 0,0 2-24 0,-1 2-13 16,0 11-18-16,2-17-15 0,-2 17-6 0,0 0 14 16,0 0 41-16,0 0-30 0,0 0 39 0,0 0-43 15,-2 16 26-15,2-2-51 0,0 0 39 0,2 3-47 16,0 0 25-16,2 2-47 0,-1-1 27 0,1 2-43 16,0 1 38-16,2 1-56 0,-2-2 36 0,2 1-40 0,-1-4-15 15,-1 0-25-15,2-3-21 0,0 1-7 0,-1-3-11 16,-1 1-17-16,0-3 6 0,1 0 8 0,-1-3 22 15,-4-7 8-15,11 11 4 0,-11-11 7 16,12 3-2-16,-12-3 12 0,12-4 7 0,-4-2-1 0,0-1 8 16,-1-5-18-16,2-1-4 0,1-5 4 0,-1-1-2 15,-1-1 8-15,2-1 8 0,-1 0 14 0,-1 0 1 16,0 0 16-16,0 2 32 0,-1 1 7 0,-1 3 52 16,-1 2-8-16,-1 1 34 0,2 2-42 0,-3 1 35 15,-3 9-68-15,7-14 36 0,-7 14-23 0,0 0 79 16,9-7-7-16,-9 7 15 0,0 0-58 0,12 9 27 15,-12-9-50-15,9 12 45 0,-5-3-50 0,0 0 32 16,1 2-52-16,2 0 36 0,-2 1-50 0,-1 1 37 16,2-2-56-16,0 3 50 0,-1-3-62 0,0 0 45 15,-1 0-52-15,-1 0 5 0,2-1-6 0,-1 0-3 16,-2-1-17-16,-2-9-24 0,7 15-11 0,-7-15 4 16,7 12 12-16,-7-12 7 0,2 10 48 0,-2-10-50 15,0 0-18-15,7 8-22 0,-7-8-41 0,0 0 49 16,10-10-25-16,-10 10 36 0,8-16-19 0,-1 5 40 15,-1-1-21-15,0-1 49 0,-1 0-25 0,3 0 35 16,-2 0-22-16,0 0 42 0,-1 1-23 0,1 2 65 16,-2 0-9-16,-4 10 50 0,8-16-43 0,-8 16 32 0,7-13-54 15,-7 13 26-15,4-11-45 0,-4 11 32 16,0 0-27-16,7-7 38 0,-7 7-43 0,0 0 31 16,0 0-35-16,6 10 35 0,-6-10-40 0,8 11 35 15,-8-11-40-15,6 17 42 0,0-8-43 0,-1 0 39 0,1 1-40 16,2 2 35-16,1-1-35 0,1-1 35 0,1-1-47 15,-1 2 29-15,3-1-48 0,2-2 20 0,-1 1-57 16,2-2 25-16,-1 0-44 0,2-1 39 16,0-1-37-16,-1-2 27 0,1-1-30 0,0-2 23 0,-1 0-20 15,-1-1 61-15,2-3-38 0,-2-1 5 0,1-3-3 16,-2 0 15-16,2-3 3 0,-2-1 21 0,-1-2-4 16,-2-1 11-16,0 0-6 0,-2-1 20 0,-1 2 6 15,-1-1 23-15,-1 1-9 0,-3 0 24 0,1 1-20 16,-2 1 25-16,-1 2-19 0,-1 10 24 0,-4-22-27 15,1 13 31-15,-2 0-33 0,-1 3 28 0,-1 0-21 16,7 6 33-16,-20-7-36 0,20 7 41 0,-21-2-42 16,9 5 50-16,0 1-47 0,-2 1 40 0,2 1-34 15,-2 2 34-15,3 2-40 0,-1 0 33 0,0 1-33 16,2 1 31-16,-1 1-45 0,3-2 32 0,0 3-36 16,1-2 33-16,1 3-40 0,1-3 32 0,1 0-42 15,1 1 39-15,3-2-37 0,0-11 38 0,2 21-41 16,1-10 36-16,2-2-54 0,1 0 27 0,1-1-45 0,1-2 33 15,4 2-40-15,-3-3 44 0,2-1-33 0,0 1 32 16,-1-2-40-16,1-2 37 0,-11-1-30 16,22 1 41-16,-9-3-31 0,-1 0 44 0,-1-2-52 0,3-3 32 15,-3-1-45-15,0-1 47 0,1 0-41 0,-2-4 43 16,1-1-39-16,-1-3 35 0,-2 1-26 0,-1 1 28 16,-1 0-23-16,0-1 33 0,-2 2-23 0,0 0 25 15,-1 0-20-15,-1 1 37 0,1 3-29 0,-2-1 37 16,-1 11-30-16,3-17 31 0,-3 17-30 0,2-14 33 15,-2 14-37-15,2-11 25 0,-2 11-31 0,0 0 41 16,0 0-24-16,0 0 35 0,0 0-36 0,0 0 46 16,6 11-44-16,-6-11 51 0,2 17-40 0,-2-17 32 15,4 21-38-15,-2-9 33 0,3 1-40 0,0-1 40 16,2 1-45-16,1-1 41 0,0 1-51 0,1-2 43 16,3 1-41-16,-1-2 27 0,0 0-52 0,2-1 32 15,-2-2-30-15,0 1 34 0,2-2-34 0,-3-1 42 16,0-2-33-16,-10-3 39 0,18 3-34 0,-18-3 32 0,18-1-35 15,-18 1 42-15,15-8-38 0,-7 1 35 0,1-1-34 16,-3-2 39-16,0-4-47 0,0 1 40 0,-3 0-33 16,3-4 36-16,-3 3-38 0,-1-3 44 15,0 5-33-15,-1-1 49 0,-1 1-26 0,0 12 42 0,3-21-34 16,-3 21 29-16,1-15-46 0,-1 15 28 0,1-13-38 16,-1 13 39-16,0 0-25 0,0 0 45 0,0 0-36 15,0 0 43-15,-7 9-40 0,7-9 40 0,-2 15-43 16,2-15 29-16,-1 21-39 0,2-9 34 0,0 1-45 15,2 1 39-15,0 1-52 0,1-1-4 0,2 1-103 16,-1-1-32-16,4 0-90 0,-2-1-58 0,1-1-57 16,1-1-91-16,-2 1-53 0,-1-5-50 0,1 2-146 15,-7-9-472-15,9 11-783 0</inkml:trace>
  <inkml:trace contextRef="#ctx0" brushRef="#br0" timeOffset="149759.3837">28757 10705 529 0,'-7'-18'804'0,"0"3"-149"0,-1 0-90 0,3 4-48 0,0-2-38 15,-1 4-43-15,1-1-62 0,5 10-46 16,-6-15-76-16,6 15-27 0,-6-12-67 0,6 12-11 0,-3-11-57 16,3 11 13-16,0 0-49 0,0 0 8 0,0 0-74 15,0 0-44-15,20 5-66 0,-11 1-41 0,0 0-78 16,-1 2-29-16,4 2-44 0,0 1-33 0,-2-1-35 15,2 5-71-15,-2-5-83 0,2 1-369 0,-1 0-471 16</inkml:trace>
  <inkml:trace contextRef="#ctx0" brushRef="#br0" timeOffset="150023.9135">29006 10684 301 0,'7'-15'600'16,"-1"1"-79"-16,-1-3-56 0,2-2 1 0,0 0-47 15,-2 0 3-15,1 0 3 0,-1 1 16 0,0 3-36 16,-1 1 27-16,-1 2-37 0,0 2-60 0,0-1-68 15,-3 11-58-15,3-14-39 0,-3 14-25 0,0 0 40 16,0 0-22-16,0 0 67 0,6 7-63 0,-5 4 1 16,0 2-4-16,0 6-10 0,0 5-15 0,1 3 21 0,2 5-17 15,-2 4-43-15,0 1-100 0,1 7 0 16,0-1 0-16,0-1 0 0,0-4 0 0,2 3 0 16,1 2 0-16,1-4 0 0,-1-6 0 0,1-2 0 0,0 0 0 15,2-3 0-15,1 0-93 0,-4-6-136 16,0-2-5-16,3-1-84 0,-4-2-15 0,2-3-26 0,-1 0-59 15,-1-3-50-15,1 0-62 0,-2-3-63 0,-4-8-231 16,5 8-370-16,-5-8-803 0</inkml:trace>
  <inkml:trace contextRef="#ctx0" brushRef="#br0" timeOffset="150657.9831">29804 9788 638 0,'-7'-29'431'0,"1"5"-32"0,1 1-116 0,1 0 12 16,-1 3-32-16,0 0-4 0,2 2-14 0,-2 2 36 15,2 2 8-15,0 0-5 0,0 3-33 0,0 0-35 16,1 2-45-16,2 9-37 0,-5-15-29 0,5 15-9 0,-6-8 8 15,6 8 23-15,-14 5 15 0,4 3 23 16,-4 6-9-16,-2 5 2 0,-3 3 7 0,-2 9-37 16,0 5 43-16,1 3-43 0,-1 11 28 0,2 6-52 0,2 6 25 15,4 0-20-15,3 4-18 0,2 2-17 0,5-1-7 16,3-6-54-16,3 6 33 0,6 0-35 0,2 0-1 16,5-3 31-16,3-2-43 0,4-2 30 0,3-4-93 15,3-5 15-15,4-1-73 0,1-7-7 0,3-3-68 16,1-6-60-16,-3-7-70 0,2-2-52 0,0-5-72 15,0-2-53-15,3-4-111 0,0-4-599 16,-6-3-825-16</inkml:trace>
  <inkml:trace contextRef="#ctx0" brushRef="#br0" timeOffset="151191.4551">30282 10297 911 0,'-3'-21'707'0,"1"4"-103"0,-1 2-100 0,1 3-65 16,0 0-55-16,1 1-64 0,1 11-52 0,-3-18-30 15,3 18-6-15,-3-10 23 0,3 10 0 0,0 0 16 0,0 0-17 16,-10 8-6-16,10-8-27 0,-4 22-24 16,1-8-21-16,1 4-17 0,1 1-26 0,0 2-25 15,2 5-18-15,0-1-51 0,1 3 27 0,1-2-48 16,2 5 45-16,0-1-56 0,1-3 34 0,1 2-42 0,-2-4 37 15,1-2-45-15,1-1 33 0,-1-2-76 0,-1-3 19 16,0-3-39-16,-1 1 45 0,-1-5-26 16,0 1 49-16,-3-11-39 0,5 14 47 0,-5-14-42 0,0 0 34 15,0 0-35-15,0 0 36 0,0 0-35 0,-9-14 45 16,3 1-47-16,-2-8 32 0,0 0-26 0,-3-8 0 16,0-5-4-16,-1-3-6 0,3-5-6 0,0 1 5 15,2-5 7-15,1 0 5 0,2 1 3 0,3-2-28 16,1 7 42-16,2-4-29 0,0 7 35 0,4 1-27 15,-1 3 38-15,2 1-1 0,1 3 4 0,2 2-14 16,-2 6 4-16,1 2-3 0,2 1 2 0,0 2 0 16,1 3-1-16,0 1-1 0,0 4 0 0,0 0 2 15,1 2-3-15,-1 3 3 0,1 2-29 0,-13 1 40 16,23 2-31-16,-10 2 31 0,-1 2-27 0,1 1 28 0,-1 1-27 16,-2 2 35-16,0 0-32 0,-1 1 25 15,-1 0-24-15,-1 1 24 0,-1 1 5 0,-2-3-2 16,-1 2-4-16,-2-2-7 0,-1-10 2 0,-2 23-4 0,0-13-4 15,-4 2-6-15,-3-1-26 0,0 0-25 16,-2-1-29-16,-2 0-14 0,-1-1-34 0,0 0-25 16,0-1-41-16,-1 0-36 0,0 1-51 0,0-2-14 15,1 0-60-15,-1 3-3 0,3-2-76 0,-1 0-104 0,1 2-298 16,2-2-395-16</inkml:trace>
  <inkml:trace contextRef="#ctx0" brushRef="#br0" timeOffset="151574.0997">30524 10387 194 0,'0'0'756'0,"5"-12"-177"16,-5 12-54-16,3-14-44 0,-3 14-17 0,2-17-21 16,-2 17-50-16,5-18-44 0,-5 18-38 0,5-17-29 15,-5 17-37-15,3-12-43 0,-3 12-49 0,5-10-28 16,-5 10-33-16,9-5-16 0,-9 5-14 0,12 3-16 15,-12-3-6-15,16 11-7 0,-7-1 2 0,0 1-16 16,1 1-3-16,-1 3-1 0,1 2-3 0,-1-2 1 16,-1 2-5-16,0-1 3 0,-3 0-24 0,1-1 23 0,-1 0-26 15,-1-2 30-15,0 1-34 0,1-3 38 16,-2-3-31-16,-3-8 23 0,5 18-19 0,-5-18 26 0,3 13-28 16,-3-13 29-16,0 0-25 0,1 12 22 0,-1-12-23 15,0 0 23-15,0 0-26 0,0 0 36 0,-12-4-31 16,12 4 32-16,-7-9 0 0,7 9 2 0,-4-13-1 15,4 13-15-15,-2-17-5 0,2 17-17 0,2-20-37 16,0 7-12-16,3 1-20 0,1-1-26 0,0 0-19 16,1 1-20-16,1 1-41 0,2 0-35 0,-1 1-23 15,2 0-77-15,1 3 14 0,1 0-55 0,-1 0 4 16,2 2-40-16,0 1-31 0,0 1-438 0,-2 1-416 16</inkml:trace>
  <inkml:trace contextRef="#ctx0" brushRef="#br0" timeOffset="152124.893">30982 10368 34 0,'0'0'646'0,"0"0"-181"0,0 0-8 16,0 0-47-16,12 0 6 0,-12 0-31 0,0 0-9 0,7-7-7 16,-7 7-40-16,0 0-17 0,7-11-65 15,-7 11 7-15,5-7-72 0,-5 7-24 0,8-8-41 16,-8 8-18-16,11-6-24 0,-11 6-12 0,12-3 25 16,-12 3-51-16,12-1 29 0,-12 1-51 0,15 3 33 0,-15-3-50 15,15 8 48-15,-7-1-48 0,-2-1 3 16,1 0 4-16,-2 2-8 0,0 0 7 0,1 0 0 15,-6-8-3-15,5 17 1 0,-5-17 4 0,2 16-1 0,-2-16 0 16,-1 14-3-16,1-14 1 0,-6 14 18 0,6-14-14 16,-14 11-8-16,7-6 0 0,7-5 2 0,-21 6 1 15,8-5-11-15,-1 0 4 0,-1-2-5 0,-2 0 3 16,0-1-2-16,1-1-9 0,1 0-6 0,2-1-12 16,2 0-24-16,2-1-15 0,1 0-6 0,8 5-40 15,-7-12 9-15,7 12 4 0,3-17 0 0,2 9 8 16,4-4-12-16,1 1 0 0,5 0 10 0,0-3 6 15,3 3 15-15,-1-1 23 0,1 0 7 0,-1 1 6 16,0-1 22-16,-1 0-2 0,1 0 41 0,-2 0 14 16,-1 0 40-16,-2 2 21 0,0 0 23 0,-2 2 39 15,-1-2 5-15,-1 4 40 0,-1-1-54 0,0 0-11 16,-7 7-21-16,11-11-17 0,-11 11-19 0,9-8-20 16,-9 8-7-16,0 0 7 0,0 0 32 0,13 1 38 15,-13-1 53-15,5 13-14 0,-1-3 28 0,-1 1-48 0,3 4 24 16,-1 1-32-16,2 3-18 0,-2 3-10 15,2 0-2-15,-1 3-21 0,2 2-15 0,0 0-15 16,0 1-11-16,0-2-48 0,-2-2 44 0,0 0-48 0,-1-2 41 16,0 0-45-16,0-1 46 0,-2-2-47 0,-1-1 46 15,-1-2-9-15,0-2 4 0,-1 0-12 0,0-3 1 16,-2 0-1-16,0-1-3 0,2-10-3 0,-9 16-9 16,9-16-37-16,-13 10-58 0,13-10-70 0,-23 3-111 15,10-4-101-15,-3-2-130 0,-1-2-147 0,-3-2-157 16,0-3-729-16,2 0-1173 0</inkml:trace>
  <inkml:trace contextRef="#ctx0" brushRef="#br0" timeOffset="152296.6857">31337 10125 557 0,'-3'-10'743'0,"1"1"-154"0,2 9-101 0,-4-19-68 15,4 19-54-15,-3-15-57 0,3 15-46 0,-3-16-54 16,3 16-48-16,-2-10-65 0,2 10-112 0,0 0-70 16,2-12-126-16,-2 12-18 0,0 0-137 0,15 0-150 15,-15 0-356-15,14 3-426 0</inkml:trace>
  <inkml:trace contextRef="#ctx0" brushRef="#br0" timeOffset="152690.8403">31528 10221 253 0,'0'0'795'0,"0"0"-152"16,-3 11-84-16,3-11-55 0,0 0-37 0,0 0-73 15,0 0-42-15,0 0-85 0,0 0-32 0,0 0-72 16,0 0-17-16,11 2-47 0,-11-2-5 0,0 0-47 16,19 0-25-16,-19 0-53 0,17 0-41 0,-17 0-27 15,24 1-16-15,-24-1-1 0,24 0 5 0,-24 0 22 16,22-3-1-16,-11 2 3 0,-1-4-9 0,-1 3-2 15,1-4 19-15,-2 0 14 0,-2-2 21 0,-1 1 11 16,1-2 21-16,-6 9 20 0,3-18 11 0,-3 18 22 16,-1-17 27-16,-4 8-8 0,0 1 5 0,-1 0 6 15,-2 2 19-15,-3 2 10 0,0-1 8 0,-2 2 5 16,-2 2-12-16,0 2 22 0,-4 1-4 0,2 3 19 0,-1 0-30 16,-1 3 52-16,0 1-42 0,2 2 13 15,1 2 34-15,1 0-31 0,3 3 24 0,0-2-57 16,3 2 23-16,2-1-52 0,2-1 20 0,1 3-48 15,4-2 25-15,0 1-45 0,2-1-19 0,3 0-47 16,1 0-51-16,3-2-54 0,3 2-57 0,1-2-45 0,3 1-49 16,1-5-52-16,1 2-26 0,1-2-36 0,1-1 8 15,1-2-33-15,-2-2 10 0,1-1 0 0,-1-2-18 16,1-2-260-16,-1-1-210 0</inkml:trace>
  <inkml:trace contextRef="#ctx0" brushRef="#br0" timeOffset="153257.8607">31855 10350 27 0,'13'-15'509'0,"-2"0"-77"16,-2 2-53-16,1 0-28 0,-2 1-10 0,-2 1 5 0,0 0-14 15,-1 2-5-15,0 1-18 0,-5 8-40 16,8-14-41-16,-8 14-38 0,5-10-22 0,-5 10 4 16,0 0-6-16,0 0 18 0,0 0-5 0,0 0 2 0,-4 7-56 15,4-7 45-15,-4 16-22 0,4-16-3 0,-5 19-21 16,4-8-13-16,1-1-12 0,0 3-6 0,0-1-21 16,2 2-45-16,1 0 32 0,2 0-46 0,1 0 35 15,1-1-42-15,2 1 34 0,0-1-43 0,2-3 43 16,2 1-48-16,0-2 31 0,2 1-54 0,0-4 25 15,2 1-51-15,-2-3 41 0,2-1-39 0,0-1 55 16,-2-3-44-16,0-1 46 0,0-3-47 0,0-3 38 0,1-3 0 16,-1-3-3-16,1-6-1 0,-1-3 0 15,-1-4 5-15,0-8 0 0,-2-2 4 0,-3-1-45 16,-2-3 54-16,-1 0-43 0,-2-2 16 0,-1 5 7 0,-1 0 50 16,-1 1-27-16,-1 1 51 0,0 3 8 0,0 4 26 15,0 4 17-15,0 5 0 0,0 1-18 0,-1 1-8 16,1 5-36-16,0 1-17 0,0 12-7 0,-2-14-3 15,2 14 5-15,0 0-19 0,0 0 42 0,-11 12-27 16,6 1 50-16,1 3-37 0,-1 5 46 0,-1 4-41 16,0 4 26-16,0 2-25 0,1 3 11 0,-1 2-43 15,1 4 28-15,0-3-31 0,2 0 26 0,1-1-37 0,0-2 31 16,0 2-35-16,2-2 28 0,-1-4-40 16,2-2 4-16,-2-1-38 0,2-2 31 0,-1-5-31 0,0-1 40 15,-1-2-34-15,1-3 39 0,0-1-24 0,0 0 37 16,0-13-21-16,-1 18 26 0,1-18-27 0,-4 12 32 15,4-12-31-15,0 0 39 0,-12 3-32 0,12-3 31 16,-10-10-24-16,10 10 31 0,-9-15 0 0,4 5 31 16,3-3-28-16,2 1 30 0,1-5-12 0,3 0 44 0,3-2-39 15,7-3 35-15,2-1-47 0,9-1 32 16,5 2-45-16,2 1 18 0,5 0-41 0,3 4 31 16,4 2-34-16,0 0 25 0,2 4-46 0,2 0 15 0,0 5-68 15,1 0-71-15,0 4-54 0,-8 0-73 0,0 2-72 16,-4 2-80-16,-7-1-59 0,-2 1-141 0,-9 1-2 15,-2-1-132-15,-6 1-528 0,-11-3-888 0</inkml:trace>
  <inkml:trace contextRef="#ctx0" brushRef="#br0" timeOffset="154975.6579">30847 11040 160 0,'-3'-9'670'0,"-1"-1"-170"0,2-1-11 15,-1 1-6-15,1 0-12 0,-1 1-23 0,1-1-51 16,2 10-18-16,-6-18-2 0,6 18-31 0,-5-14-25 15,5 14-48-15,-5-13-55 0,5 13-41 0,0 0-17 16,-7-8 6-16,7 8 10 0,0 0 0 0,-12 8 0 16,6 0-10-16,-2 3-7 0,2 1-6 0,-1 3-11 0,1 2-13 15,1 1-20-15,-1 1-7 0,2 3-59 16,1 1 49-16,0-1-69 0,2-1 59 0,1-2-75 16,0 1 60-16,1 0-77 0,0 0 64 0,0-2-71 0,1-1 64 15,-1-1-68-15,0-3 7 0,0-1-2 0,0-1 16 16,-1-11-5-16,1 17 5 0,-1-17 3 15,2 14 1-15,-2-14-5 0,0 0 61 0,0 0-91 0,0 0 58 16,0 0-64-16,0 0 59 0,-4-10-81 16,4 10 36-16,-3-22-23 0,2 7-7 0,1-3-23 0,1-2-8 15,1-5 0-15,1-1 2 0,3-5 0 16,0 1 6-16,2-1 14 0,-1 2 13 0,3 0 10 0,-1 4 10 16,0 3 2-16,-2 1 12 0,2 3 11 0,-2 4 8 15,-2 1 6-15,1 1-4 0,-1 3 1 0,2 0-3 16,-7 9 8-16,12-7 14 0,-12 7 10 0,16-1 1 15,-5 3 6-15,0 4-3 0,2 3-3 0,0 0-6 16,2 5 6-16,0 0-10 0,1 1-5 0,1 2-4 16,1 1 1-16,-1 1-5 0,-2-4-5 0,0 2 0 0,-1-1-5 15,-2 0-7-15,1-2-19 0,-3-2-16 16,-1-1-7-16,-2 0-5 0,1-2-20 0,-2-2-2 16,-1 0 9-16,-5-7 17 0,10 12 4 0,-10-12 7 15,7 7-9-15,-7-7-21 0,0 0-38 0,0 0-9 0,8-7 17 16,-8 7-2-16,3-15-4 0,0 5-15 15,-1-2 4-15,1-1 8 0,1-2 19 0,2 0 16 16,-2 0 13-16,-1 2 15 0,1 1 3 0,0 0 8 0,-1 3 8 16,-3 9 3-16,6-17 6 0,-6 17 0 0,4-14 0 15,-4 14 7-15,0 0 10 0,7-8 14 0,-7 8 23 16,0 0 0-16,0 0 3 0,6 12 4 0,-6-12 4 16,4 17-2-16,-1-7-1 0,1 2 9 0,0 1-3 15,0 1-6-15,3 0-9 0,-1 0-8 0,-1 0-5 16,2 1-2-16,1 0-3 0,-1-1-8 0,0-2-2 15,-1 1-4-15,1 0 1 0,0-3-2 0,-1 1-4 16,-1-2-3-16,0-1-1 0,-5-8-11 0,8 14-2 16,-8-14 3-16,9 13 3 0,-9-13 1 0,5 9 7 15,-5-9 8-15,5 8-4 0,-5-8 2 0,0 0 2 16,4 8-2-16,-4-8 3 0,0 0 10 0,0 0-16 16,0 0-4-16,0 0 0 0,0 0 5 0,0 0-5 15,0 0 3-15,0 0-3 0,0 0-1 0,0 0 1 0,0 0 0 16,0 0-1-16,0 0-1 0,0 0-6 0,3 10-15 15,-3-10-28-15,0 0-23 0,0 0-16 16,0 0-13-16,0 0 8 0,0 0 5 0,0 0 11 16,0 0 13-16,0 0 11 0,0 0 7 0,0 0 11 0,0 0 6 15,0 0 6-15,0 0 4 0,0 0 5 0,0 0 2 16,0 0 2-16,0 0 1 0,0 0 5 16,0 0-2-16,0 0 1 0,0 0 5 0,0 0-1 0,0 0 2 15,0 0 0-15,0 0-3 0,0 0 1 0,0 0-4 16,0 0 4-16,0 0 0 0,0 0 1 0,0 0-2 15,0 0 1-15,0 0-2 0,0 0 0 0,0 0 5 16,0 0-1-16,0 0-1 0,0 0 2 0,0 0 1 16,0 0 1-16,0 0-8 0,0 0 10 0,0 0-3 15,0 0 0-15,0 0 2 0,0 0 2 0,0 0-3 16,0 0 4-16,0 0-2 0,0 0 2 0,0 0-1 16,0 0-1-16,0 0 3 0,0 0-2 0,0 0-1 15,0 0 10-15,0 0-3 0,0 0 1 0,0 0 2 16,0 0 1-16,0 0 1 0,0 0 2 0,0 0 5 15,0 0-4-15,0 0 1 0,0 0 0 0,0 0 1 16,0 0-5-16,0 0 0 0,0 0 1 0,0 0-3 16,0 0 0-16,0 0 1 0,0 0-2 0,0 0-2 15,0 0 2-15,0 0-5 0,0 0 0 0,0 0 2 0,0 0-3 16,0 0 0-16,0 0-3 0,0 0 2 16,0 0 1-16,0 0 0 0,0 0-2 0,0 0-1 15,0 0 2-15,0 0-3 0,0 0 8 0,0 0-9 0,0 0 2 16,0 0-1-16,0 0-1 0,0 0-3 0,0 0 3 15,0 0 5-15,0 0-9 0,0 0-2 16,0 0-1-16,0 0-15 0,0 0-10 0,0 0-16 16,0 0-7-16,0 0-10 0,0 0-7 0,0 0-6 0,0 0 3 15,0 0-14-15,0 0-3 0,0 0-29 0,0 0-36 16,0 0-24-16,0 0-60 0,0 0-5 0,-12-2-47 16,12 2 16-16,0 0-71 0,-9-5-40 0,9 5-84 15,-9-6-281-15,9 6-263 0</inkml:trace>
  <inkml:trace contextRef="#ctx0" brushRef="#br0" timeOffset="157009.8107">30385 10405 89 0,'0'0'355'0,"0"0"-72"16,0 0-16-16,0 0-34 0,-12-2 2 0,12 2-53 15,0 0 21-15,0 0-61 0,0 0 24 0,-9-4-45 16,9 4 34-16,0 0-59 0,0 0 39 15,0 0-24-15,-7-6 22 0,7 6-23 0,0 0 21 0,0 0-22 16,0 0 10-16,0 0-18 0,0 0 15 0,0 0-16 16,0 0 4-16,0 0 11 0,0 0 13 15,0 0 16-15,0 0 26 0,7-6 8 0,7 6-27 0,9 0-11 16,9-1-9-16,18 0-15 0,8 0-1 0,7 1-11 16,17-1-8-16,5 0-21 0,1 1-10 0,2-3-10 15,1 0-9-15,0 1 38 0,-1-1-63 0,1 0 31 16,-3 0-49-16,-3 0 39 0,-3-1-5 0,-4 2-9 15,-15-1-7-15,-3 0 0 0,-4 0-6 0,-2-1 16 16,-5 1-22-16,-9 0 5 0,-2-1 3 0,-3 1 8 0,-7-1-45 16,-1 2 49-16,-3-2 1 0,-3 2-3 15,-2 0-1-15,-2-1 4 0,-4 2-8 0,0-1-4 0,-13 2-20 16,20-3-15-16,-20 3-16 0,18-2-21 0,-18 2-31 16,14-2-28-16,-14 2-23 0,0 0-19 0,17-2-5 15,-17 2-4-15,0 0-11 0,0 0-10 0,0 0-23 16,0 0-23-16,0 0-43 0,0 0-10 0,-7 11 12 15,7-11-7-15,-14 1-38 0,14-1-90 0,-21 2-431 16,7-2-379-16</inkml:trace>
  <inkml:trace contextRef="#ctx0" brushRef="#br0" timeOffset="157544.2137">30387 10397 218 0,'0'0'276'0,"-19"-4"-29"0,19 4-13 0,-18-5 14 16,18 5-48-16,-15-5 25 0,15 5-62 0,-14-4 30 15,14 4-64-15,-14-5 22 0,14 5-52 0,-11-5 30 16,11 5-54-16,-11-4 55 0,11 4-38 0,-9-3 32 16,9 3-17-16,0 0 18 0,-10-5-7 0,10 5 14 15,0 0-8-15,0 0 19 0,-12-4-5 0,12 4 10 16,0 0-5-16,0 0-19 0,0 0-2 0,11-6-8 15,3 5 19-15,8-1-15 0,14-1 0 0,12-1-4 0,7 1-10 16,19 0 32-16,5-2-59 0,5 1 27 16,4 0-59-16,2-2 32 0,1 0-49 0,-1 1 31 0,1 0-51 15,-1 2 37-15,-3-2-46 0,0-1 35 0,-4 2-44 16,-4 0 37-16,-4-1-2 0,-13 0-6 0,-4 0 7 16,-3 1-7-16,-5 0-13 0,-2 0 0 0,-10 0-1 15,-4-1 8-15,-6 3-7 0,-1-2 3 0,-6 2 6 16,-2-2 0-16,-1 2-5 0,-3-1-14 0,-2 0-41 0,-2 0-21 15,-11 3-53-15,16-7-43 0,-16 7-40 16,0 0-36-16,0 0-37 0,0 0-48 0,-10-8-21 16,10 8-4-16,-24-1-16 0,8 1-65 0,-3 0-494 0,0 0-495 15</inkml:trace>
  <inkml:trace contextRef="#ctx0" brushRef="#br0" timeOffset="158394.0977">30571 9258 178 0,'13'-7'425'0,"-13"7"-53"0,10-6-79 0,-10 6 3 0,11-7-66 15,-11 7 41-15,7-8-10 0,-7 8-23 0,7-8-22 16,-7 8-16-16,0 0-17 0,7-11-7 0,-7 11-30 16,0 0-19-16,5-10-22 0,-5 10-20 0,0 0-18 15,0 0-14-15,0 0 2 0,-10-6-5 0,10 6 10 16,-18 6 3-16,2 1-2 0,-4 4-5 0,-13 7 17 15,-4 2-4-15,-10 8-3 0,-6 5 2 0,-3-1-4 16,-2 2 8-16,1 1-9 0,4 1-1 0,-1-1-7 16,7 0 7-16,4-1-5 0,10-5 5 0,3 1 8 15,5-3-10-15,2 2-3 0,9-6-13 0,2 1 3 16,4-5-3-16,3 3-5 0,5-3-2 0,3-1-7 16,3 1 23-16,5-1-40 0,3-3 8 0,5 3-17 0,4-2 6 15,1-1-2-15,4-3-12 0,0 0-31 16,2-4-27-16,1-2-49 0,-4-1-38 0,1-4-63 15,-1 0-73-15,-1-2-54 0,1-3-83 0,-3-1-99 0,0-1-552 16,-1-4-690-16</inkml:trace>
  <inkml:trace contextRef="#ctx0" brushRef="#br0" timeOffset="159660.8065">30180 9725 443 0,'-16'-4'539'0,"4"1"-134"0,1 0 24 16,11 3 10-16,-19-6-28 0,19 6-56 0,-13-8-41 16,13 8-65-16,-9-8-44 0,9 8-41 0,0 0-26 15,5-12-36-15,-5 12-16 0,15-9-21 0,-4 5-10 16,2 1-17-16,2 0-4 0,2 0-22 0,1 1-24 16,2 0-51-16,-1 1-32 0,1-2-50 0,1 3-13 15,-2 0-59-15,1-1 33 0,-1 1-41 16,1-1 24-16,-4 1-35 0,2-2 28 0,-1 1 0 0,-1 0 38 15,-2-1 18-15,0 0 36 0,-1-1 35 0,-2-1 62 16,1 0 36-16,-2-1 71 0,-1 0-11 0,0 0 51 16,-1 0-28-16,-1-1 35 0,-7 6-7 0,13-11 54 0,-13 11 1 15,9-11 30-15,-9 11-6 0,7-11 20 16,-7 11 1-16,6-8-23 0,-6 8-17 0,0 0-54 16,7-9-17-16,-7 9-18 0,0 0 15 0,0 0-6 15,0 0 27-15,0 0-5 0,3 9-14 0,-3-9-4 0,-2 12-16 16,2-12-1-16,-1 13-2 0,1-13-6 0,-1 18-13 15,1-18-3-15,0 20-20 0,0-20-9 16,0 24-7-16,1-12-1 0,0 0-12 0,1-2-30 0,-1 2 32 16,1-1-33-16,0-1 23 0,0-1-39 0,-2-9 0 15,4 18-33-15,-4-18-9 0,4 14-5 16,-4-14-5-16,5 13 7 0,-5-13-9 0,5 8 7 16,-5-8-33-16,10 4-20 0,-10-4 9 0,0 0 20 0,19-2 6 15,-19 2 15-15,17-9 8 0,-8 2 2 0,1-1 11 16,1-2 2-16,-2 0 16 0,2-1 1 0,-1 0 10 15,-1 1 9-15,1-1 27 0,-3 3 21 0,0 0 12 16,-1 0 23-16,1 0-2 0,-7 8 19 0,11-11-18 16,-11 11 20-16,9-11-36 0,-9 11 6 0,7-8-27 15,-7 8 9-15,5-7-25 0,-5 7 12 0,0 0-24 16,9-7 15-16,-9 7-21 0,0 0 22 0,10-5-21 16,-10 5 19-16,0 0-19 0,20 0 23 0,-20 0-28 15,21 3 17-15,-9-1-30 0,1 0 15 0,1 0-33 16,0 1 3-16,3-2-16 0,-1 3 3 0,2-2-4 15,-2 1 5-15,2-2 5 0,-2 0 7 0,0-1 7 16,0 0 13-16,1-2 1 0,0-1 5 0,-1 0 5 16,0-2-1-16,-1-3 4 0,0-1-1 0,0-1 6 0,-2-2 4 15,1 1 4-15,-3-4 4 0,-1 2 0 0,-3-1 9 16,0 0 12-16,-1 0-8 0,-2 0 7 0,-1 3-18 16,0 0 21-16,-2-1-13 0,-1 12 10 15,0-17-22-15,0 17 15 0,-4-14-20 0,4 14 15 0,-8-9-16 16,8 9 12-16,-14-3-14 0,14 3 14 0,-17 4-21 15,9 0 31-15,0 1-31 0,-1 1 12 0,1 1-16 16,1 1 19-16,1 1-21 0,-1 1 18 0,2-1-16 16,2 2 18-16,0-1-20 0,0 0 18 0,1 1-17 15,2-11 7-15,-1 18-31 0,1-18 5 0,1 16-22 16,-1-16-1-16,3 17 3 0,-3-17 4 0,6 11 0 16,-6-11 1-16,10 9 3 0,-10-9 11 0,10 6 7 15,-10-6 5-15,0 0 10 0,16 1-8 0,-16-1 4 16,11-7 4-16,-11 7 0 0,11-9 2 0,-11 9 0 15,12-14 3-15,-6 7-2 0,-2-1 9 0,-4 8 15 16,9-13-2-16,-9 13 2 0,7-11-2 0,-7 11-4 16,7-11-6-16,-7 11-6 0,6-6-6 0,-6 6 3 15,0 0 5-15,0 0 3 0,15 6 15 0,-15-6-2 16,12 14 13-16,-5-2 2 0,0 1-14 0,-1 1 23 16,2 3-3-16,-3 1 17 0,1 3-24 0,-3 0 0 15,1 2 0-15,-2-1-10 0,-2 1-1 0,0 1-7 16,-2 1-1-16,-1-2-1 0,-1-1-7 0,-2 2 6 0,-3-2-4 15,0-1-1-15,-1-2-4 0,-4 0 26 16,1-3-35-16,-3-1 31 0,1-2-19 0,-2-1-14 0,1-4 2 16,0-1 2-16,2-2-2 0,-2 0-2 0,3-4 5 15,13-1 0-15,-22-1-8 0,22 1-11 0,-17-5-13 16,17 5-17-16,-9-9-26 0,9 9-16 0,0-12-7 16,5 2-3-16,3 2-9 0,2-4-10 0,6-1-20 15,0-3 4-15,5 1-39 0,1-3 16 0,0 0-25 16,2-1 48-16,4-1-21 0,-5 2 59 0,4-6-25 15,-3 1 69-15,-2 2-35 0,-2 1 69 0,-1-2-21 16,-2 3 61-16,-3 2-21 0,-1-2 18 0,-3 3 38 16,0 0 24-16,-1 1 13 0,-3 3 1 0,-1-1 16 15,-1 4 12-15,0-1-5 0,1 2-13 0,-5 8-22 16,6-14-16-16,-6 14-4 0,0 0 2 0,0 0 7 16,0 0 6-16,0 0-1 0,-6-8-2 0,6 8 2 15,-7 8-13-15,7-8-4 0,-6 13-6 0,6-13-8 16,-6 16-6-16,6-16-9 0,-4 23-15 0,4-23 7 0,-1 21-10 15,1-9-3-15,0 0-60 0,1 0-58 16,0 0-43-16,1-1-100 0,0 0-11 0,0 0-63 16,-1 0-41-16,2-2-115 0,-3-9-436 0,5 17-490 0</inkml:trace>
  <inkml:trace contextRef="#ctx0" brushRef="#br0" timeOffset="159862.3546">31530 9462 253 0,'2'-17'658'0,"0"2"-108"0,-1 2-59 0,0 0 7 16,0 0-66-16,0 0-41 0,-1 0-13 0,0 1-58 15,0 12-16-15,1-21-80 0,-1 21-53 0,0-15-10 16,0 15-60-16,0-14-4 0,0 14-53 0,0 0-5 16,0 0-39-16,0 0-44 0,0 0-86 0,0 0-69 15,0 0-60-15,0 0-79 0,0 14 26 0,0-14-76 16,0 21-59-16,1-8-492 0,0-1-516 0</inkml:trace>
  <inkml:trace contextRef="#ctx0" brushRef="#br0" timeOffset="160844.4805">31649 9557 444 0,'0'0'458'0,"0"0"-52"0,5-8-25 0,-5 8 33 15,0 0-9-15,5-10-35 0,-5 10-16 0,0 0-26 16,3-9-13-16,-3 9-84 0,0 0-43 0,0 0-41 15,4-9-37-15,-4 9-20 0,0 0-14 0,0 0-15 16,0 0 7-16,0 0 1 0,4 9-5 0,-4-9-2 16,2 11-12-16,-2-11-4 0,2 13-6 15,-2-13-6-15,5 17-1 0,-5-17-5 0,2 19 1 16,0-9-12-16,-2-10-23 0,4 19 22 0,-4-19-19 0,3 19 19 16,-3-19-25-16,2 17 22 0,-2-17-21 0,3 14 22 15,-3-14-22-15,2 12 20 0,-2-12-19 0,1 12 22 16,-1-12-21-16,0 0 24 0,3 11-22 0,-3-11 23 15,0 0-23-15,0 0 28 0,3 11-32 0,-3-11 19 16,0 0-35-16,0 0 10 0,14-2-11 0,-14 2-9 16,14-6-10-16,-5 2-9 0,0 0-8 0,2-3-6 0,2-1-4 15,-1 0 0-15,1 1 11 0,-1 0 12 16,0 0 14-16,1 1 0 0,-2-2 1 0,0 2 11 16,0 1 5-16,-1-1-1 0,-2 2 2 0,2 0 7 15,-10 4-2-15,12-8 7 0,-12 8 3 0,13-5-3 0,-13 5 1 16,9-4-2-16,-9 4 1 0,0 0 4 0,14-5 0 15,-14 5 10-15,0 0 4 0,14 2-1 16,-14-2-3-16,10 3 2 0,-10-3 0 0,11 4-3 16,-11-4-2-16,13 4 3 0,-13-4-3 0,12 6-2 0,-12-6 0 15,12 5 3-15,-12-5 2 0,12 4-1 16,-12-4 1-16,13 3-2 0,-13-3 3 0,14 1 0 0,-14-1 0 16,15 0-1-16,-15 0-4 0,15-2 1 0,-15 2 2 15,16-6-3-15,-16 6 1 0,16-7 0 0,-8 2-2 16,-1-1 5-16,1 0 4 0,-1-1 0 15,-1 0 6-15,-1 1-8 0,0-4-1 0,1 3 0 0,-6 7 5 16,7-16-2-16,-7 16-12 0,5-15 6 0,-5 15 6 16,2-14-13-16,-2 14 2 0,0-12-3 0,0 12 3 15,-4-12-3-15,4 12 4 0,-8-9-6 0,8 9 7 16,-13-5-7-16,13 5 1 0,-14-4 4 0,14 4 3 16,-19 2 5-16,9 1 4 0,-1 1 4 0,-1 2 3 15,1 1 5-15,-2 0-1 0,2 1-3 0,0 3-1 16,0-3 2-16,2 3 5 0,1 1 4 0,-1 1 6 15,3-1 5-15,2-1-8 0,0 1 3 0,2-1-6 16,2 1-35-16,0 0 32 0,3 0-39 0,1 1 38 16,2-1-35-16,0-1 34 0,3 0-36 0,0-2 36 15,1 0-36-15,3 0 30 0,-1-3-39 0,3 0 27 16,-1-1-35-16,3-2 28 0,-1 2-35 0,1-4 35 16,-2 0-31-16,0-2 24 0,1 0-4 0,1-4 3 15,-2 1-7-15,-1-1-2 0,0-3-11 0,2-1-7 16,-1-2 6-16,0 0 5 0,-3-3 5 0,-1 1 1 15,1-1 1-15,-1-1 6 0,-4 0 4 0,2 2-3 0,-2-1 0 16,-2 0 0-16,0-1 1 0,-1 3 2 0,0 4 3 16,-1-3 1-16,-3 11 0 0,5-15 3 15,-5 15-8-15,4-13-1 0,-4 13-1 0,0 0 6 16,0 0 1-16,-4-12 7 0,4 12 0 0,-10 2 5 0,10-2-5 16,-14 9 6-16,7-3-2 0,0 3 0 0,-2-1 6 15,1 3 3-15,0-1 6 0,0 1 3 0,2 1-2 16,0 0 4-16,1 1-2 0,0-1-3 15,2 1-2-15,1-1-37 0,1 0 45 0,1 0-39 0,2 0 37 16,0-2-36-16,2 2 41 0,2-1-48 0,2 1 44 16,2-1-47-16,0-2 29 0,2 1-56 15,1-3-9-15,0 0-38 0,3 1-41 0,-1-3-44 16,2 0-34-16,-2-1-56 0,1-1-81 0,-3-2-18 0,0 1-46 16,-13-2-113-16,21-3-425 0,-21 3-527 0</inkml:trace>
  <inkml:trace contextRef="#ctx0" brushRef="#br0" timeOffset="161210.9816">32678 9551 115 0,'0'0'743'0,"-4"-14"-107"0,4 14-144 0,-3-13-5 15,3 13-113-15,-3-11 19 0,3 11-102 0,0 0 26 16,-3-12-121-16,3 12 43 0,0 0-87 0,0 0 57 0,0 0-87 15,0 0 82-15,0 0-106 0,4 11 56 16,-4-11-99-16,7 17 55 0,-1-5-83 0,-1 1-5 16,1 1-1-16,-1 0-2 0,1 1-5 0,-1 0-6 0,-1 1 7 15,1 1-7-15,0-2-4 16,-1 0-1-16,-1-2-5 0,-1-1 1 0,0 0 1 0,0-2 2 0,-2-10 13 16,2 17-16-16,-2-17 10 0,1 14-8 15,-1-14 30-15,0 0 14 0,-3 10 1 0,3-10 21 0,0 0 14 16,-11-1-5-16,11 1-8 0,-10-11 3 0,4 4 16 15,1-2 5-15,1 0 1 0,0-1-14 16,1 0-12-16,0-2-16 0,2 0-6 0,2 1-8 0,2-1 20 16,2-1-53-16,1 2 37 0,1 0-71 0,2-1 13 15,3 1-100-15,1 3-50 0,2 0 5 0,0-1-126 16,4 2-9-16,1 1-98 0,-1 1-6 0,2 0-49 16,4 1-92-16,-7-1-97 0,1 1-356 0,-2 1-593 15</inkml:trace>
  <inkml:trace contextRef="#ctx0" brushRef="#br0" timeOffset="161544.9173">33148 9068 485 0,'0'-24'516'0,"1"5"-98"16,-1 0 55-16,1 1-39 0,0 1-50 0,0 1 18 15,1 3-91-15,-1 0 28 0,0 2-120 0,-1 11 18 16,1-19-112-16,-1 19 27 0,2-12-81 0,-2 12 79 15,0 0-62-15,9-7 80 0,-9 7-75 0,12 9 72 16,-1 2-56-16,0 3 8 0,3 4 4 0,2 6 4 16,4 7 16-16,0 4 0 0,2 3 39 0,4 9-60 0,-1 3 23 15,-2 3-49-15,-1 1 25 0,-2 1-56 16,-3 2 28-16,-3-1-47 0,-6-5 30 0,-3 0-46 16,-2 2 0-16,-5 1 0 0,-2 1 0 0,-5 6 4 15,-6 2-15-15,-2-2 0 0,-4-2 30 0,-3-2-29 0,-2-3-11 16,-4 0-6-16,-4-3-1 0,0-3-6 0,-3-3-16 15,-1-3-19-15,-2-3-15 0,-2-4-40 16,-2-1-42-16,-1-7-59 0,4-4-90 0,-3-6-107 16,-3-1-111-16,-2-1-17 0,1-5-185 0,-2-2-622 0,1-2-933 15</inkml:trace>
  <inkml:trace contextRef="#ctx0" brushRef="#br0" timeOffset="162345.002">33133 8482 50 0,'0'0'339'16,"1"-13"-40"-16,-1 13-80 0,3-14-8 0,-3 14-44 15,4-14 8-15,-4 14-34 0,6-13 6 16,-6 13-31-16,5-12 1 0,-5 12-11 0,7-13 11 0,-7 13-10 16,5-9-14-16,-5 9-8 0,4-11-15 15,-4 11-2-15,0 0 0 0,6-11 10 0,-6 11 5 16,0 0 1-16,5-10 11 0,-5 10 4 0,0 0 0 15,0 0-9-15,6-11-6 0,-6 11-7 0,0 0 32 16,0 0-69-16,0 0-13 0,6-7 15 0,-6 7 20 0,0 0 29 16,7 6 26-16,-7-6 91 0,12 13-74 0,-1-1 81 15,3 4-66-15,5 4 83 0,7 7-73 0,4 4 65 16,7 8-70-16,3 4 59 0,5 5-66 0,1 2 51 16,5 6-60-16,10 11 26 0,0 5-60 0,-1 5-2 15,-3 2 22-15,-2 3-56 0</inkml:trace>
  <inkml:trace contextRef="#ctx0" brushRef="#br0" timeOffset="162512.3818">33863 10209 7148 0,'-57'77'25'0,"-4"-6"1"0,-1 0-2 15,-2-4-4-15,0-3 0 0,12-10-4 0,-2-1-2 16,1-2 0-16,2-3-4 0,0 1 1 0,4-5 8 16,0-1-19-16,4-1 8 0,-1-3-4 0,5-2-8 15,0-3-19-15,5-5-25 0,0-4-35 0,1 0-49 16,0-1-49-16,-1-5-75 0,-1-3-63 0,0-2-100 15,-2-2-85-15,2-4-52 0,-2-2-122 0,0-4-639 16,-2 0-921-16</inkml:trace>
  <inkml:trace contextRef="#ctx0" brushRef="#br0" timeOffset="163561.697">22139 8532 64 0,'0'0'383'0,"17"-1"-65"0,-17 1-69 0,13-2 13 15,-13 2-23-15,0 0-15 0,15-1-16 16,-15 1-16-16,0 0-16 0,12-2-28 0,-12 2-11 16,0 0-16-16,0 0-13 0,0 0-13 0,13 0-19 15,-13 0-4-15,0 0 7 0,0 0 13 0,8 6 7 16,-8-6 14-16,5 12 7 0,-3-2 15 0,-1 4 18 16,-1 2-4-16,-2 4 1 0,-2 5 2 0,-2 7-11 15,-4 6-8-15,-2 1 6 0,-3 3-19 0,-1 2 2 16,-5 8 0-16,0 2-21 0,-1 2-6 0,2 1 13 0,-2 1-21 15,1 3 1-15,1 1-18 0,1-2 14 0,2 2-42 16,0 0 24-16,5 1-29 0,0-2 9 0,4 4 7 16,3-1 15-16,3-7-6 0,3 12 46 0,4 0-42 15,2 0 30-15,4 0-38 0,3 0 31 0,3 1-32 16,3-2-1-16,3 2 1 0,6-2 22 0,4 1-3 16,11 11 0-16,6 0-3 0,6-4 0 0,7-2-5 15,5-2-12-15,5-4-8 0,6-1-10 0,3-3-7 16,2-6 11-16,5-4-24 0,2 0 9 0,1-6-26 15,0-1-5-15,0-4-48 0,-2-4-28 0,-15-7-60 16,-1-3-58-16,-3-4-52 0,0 0-32 0,-3-6-36 16,-2 0-83-16,-3-4-38 0,-8-4-36 0,-3-4-77 15,0-2-45-15,1-3-532 0,-4-4-744 0</inkml:trace>
  <inkml:trace contextRef="#ctx0" brushRef="#br0" timeOffset="164900.0255">19861 9301 139 0,'-9'-8'420'0,"1"0"-101"0,1 2-42 15,1-2-25-15,-1 0-13 0,0 2-5 0,1-1-15 16,6 7-21-16,-10-12 5 0,10 12 9 0,-9-10 11 16,9 10-18-16,-9-9-5 0,9 9-26 0,-5-8-6 15,5 8-41-15,0 0-8 0,-7-10-40 0,7 10 4 16,0 0-16-16,0 0 42 0,0 0-19 15,0 0 35-15,0 0-13 0,5 14 20 0,1-5-20 16,2 3 5-16,-1 1-17 0,4 5 4 0,0 1-17 0,3 6 1 16,-1 1 4-16,6 5-21 0,-2 2 18 0,-1 5-9 15,2 2 62-15,-1 1-39 0,5 9-9 0,0 4 1 16,-1 1-7-16,1 4-13 0,-1 4-7 0,-3 1 24 16,2 3-38-16,-3 0 27 0,-1 2-43 0,-1 0 0 15,-2 1 4-15,-1 1-1 0,0 1 33 0,-2 2-23 0,-1-2 4 16,-2 3 3-16,0-2 1 0,-1 1-3 0,-3-1 12 15,-1-2 4-15,0-2-3 0,-3-10 9 16,2 10-19-16,-4-2 11 0,-1 0-15 0,-2-4-2 16,-2 0-15-16,-1-1 0 0,-2-3-9 0,-3-2 1 0,-2-3-3 15,-3 1-2-15,-5-4-4 0,-2-3-4 16,-3-2-1-16,-4 0-2 0,-4-3-4 0,-2-2 0 16,-4-1-6-16,-1 0-2 0,-6-4 2 0,-3-1-4 0,-1-2-18 15,-4-1-39-15,1-1-10 0,-2-2-48 0,0-1-55 16,1-1-73-16,1-2-42 0,1-2-22 0,11-5-59 15,0 0-125-15,3 0-57 0,3-5-100 0,6-6-801 16,0 2-1064-16</inkml:trace>
  <inkml:trace contextRef="#ctx0" brushRef="#br0" timeOffset="166597.718">3206 9483 9 0,'6'-11'403'0,"-1"2"-87"0,1 0-45 0,-1 1-9 15,-1 0-52-15,0-1 36 0,-4 9-48 0,7-15 48 16,-7 15-44-16,5-13 11 0,-5 13-33 0,5-10-7 15,-5 10-43-15,0 0-10 0,5-13-36 0,-5 13-1 16,0 0-32-16,0 0 6 0,0 0-11 0,0 0 44 16,0 0 0-16,-2 17 31 0,-3-1-3 0,-2 5 16 15,-2 10-6-15,-3 9 0 0,-4 6-2 0,-5 11-7 16,1 6-1-16,-5 6-9 0,-1 6-7 0,-5 17 15 16,-2 3-36-16,0-1-2 0,1 5 3 0,0 4-3 15,0 4 11-15,2 3-15 0,0 3 13 0,1 3-6 16,3-1-9-16,2 2-16 0,3 3 27 0,2 0-13 15,5 1 2-15,3-3 9 0,5-1 2 0,6-18-40 16,8 17 45-16,9-3-49 0,9-3 27 0,10-4-11 16,11-6 0-16,14-6-27 0,14-8-48 0,15-8 15 15,16-9-61-15,17-7 5 0,16-9-55 0,14-10-24 0,12-8-35 16,13-8-66-16,6-9-88 0,4-7-67 0,7-5-64 16,1-6-209-16,-5-5-561 0,-5 0-836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14:38.6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3795 1182 20 0,'7'-13'428'0,"-1"-2"-98"15,-2 1 0-15,0 0-45 0,-1-1 37 0,-1 0-35 16,-2 1 23-16,-1 1-28 0,-1-4 32 0,-2 1-61 16,-1 0-2-16,-4-3-27 0,1 2 15 0,-3 0-71 15,-3 2 19-15,1 0-36 0,-3 2-18 0,0 2-18 0,-3 0-6 16,1 3-8-16,-5 3-20 0,2 4 3 16,-6 5-3-16,-5 2-14 0,-7 9-1 0,-2 2-2 15,-7 12 4-15,-1 6 1 0,-2 7-6 0,0 5-1 16,1 6-82-16,-9 16 90 0,5 6-70 0,2 3 61 0,6 2-61 15,12-10 59-15,4 2-63 0,6 0 62 0,6 0-70 16,9-2 68-16,8-1-52 0,6-2 12 0,9-1 0 16,7-3-4-16,6-1 8 0,8-3-5 0,6-3-2 15,4-3 3-15,5-4-4 0,5-4 0 0,0-2 1 16,6-5 2-16,1-4-8 0,1-3-24 0,1-6-14 16,1-3-28-16,0-6-31 0,-1-4-18 0,-8-6-25 15,-1-3-17-15,1-3-15 0,-2-6 65 0,-1-2-50 16,-4-4 65-16,0-4-47 0,-6-3 81 0,-1-2-42 15,-7-4 70-15,-2-2-32 0,-4-1 85 0,-4 0-19 16,-5-1 18-16,-4 4 46 0,-4 0 31 0,-5 2 26 16,-2 2-5-16,-3 2-16 0,-5 1-13 0,-1 0-11 15,-5 0-6-15,-2 4-8 0,-5 0-11 0,-2 3-5 0,-3 2 9 16,-1 4-6-16,-3 1-3 0,3 4-3 16,-4 3 0-16,2 2-6 0,1 4-24 0,3 0 20 15,1 5-8-15,1 1 0 0,3 4 10 0,4 0-17 0,1 1 6 16,5 1-12-16,2 2 0 0,3-4-1 0,3 4-2 15,3-3-2-15,4 2 2 0,1 0-1 0,3 1-4 16,2-4-2-16,3-2-18 0,-3-2-8 0,3-3-19 16,0-2-28-16,1 0 1 0,0-3-16 0,-2-2 0 15,1-3 1-15,-1-1 7 0,0-2 34 0,0-1-20 16,-2-4 18-16,0-1-2 0,-1-4 13 0,0-2 3 16,-3-2 4-16,-3-2 10 0,1-2 8 0,-4 1 9 15,-1 0 11-15,-3 1-2 0,0 1 51 0,-1-1 11 16,-1 4 15-16,-1 0 20 0,0 1-3 0,-1 1-24 15,0 2-12-15,2 9-14 0,-4-18-11 0,4 18-14 16,-3-13-11-16,3 13 2 0,0 0-14 0,0 0 9 16,0 0 4-16,0 0-3 0,0 0-3 0,4 16-1 15,2-7-5-15,3 2 5 0,4 3-7 0,1 0-2 16,4 0 2-16,3 2-20 0,3-3-48 0,2 1-36 0,1 0-48 16,1-3-30-16,1-1-43 0,1-2-87 15,-1 2 4-15,1-3-79 0,-6-2-52 0,1 0-3 16,-1-2-22-16,-3-2-38 0,-3 1 48 0,-2-4-59 0,0 1-277 15,-3-4-294-15</inkml:trace>
  <inkml:trace contextRef="#ctx0" brushRef="#br0" timeOffset="1335.0689">4918 2351 100 0,'-1'-16'546'0,"-2"1"-100"15,-1-1-52-15,-1 0-21 0,1-2 44 0,-1 0-57 16,-1 1 131-16,1 1-91 0,-1-1 95 0,2 2-76 16,0-1-26-16,0 5-20 0,1-1-28 0,-1 3-45 15,4 9-56-15,-3-16-47 0,3 16-47 0,-2-13-24 16,2 13-24-16,0 0-1 0,8-11 1 0,-8 11 8 15,17 2 7-15,-6 2-13 0,3 1-33 0,5 5 38 16,-1 0-54-16,7 6 40 0,3 4-52 0,1 2 28 16,0 3-50-16,1 1 28 0,-1 1-58 0,-1 2 51 0,1 1-50 15,-2-1 1-15,0 0-13 0,-4 0-16 0,0-3-18 16,-4-4 10-16,-2-1-1 0,-3-4 7 0,-2-2-5 16,-2-3 14-16,0-1 4 0,-2-1 11 15,-2-2 10-15,-6-8-1 0,10 10 5 0,-10-10-2 0,0 0 0 16,0 0-4-16,0 0-6 0,-12-3 12 0,4-4-3 15,-2-3-3-15,-4-5-1 0,2 0-8 0,-1-4-9 16,0-2-14-16,0-4-16 0,4 0-8 0,0-3-13 16,3 5-39-16,4-2 47 0,0-2-13 0,3 1-20 15,3-5-10-15,3 0-12 0,2 0-13 0,6-4-17 16,0 1 64-16,3 1-98 0,0 2 56 0,2-2-73 16,3-1 74-16,-4 2-60 0,1-2 84 0,0-1 13 15,-2 0 13-15,-1-3-40 0,-2 1 77 0,-2-2-37 16,-1 0 66-16,-4-1-35 0,0-1 101 0,-5 5-44 15,-2 0 135-15,0 1-57 0,-4 1 83 0,0 3-28 16,-2 6 77-16,1 1-26 0,-2 3 34 0,0 1-49 0,2 5 34 16,-1 0-63-16,0 2 14 0,1 3-61 0,0 1 31 15,4 9-6-15,-8-5 36 0,8 5 71 0,-9 10-1 16,4 0-26-16,2 5-11 0,2 5-38 0,1 7-158 16,4 7 0-16,3 10 0 0,3 1 0 0,3 12 0 15,3 1 0-15,1 2 0 0,1-2 0 0,0 2 0 16,0-3 0-16,1 0 0 0,-1-1 0 0,1 0 0 15,0-1 0-15,-2-1 0 0,-1-9 0 0,-1-1 0 0,1 0 0 16,-2-6 0-16,0 1 0 0,0-3 0 16,0-2 0-16,-4-8-191 0,1-2-162 0,-2-5-20 15,-3-3-12-15,1-2 57 0,-2-3-1 0,0-4-46 16,-5-7-53-16,0 0-55 0,11 4 61 0,-11-4 53 0,3-13 62 16,-3 13 55-16,-1-23 51 0,-2 7 41 0,-1 0 46 15,-3-1 35-15,0-3 47 0,-1 1 66 0,-3 1 77 16,2-1 41-16,-1 1 49 0,0 2 10 0,0 0 22 15,1 3 38-15,2 1 5 0,-1 1-15 0,3 2-72 16,0 1 8-16,5 8-83 0,-8-16 15 0,8 16-67 16,-3-11 38-16,3 11-71 0,9-9 40 0,0 4-54 15,7 0 38-15,2 2-49 0,7-1 40 0,3 0-52 16,8 1 23-16,2-2-70 0,1 2 7 0,0-1-21 0,1 1-12 16,0 0-4-16,-2 0 1 0,-2-1-1 15,0-1 12-15,-3 2 0 0,-1-3 9 0,-5 1 18 0,-3-1 12 16,-2 0 20-16,-2-3-8 0,-3 0 93 0,-5 0-67 15,0-1 99-15,-6 0-65 0,-1 1 83 16,-5 9-76-16,2-18 81 0,-5 8-65 0,-2 3-4 0,-2-1 2 16,-5 1 1-16,0 2 20 0,-2 3 1 0,1 0-5 15,-4 5-2-15,1 0 3 0,-2 1 4 0,1 5 2 16,0 1 27-16,1 4-10 0,2 2 3 0,2 2-34 16,3-1 33-16,0 2-3 0,3 1-2 0,3-1 10 15,2 0-12-15,3-1 3 0,2 3-11 0,4 1-17 16,2-2-34-16,3 2 30 0,4-3-7 0,0-2-46 15,4 0 44-15,2-4-51 0,0-1 38 0,0-4-43 16,2-1 39-16,-1-2-50 0,3-2 42 0,-2-3-41 16,1-1 41-16,2-3-43 0,-3-1 50 0,0-1-47 0,-1-1 36 15,0-5-46-15,-1-3 22 0,-2-1-45 16,-4-3 44-16,-1 0-46 0,-5 0 45 0,-1-1-45 0,-4 0 43 16,-2-1-41-16,-2 2 37 0,-2 0-2 0,-2 0-4 15,-2 1-2-15,-1 1 5 0,-2 1 1 0,2 1-4 16,0 1-2-16,0 3 0 0,1 0-8 0,0 3-18 15,4 8 0-15,-7-11 3 0,7 11 7 0,0 0 4 16,0 0 5-16,0 0 4 0,7 14 3 0,1-6-26 16,2 6 39-16,3 2-30 0,0 1 40 0,6 3-29 15,1 2 36-15,7 2-33 0,-1 2 40 0,2 0-6 16,1 2-3-16,-1-2 3 0,-1 2-10 0,-1-2-2 16,-2-1-3-16,-3-4 3 0,-2 0 0 0,-3-1-4 0,-3-5 1 15,-3 0-12-15,-1-3-2 0,-4 1 7 0,-1-4-1 16,-4-9 0-16,-1 18 3 0,1-18-2 15,-10 12-5-15,1-8-11 0,-3-1-3 0,12-3 9 16,-23 0 1-16,10 0-3 0,2-4 4 0,1 0-65 0,1-2-83 16,2-1-50-16,3-3-7 0,3-2-20 0,3-3 2 15,5-1 6-15,5-7 8 0,4 1 19 16,5-7 23-16,2 3 31 0,1 0 27 0,-2 1 25 0,-1 4 23 16,-3 3 34-16,0 0 33 0,-4 3 50 0,0 1 88 15,-3 4 46-15,-1 0 40 0,-1 1 35 0,-2 0 14 16,-1 3 12-16,-6 6-37 0,13-12-61 0,-13 12 15 15,9-8-59-15,-9 8 27 0,7-7-70 0,-7 7 19 16,0 0-60-16,9-7 31 0,-9 7-44 0,0 0 32 16,0 0-52-16,11 8 40 0,-11-8-46 0,9 14 40 15,-2-5-54-15,-1 3 33 0,4 1-85 0,0 2-36 16,3 2-79-16,0-2-87 0,-1 3-90 0,3-2-92 0,-1 0-80 16,1 1-57-16,-1-2 2 0,2 0-164 0,-1-1-534 15,0-3-875-15</inkml:trace>
  <inkml:trace contextRef="#ctx0" brushRef="#br0" timeOffset="1516.8228">7188 2036 1282 0,'-24'-23'1085'0,"3"5"-285"16,4 3-93-16,3 2-146 0,0 1-30 0,3 1-86 15,2 2-51-15,1 0-103 0,0 2-30 16,2 0-91-16,6 7-15 0,-6-13-66 0,6 13-22 0,7-7-129 15,-7 7-39-15,24 0-174 0,-4 3-65 0,4 4-165 16,7 4-46-16,6 3-41 0,-2 4-134 0,1 1-431 16,-1-1-771-16</inkml:trace>
  <inkml:trace contextRef="#ctx0" brushRef="#br0" timeOffset="2233.9179">7754 2135 649 0,'0'0'673'15,"16"-5"-74"-15,-16 5-21 0,8-5-26 0,-8 5-14 16,3-9-14-16,-3 9-41 0,-2-11-23 0,2 11-28 15,-9-11-79-15,9 11-64 0,-13-10-52 16,13 10-52-16,-17-6-35 0,17 6-25 0,-20 0-9 0,9 4-25 16,-1 1-44-16,0 0 32 0,0 4-43 0,1-2 36 15,0 4-49-15,3 2 45 0,0 0-46 16,1 1 39-16,2 1-45 0,0 1 40 0,2 1-47 0,3-1 53 16,1 0-61-16,1 1 44 0,4-2-45 0,0 2 39 15,3-3-46-15,2 1 45 0,2 0-56 0,0-3 25 16,1-4-51-16,0 1 22 0,2-1-46 0,-1-4 24 15,2 0-5-15,-1-2 12 0,-1-2 2 0,-1 1 5 16,2-4 6-16,-2-3 7 0,0-1-2 0,-2-1 7 16,-1-2-29-16,-1-2 36 0,-1-1-28 0,-3-1 37 15,0 1-26-15,0-4 43 0,-3 4 44 0,-1 1-37 16,0 1 67-16,0 0-26 0,-2 11 50 0,2-19-48 16,-2 19 32-16,2-15-56 0,-2 15 36 0,1-13-66 15,-1 13 26-15,0 0-51 0,1-13 40 0,-1 13-49 0,0 0 44 16,0 0-42-16,0 0 45 0,10 11-45 15,-10-11 50-15,10 15-47 0,-4-7 45 0,1 2-35 0,2 1 25 16,1-1-40-16,-1 1 35 0,2 1-44 0,1 0 9 16,0-1-73-16,1-1 24 0,0 0-39 0,-1-1 37 15,1 0-9-15,1-1 6 0,-2-2 11 0,1-1 6 16,-1-2 10-16,1-2 8 0,-1-1 9 0,1-2-28 16,-1-1 43-16,3-3-25 0,-3-2 42 0,-1-2-37 15,3-4 39-15,-3 1-31 0,-1-2 42 0,-1 1-33 16,-1 1 72-16,-1 0 8 0,0 1 73 0,-1 0-14 15,-1 1 63-15,0 3-33 0,-2 0-10 0,-3 8-23 16,7-14-99-16,-7 14-22 0,5-10 0 0,-5 10 0 0,6-8 0 16,-6 8 0-16,0 0 0 0,0 0 0 15,14 2 0-15,-14-2 0 0,11 11 0 0,-4-3 0 0,1 0 0 16,0 3 0-16,2 0 0 0,-1 0 0 0,0 0 0 16,-1 1 0-16,2 0 0 0,-2-1 0 15,0-1 0-15,1 0 0 0,-3-3 0 0,1 1 0 0,-1-3 0 16,-6-5 0-16,12 11 0 0,-12-11 0 0,11 4 0 15,-11-4 0-15,14-3 0 0,-4-1 0 0,-1-2 0 16,1-2 0-16,0 0 0 0,0-1 0 0,0 1 0 16,-2 1 0-16,0 1 0 0,-1-1 0 0,-7 7 0 15,12-10 0-15,-12 10 0 0,12-8 0 0,-12 8 0 16,13-4 0-16,-13 4 0 0,17 0 0 0,-6 2 0 0,0 0 0 16,4 3 0-16,2 1 0 0,-2 0 0 15,2 0 0-15,1 1 0 0,1 3-177 0,0-2-248 16,4-1-170-16,0 2-177 0,2-2-78 0,3-3-848 0,-1 1-1375 15</inkml:trace>
  <inkml:trace contextRef="#ctx0" brushRef="#br0" timeOffset="3118.0455">10133 1859 533 0,'-22'-34'759'16,"0"0"-41"-16,-1 1-159 0,2 3 81 0,2 1-105 16,2 6-19-16,1 3-39 0,4 3-37 0,0 2-41 15,2 4-63-15,1-1-62 0,2 0-54 0,0 6-60 16,7 6-27-16,-10-7-17 0,10 7 7 0,0 0 29 16,-4 18 20-16,7-1 21 0,1 7-7 0,5 10-55 15,0 9-25-15,2 3-17 0,4 13 23 0,-2 1-62 16,1 1 2-16,-3 2-42 0,2 2-10 0,1-1 0 15,-1 0 0-15,0-1 0 0,-1-3 0 0,-1-10 0 16,-2-3 0-16,0-2 0 0,-2-3 0 0,1-9 0 0,-3-3 0 16,0-6 0-16,-1-4 0 0,-1-1 0 15,1-4 0-15,-2 0 0 0,0-5 0 0,-2-10 0 16,1 10 0-16,-1-10 0 0,0 0 0 0,-5-14-8 16,-1-3 12-16,-3-10-64 0,-3-10 25 0,-1-6-63 0,-6-11 40 15,0-4-50-15,-3-3 34 0,0-3-1 0,-2-3 9 16,-1-2-3-16,-1-2 7 0,-1 0 33 0,0 0-26 15,0 1 16-15,1 3-5 0,2 1 10 0,1 3 10 16,2 2 36-16,4 5-30 0,3 12 29 0,4 2-39 16,1 4 37-16,2 9-39 0,4 6 33 0,3 2-38 15,2 3 39-15,5 3-37 0,3 2 41 0,4 3-31 16,7 5 32-16,2 2-40 0,5 7 38 0,5 2-35 0,7 7 10 16,1 3 3-16,2 5 9 0,6 6-18 15,0 3 21-15,-2 1 10 0,0 2-7 0,-2 2 35 16,-3 1-36-16,-4-1 29 0,-9-5-33 0,-1 1 31 0,-3-1-39 15,-6-2 39-15,-3-4-41 0,-4 1 8 0,-5-3 5 16,-1-1 6-16,-6-1 3 0,-3 1 2 0,-6 0 0 16,-4 1-3-16,-5 0 2 0,-7 1-3 0,1-7 1 15,-6 3-31-15,-3 0 35 0,1-2-33 0,3-5 36 16,0 1-34-16,2-3 34 0,4-1-37 0,0-2 28 16,5 2-68-16,1-3-47 0,4-1-120 0,-1 2-97 15,5-1-39-15,2 2-33 0,3 0-43 0,4-8 17 16,-1 19-46-16,7-7-56 0,4-1-62 0,5 3-395 15,6 0-577-15</inkml:trace>
  <inkml:trace contextRef="#ctx0" brushRef="#br0" timeOffset="3501.074">10660 2271 1086 0,'4'-11'871'0,"-2"1"-154"0,0 0-50 16,0 0-64-16,-2 10 0 0,3-19-58 0,-3 19-32 15,2-17-115-15,-2 17-23 0,3-14-123 16,-3 14-22-16,1-11-90 0,-1 11 0 0,0 0-57 0,7-11 18 16,-7 11-61-16,14 1 32 0,-2 3-56 0,3 3 38 15,4 5-64-15,4 2 48 0,-1 3-52 0,5 5 18 16,0 0-59-16,-1 2 35 16,1 1-33-16,-1-2 40 0,-1 2-43 0,-2 0 21 0,-4-5-27 0,-2 0 40 15,-3-3 1-15,-1-2 5 0,-2-1-30 0,-1-2 38 16,-3-1-30-16,-2-3 39 0,1 2 3 0,-6-10-29 0,6 14 37 15,-6-14 4-15,0 0-36 0,-4 12 36 16,4-12-33-16,-14 0 38 0,2-3-21 0,-1-2 33 16,-2-3-25-16,-3-2 21 0,1-2-33 0,-3-5 39 15,0 1-34-15,3-1 33 0,-1-3-37 0,4-1 43 0,1 6-40 16,3-2 41-16,2 4-47 0,2-1 20 0,0-1-58 16,4 3 2-16,4-1-88 0,2 0-2 15,3 0-95-15,6-1-17 0,5 2-81 0,6-1-46 0,4 1-46 16,1 4-75-16,4 0 14 0,-1 3-46 0,-2 1-26 15,1 4-489-15,-1-1-654 0</inkml:trace>
  <inkml:trace contextRef="#ctx0" brushRef="#br0" timeOffset="3835.3243">11448 2295 789 0,'0'0'672'0,"0"0"-68"0,0 0-31 0,0 0 10 15,-1-16-76-15,1 16 27 0,-2-12-33 0,2 12-1 16,0-16-85-16,0 16-5 0,-1-20-98 0,1 20 4 0,2-20-97 15,-2 20-4-15,5-19-85 0,-2 9 12 16,2 2-73-16,2 1 26 0,2 0-60 0,0 2 35 0,2 0-56 16,2 3 34-16,0 0-54 0,2 2 45 0,0 2-56 15,4 2 47-15,-4 2-53 0,6 3 10 0,-4 1-6 16,1 1-8-16,1 2 1 0,-6 1 52 0,1 1-52 16,-1 0 38-16,-2 2-41 0,-5-3 42 0,2 0-41 15,-4 0 44-15,-1 1-39 0,-2-3 51 0,-1-1-50 16,-2-1 46-16,-3 1-41 0,-1-1 43 0,-5-1-36 15,0-1 36-15,-3-3-13 0,-2 0 21 0,-2-3-25 16,-1-2 20-16,-1-1-41 0,-4-4 41 0,0 1-48 16,2-3 42-16,-1-2-40 0,2 0 46 0,2-1-56 15,2-2 28-15,3-1-97 0,4 1-14 0,2 0-81 16,5-1 1-16,3 1-96 0,3-1-4 0,5 0-58 16,3 0-75-16,5-1-61 0,4 1-39 0,4 1-18 0,3 1-112 15,-1-1-497-15,3 0-763 0</inkml:trace>
  <inkml:trace contextRef="#ctx0" brushRef="#br0" timeOffset="4735.5673">12257 1328 1050 0,'-2'-43'878'0,"-3"6"-83"15,2 2-141-15,-3 2-1 0,1 3-91 16,1 6 15-16,2 0-65 0,-2 7-49 0,0 1-96 15,2 1-77-15,1 3-69 0,1 12-40 0,-4-17-39 0,4 17-7 16,0 0 25-16,0 0-31 0,7 13 21 0,-1 1-25 16,5 14-12-16,3 6-79 0,1 5-34 0,1 6 0 15,2 10 0-15,4 6 0 0,-1 2 0 0,-3 4 0 16,4 2 0-16,-2 0 0 0,0 1 0 0,3-2 0 16,-3 0 0-16,3-4 0 0,-3-1 0 0,2-4 0 15,-1-4 0-15,-6-10 0 0,1-2 0 0,-3-3 0 16,1-3 0-16,-3-8 0 0,-2-2 0 0,-2-6 0 15,2 0 0-15,-5-6 0 0,1-1 0 0,-1 0 0 16,1-3 0-16,-3-2 0 0,-2-9 0 0,4 12 0 16,-4-12 0-16,0 0 0 0,0 0 0 0,0 0 0 15,-11-13 0-15,2 3 0 0,1-2 0 0,-4-3 0 0,-1-1 0 16,-3 2 0-16,1-2 0 0,-4-1 0 16,-1 1 0-16,-2-1 0 0,-1 3 0 0,-1 1 0 0,-2 1 0 15,1 1 0-15,0 5 0 0,-1 2 0 0,0 1 0 16,-1 2 0-16,2 4 0 0,-1 1 0 0,-2 3 0 15,1 5 0-15,0 1 0 0,3 1 0 0,2 2 0 16,3 0 0-16,-1 2 0 0,6-1 0 0,2 0 0 16,2 0 0-16,3-1 0 0,3-1 0 0,0 0 0 15,4-1 0-15,4 3 0 0,0-3 0 0,9-1 0 16,1 0 0-16,2-1 0 0,6-3-38 0,3-1-86 16,4-2 15-16,7-2-66 0,0-1 16 0,2-3-30 15,5 0-20-15,2-4 3 0,3-2-22 0,-4-2 61 16,0-2-24-16,-1-3 49 0,-4 0-15 0,-2-2 37 15,-1-3 26-15,-3 1-7 0,-5-3 40 0,-6 3-4 16,-1-1 59-16,-3 1-24 0,-4-1 75 0,-4 0-33 16,0 2 66-16,-5 0 24 0,-1 2-4 0,-2-2 1 0,0 4 11 15,-2-1 24-15,-2 3-2 0,2 10-13 0,-2-20 14 16,2 20-11-16,-2-15-15 0,2 15-22 0,-3-13-16 16,3 13-21-16,0 0-7 0,-2-11 3 0,2 11-17 15,0 0 30-15,-7 8-37 0,7-8 40 0,-2 14-35 16,2-14 10-16,2 20-4 0,3-9 34 0,-1 1-50 15,3 3 52-15,-1-1-63 0,3-1 48 0,3 2-57 16,-1 0 43-16,3-1-49 0,-1 0 44 0,3-3-51 16,-1 2 16-16,-1-4-68 0,4 1 24 0,-2-3-37 15,-1-3 49-15,1 2-26 0,0-4 44 0,0 0-27 16,-3-3 36-16,0-1-43 0,1-2 44 0,-1-3-36 16,1 0 38-16,-3-4-34 0,1 0 30 0,-3-3-36 0,-1-2 45 15,-1 2-38-15,-3-3 39 0,1 3-4 16,-2-3 7-16,-1 3 2 0,0 1 12 0,-2 2 16 0,0 11 3 15,2-20 1-15,-2 20-5 0,2-15-8 0,-2 15-2 16,0-13-3-16,0 13-9 0,0 0 4 0,0 0 5 16,0 0-17-16,0 0 49 0,0 0-32 0,0 0 42 15,5 13-47-15,-1-4 47 0,3 0-42 0,2 2 42 16,0 1-52-16,5 2 37 0,1-1-54 0,6 3 44 16,0 0-115-16,2 0-50 0,0 1-123 0,2-2-63 15,2-1-106-15,1-1-134 0,-1 1-111 0,-2-2-61 16,0-1-122-16,-4-2-357 0,0-2-812 0</inkml:trace>
  <inkml:trace contextRef="#ctx0" brushRef="#br0" timeOffset="5135.9343">13708 1946 281 0,'-7'-8'776'15,"1"1"-164"-15,6 7 21 0,-12-12-121 0,12 12 68 16,-8-10-90-16,8 10-37 0,-7-7-50 0,7 7-39 16,-7-7-39-16,7 7-33 0,0 0 13 0,0 0 30 15,0 0 9-15,0 0-22 0,0 13 19 0,7-4-43 16,2 2-31-16,5 3-21 0,-1 1-234 0,9 4-12 16,2 3 0-16,5 1 0 0,1 1 0 0,1 0 0 15,1-1 0-15,4 2 0 0,-2-1 0 0,-1-1 0 0,1 1 0 16,-2-1 0-16,-1-2 0 0,0-1 0 15,-8-3-395-15,-1-3-175 0,-1-2-101 0,-3 0-87 0,-3 0-57 16,-3-4-763-16,-3-3-1225 0</inkml:trace>
  <inkml:trace contextRef="#ctx0" brushRef="#br0" timeOffset="6137.819">14167 1852 509 0,'-5'-10'554'0,"0"1"-121"0,-2 0 44 0,1-1 0 0,-1 3-64 16,1-4 99-16,-3 1-104 0,-1 0 44 0,0 1-121 15,0 0-21-15,-3 0 25 0,2 2-95 16,-3 1 11-16,1 2-66 0,2 1 44 0,-3 3-43 16,-2 2 39-16,-2 0-30 0,-2 5-6 0,0 3 9 0,-5 3 25 15,2 2-53-15,0 3 27 0,-2 5-39 0,4-2-21 16,2 2 1-16,2-1-79 0,1 2-59 0,1 2 0 16,3 0 0-16,3 0 0 0,3-3 0 0,3 1 0 15,2 1 0-15,2-1 0 0,4 1 0 0,4 2 0 16,5-1 0-16,5-3 0 0,6 3 0 0,4-3 0 15,5-2 0-15,2-4 0 0,3 0 0 0,1-4 0 16,2-2 0-16,3-3 0 0,-4-1 0 0,-1-3 0 16,-1-3 0-16,1-2 0 0,7-3 0 0,0-3 0 15,-2-3 0-15,0-2 0 0,0-3 0 0,-2-4-98 0,7-6-105 16,0-3-10-16,-2-4-4 0,-3-3-2 0,-1-4-4 16,-1-4 2-16,-3-4 8 0,-4-3 86 15,-4-2-54-15,-3-3 100 0,-4-1-58 0,-1 0 95 0,-8 0-57 16,0-1 101-16,-7 6-57 0,-2-2 91 0,-2 0-52 15,-5 0 77-15,-1 0-65 0,-5-1 60 0,-3-6-2 16,-3 0 8-16,-5 3-2 0,-4 1-63 0,-1 3 74 16,-1 2-61-16,2 10 76 0,-2 3-55 0,3 4 62 15,-1 1-11-15,5 9 53 0,1 3-43 0,3 3 34 16,0 3-60-16,4 2 8 0,1 5-46 0,7 8 49 16,-13-2 11-16,13 2 54 0,-11 16 35 0,9 2-22 0,1 6 50 15,3 7-13-15,3 12-33 0,4 4-157 16,3 12 0-16,3 3 0 0,1 2 0 0,4 4 0 15,0 2 0-15,2 3 0 0,0 0 0 0,1 0 0 0,-2 1 0 16,2-3 0-16,0 0 0 0,-3-2 0 0,2-5 0 16,0-2 0-16,-1-3 0 0,1-5 0 0,-4-11 0 15,-1 0 0-15,0-7 0 0,-2-2 0 0,-2-6 0 16,-1-4 0-16,-2-4 0 0,-2-2 0 0,0-4 0 16,-1-2 0-16,-2-4 0 0,-5-8 0 0,11 12 0 15,-11-12-260-15,0 0-19 0,0 0-33 0,-4-14 5 16,-4 3-13-16,-3-4 36 0,-3 0 37 0,-2-5 44 15,-3-1 39-15,0-1 34 0,0-1 102 0,-1 2-60 0,2 0 127 16,3 1 7-16,2 2 49 0,1 2 97 0,0 0 86 16,5 3 6-16,0 1 41 0,3 0-16 0,5 0-34 15,5-1-43-15,5-2-9 0,8 2-29 0,7-2-64 16,8-1-130-16,8 1 0 0,6 1 0 0,3 3 0 16,18 0 0-16,3 1 0 0,4 3 0 0,5 1 0 15,2-2 0-15,-1 3 0 0,-1 2 0 0,-5 0 0 16,-12 2-163-16,-7-1-115 0,-3 1-110 0,-6-2-55 15,-10 2 13-15,-9-1-143 0,-4-1-70 0,-7 1-84 16,-5-2-717-16,-13 4-1057 0</inkml:trace>
  <inkml:trace contextRef="#ctx0" brushRef="#br0" timeOffset="6869.9756">3409 3567 276 0,'0'0'450'0,"0"0"-90"0,11-6-65 0,-11 6-35 15,0 0-17-15,0 0-13 0,10-6 13 16,-10 6 5-16,0 0-5 0,0 0-5 0,0 0-25 16,10-4-19-16,-10 4-15 0,0 0-2 0,0 0 6 15,11-3 11-15,-11 3 27 0,17-2 8 0,-4 1 2 16,6 0 1-16,8-1-2 0,9-2 7 0,12 0-1 16,10-1-12-16,18-3 7 0,8 3 0 0,17-5-1 15,32-4-54-15,14 1 27 0,11 0-72 0,12 1 39 0,11 0-77 16,8 2 12-16,9 1-58 0,3 1 3 0,5 0 26 15,1 2-53-15,-1 0 42 0,1-1-51 0,0 3 31 16,-5-1-49-16,0 2 39 0,-7-2-33 0,-1 3 38 16,-6-3-59-16,-6 2 42 0,-12 1-58 0,-3-3 0 15,-9 2 29-15,-8 0-39 0,-11 0 2 0,-6-1-59 16,-31 1 5-16,-7 0-56 0,-9-1 16 0,-10 0-50 16,-16 1 29-16,-9 0-59 0,-11 1 23 0,-6-3-69 15,-8 1-71-15,-3-1-52 0,-9 0-103 0,-3-1-9 16,-11 6-42-16,12-12-125 0,-12 12-412 0,3-11-694 15</inkml:trace>
  <inkml:trace contextRef="#ctx0" brushRef="#br0" timeOffset="7403.219">10387 3307 716 0,'-52'-3'623'0,"0"1"-162"16,3-2-90-16,1 1-82 0,6 2-57 0,1 1-20 15,1-3-21-15,1 2 13 0,4 0 29 0,6 0 16 16,3 0 15-16,4 0 8 0,2 0-35 0,3 0 18 16,1 1-62-16,4-2 11 0,-1 2-75 0,13 0 24 15,-16-3-55-15,16 3 42 0,0 0-48 0,0 0 38 16,4-12-37-16,9 8 47 0,11-5-31 0,9 1 31 16,15-3-21-16,19-1 20 0,13-1-26 0,14-1 37 0,29 0-24 15,14-2 9-15,16 1 3 0,14 2-3 16,14-2-19-16,14 4-8 0,12-2-56 0,53 0 54 15,4 1 3-15,4 1-98 0,0 2 84 0,-4 1-100 0,1 1 90 16,-49 3-102-16,46-3 63 0,-50 3-46 0,-3 1 0 16,-2-1 0-16,-8 0 0 0,-7 0 0 0,-11 0 0 15,-8 1 0-15,-12 1 0 0,-12-2 0 0,-12 0 0 16,-33 1 0-16,-8-1 0 0,-7 0 0 0,-8-2 0 16,-7 1 0-16,-14-1 0 0,-5-1 0 0,-4-1 0 15,-2 1-22-15,-5-2-8 0,-7 3-18 0,-4-2-3 16,-4 1-28-16,-8-1-50 0,-1 0 47 0,-5 1-40 15,-2 0 10-15,-3 0-90 0,-3 1-47 0,-7 6-118 16,9-9-77-16,-9 9-69 0,0 0-19 0,-2-9-54 16,2 9-116-16,0 0-535 0,-13-3-846 0</inkml:trace>
  <inkml:trace contextRef="#ctx0" brushRef="#br0" timeOffset="8220.3056">18690 1383 555 0,'0'0'442'0,"-3"-17"-44"0,3 17-71 16,-4-17 52-16,4 17 21 0,-6-17-33 0,3 8-6 16,-1 0-15-16,4 9-6 0,-7-16-62 0,7 16 73 0,-6-14-95 15,6 14 41-15,-5-11-95 0,5 11 18 16,-6-10-94-16,6 10 23 0,0 0-82 0,-4-9 40 0,4 9-63 16,0 0 112-16,0 0-9 0,1 15-53 15,3-5 112-15,5 5 23 0,1 0-38 0,8 9 21 16,4 3 5-16,6 5 13 0,10 7-23 0,3 0-16 0,5 2-92 15,4 0-99-15,3 2 0 0,3 1 0 0,1 0 0 16,2 0 0-16,0-2 0 0,-1-1 0 0,-1 0 0 16,-2-3 0-16,-3-1 0 0,-1-3 0 0,-3 0 0 15,-4-4 0-15,-10-6 0 0,-2-1 0 0,-2-2 0 16,-6-5 0-16,-1 0 0 0,-5-2 0 0,-1-4 0 16,-2 0 0-16,-3-1 0 0,-1 0-372 0,-3-3-42 15,-8-6-144-15,13 6-226 0,-13-6-138 0,0 0-705 16,0 0-1286-16</inkml:trace>
  <inkml:trace contextRef="#ctx0" brushRef="#br0" timeOffset="8570.2811">19840 1367 1073 0,'2'-12'858'0,"-2"12"-175"15,-1-20-208-15,1 20-25 0,-5-14-142 0,5 14 43 16,-12-6-97-16,12 6 69 0,-21 1-72 0,6 3 62 16,-2 2-65-16,-4 4 6 0,-4 3-15 0,1 3-19 15,-7 7-11-15,-1 2-4 0,-7 8-21 0,0 7-19 16,-1 1-11-16,-3 2-23 0,-1 3-25 0,0 1-5 0,-3 3-20 16,-2-2-35-16,1 2 33 0,-1-1-44 0,-1 1 33 15,0-2-49-15,1-1 5 0,3-2 8 0,2-3-7 16,3-2-1-16,2-1-4 0,8-8-7 0,2-1-5 15,2-1 2-15,3-2-4 0,4-8 0 0,2 0 5 16,5-4-1-16,0-2-15 0,3-2-14 0,1-1 22 16,0-2-70-16,3-1 15 0,0-1-91 0,6-6-19 15,-10 9-131-15,10-9-71 0,0 0-93 0,0 0-83 16,0 0-69-16,-7-10 22 0,7 10-97 0,5-18-612 16,-2 5-900-16</inkml:trace>
  <inkml:trace contextRef="#ctx0" brushRef="#br0" timeOffset="9804.2462">18293 820 434 0,'0'0'492'0,"0"0"-51"0,-3-12-53 0,3 12-23 16,-9-7-41-16,9 7-42 0,-13-5-9 16,13 5 1-16,-19 3 3 0,4 2-3 0,-4 5 9 15,-4 5-11-15,-8 5-25 0,-1 6-21 0,-8 10-79 16,-1 4 63-16,0 5-77 0,-1 7 46 0,1 3-78 0,1 5 0 16,1 4 10-16,4 5-5 0,3 2 45 15,4 2-61-15,8 3 36 0,2-1-62 0,10 1-1 16,9-2-1-16,6 0-39 0,12-1 7 0,9-1 39 0,15 12-48 15,12-7 32-15,8-3-10 0,5-4-5 0,5-4-10 16,4-6-52-16,-1-5-7 0,4-5-85 16,-16-14-75-16,0-3-56 0,0-4-69 0,-2-4-66 0,-2-3-90 15,-2-5 12-15,-9-5-140 0,-2 0-651 0,-2-7-859 16</inkml:trace>
  <inkml:trace contextRef="#ctx0" brushRef="#br0" timeOffset="10288.019">20730 626 470 0,'-14'-34'587'0,"0"11"-21"0,4 3-8 16,1 4-126-16,1 2-55 0,1 1-109 0,2 3-32 15,5 10-55-15,-7-9 94 0,7 9 20 0,0 0-24 16,5 9 6-16,3 4-28 0,8 9-8 0,6 8-67 16,8 15 54-16,7 6-62 0,0 5 46 0,4 2-57 15,0 7 32-15,7 14-36 0,-2 1 18 0,-1 1-11 16,-3 1 6-16,-9-9 3 0,5 15 9 0,-9-12-23 16,-2 2-19-16,3 15-20 0,-7-15-44 0,-4 1 15 15,-4-1-58-15,-3 1 8 0,-3-4 32 0,-5 0-43 16,-3-4 38-16,-6-3-44 0,-4-4-6 0,-8-3-12 15,-6-4-30-15,-10-6-36 0,-9-1-113 0,-11-4-44 16,-9-4-135-16,-7-5-84 0,-22 3-102 0,10-9-157 0,-17 0-51 16,13-8-800-16,1-2-1191 0</inkml:trace>
  <inkml:trace contextRef="#ctx0" brushRef="#br0" timeOffset="12872.1852">6938 4395 406 0,'9'-5'367'0,"-9"5"6"0,12-9-85 16,-12 9 11-16,11-11-47 0,-11 11 38 0,11-13-47 16,-11 13 26-16,8-15 4 0,-8 15 17 0,7-14 16 15,-7 14-38-15,4-15 18 0,-4 15-40 0,2-15-18 16,-2 15-49-16,0-14 39 0,0 14-71 0,-3-13-6 16,3 13-27-16,-6-10-21 0,6 10-19 0,-12-4-10 15,12 4-18-15,-23 4 0 0,5 3-1 0,-2 4-1 16,-6 5-3-16,-6 5 3 0,-2 3-1 0,1 3-33 15,-8 9 27-15,2 2-36 0,1 1 30 0,2 1 2 16,0 1-10-16,4 2 0 0,1 1-9 0,8-7-1 0,0 0-2 16,2 0 2-16,4 0 1 0,2-2-5 15,3-1 1-15,4-4-3 0,1-2 10 0,4-3-9 16,1-1-30-16,3-4 40 0,3 1-29 0,3 0 34 0,3-3-35 16,3-3 38-16,5 0-59 0,3-5-16 0,6 1-78 15,3-4-38-15,6-3-34 0,2-2-75 0,2-2-79 16,8-5-65-16,-1 0-68 0,2-3-130 0,-2-1-512 15,0 0-742-15</inkml:trace>
  <inkml:trace contextRef="#ctx0" brushRef="#br0" timeOffset="15689.0663">7073 4853 844 0,'-19'-6'757'0,"3"1"-130"16,-2 2-42-16,2 0 2 0,4 1-14 0,1-2-47 15,11 4-78-15,-20-4-62 0,20 4-59 0,-14-3-58 16,14 3-45-16,-14-4-48 0,14 4-41 0,-11-2-30 16,11 2-25-16,0 0-19 0,0 0-14 0,0 0-14 15,0 0-53-15,0 0-44 0,0 0-21 0,11 2-12 16,0 0-33-16,3-1-50 0,5 1-30 0,-1-1-14 16,2 0-16-16,0-1-1 0,2-1-7 0,0 0 13 0,1 0-15 15,-2 1 46-15,0-3-23 0,1-1 73 0,-2-2 1 16,-1 1 64-16,-4-2 39 0,1 1 77 15,-4-2 41-15,1 0 46 0,-3-1 75 0,-2 2 65 16,1 0 23-16,-3-1-15 0,-1-1 50 0,-5 9 32 0,9-12 7 16,-9 12-32-16,8-10-34 0,-8 10-39 0,6-7-78 15,-6 7 28-15,0 0-89 0,6-10 34 0,-6 10-82 16,0 0 39-16,0 0-72 0,0 0 61 0,0 0-55 16,9 4 49-16,-9-4-69 0,3 13 75 0,-3-13-90 15,6 18 65-15,-3-7-72 0,-1 1 66 0,1 0-77 16,1 2 70-16,-1 0-75 0,2 0 70 0,-1-1-74 15,1 0 72-15,0-1-89 0,-1 0 33 0,0-3-87 16,1 2 5-16,-1-2-29 0,0 0-16 0,-4-9-10 16,9 14-1-16,-9-14 9 0,7 11 21 0,-7-11 13 15,7 8 15-15,-7-8-1 0,0 0 2 0,17 1-7 16,-17-1 12-16,12-6 19 0,-12 6 22 0,14-10 6 16,-7 4 2-16,1 0 21 0,-8 6 37 0,11-11 46 15,-11 11 30-15,11-10 12 0,-11 10 1 0,8-9-3 0,-8 9-4 16,7-7-21-16,-7 7-14 0,7-7-10 0,-7 7-11 15,0 0-9-15,9-6-10 0,-9 6-7 16,0 0-2-16,9-5 1 0,-9 5-1 0,0 0-5 0,14 5 1 16,-14-5-3-16,12 6-1 0,-12-6 0 0,14 8 3 15,-7-2 1-15,1 0-7 0,0 0-1 16,-1 1-2-16,0-1 0 0,1 0-2 0,0 1-1 0,-2-1-3 16,1 0-8-16,0 1-10 0,-7-7-13 0,12 10-6 15,-12-10-1-15,8 8 7 0,-8-8 4 0,9 7 6 16,-9-7 7-16,0 0 0 0,9 5-7 0,-9-5-14 15,0 0-11-15,0 0 9 0,12-6 1 0,-12 6 1 16,6-11 2-16,-6 11 2 0,8-14 12 0,-8 14 6 16,7-15 2-16,-3 6 0 0,-4 9 7 0,7-17 16 15,-7 17 4-15,7-15 6 0,-7 15-1 0,6-17 11 16,-6 17 6-16,6-14-3 0,-6 14 0 0,4-12-8 16,-4 12-4-16,3-10-5 0,-3 10-11 0,0 0-3 15,5-11-6-15,-5 11 0 0,0 0 1 0,8-8 3 16,-8 8-2-16,0 0-1 0,13-2 7 0,-13 2-10 15,12 2 2-15,-12-2-7 0,17 3-16 0,-17-3 2 16,21 5-37-16,-10-3-19 0,-1 3-20 0,2-4-9 16,-1 2-19-16,1-1-8 0,1 0-3 0,0 1 5 0,0-2-1 15,-1 1 2-15,2 0 7 0,-1 0-1 0,-1-2-4 16,2 0 4-16,-1 0-8 0,1 0 15 16,-1-2-7-16,1 0 22 0,-2 0-8 0,1-2 25 0,1 1-4 15,0-2 33-15,0-1-4 0,-1 0 33 0,1-1-17 16,-2-1 22-16,0-1 12 0,1-2 6 0,-2 1-2 15,3-3 16-15,-3-1 11 0,-1-1 3 0,-1 1 28 16,0-3 11-16,-1 1-7 0,-2-2 6 0,1 1 11 16,-4-1 20-16,1-1 23 0,-2 0-2 0,-1-1-9 15,-1-1 11-15,-1-1 13 0,-1 1 33 0,0-2 23 16,0 4-1-16,-1 0 26 0,0 1 22 0,0 2-12 16,1 2-9-16,0 2-45 0,0 1-34 0,2 11-37 15,-3-17-26-15,3 17-20 0,-2-11 18 0,2 11-38 16,0 0 13-16,0 0 1 0,3 22-1 0,1-5 7 0,0 7-27 15,2 6 47-15,0 3 2 0,1 9 10 16,0 2 1-16,1 1 3 0,0 4-21 0,0-1 7 16,1 3-59-16,1-2 50 0,0 2-58 0,1-3 50 15,0 0-55-15,0-3-2 0,0 0 6 0,0-5 0 0,-1-2-3 16,-2-6 7-16,0-4 2 0,-2-6-2 16,0 1 2-16,-2-6 4 0,0-2 5 0,-1-2 9 15,0-1 28-15,1-3 17 0,-4-9-6 0,2 11-15 0,-2-11 2 16,0 0-19-16,0 0-6 0,0 0-9 0,-8-13 4 15,4 3-12-15,-2-4-19 0,-1-4 5 0,0-3 47 16,-2-5-102-16,0-2 39 0,1 0-63 0,2-2 55 16,-1-2 6-16,4 1-4 0,1 3-1 0,3 0 2 15,3-3-33-15,3 0 45 0,2 4-35 0,4 0 52 16,2 0-49-16,3 5 44 0,2 1-38 0,1 5 43 16,1 0-40-16,-1 6 39 0,1 1 13 0,-1 3-19 15,-1 4 1-15,-1 2-3 0,-1 1 2 0,0 4-5 16,-2 0-5-16,-1 3 5 0,-2 0-1 0,0 1 2 15,-3 2-2-15,-2 0 4 0,0 0 2 0,-4-1 6 16,-3 1-4-16,-1-11 1 0,-3 23 1 0,-4-11 1 16,-2 1-6-16,-4-1 1 0,-3 1 2 0,-2-1-8 15,-6-1 1-15,1 0-32 0,0-3 47 0,3 0-6 0,-2-1 3 16,3 0 14-16,4-1-19 0,0 0-4 16,4-1-6-16,1-2-9 0,0 1-28 0,10-4-13 15,-11 6 5-15,11-6 3 0,0 0-2 0,0 0-52 16,0 0 11-16,19 1-13 0,-5-3-39 0,5-2-23 0,0 2-12 15,5-3-5-15,0 0 19 0,1-1 17 16,-2-1 17-16,2 0 17 0,3-1 12 0,-2-3 8 16,1-1 20-16,-2-1 12 0,-2-2 22 0,0-2 13 0,-2-1 17 15,-2-2 27-15,-1-3 30 0,-2 1 11 0,-4-1 13 16,-1-3 3-16,0-3 18 0,-4 3 15 0,-1-2 36 16,-1 4 5-16,-3 1 46 0,1-1 24 0,-1 5 5 15,-2 0 2-15,2 3-18 0,-1 1-25 0,-1 3-30 16,0-1-19-16,0 13-28 0,1-18-28 0,-1 18-12 15,0 0-18-15,0 0-1 0,0 0 1 0,0 0-36 16,-5 11 45-16,5 2-48 0,1 5 53 0,2 1-11 16,0 4-2-16,3 2 4 0,1 3-15 0,1 3 0 15,3-3-4-15,3 5 8 0,-1-6-16 0,-1 0 1 16,1-2-3-16,2-2-48 0,-2 0 56 0,1-4-50 0,-3-4 49 16,-1 1-47-16,3-2 53 0,-3-2-49 15,1-2 57-15,-2-2-48 0,1-2 55 0,1-1-64 16,-1-3 58-16,-10-2-59 0,25-2 60 0,-10-2-65 0,1-3 55 15,2-4-66-15,1-1 35 0,2-3-48 0,0-2 51 16,-1 1-44-16,1 0 59 0,-3-2-56 16,-1 5 55-16,-2 1-50 0,0-1 49 0,-2 3-43 15,-2 2 46-15,0 0-51 0,-1 2 47 0,-1 1-44 0,1 1 50 16,-10 4-43-16,19-2 58 0,-19 2-1 0,23 3 1 16,-13 0 3-16,0 2-10 0,-1 1-1 0,1 1-3 15,0 2 0-15,-2 1-4 0,0 1-1 0,-1-1 4 16,0 1-9-16,-2-2-3 0,-1 1 8 0,-1-1-57 15,-3-9 64-15,2 19-59 0,-2-19 71 0,-7 17-71 16,2-8 60-16,-2-2-59 0,-4 0 58 0,-1-1-64 16,-2-1 58-16,-1-2-58 0,0 1 59 0,3-3-58 15,0 1 47-15,12-2-74 0,-22 0-5 0,22 0-48 16,-19-5-38-16,19 5 7 0,-12-10-2 0,12 10-10 16,-7-15-9-16,7 15-14 0,1-22-8 0,4 9-20 15,1-1 7-15,3-2 20 0,3 0 15 0,-1 0 28 16,4-1 20-16,-1 1 9 0,0-1 27 0,5 1 18 15,-3 0 12-15,0 3 13 0,1-2 6 0,-2 2 12 0,1-1 28 16,-2 4 25-16,0 0 26 0,-3 1 23 16,-1 0 25-16,1 1 8 0,-3 2 5 0,0-1 20 0,-8 7-22 15,14-10 14-15,-14 10-45 0,10-8 22 0,-10 8-19 16,0 0 62-16,13-4-37 0,-13 4 29 0,10 4-45 16,-10-4 24-16,10 8-16 0,-10-8-9 0,11 11-10 15,-11-11-18-15,13 13-8 0,-7-6-11 0,-1 2-4 16,2-2-9-16,0 1-7 0,2-2 12 0,-4 2-22 15,2-2-3-15,-1 1-1 0,1 0 1 0,0-2-9 16,-7-5-7-16,13 11-2 0,-13-11 1 0,17 7-1 16,-17-7-1-16,17 3 1 0,-4-4-1 0,-2-2-2 15,2-2-3-15,-1 0-29 0,1-2 41 0,0-1-34 16,0-2 39-16,-1-1-31 0,1-1 40 0,-3 1-37 16,1-1 9-16,-3 0 11 0,1 0 54 0,-1 3-21 15,-2 1 55-15,0 0-41 0,-1 1-12 0,-5 7 26 16,9-10-58-16,-9 10 37 0,0 0-28 0,15-2 57 15,-15 2-32-15,13 13 62 0,-3-1-53 0,1 6 76 16,2 5-81-16,1 4 83 0,2 7-103 0,0 1 64 0,-1 3-85 16,1 2 74-16,-3 2-90 0,3-1 86 0,-4-1-102 15,1 0 29-15,-2-1-21 0,-1-3 5 16,-2-4-1-16,-2-4 7 0,-2-1 1 0,-1-4 8 0,-1-2-7 16,0-2 6-16,-2-3 3 0,-1 1 3 15,-4-3 1-15,-1-2 8 0,-2 0-8 0,-4-6-5 0,-1 0-11 16,-1-4-4-16,-1-2-33 0,-3-1-29 0,0-4-23 15,-3-2-8-15,1 0-40 0,2-5 35 0,1 0-84 16,3-1 32-16,2-1-28 0,5-1 24 0,3-1 13 16,5-1 7-16,3-3 23 0,5-2 18 0,7-3-15 15,5-3-5-15,5-2 9 0,7 2 11 0,2 0 18 16,7-5 13-16,1 1 7 0,3 2 11 0,-1-1 5 16,2 1 8-16,-9 7 12 0,0-1 9 0,1 0 6 15,-3-2 5-15,-1 4 5 0,-1 0 2 0,-2 0 28 16,-2 3-11-16,-1-1 39 0,-6 2-3 0,-3-1 32 15,0 2 24-15,-5 1 6 0,-2 0 5 0,-2 2 49 16,0-3-31-16,-4 4 35 0,-1-2-25 0,-1 2-9 0,-3 2 3 16,1 0-7-16,-1 1-18 0,-2 10-20 0,2-16-18 15,-2 16-1-15,1-13-26 0,-1 13-6 16,0 0 5-16,-8-8-18 0,8 8 8 0,-9 6-1 16,4 1-3-16,-2 2 6 0,0 3-35 0,0 2 51 0,1 2-30 15,1 4 48-15,0 0-31 0,1 3 38 0,2 0 0 16,0 1-8-16,2-2-6 0,2 1-6 0,2 0-2 15,1 1 1-15,2-2-4 0,2 0-50 0,2-3 47 16,1 1-47-16,5-1 53 0,-2-5-55 0,4 0 50 16,0-4-54-16,3-1 52 0,1-3-56 0,2 0 51 15,-2-5-4-15,0-1-7 0,3-1-7 0,0-4 7 16,0-1-56-16,1-3 47 0,-1-2-47 0,1-3 58 16,-1-1-56-16,-3-2 56 0,-2-2-62 0,-2-2 64 15,-2 1-75-15,-3-3 48 0,-5 3-46 0,1 1 48 16,-5-1-44-16,-1 3 55 0,-2 1-52 0,0 2 51 15,-2 1-7-15,0 13 0 0,-2-23-2 0,2 23-3 16,-5-17 5-16,5 17-10 0,-13-11-40 0,13 11 53 16,-18-1-35-16,7 5 53 0,-3 0-38 0,3 6 69 0,-2-1-46 15,2 4 82-15,1 1-43 0,1 1 111 16,2-1-59-16,3 4 8 0,2-2-100 0,0 2-13 16,4-1 0-16,1 1 0 0,5 1 0 0,3-1 0 0,5 1 0 15,3-1 0-15,2-2 0 0,4-1 0 0,2-4 0 16,1 0 0-16,2-2 0 0,2-2 0 15,2-1 0-15,0-1 0 0,1-3 0 0,1 1 0 0,-4-1 0 16,-2-2 0-16,0 1 0 0,-3-1 0 0,-3 0 0 16,-2-1 0-16,-2-1 0 0,-3 1-373 0,-3-2-93 15,-5 0-59-15,-9 3-58 0,0 0-53 0,0 0-25 16,-8-12-152-16,-11 8-497 0,-8-1-913 0</inkml:trace>
  <inkml:trace contextRef="#ctx0" brushRef="#br0" timeOffset="16256.1382">6314 5532 175 0,'-27'3'778'0,"1"-2"-222"0,5 2-120 0,0-2-85 16,0 0-72-16,3 0-5 0,3-1 6 16,0 0 15-16,1 0 18 0,1 0 0 0,13 0-13 0,-22 0-30 15,22 0-36-15,-17 0-49 0,17 0-12 0,-15 0-25 16,15 0-49-16,0 0 8 0,-16 0-24 0,16 0-11 15,0 0-11-15,0 0 25 0,0 0 26 0,0 0 22 16,16 6 6-16,12-6 1 0,15-1-2 0,19-4 2 16,22-1-19-16,13-2-38 0,32-1 40 0,11 0-49 15,10-1 36-15,5 1-52 0,7-1 39 0,8 2-53 16,5-1 49-16,6 1-75 0,5-3 12 0,4 2 32 16,5-3-64-16,0 3 50 0,-2-1-58 0,1 0-6 15,-3 0 1-15,-5 0-2 0,-5-2 1 0,-9 4 9 16,-2-2 2-16,-5-1-2 0,-8 1-2 0,-5-1 9 0,-8 1-2 15,-10-2 6-15,-7 2 0 0,-26 2 4 16,-7-1-3-16,-7 2 10 0,-9 0 30 0,-9 0 1 16,-16 2 21-16,-4 1 9 0,-11 0 10 0,-5 0-3 0,-6 1-13 15,-2 1-15-15,-6 0-14 0,0 0-25 0,-6 1-17 16,1-1 0-16,-1 2 0 0,-13 0 0 16,23-3 0-16,-23 3 0 0,18 0 0 0,-18 0 0 0,14 0-40 15,-14 0-30-15,15 2-36 0,-15-2-34 0,14 2-36 16,-14-2-37-16,13 3-60 0,-13-3-22 0,14 3-39 15,-14-3-68-15,0 0-59 0,17 2-79 16,-17-2-104-16,11-2-785 0,-11 2-1038 0</inkml:trace>
  <inkml:trace contextRef="#ctx0" brushRef="#br0" timeOffset="19307.8893">20877 4148 383 0,'-2'-16'579'0,"-2"-1"-95"0,-4-2 12 0,0 0-29 15,-1-1-9-15,-1 1-20 0,-2 0 5 0,3 2-30 0,-1-1-7 16,0 2-38-16,2 5-16 0,2-1-36 0,0 2-54 16,0 1-49-16,1 1-46 0,5 8-41 0,-7-11-29 15,7 11-16-15,0 0 13 0,0 0 9 0,-8 6 10 16,8-6 14-16,0 24-9 0,0-6-7 0,2 5-4 16,0 4-11-16,-1 6-3 0,0 2-19 0,1 1-6 15,-1 3-69-15,1-1 49 0,0 6-57 0,1 2 6 16,1-3 54-16,1 1-61 0,0-3 66 0,1 0-70 15,-1-8 64-15,0-1-75 0,-1-6 60 0,0-2-62 16,2 0 60-16,-3-7-62 0,0-1 63 0,1-1-51 16,-2-3 64-16,-1 0-61 0,1-2 81 0,-2-10-78 15,2 15 67-15,-2-15-73 0,0 0 71 0,0 0-77 16,0 0 79-16,-9-11-84 0,3-2 79 0,-3-6-92 16,-1-6 6-16,-1-4 65 0,-4-8-80 0,0-5 64 15,0-3-41-15,-3-10-2 0,0-4-10 0,3-1 2 16,-2 0-16-16,4 0-3 0,-2-2 3 0,6 0 4 15,2 12 5-15,3 1 5 0,0 4 10 0,2 1 32 16,2 10-34-16,2 6 35 0,2 3-33 0,1 1 30 16,1 4-34-16,2 4 31 0,4 4-26 0,2 5 29 15,5 4-27-15,4 6 33 0,4 2-30 0,10 11 10 16,12 10 8-16,-3 3 3 0,-1 8 2 0,0 4 0 16,0 4 9-16,-2 3-10 0,-1 1 7 0,-5 3-4 15,-1 0 3-15,-4-1-3 0,-4 1-9 0,-4-2-37 16,-7-7 39-16,-2-3-36 0,-5 0 37 0,-4-6-34 15,-5-5 41-15,-2-2-1 0,-6 1 0 0,-6-1 0 16,-3-2-2-16,-3-5 2 0,-8 2 5 0,-4-5-5 0,1-3 3 16,-2-5-2-16,-4-2-3 0,0-2 1 15,-1-4-2-15,1-1 6 0,-1-4-7 0,2 0-36 16,2-2 39-16,0 0-31 0,9 0 34 0,1-2-43 16,3 1 26-16,4 1-68 0,2 1 0 0,6 0-52 0,8 5 37 15,-8-11-8-15,8 11 44 0,7-8-17 0,2 5 47 16,7 0-58-16,3 1 24 0,7 0-41 15,4 1 3-15,6 0-8 0,3 0-9 0,2 0 1 16,1 1-25-16,2-1 1 0,6 1-38 0,1-2 2 0,-1 0 4 16,-1-1 21-16,-1-2 10 0,-3 1 19 0,0-2 20 15,-4-1 17-15,-7-3 21 0,-2 0 10 0,-1 0 19 16,-4-3 1-16,-1-2 29 0,-3-1 10 0,-3-2 34 16,-2-1 7-16,-4-1 5 0,-2 1-11 0,-5-2 12 15,-1 0-1-15,-3 0 18 0,-3 3 1 0,-1-1 12 16,-1-1 4-16,-3 2-7 0,-2 1-4 0,-2 1-17 15,-1 3 2-15,0 2-13 0,-2 4 12 0,-2 2-15 16,1 2 30-16,-2 4-27 0,0 2 28 0,-1 4-31 16,0 3 1-16,2 4 13 0,1 0 21 0,3 3-19 15,3 0-7-15,3 1-3 0,2-1-5 0,4 2-27 16,3 2 28-16,4 1-34 0,4 1 19 0,3-2-18 16,3-2 16-16,4 0-28 0,2-2 25 0,0-2-39 15,3-1-4-15,0-4-19 0,1-1 4 0,-2-3 1 16,1-2 2-16,-2-2 6 0,-1-4 9 0,-1 0 4 15,2-3 4-15,-4-2-3 0,-1-2 5 0,-2-3 4 16,2-5 0-16,-3-4-1 0,-3-2 2 0,0-4-4 16,-1-6 3-16,-3-5 5 0,-2-1-2 0,-3-3-3 0,-1-2 11 15,-3-2-4-15,-1-1 8 0,-2 1 8 0,-2 0-5 16,-1 2 39-16,-1-2 7 0,-3 6 4 16,0 1 45-16,1 8-12 0,0 2 47 0,0 7-36 15,1 1 11-15,1 3-55 0,0 3 15 0,1 5-55 0,4 10 29 16,-9-7-40-16,9 7 38 0,-10 11-12 0,5 4 13 15,1 8 11-15,-1 6 1 0,2 8 1 0,1 9 32 16,1 6-31-16,1 3 9 0,3 13-6 0,1 1-7 16,1 0-53-16,2 3 53 0,1-1-59 0,1-2 43 15,0 1-53-15,-1-2 54 0,1-4-15 0,0-1-54 16,-2-11 38-16,0-2-50 0,1-2 44 0,-2-5-45 16,1-2 51-16,-2-9-48 0,-1-6 49 0,0-2-48 15,1-3 51-15,-3-4-41 0,1-2 49 0,-1-3-41 16,-2 0 56-16,0-12-53 0,4 16 53 0,-4-16-54 15,0 0 52-15,0 0-64 0,0 0 52 0,0 0-57 16,5-17 45-16,-5 2-64 0,1-4 18 0,0-6-29 16,-1-3-16-16,0-7-31 0,0-3-20 0,-2-1 39 15,1-6-34-15,0-1 34 0,0 0-32 0,0 2 55 0,0 5 15 16,1 1 4-16,0 1 4 0,3 1 10 0,-1 4-1 16,2 1 5-16,2 2-4 0,2 5 18 15,1 3-17-15,2 2 2 0,2 3 6 0,2 3 2 0,4 4 37 16,2 3-47-16,-2 3 20 0,3 4-13 0,3 4 5 15,-1 1 0-15,5 5 7 0,-2 2-1 16,-2 1 5-16,0 2 1 0,-3 1-1 0,-2 0-32 0,-3-3 43 16,-3 0-31-16,-1 1 35 0,-4-4-31 0,-2 0 35 15,-3 0-33-15,-4-11 38 0,1 17-38 0,-1-17 35 16,-11 16-33-16,1-10 34 0,-4 0-33 0,-2-2 31 16,-2-1-36-16,-3-1 39 0,0-2-39 0,-2 0 34 15,-3-2-31-15,0-1 33 0,3 0-38 0,-1-1 39 16,4 1-36-16,4 0 34 0,-1 1-38 0,5 0 18 15,-1 0-61-15,13 2 1 0,-16-3-10 0,16 3 29 16,0 0 12-16,0 0 11 0,0 0-17 0,18-7 19 16,-3 7-32-16,6-2 25 0,1 1-11 0,5-1-2 15,2 1-1-15,1-2 8 0,4 0 0 0,2 0 7 0,-1 0-1 16,2-2 7-16,-2 0-3 0,-1-1 3 0,1-1-1 16,-1-1 1-16,-1 0-3 0,-1-1 4 15,-2 0 12-15,-1-3-3 0,-2 0 6 0,-2-1 1 16,-5 1 20-16,-1 2 16 0,-2-2 4 0,-3-1 8 0,-3 4-5 15,0-3-5-15,-3 3-2 0,-3-1-10 0,-5 10 3 16,3-14-14-16,-3 14 2 0,-11-11-1 16,1 9 3-16,-5 1 6 0,-3 3 7 0,-3-1 20 0,-4 3-18 15,0 3 4-15,-1 0 4 0,4-1-5 0,-1 2 4 16,1 2-6-16,4-2 4 0,1 1-13 0,4 0 1 16,1 0 1-16,3 1 1 0,4-1 9 0,2 1-7 15,3-10 5-15,2 18-7 0,4-10-37 0,1 2 35 16,4-2-33-16,1 0 36 0,2-1-42 0,0 0 16 15,0-1-44-15,1-1 39 0,-2-2-29 0,0 0 41 16,-1-2-38-16,-12-1 45 0,24-3-32 0,-13 1 29 16,0-4-2-16,0-2-5 0,-2-1 1 0,1-2 0 15,-3 0 1-15,-1-4-6 0,0 1 2 0,-1 0 21 16,-2-2-16-16,1 2 25 0,-2 1 28 0,-1 1 6 16,0 1 8-16,-1 11 30 0,2-19-43 0,-2 19-12 15,1-15 20-15,-1 15-48 0,1-12 20 0,-1 12-37 16,0 0 25-16,0 0-31 0,0 0 1 0,0 0 4 0,0 0-1 15,0 0-1-15,7 8 2 0,-7-8-2 0,8 16 4 16,1-6-8-16,-1 2-54 0,3-1-88 16,4 1-71-16,-1-1-69 0,3-1-84 0,-1 2-86 15,1-2-58-15,-2-1-97 0,2 0-154 0,-2-3-325 0,2-1-705 16</inkml:trace>
  <inkml:trace contextRef="#ctx0" brushRef="#br0" timeOffset="21341.0471">23196 4285 46 0,'2'-12'794'0,"-1"0"-98"0,-1 12-55 0,2-20-72 16,0 9-1-16,-2 11-115 0,6-19-4 0,-6 19-97 16,6-18-50-16,-1 11-27 0,-5 7 14 0,13-11-45 15,-3 7 14-15,1 3-52 0,-11 1-1 0,25 1-58 16,-10 3 12-16,1 3-46 0,1 0-11 0,1 5 3 16,-1-2-7-16,-1 5-6 0,3 2-10 15,-4-1-14-15,0 1-7 0,0-1-17 0,-1 2-51 0,-3-3 42 16,2 6-46-16,-3-6 38 0,-3 0-48 0,0-2 43 15,-2-1-46-15,1-2 38 0,-1 0-37 0,-5-10 43 0,7 14-42 16,-7-14 42-16,3 12-40 0,-3-12 43 0,0 0-46 16,0 0 46-16,-7 6-43 0,7-6 36 0,-12-6-47 15,12 6 30-15,-13-13-21 0,6 3-49 16,0-3-45-16,1 0-71 0,0-3-49 0,4-2-14 0,0-5 11 16,3-2 2-16,2-3 14 0,1-5 6 0,4-7 0 15,1-4 26-15,1 2 28 0,0-2 37 0,2-3 19 16,-1 1 41-16,-1-2 22 0,-1 0 30 0,-1 0 18 15,-1-1 26-15,-1 2 35 0,-2 0 63 0,-1 2 11 16,-1 8 31-16,-1 2 5 0,-1 4 65 0,-1 4 20 16,1 1-9-16,0 6-29 0,-1 2-80 0,0 4-7 15,1 14-33-15,0-18-11 0,0 18-15 0,0 0 53 16,0 0-9-16,-1 12 49 0,3 5-22 0,1 8-7 16,2 7 14-16,2 11-70 0,2 4 63 0,2 10-95 15,2 5 64-15,0 0-102 0,1 0-14 0,1 1 0 16,-1-1 0-16,1-6 0 0,-3-8 0 0,1-2 0 15,0-3 0-15,0-1-86 0,0-2-81 0,-2-5-100 16,-1-5-10-16,0-3-55 0,-2-5-20 0,-2-3 19 16,0-2-8-16,0-3 50 0,-2 0 54 0,0-5 16 15,-4-9 8-15,4 11 24 0,-4-11 27 0,0 0 25 16,0 0 22-16,0 0 26 0,-11-12 13 0,3 2 12 16,0-2-3-16,-2-4 31 0,-2 0-5 0,2 0 36 0,-1-2 44 15,-1 1 61-15,1 0 48 0,2 1-1 0,-1 0 52 16,2 2-17-16,1 0-8 0,2 2-3 0,-2 1-3 15,3 0-7-15,2 1-19 0,2 10-20 0,-2-18-12 16,2 18-17-16,5-16-19 0,3 8-16 0,-1 2-14 16,4 0-26-16,4 0-60 0,0 1-57 0,2 0-30 15,0 2 6-15,2 0-48 0,1 0-18 0,-2 1-13 16,1-1-7-16,-2 2 18 0,0-1 34 0,-3 0 22 16,-1 1 46-16,-2-1 22 0,-11 2 73 0,20-3 51 15,-20 3 52-15,16-2 56 0,-16 2-7 0,13-3 66 16,-13 3-14-16,10-4 27 0,-10 4 47 0,0 0-37 15,12-4 11-15,-12 4-69 0,0 0-28 0,0 0-28 16,13-3-25-16,-13 3-30 0,0 0 0 0,0 0 3 16,9 8 2-16,-9-8 8 0,6 10-10 0,-6-10-18 0,8 17-8 15,-4-8 1-15,0 2-20 0,0-1-7 16,1 3-4-16,1 0-5 0,-1 1 3 0,2-1-22 16,0-1-43-16,-2 1-39 0,2-1-25 0,0-1-21 15,-2 0-26-15,-1-2-13 0,1-1-20 0,-1 0 6 0,-4-8 23 16,9 13 26-16,-9-13 35 0,8 9 17 0,-8-9 12 15,8 6 29-15,-8-6-11 0,0 0 9 16,16-6 8-16,-7 0 5 0,-3-1 16 0,2-3-1 0,-1-1 16 16,2-1 46-16,-2-1 32 0,1 2 64 0,-1-3-22 15,1 3 28-15,-1 0-15 0,-2 1 52 0,1 2-36 16,-2-2-5-16,-4 10-17 0,9-12-24 0,-9 12-22 16,7-11-17-16,-7 11-18 0,7-6-8 0,-7 6-7 15,0 0 5-15,13-1-16 0,-13 1 7 0,12 5-15 16,-12-5-5-16,11 11 0 0,-2-5-9 0,-2 1 9 15,1 2-4-15,1 0-1 0,0 0 6 0,1 1-2 16,-2 0-14-16,1-2 0 0,-2 0-23 0,0-1-4 16,2 0-19-16,-5 1-1 0,-4-8-5 0,13 10 0 15,-13-10 2-15,8 10 10 0,-8-10 10 0,9 7 5 16,-9-7-17-16,0 0-2 0,16 0 1 0,-16 0-11 16,10-5 2-16,-2-1-3 0,-1-1-7 0,0 0 0 15,1-4 7-15,-1 1 9 0,2-2 11 0,-1 1 8 0,-1 0 3 16,0-1 11-16,0 2 5 0,0 0 10 0,-3 1 38 15,1 0 12-15,-1 2 9 0,-4 7-3 16,10-13-3-16,-10 13-6 0,6-11-9 0,-6 11-7 16,6-10-12-16,-6 10-10 0,6-6-1 0,-6 6-4 0,0 0 0 15,13-5-2-15,-13 5 4 0,13 2-3 0,-13-2 0 16,19 6 4-16,-10-1-5 0,2-2 4 0,2 2-4 16,-1 1 0-16,2-1 6 0,0-1-3 0,2 1-2 15,-1-1-9-15,2 0-6 0,-2 0-1 0,2 0 3 16,-1-1-16-16,1 0 7 0,-2-3 35 0,0 1-34 15,-1-1 4-15,0 0 30 0,-1-1-28 0,2-1 31 16,-3-1-32-16,2-3 32 0,-1 2-33 0,-1-2 24 16,0-3-27-16,-2 1 24 0,1-3-28 0,-2 0 31 15,-2 0-28-15,0-2 30 0,-1 1-35 0,-1 0 30 16,0 1-26-16,-3 0 0 0,-2 11 1 0,0-19 1 16,0 19 5-16,-2-14-4 0,2 14 5 0,-10-9-1 15,10 9 4-15,-13-3 24 0,13 3-31 0,-16 4 37 16,7 0-36-16,1 2 31 0,0 3-30 0,1 1 37 15,2 1-35-15,2-1 36 0,-1 3-22 0,3-1-7 16,1 0 2-16,2 1 1 0,3 0 6 0,-2 0-3 16,5 1 0-16,0-2 8 0,3-1-7 0,1 2-13 15,3-1-11-15,0-3-18 0,3 1-11 0,1-2-13 0,-2-1-8 16,1-3 9-16,-1 0 13 0,2-1 10 0,-4-1 8 16,1-1 12-16,-2-2 1 0,1-1 4 15,-1-2 7-15,0 1 2 0,-1-4 4 0,1 1 0 0,-1-3 19 16,-3-1 10-16,1 1 1 0,-1-3-1 0,1 1 1 15,-1 0 28-15,-2 0 5 0,-1 2-5 0,0-1 1 16,2 2-11-16,-4-1-4 0,1 3-3 0,-6 6-12 16,9-12-9-16,-9 12-8 0,7-8-4 0,-7 8-4 15,7-7-4-15,-7 7 1 0,0 0 1 0,13-3 2 16,-13 3 0-16,10 4-2 0,-10-4 7 0,12 6-21 16,-12-6-4-16,14 9-13 0,-6-3-15 0,0-1 1 15,0 0-9-15,2 2-8 0,-1-2-7 0,-1-1-11 16,3 2 0-16,0-2 4 0,1 0 16 0,2 1 5 15,0-2 10-15,4 0 8 0,-1-1 2 0,0-2 4 16,2 1 5-16,-1-2 11 0,1-2-6 0,0-1 4 16,4-2 6-16,-2-2 0 0,0-2 7 0,2-5 1 15,0-2 6-15,-1-1-7 0,2-7-4 0,-1-1 7 16,-2-3 2-16,-2-2-4 0,-1-4 8 0,-4 1 9 0,0-4 2 16,-5-1 0-16,-1 0 35 0,-3 5-19 15,-3-1 42-15,-1-1 19 0,-3 3-5 0,1 2 4 16,-4 0-13-16,1 5 19 0,-1 2-7 0,-1 2-3 15,2 4-4-15,1 2-17 0,-4 1-11 0,3 2-19 16,1 4-10-16,3 9-1 0,-11-9 2 0,11 9 11 0,-13 4-14 16,8 2 56-16,-2 6-4 0,3 4 39 15,0 6-29-15,1 2 31 0,2 10 6 0,1 2-60 0,1 7 93 16,4 3-99-16,-1 1 75 0,3 2-53 0,-3-1-79 16,6 2 0-16,-4 0 0 0,1-2 0 0,2 0 0 15,0-4 0-15,0-2 0 0,-2 0 0 0,1-5 0 16,0-6 0-16,-2-2 0 0,-2-6 0 0,1 0 0 15,-1-6 0-15,-2-1 0 0,2-1 0 0,0-4 0 16,-4 0 0-16,0-11 0 0,2 13 0 0,-2-13 0 16,0 0 0-16,-6 7 0 0,6-7 0 0,-8-6 0 15,8 6 0-15,-9-16 0 0,3 3 0 0,2-3 0 16,1-1 0-16,0-3 0 0,3-5 0 0,0-1 0 16,8-4 0-16,0-1 0 0,3-2 0 0,6 1 0 15,3 2 0-15,2 2 0 0,5 0 0 0,4 5 0 16,3 1 0-16,7 1 0 0,1 3 0 0,15-1 0 15,3 3 0-15,5 1 0 0,3 4 0 0,8-1 0 16,0 3 0-16,5 5 0 0,-2-1 0 0,4 3 0 0,-2 1 0 16,0 0 0-16,-2 1 0 0,-14 1 0 0,-3-1 0 15,-3 0 0-15,-6-1 0 0,-3 0 0 16,-10 2 0-16,-9-3 0 0,-2 2 0 0,-6-1-209 0,-4 0-215 16,-6-1-86-16,-13 2-78 0,14-4-65 15,-14 4-37-15,-14-4-160 0,-4 2-505 0,-9-1-956 0</inkml:trace>
  <inkml:trace contextRef="#ctx0" brushRef="#br0" timeOffset="22042.4713">20661 5195 381 0,'-16'-1'300'0,"4"0"-14"0,0 0-9 0,12 1-27 16,-24 0-9-16,24 0-19 0,-22-1-29 0,22 1 1 15,-22-5-26-15,22 5-10 0,-22 0-21 0,22 0 2 16,-24-2 13-16,11 2-21 0,1-2 18 0,0 2-22 15,-1-1 23-15,1 0-20 0,-2-1 26 0,2 2-26 16,1-2 20-16,11 2-25 0,-23-3 24 0,23 3-3 16,-18-2 23-16,18 2 15 0,-13-4-5 0,13 4-12 15,0 0-59-15,0 0 1 0,10-14-33 0,17 3 50 16,20-1 6-16,22-2 40 0,19-1 0 0,33-7-19 16,19 7-45-16,14 1 28 0,15 0-22 0,16 4-20 15,11-1-48-15,16 5 29 0,54-2-16 0,-2 4-46 16,-44 2 35-16,50 2-22 0,-53 0-41 0,3 0 34 15,-1-1-16-15,-2-2-8 0,-5-3-34 0,-5-1 45 0,-3-4-2 16,-11-2 1-16,-9-5-4 0,-9 0 2 16,-10-3-1-16,-8-3 0 0,-10-3-3 0,-8 0 0 0,-8-1 4 15,-15 0 0-15,-6 0 4 0,-24 4-29 0,-6 2 39 16,-3 0-36-16,-8 0 35 0,-2 2-40 16,-6 2 43-16,-11 4-36 0,-3 2 40 0,-4 0-40 0,-3 3 36 15,-8 2-44-15,1 2 43 0,-6 2-38 0,0 1 39 16,-4 1-41-16,-3 2 35 0,2 1-48 0,-3 1 19 15,0 2-34-15,-2-1-37 0,-2 2-31 0,1 0-17 16,-3 2-47-16,-1-1-39 0,-3 1-28 0,-1-1-25 16,-1 1-34-16,-2 0-68 0,-5-8-13 0,2 14-75 15,-2-14-160-15,-7 11-488 0,7-11-729 0</inkml:trace>
  <inkml:trace contextRef="#ctx0" brushRef="#br0" timeOffset="24592.965">3731 6591 498 0,'6'-10'675'0,"-6"10"-169"0,3-10-48 0,-3 10-50 16,0 0-16-16,3-14-4 0,-3 14-22 0,0 0-4 16,0-13-56-16,0 13-46 0,0 0-47 0,0 0-35 15,0-13-44-15,0 13-22 0,0 0-37 0,0 0-15 16,0 0-13-16,0 0-9 0,0 0 4 0,6 16-12 15,-3-6-5-15,-1 1 0 0,2 3-6 0,-1 1-3 16,1 1-4-16,0 0 41 0,1 2-48 16,-1-1 9-16,0 1-10 0,-1 0 4 0,1-1-16 0,-1 0 22 15,0-1-16-15,0 1 11 0,0-3-11 0,1 0 19 16,-2-2-16-16,0 0 12 0,0-2-20 0,-2-10 12 16,4 18-8-16,-4-18 19 0,3 13-21 0,-3-13 34 15,2 11-1-15,-2-11 19 0,0 0-34 0,0 0 19 16,0 0-29-16,0 0 30 0,0 0-36 0,0 0 24 15,3-18-32-15,-3 18 29 0,-1-23-26 16,0 9 23-16,1-4-1 0,-1 1 1 0,0-3-11 0,0 0-2 16,0-4-8-16,0 4 5 0,0-1-3 0,0 2-2 0,0 1 14 15,0 1-12-15,1 4 0 0,0-1-3 16,0 14-1-16,0-23-5 0,0 23-5 0,0-16 0 0,0 16 1 16,4-11 3-16,-4 11 1 0,0 0 0 0,12-2 3 15,-12 2 15-15,16 10-7 0,-5-2-2 0,1 1 3 16,0 2 0-16,2 2-12 0,3 2 14 0,-1-1-12 15,4 2 20-15,2 1-16 0,-1-1 19 0,2 0-16 16,0-1 4-16,2-1-3 0,1-1 28 0,0-1-26 16,-2-1 12-16,-1-3-14 0,-1 0 17 0,-1-1-26 15,-3-3 31-15,1 1-19 0,-3-2 19 0,-1-1-14 16,-2-1 52-16,-13-1-13 0,25-1 63 0,-16-3-14 16,0 0 33-16,-1-2-54 0,-2-2 28 0,-3-1-54 15,-1-2 27-15,-2-2-15 0,-3-2-10 0,-1-1-7 16,-2-3-10-16,-2-1-6 0,-1 1-4 0,1 1 3 15,-1-1-9-15,-1 1-2 0,2 5 1 0,1 0-8 16,0 1-2-16,0 0-7 0,3 3-32 0,-1 0-66 0,5 9-70 16,-7-12-25-16,7 12 20 0,0 0 0 0,0 0-29 15,0 0-23-15,0 0-28 0,0 0-24 16,7 12-16-16,-1-4-18 0,4 2 6 0,0 0 4 16,3 3-23-16,2-1-46 0,2 1-25 0,2-2-41 0,2 0-314 15,-1 0-264-15</inkml:trace>
  <inkml:trace contextRef="#ctx0" brushRef="#br0" timeOffset="25792.9015">4658 6709 308 0,'18'1'593'0,"-18"-1"-114"16,0 0-39-16,13-5-10 0,-13 5-41 0,0 0-24 15,0 0 11-15,0-12-38 0,0 12-39 16,-6-8-7-16,6 8-35 0,-9-7-39 0,9 7-24 0,-14-8-42 16,14 8-27-16,-14-7-9 0,14 7-5 0,-15-4-9 15,15 4-29-15,-14-3-34 0,14 3 11 0,-16 3-30 16,16-3 17-16,-15 7-29 0,7-1 27 0,-1 1-29 15,3 2 20-15,-1 0-26 0,1 3 12 0,1-4-15 16,0 3 24-16,1 2-30 0,1-1 24 0,2-1-23 16,1-11 25-16,1 22-26 0,1-11 21 0,1 1-30 0,3-4-14 15,-1 3-29-15,2-4-26 0,0 2 1 16,2-3-26-16,1 1 4 0,-1-3-2 0,2 2-1 16,1-4 3-16,-1 1 19 0,-11-3 11 0,21 1 15 15,-21-1 9-15,19-4 11 0,-19 4 16 0,17-8 37 0,-10 4-13 16,-7 4 35-16,10-15 8 0,-10 15 30 15,5-20-20-15,-5 20 7 0,2-21 8 0,-2 21-1 16,-2-23 24-16,0 13 12 0,0-1-11 0,2 11 16 0,-6-18-41 16,6 18 22-16,-4-17-27 0,4 17 25 0,-4-12-18 15,4 12-16-15,-4-10-2 0,4 10-32 0,0 0-4 16,-4-12-8-16,4 12-4 0,0 0-27 0,0 0 38 16,0 0-24-16,0 0 21 0,0 0-20 0,7 9 18 15,-7-9-38-15,7 7-4 0,-7-7-33 0,12 9-14 16,-12-9-4-16,16 10-44 0,-7-4 3 0,-2-1-36 15,1-1 16-15,1 0-27 0,1 1 20 0,-1-2-10 16,0 0 16-16,-9-3 5 0,21 4 24 0,-21-4 16 16,20 0 22-16,-20 0 10 0,19-4 17 0,-19 4 10 15,19-7 12-15,-12 2 13 0,1-2 44 0,0 1 41 16,-1-1 18-16,-1-1 26 0,-1 2 35 0,0-2 29 16,-5 8-11-16,11-13-11 0,-11 13 1 0,6-10 0 15,-6 10 0-15,6-9-20 0,-6 9-5 0,4-7-49 0,-4 7 10 16,0 0-42-16,7-9 1 0,-7 9-21 0,0 0 12 15,0 0-18-15,13 2 18 0,-13-2-23 16,8 7 26-16,-8-7-16 0,12 12 20 0,-5-6-30 16,1 1 25-16,-1 0-26 0,1 2-3 0,1 1 0 0,0-1 2 15,0 0 1-15,0 0-9 0,-2 0-3 16,0-2 3-16,0 2-2 0,1-1-2 0,-2-1 23 16,1 1-41-16,-1-2 19 0,-6-6-43 0,11 11 21 0,-11-11-23 15,8 8 12-15,-8-8 6 0,7 8 17 0,-7-8-11 16,0 0 11-16,11 3-3 0,-11-3 4 0,0 0-4 15,12-5 3-15,-12 5 0 0,9-7-8 0,-9 7 21 16,9-9-12-16,-9 9 15 0,9-10-12 0,-9 10 27 16,7-10-3-16,-7 10 39 0,7-9-18 0,-7 9 39 15,6-6-39-15,-6 6 28 0,0 0-45 0,7-9 22 16,-7 9-42-16,0 0 33 0,0 0-38 0,10-4 37 16,-10 4-32-16,0 0 35 0,11 4-36 0,-11-4 32 15,10 6-31-15,-10-6 32 0,11 8-36 0,-11-8-1 16,11 9 32-16,-11-9-42 0,13 11 40 0,-13-11-38 15,13 12 7-15,-13-12-22 0,12 10 11 0,-12-10-48 16,13 9 29-16,-13-9-45 0,9 8 15 0,-9-8-3 16,11 8 25-16,-11-8-8 0,10 4 20 0,-10-4-6 0,9 5 50 15,-9-5-42-15,0 0 21 0,15-1-10 16,-15 1 13-16,10-5-16 0,-10 5 7 0,9-10 6 16,-9 10 16-16,11-11 8 0,-11 11 36 0,9-13-28 15,-9 13 35-15,8-13-3 0,-8 13 62 0,6-9-35 0,-6 9 28 16,6-9-54-16,-6 9 21 0,5-7-55 0,-5 7 24 15,0 0-51-15,6-8 29 0,-6 8-36 0,0 0 33 16,0 0-37-16,13-2 35 0,-13 2-37 0,0 0 38 16,15 4-40-16,-15-4 37 0,12 4-36 0,-12-4 1 15,17 5-4-15,-17-5-24 0,19 6-3 0,-6-3 20 16,-1 0 10-16,3-2-41 0,1 0-6 0,-1 1 0 16,1-2 0-16,1 0 7 0,0 0 6 0,1-2-17 15,-2 1 22-15,1-3 7 0,0-1 6 0,-2 0 7 16,-1-3 21-16,0-1-12 0,-2-1 17 0,0 0-24 15,-2-3 45-15,-1 1-16 0,-1 0 44 0,-2-3-6 16,-1 2 48-16,-2 3-27 0,0-2 36 0,-2 1-45 16,-1 11 38-16,1-19-11 0,-1 19-15 0,-3-14-10 15,3 14-6-15,-7-12-12 0,7 12-1 0,-14-3 2 0,14 3-4 16,-16 4-1-16,5 4-37 0,-1 1 41 0,2 2-33 16,-2 4 38-16,4-2-39 0,0 2 36 15,2 0-33-15,2-1-1 0,2 3 11 0,-1-1 31 0,4-3-39 16,3 2 40-16,1 0-38 0,3-2 41 0,2-1-49 15,5 1 39-15,2-3-45 0,6 1 1 0,4-3 37 16,3-1-58-16,3 0-11 0,1-2-112 0,1 0-67 16,0-3-96-16,-5 1-109 0,-1 0-115 0,-2-3-100 15,-4 0-256-15,-2 0-463 0,-3-1-951 0</inkml:trace>
  <inkml:trace contextRef="#ctx0" brushRef="#br0" timeOffset="26960.0191">8986 6173 2 0,'12'-7'570'0,"-1"0"-106"0,-2 1-66 16,-1 0-37-16,0-2 18 0,0 1-44 0,-2-2 4 16,-1 2-6-16,-1-2-10 0,-4 9-39 0,5-18-7 15,-5 18-50-15,0-19-8 0,0 19-34 0,-6-19-20 16,2 10-19-16,-2-1-17 0,-2 1-1 0,-1 2-34 16,1 0 7-16,-2 1-31 0,-2 1 1 0,0 4-18 15,-3 1 15-15,-1 4-20 0,-7 4 31 0,-3 6-27 16,-5 7 32-16,-2 5-31 0,1 2 38 0,-3 9-41 0,5-5 47 15,2 4-50-15,3-3 29 0,3 3-40 16,1-2 30-16,4 0-45 0,4-1 35 0,4-5-43 16,0 0 33-16,6-4-37 0,2 0 31 0,4-1-43 15,1-1 40-15,5-2-40 0,2-1-21 0,6 1-38 0,3-3-74 16,4-1-40-16,4-4-77 0,2-2-54 16,2-2-97-16,0 1-61 0,1-5-77 0,-5 0-156 15,-1-2-447-15,-3-2-758 0</inkml:trace>
  <inkml:trace contextRef="#ctx0" brushRef="#br0" timeOffset="28227.8134">8810 6522 908 0,'-14'-3'761'0,"1"1"-119"16,13 2-120-16,-18-4-55 0,18 4-49 0,-14-2-44 15,14 2-48-15,-12-2-50 0,12 2-59 0,0 0-25 16,-13-2-54-16,13 2-12 0,0 0-42 0,0 0-2 15,18-3-38-15,-6 2-38 0,4 1-48 0,4-2-61 16,1 0-51-16,6 1-38 0,1 0-48 0,-1-2-27 16,0 1-21-16,2 1-10 0,-2-2-6 0,-2 0 2 15,1 0 10-15,-3-1 65 0,0-1 33 0,-7 0 76 16,1 1 49-16,-3-1 88 0,-1-1 47 0,-4 0 35 0,0-1 66 16,-3 1 34-16,0 0 3 0,-6 6 27 15,7-15 56-15,-7 15 16 0,4-14-5 0,-4 14-21 16,1-13-17-16,-1 13 21 0,0 0-48 0,0-15 8 0,0 15-85 15,0 0 3-15,1-12-71 0,-1 12 18 0,0 0-57 16,0 0 30-16,0 0-27 0,0 0 55 0,3 13-46 16,-3-13 28-16,4 19-45 0,-2-10 27 15,1 2-47-15,2 6 30 0,-1-5-43 0,1 2 34 0,0 2-44 16,0-1 33-16,1 0-39 0,1-2 37 0,-1 2-43 16,0 0-10-16,1-1-22 0,-1-1-32 0,2-1-12 15,-2-2-11-15,-1 1 5 0,0-3-8 0,0 0 19 16,-5-8 15-16,11 13 14 0,-11-13 17 0,11 8 6 15,-11-8 7-15,11 2 5 0,-11-2 30 0,12-4-24 16,-12 4 34-16,13-9-26 0,-7 3 31 0,1-1-14 16,-1 0 47-16,0-3-30 0,0 2 58 0,-1 1-17 15,3 0 44-15,-8 7-34 0,7-12 34 0,-7 12-45 16,7-12 25-16,-7 12-54 0,6-9 21 0,-6 9-47 16,0 0 26-16,8-8-40 0,-8 8 37 0,0 0-47 15,11-4 37-15,-11 4-40 0,0 0 36 0,13 2-37 16,-13-2 34-16,12 4-41 0,-12-4 31 0,13 5-42 15,-13-5 31-15,16 8-47 0,-16-8 21 0,15 8-50 0,-15-8 36 16,15 8-40-16,-15-8 33 0,13 6-48 0,-13-6 32 16,12 7-33-16,-12-7 39 0,11 4-17 15,-11-4 40-15,9 4-20 0,-9-4 32 0,0 0-35 0,14-3 20 16,-14 3-30-16,12-7 20 0,-6 1-4 0,1-2 13 16,1-1-9-16,-1-2 16 0,0 1 2 0,0-2 14 15,1 0-5-15,-3-1 21 0,-1 2 5 0,1 1 33 16,-1 1-5-16,0-1 58 0,-1 1-12 0,-3 9 49 15,7-13-52-15,-7 13 24 0,5-13-55 0,-5 13 22 16,4-9-17-16,-4 9-48 0,0 0 32 0,5-7-51 16,-5 7 50-16,0 0-9 0,9 4-3 0,-9-4-7 15,12 7-1-15,-4-2-37 0,1 1 39 0,4 1-43 16,0-1 43-16,2 1-54 0,0 0 15 0,3 2-52 16,-1-3 9-16,2 1-43 0,-2 0 7 0,0-3-26 0,1 0-1 15,-1 1 16-15,2-1-11 0,-3-1 26 16,-1-1-9-16,-2-1 31 0,1-1-14 0,-2-2 17 15,0 0 22-15,0-4-11 0,0 1 13 0,-1-3 11 0,-3-2 6 16,0-1 18-16,-1-4 22 0,-2-1 21 0,0-2-1 16,-2-4 31-16,-2-1 10 0,0-2 19 0,-2 0 15 15,1 0 19-15,-3 0 30 0,1 2-8 16,-2 0 29-16,2 3 4 0,-1 1 14 0,0 2-20 0,0 2-3 16,1 2-29-16,0 2-24 0,1 0-22 0,1 11-27 15,-4-17-20-15,4 17-9 0,0 0 5 16,0 0 4-16,0 0 6 0,-2 11 6 0,3 3 11 0,1 5 100 15,2 6-85-15,0 5-13 0,2 5-6 0,2 7 2 16,1 0-4-16,1 4-11 0,1 0-7 0,2 1-15 16,-1 0 18-16,6 9-48 0,1 0 0 0,-1-3 0 15,1 0 0-15,-2-9 0 0,0-1 0 0,-1-2 0 16,2-3 0-16,-4-3 0 0,1-1 0 0,-3-7 0 16,-2-7 0-16,-1-2 0 0,-2 0 0 0,-1-4 0 15,1-1 0-15,-3-3 0 0,-4-10 0 0,8 11 0 16,-8-11 0-16,0 0 0 0,0 0 0 0,4-7 0 15,-4 7 0-15,-2-22 0 0,0 4 0 0,-2-3-61 16,0-2-74-16,-3-7-2 0,1 1 0 0,-2-5-1 16,-1-4 2-16,-1-1 48 0,0-2-28 0,-2 3 51 0,2-1-21 15,1-2 36-15,1 4-37 0,2 4 51 0,-1 3-45 16,4 4 37-16,0 1-37 0,2 5 48 0,1 2-34 16,2-1 33-16,3 3-35 0,2 1 39 0,2 3-30 15,2 2 40-15,3 2-32 0,0 3 34 0,3 3-30 16,-2 2 36-16,2 3-35 0,1 1 33 0,1 4 3 15,0 0-27-15,-2 2 28 0,0 1-23 0,-2 0 27 16,1 1-21-16,-6-2 28 0,1 0-23 0,-2-1 36 16,-2 0-35-16,-3 0 35 0,0-1-27 0,-4-8 28 15,-1 14-30-15,1-14 34 0,-10 14-32 0,0-9 30 16,-2 1-31-16,-2 0 28 0,-3-2-34 0,-1 0 25 16,0-2-44-16,0 1-32 0,2-3-48 0,1 1-92 15,3-1-86-15,12 0-123 0,-21 0-57 0,21 0-127 16,-9-5-83-16,9 5-295 0,0 0-575 0</inkml:trace>
  <inkml:trace contextRef="#ctx0" brushRef="#br0" timeOffset="28477.1959">10730 6250 761 0,'4'-12'774'0,"-2"2"-93"0,-2 10-81 0,3-18-41 15,-3 18 32-15,3-14-74 0,-3 14-65 0,2-11-29 16,-2 11-109-16,0 0-36 0,2-13-80 15,-2 13-3-15,0 0-73 0,0 0 41 0,0 0-36 16,8 9 34-16,-4 1-60 0,0 4 52 0,3 3-70 0,-1 3 52 16,1 2-80-16,2 5 47 0,1-1-75 15,0 0 54-15,0 3-71 0,1-3 55 0,-1 0-78 0,0 0-32 16,-1-4-62-16,-2 0-80 0,0-2-98 0,0 0-43 16,0-4-76-16,-2-1-64 0,-3-1-76 0,0-4-91 15,-2-10-141-15,-2 16-466 0,2-16-851 0</inkml:trace>
  <inkml:trace contextRef="#ctx0" brushRef="#br0" timeOffset="28648.4617">10499 6272 586 0,'-9'-19'767'0,"-1"1"-115"0,3 0-89 16,2 4-45-16,1-1-90 0,2 0-37 0,0 3-39 15,2 0-67-15,1-1-61 0,2 4-41 0,2-3-38 0,4 1-37 16,4 3-8-16,5 0-27 0,4 2-25 0,3 2-45 15,4 1-80-15,2 2-66 0,-1 2-106 16,6 3-90-16,-3 2-78 0,-2 2-131 0,-3 3-598 16,-2 1-760-16</inkml:trace>
  <inkml:trace contextRef="#ctx0" brushRef="#br0" timeOffset="28827.6767">10728 6543 122 0,'-16'16'807'16,"1"-3"-206"-16,2-1-90 0,2-1-25 0,1-2-51 15,1 0 18-15,2-3-50 0,-1 0-21 0,8-6-46 16,-8 11-69-16,8-11-14 0,0 0-75 0,7 12-14 16,5-7-49-16,4-2-26 0,4 0-45 0,4-1-55 15,4-2-80-15,1 2-100 0,1-2-32 0,2 0-78 16,0-2-21-16,3 1-33 0,-1-3-21 0,1-1-80 16,-1-3-55-16,0-1-372 0,-3-2-442 0</inkml:trace>
  <inkml:trace contextRef="#ctx0" brushRef="#br0" timeOffset="29345.6363">11235 6466 539 0,'6'-20'561'15,"0"-1"-49"-15,-3 3 15 0,0 2-22 0,-2-2-15 16,3 1-13-16,-4 3-17 0,0 1-28 0,1 1 25 16,-1 12-71-16,0-19-11 0,0 19-100 0,0-14-20 15,0 14-89-15,1-12-1 0,-1 12-56 0,0 0 33 0,0 0-4 16,0 0 58-16,9 13-63 0,-6-2 62 16,3 3-93-16,0 4 77 0,3 1-107 0,0 1 80 0,1 5-100 15,1 0-5-15,0 0-5 0,-1 0-11 0,4 1-12 16,-3 0-19-16,2-2 0 0,-1 0 0 0,0-2 0 15,-1-2 0-15,-1-1 0 0,0-3 0 0,-2-1 0 16,-2-2 0-16,1-1 0 0,-1-2 0 0,-1 0 0 16,1-3-22-16,-6-7 31 0,7 12-18 0,-7-12 13 15,0 0-16-15,7 8 11 0,-7-8-14 0,0 0 14 16,0 0 21-16,-8-16-39 0,3 7-24 0,-3-3 1 16,-1-4 56-16,-1-2-86 0,-4-4 49 0,0-2-59 15,-1-2 52-15,-1-5-63 0,0-3 30 0,-2 1-55 16,3-1 52-16,0-2-33 0,0 1 53 0,2 1-35 15,3 4 43-15,-1 0-30 0,3 2 12 0,0 0 9 16,1 7 7-16,0 1 15 0,1 4 8 0,3-1 0 16,1 3 1-16,1 1 0 0,1 1 33 0,2 1-41 15,2 3 34-15,1-1-36 0,2 4 4 0,3 1 7 0,0 1-2 16,-10 3 3-16,26 2 7 0,-11 0 32 16,1 4-37-16,4 0 38 0,-3 5-37 0,6 2 40 15,0 3-36-15,1 3 48 0,1 2-21 0,2 3 56 16,2 0-30-16,-3 2 43 0,0 0-43 0,1 0 51 0,-2 0-52 15,1 1 53-15,-3 0-61 0,-3-5 53 0,-2 0-54 16,-1 0 28-16,0 0-7 0,-2-2-3 0,-4-2-2 16,-2 0 2-16,1-3 8 0,-4-1-20 0,-1 1 36 15,-1-2-34-15,-4-1 6 0,0 0-50 0,-4-2 0 16,-3 2 0-16,-4-2 0 0,-5 2 0 0,-7-4 0 16,-5 0 0-16,-5 0 0 0,-2-3-39 0,-5-1-303 15,2-2-155-15,-3 1-244 0,1-3-284 0,4-3-727 16,2-3-1442-16</inkml:trace>
  <inkml:trace contextRef="#ctx0" brushRef="#br0">13532 6015 689 0,'-6'-15'517'16,"0"1"-79"-16,1 0-25 0,-1 1-15 0,0-1-6 16,2 0-10-16,-1 1-15 0,-1 4-13 0,2-3-25 15,4 12-47-15,-5-17-59 0,5 17-34 0,-7-13-50 16,7 13-21-16,0 0-23 0,0 0 37 0,0 0-9 16,-7 5 54-16,7-5-28 0,0 26 24 0,3-2-48 15,-1 1-20-15,5 6-4 0,-2 2 14 0,1 9-50 16,1-2 25-16,1 2-51 0,2-2 25 0,-1 1-46 15,-1-2 36-15,4-2-47 0,-3 0 36 0,0-5-37 0,-2-2 26 16,2-4-36-16,-3-2 30 0,1-4-34 0,-1 1 33 16,-2-6-38-16,0-1 11 0,0 0 6 15,0-3 40-15,-1-1-34 0,-3-10 31 0,4 15 4 16,-4-15-6-16,0 0-7 0,0 0 31 0,0 0-53 0,0 0 36 16,-4-8-46-16,-1-2 35 0,1-5-44 0,-3-4 38 15,-4-8-47-15,2-2 32 0,-5-8-45 0,3-1 25 16,-2-4-41-16,1-2-9 0,-1-1 6 0,-1 0 34 15,3-3-38-15,0 3 42 0,2-3-1 0,2 5 4 16,1 3-3-16,1 5 1 0,3 3 1 0,2 6-6 16,2 1 3-16,1 4-1 0,3 2 4 0,3 2-5 15,3 4 2-15,3 4 5 0,3 4-2 0,5 4 1 16,1 5 15-16,13 3 2 0,3 10 4 0,2 2-30 16,6 7 37-16,-2 4-33 0,0 2 9 0,-4 3 1 15,-2 1 37-15,-1 0-40 0,-10-2 37 0,0 0-42 16,-4 0 36-16,-3 1-37 0,-1-1 38 0,-4-1-40 15,-3-6 35-15,-5 2-40 0,-1-6 39 0,-5 0-41 16,0-4 42-16,-6 0-40 0,0-1 37 0,-5 0-36 0,-1-1 18 16,-5-2-21-16,-3-2 24 0,-2-2-41 15,-3-1 36-15,0-3-41 0,-3-3 40 0,-2-1-51 16,2-2 20-16,-2-3-53 0,1-1 37 0,1 0-38 0,0-3 46 16,2-1-67-16,4 3 33 0,0-2-14 15,3 0 28-15,3 1-19 0,2 0 16 0,1 2-23 0,2-3-1 16,8 6 13-16,-9-6 8 0,9 6 22 0,0 0-3 15,7-9 13-15,-7 9-1 0,18-4-5 0,-5 2-4 16,2 0-14-16,4 1-10 0,3 0-7 0,1-2-8 16,1 1 1-16,3 1-3 0,3-1 1 0,-1 1-5 15,0-2 5-15,0 0 3 0,2 0 5 0,1-2 7 16,-1 0 18-16,-3 0 11 0,-2 0 9 0,-1-2 8 16,-3-3 8-16,-1 2 14 0,0-4 15 0,-2 0 53 15,-3-1-9-15,0-2 34 0,-3 0-6 0,-2 0 17 16,-2-2-32-16,0 2 16 0,-4 0 2 0,0 0 23 15,-2 0-2-15,-2 1-8 0,-1 3-10 0,0-1-1 16,-2 2-18-16,-3-1-19 0,1 3 6 0,-1-1-8 16,-4 3-7-16,9 6 12 0,-16-3-2 0,16 3 0 15,-20 3-2-15,11 3 34 0,-1 3-33 0,0-1 36 16,3 4-42-16,0 0 31 0,1 2-40 0,4 0 32 16,-1 3-42-16,1-2 35 0,4 0-45 0,3 3 32 0,0-2-46 15,1 1 38-15,5 1-41 0,1-2 37 0,1 0-46 16,5-3 36-16,-1-1-76 0,2-1 7 0,4-3-51 15,-1 0 2-15,-2-2-29 0,3-2 7 0,-3-1 5 16,-2-1 22-16,2-5 13 0,-2 0 7 0,0-2 18 16,-3-2-4-16,2-3-10 0,-6-1 6 0,3-5 14 15,-4-2 18-15,-1-3-6 0,-2-2 18 16,-2-2-11-16,-1-1 20 0,-4-6-10 0,0 1 12 0,-2-3 7 16,0-1 14-16,-1 1 35 0,-4 0-26 0,3 2 33 15,1 1 6-15,-1 6 44 0,0 2 30 0,2 4 5 16,0 3-31-16,-1 0-23 0,1 4-28 0,2 12-15 15,-3-13 8-15,3 13 18 0,0 0 8 0,0 0-33 16,6 19 50-16,-2-3-35 0,2 4 45 0,1 7-35 16,2 5-1-16,3 7 41 0,0 3-51 0,0 2 40 0,1 3-57 15</inkml:trace>
  <inkml:trace contextRef="#ctx0" brushRef="#br0" timeOffset="33879.1935">15564 6164 452 0,'0'0'782'0,"-11"-12"-148"0,11 12 6 16,-12-13-59-16,12 13-25 0,-11-10-46 0,11 10-45 16,-9-10-61-16,9 10-67 0,-7-6-74 0,7 6-48 15,0 0-42-15,-9-6-30 0,9 6 3 0,0 0 1 0,-4 10 34 16,4-10-50-16,1 19 36 0,0-8-59 16,1 3 55-16,2 3-66 0,0-2 60 0,-1 2-89 15,1 0 47-15,-1 1-77 0,2-2 60 16,0 2-84-16,1-1 65 0,-2-2-82 0,0 2 75 0,1-3-85 0,-1 0 68 15,0-1-77-15,-1-3 70 0,1 2-88 16,-4-12 55-16,6 16-64 0,-6-16 56 0,4 13-57 16,-4-13 56-16,4 10-83 0,-4-10 4 0,0 0-61 0,0 0 26 15,0 0-36-15,0 0 26 0,9-8-56 0,-9 8 45 16,4-16-40-16,-1 4 24 0,2-1-4 0,-2-2 32 16,1 0 4-16,0-2 29 0,0 1 12 0,0 1 32 15,0 0-7-15,0 1 45 0,-1 4-8 0,0-1 44 16,-3 11-33-16,4-17 31 0,-4 17-36 0,4-13 19 15,-4 13-24-15,0 0 21 0,5-9-15 0,-5 9 39 0,0 0-33 16,9 5 35-16,-9-5-23 0,9 9 39 16,-9-9-25-16,10 13 37 0,-4-6-44 0,1 1 35 15,3 1-47-15,0 0 35 0,1 1-38 0,4-3 33 16,-1 2-42-16,5 0 36 0,1-1-43 0,0-2 29 16,2 0-62-16,1 0 21 0,1-2-34 0,-4-2 31 15,0-1-28-15,-1 1 32 0,1-2-25 0,-1-2 37 16,-2 1-28-16,0-1 42 0,-1-2-30 0,0-2 37 0,-3-1-37 15,0 0 38-15,-2-2-28 0,-1-1 32 16,0-2-36-16,-3 0 11 0,-2-1 8 0,0 1 2 0,-2 0 8 16,-2 0 2-16,0 0 2 0,-1 12-5 0,-3-19 2 15,0 9 3-15,-2 1-1 0,-1 3 0 0,-1-1 1 16,-3 3 5-16,1 1 5 0,9 3-1 0,-22-2 31 16,22 2-35-16,-22 4 31 0,10 0-40 0,0 3 37 15,0-1-37-15,1 2 31 0,2 1-42 0,-1 0 38 16,3 2-39-16,0 0 41 0,3-1-42 0,-1 1 34 15,2-2-35-15,1 2 42 0,0 0-49 0,2-11 40 16,3 20-36-16,-1-9 31 0,2-3-49 0,1 2 27 16,1-2-52-16,0-1 32 0,3 0-40 0,-1 0 30 15,1-1-38-15,0-2 36 0,1-1-37 0,-10-3 54 16,17 4-34-16,-17-4 50 0,16-1-38 0,-16 1 41 16,13-6-23-16,-7 0 42 0,-6 6-32 0,11-14 43 15,-8 3-33-15,0 0 41 0,-1-1-39 0,-1 0 40 16,1-1-21-16,-2 1 3 0,0 0 24 0,0 12 12 0,0-22 8 15,0 22 4-15,0-18-8 0,0 18-7 0,0-14-15 16,0 14-7-16,0 0-10 0,0-17-13 16,0 17-5-16,0 0-2 0,0 0 0 0,0 0-3 0,0 0 1 15,0 0 30-15,0 0-42 0,0 0 28 0,9 8-54 16,-9-8 2-16,8 12-73 0,-2-5 16 0,-6-7-80 16,9 15 8-16,-2-9-29 0,1 1-22 0,0-1 2 15,1 0-23-15,-1-2 3 0,1 0 7 0,0 2 18 16,-9-6 21-16,18 5 41 0,-18-5 27 15,16 2 26-15,-16-2 20 0,16-2 21 0,-16 2 39 0,14-7 23 16,-7 2 25-16,0-2 33 0,-2-1 12 0,1-2 12 16,-1 2-5-16,-1-2 55 0,1 2-6 0,0-3-1 15,-1 3 9-15,0 0 23 0,-4 8 7 0,6-15-8 16,-6 15-27-16,4-10-25 0,-4 10-27 0,4-8-22 16,-4 8-6-16,0 0 16 0,0 0 1 0,0 0-6 15,13 2 13-15,-13-2 22 0,8 10-47 0,-8-10 40 16,8 15-51-16,-4-5 33 0,3-2-53 0,-1 4 38 15,1-1-53-15,1 3 36 0,1-2-51 0,-2 1 52 0,1-1-67 16,0 1 25-16,1-2-65 0,-2 1 22 0,0-2-46 16,0-1 21-16,0 0-45 0,-2-1 31 15,1-1-35-15,-6-7 46 0,8 12-21 0,-8-12 60 0,8 8-33 16,-8-8 40-16,8 5-45 0,-8-5 32 0,0 0-40 16,13-2 32-16,-13 2-64 0,9-9 39 0,-9 9-40 15,10-13 35-15,-4 6-14 0,0-2 41 0,1-1-15 16,-1 2 37-16,1-3-30 0,1-1 29 0,-1 2-17 15,-1 1 40-15,1 1-14 0,0 0 37 0,-1 0-31 16,1 1 37-16,0 0-39 0,-7 7 25 0,13-11-26 16,-13 11 25-16,11-10-35 0,-11 10 35 0,12-4-33 15,-12 4 31-15,12-3-28 0,-12 3 34 0,13 1-30 16,-13-1 31-16,12 4-36 0,-12-4 14 0,13 5-7 16,-13-5 29-16,13 7-33 0,-13-7 31 0,11 7-40 0,-11-7 42 15,10 6-39-15,-10-6 41 0,11 6-43 16,-11-6 35-16,9 5-38 0,-9-5 38 0,8 5-29 15,-8-5 33-15,0 0-35 0,13 3 35 0,-13-3-39 0,0 0 35 16,12-2-39-16,-12 2 27 0,8-6-40 0,-8 6 27 16,8-8-26-16,-8 8 33 0,8-11-29 15,-8 11 36-15,6-11-35 0,-6 11 7 0,6-8 6 16,-6 8 4-16,6-8-11 0,-6 8 15 0,0 0 1 0,6-10-4 16,-6 10 0-16,0 0-3 0,0 0 28 0,9-5-33 15,-9 5 39-15,0 0-34 0,12 3 30 16,-12-3-26-16,11 5 33 0,-11-5-36 0,12 7 30 0,-12-7-29 15,17 8 38-15,-17-8-40 0,19 6 31 0,-8-2-30 16,1-1 31-16,0 0-34 0,4 0 32 16,-3-1-35-16,5-1 41 0,-4 0-37 0,2-1 32 0,1 0-38 15,-1-2 47-15,1 0-35 0,-1-1 30 0,0-1-28 16,-1-2 54-16,-1 0-34 0,-1-2 43 0,-2-1-33 16,1-1 7-16,-2-2 7 0,-2-1-10 0,1 0 0 15,-3 0-11-15,0-2 1 0,-2 2 4 0,-1 1 26 16,-2 0-42-16,0 0 31 0,-1 12-39 0,-2-20 36 15,2 20-43-15,-9-13 31 0,9 13-33 0,-16-6 6 16,4 6 10-16,-1 3 4 0,-2 2 11 0,1 2 10 16,-3 4-2-16,3 1 13 0,0 1 12 0,1 2 19 15,1 2 0-15,4 1 13 0,3-2 7 0,2 0 5 16,3 2-9-16,3 0 8 0,4 2-14 0,5-2-9 0,5 2-11 16,5-2-15-16,3-2 8 0,4-1 50 0,5-2-112 15,-1-2-1-15,0-3-135 0,2 0-34 0,-1-1-124 16,1-3-56-16,-1 0-39 0,-6-4-113 15,-4 0-135-15,2-2-171 0,-5-1-692 0,-3-2-1131 0</inkml:trace>
  <inkml:trace contextRef="#ctx0" brushRef="#br0" timeOffset="35964.1829">14504 5941 180 0,'0'0'306'0,"2"-12"-41"0,-2 12-27 16,0 0 23-16,2-15-56 0,-2 15 8 16,2-11-27-16,-2 11-23 0,0-12-14 0,0 12 8 0,2-12-14 15,-2 12-14-15,2-11-11 0,-2 11-10 0,4-12 23 16,-4 12 22-16,4-11 17 0,-4 11 16 0,2-11 16 16,-2 11-8-16,2-11-6 0,-2 11-7 0,3-10-6 15,-3 10-21-15,0 0-14 0,1-13-19 0,-1 13-18 16,0 0-20-16,3-9-20 0,-3 9-13 0,0 0-10 15,0 0-3-15,0 0-15 0,0 0-6 0,0 0 1 16,0 0-1-16,10 3 9 0,-6 6 37 0,2 4 7 16,1 5 7-16,1 2-26 0,-1 7 23 0,4 3-11 15,-1 8 45-15,2 3-35 0,-2 3 29 0,3 3-43 16,-2 1 30-16,6 9-47 0,0-1 39 0,-1 2-42 16,2-2 23-16,0-1-43 0,0 0 31 0,4-4-42 15,-2 2 3-15,1-1 2 0,-4-10 1 0,2 1 29 16,-1-3-46-16,0-1 36 0,0-1-41 0,-3-2 38 0,2-4-39 15,-7-5 33-15,2-4-37 0,-3-2 38 16,-1-3-41-16,-2-3 37 0,0-1-36 0,0-3 41 16,-3-1-39-16,2-1 45 0,-5-9-40 0,5 14 38 15,-5-14-42-15,0 0 38 0,0 0-39 0,0 0 39 0,0 0-42 16,0 0 33-16,-20-7-41 0,12-2 22 16,-1-3-43-16,-2-4-24 0,-3-2-6 0,1-2-1 15,1-5-5-15,-3 0-24 0,1-3 10 0,1-5 3 0,-2 0 21 16,3-2 0-16,1-1 2 0,1 6 16 0,4-3 1 15,-1 0-1-15,3 1 5 0,0 0 8 16,1 0-3-16,3 3-6 0,0 3 7 0,2 0 3 0,1 1 5 16,1 2 5-16,0 2 5 0,0 1 1 0,1 4-6 15,0 2 4-15,2 2 3 0,0 1-1 0,-1 4 6 16,4 2 1-16,-10 5 6 0,19-2 0 0,-10 4 6 16,5 3-2-16,-1 2 1 0,1 4 2 0,-1-1 4 15,1 4-3-15,-1 0 3 0,-2-2 0 0,1 2 0 16,-2 0-2-16,-3-1 6 0,0-1 7 0,0 2 4 15,-4-3 20-15,-1 0-9 0,-2 1 9 0,-2 0-16 16,-3 0 14-16,-4 1-20 0,-2 0 7 0,-3 0-11 16,-4 0 10-16,-5 1-16 0,-3-2 8 0,-2-1-17 15,0 0 10-15,0-1-33 0,-1-1-15 0,4-1-74 0,0-2-34 16,1-1-48-16,2 1-29 0,3-3-59 16,2-1-65-16,4-1-67 0,0-1-95 0,13 0-397 15,-19-6-480-15</inkml:trace>
  <inkml:trace contextRef="#ctx0" brushRef="#br0" timeOffset="36264.2046">15034 6043 766 0,'5'-18'692'0,"-2"2"-89"0,3-1-48 0,-3 4-47 16,-1 2-39-16,-1 0-72 0,1 1-75 0,-2 10-71 15,4-16-54-15,-4 16-42 0,0 0-7 0,0 0-2 16,0 0-6-16,0 0 12 0,6 14-30 0,-6 2 1 16,1 5 7-16,-1 4 30 0,2 3-58 0,0 5 29 15,3 3-43-15,-1 7 25 0,3-4-54 0,0 3 30 16,2-3-49-16,4 0 30 0,-1-2-46 0,4-1 31 16,-1-1-45-16,5-3 0 0,-2-3-2 0,2-1-7 15,-2-6-53-15,-2-3-61 0,2 1-47 0,-4-5-44 16,0-3-32-16,-3 0-65 0,-1-4-11 0,0 2-57 15,-3-3-40-15,-7-7-54 0,11 10-82 0,-11-10-608 0,0 0-765 16</inkml:trace>
  <inkml:trace contextRef="#ctx0" brushRef="#br0" timeOffset="36397.4928">15157 6492 497 0,'-9'-7'701'0,"4"0"-109"0,-2-1-30 15,7 8-63-15,-10-13-42 0,10 13-57 0,-9-13-55 16,9 13-43-16,-5-12-69 0,5 12-51 0,0-15-34 15,5 7-30-15,2-2-30 0,7 2-45 0,3-4-84 16,9 0-72-16,2 2-128 0,4 0-126 0,7-2-208 16,0 2-632-16,1-1-815 0</inkml:trace>
  <inkml:trace contextRef="#ctx0" brushRef="#br0" timeOffset="39815.1926">21027 5782 351 0,'0'0'320'0,"0"0"-41"0,0 0-57 0,0 0-9 0,0 0-43 16,0 0 21-16,0 0-49 0,0 0 22 0,0 0-57 15,0 0 37-15,0 0-26 0,0 0-4 0,0 0-50 16,0 0 46-16,0 0-45 0,0 0 36 0,0 0-30 16,0 0 26-16,0 0-7 0,0 0-3 0,-5 8 3 15,5-8-7-15,0 0-5 0,0 0-5 0,0 0-9 16,0 0-2-16,0 0-10 0,0 0 5 0,0 0-1 15,0 0-10-15,0 0 1 0,0 0 0 0,0 0 0 16,0 0-1-16,0 0-1 0,0 0-7 0,0 0 3 16,0 0-6-16,0 0-5 0,0 0-3 0,0 0 6 15,0 0-1-15,0 0-3 0,0 0-3 0,0 0 0 16,0 0-1-16,0 0-3 0,0 0 0 0,0 0 0 16,0 0 2-16,0 0-4 0,0 0 1 0,0 0 0 15,0 0 1-15,0 0-1 0,0 0-1 0,0 0-3 16,0 0 4-16,0 0-7 0,0 0 2 0,0 0-3 15,0 0-4-15,0 0 4 0,0 0-2 0,0 0-4 16,0 0-2-16,0 0 5 0,0 0-3 0,0 0-4 16,0 0 2-16,0 0-4 0,0 0 5 0,0 0-5 15,0 0 1-15,0 0-6 0,0 0 7 0,0 0-1 16,0 0 0-16,0 0-2 0,0 0 2 0,0 0-4 0,0 0 2 16,0 0 3-16,0 0-3 0,0 0-2 15,0 0 4-15,0 0-1 0,0 0 0 0,0 0 0 16,0 0 0-16,0 0-2 0,0 0 1 0,0 0 0 15,0 0 3-15,0 0 0 0,0 0 1 0,0 0-2 16,0 0 2-16,0 0 2 0,0 0-1 0,0 0 0 16,0 0 4-16,0 0-5 0,0 0 3 0,0 0 4 15,0 0-1-15,0 0-2 0,0 0 1 0,0 0-1 16,0 0-5-16,0 0 3 0,0 0-2 0,0 0 2 16,0 0 1-16,0 0-5 0,0 0 0 0,0 0 2 15,0 0-3-15,0 0-3 0,0 0 7 0,0 0-1 16,0 0-2-16,0 0-1 0,0 0 2 0,0 0 0 15,0 0-1-15,0 0-4 0,0 0 6 0,0 0-2 16,0 0-1-16,0 0 0 0,0 0 0 0,0 0 1 0,0 0 0 16,0 0 0-16,0 0-3 0,0 0-5 0,0 0 7 15,0 0 1-15,0 0 0 0,0 0-4 16,0 0 6-16,0 0-1 0,0 0 1 0,0 0-4 0,0 0 0 16,0 0 2-16,0 0 4 0,0 0-2 15,0 0 1-15,0 0 2 0,0 0-1 0,0 0 0 0,0 0 2 16,0 0 4-16,0 0-7 0,0 0 2 0,0 0-2 15,0 0 0-15,0 0 0 0,0 0-1 16,0 0-2-16,3-9-1 0,-3 9 0 0,0 0 0 16,0 0 0-16,0 0 1 0,0 0-1 0,0 0-4 15,0 0 4-15,0 0-1 0,0 0-4 0,0 0 8 0,0 0-6 16,0 0 4-16,0 0-2 0,0 0-1 0,0 0 4 16,0 0-1-16,0 0-2 0,0 0-1 15,0 0 4-15,0 0-6 0,0 0 12 0,0 0 8 16,0 0 4-16,0 0 7 0,0 0 8 0,0 0-2 0,0 0-2 15,0 0 0-15,0 0 25 0,0 0-18 0,0 0 4 16,0-13 3-16,0 13 1 0,0 0-4 0,0 0 13 16,0 0 6-16,-2-12 11 0,2 12 3 15,0 0-1-15,0 0-1 0,0 0-4 0,-2-12-11 0,2 12-11 16,0 0-14-16,0 0-17 0,0 0-7 0,0 0-6 16,0 0 1-16,0 0 2 0,1 11 11 0,-1-11 14 15,3 23-38-15,-1-8 56 0,0 3-30 0,0 5 46 16,1 2-33-16,0 1 9 0,1 5-1 0,-1 1 31 15,2 1-49-15,0 1 36 0,0-1-36 0,1 3 29 16,-1-4-44-16,1 0 37 0,2-1-43 0,-2-1 43 16,-1-5-36-16,0-4 36 0,1 1-32 0,-2-5 43 15,0-2-28-15,-1-1 57 0,1-1-10 0,-2-2 97 16,-2-11-28-16,4 18 53 0,-4-18-12 0,3 13-12 16,-3-13-51-16,0 0-122 0,0 0 0 0,0 0 0 15,0 0 0-15,-9-6 0 0,4-5 0 0,-2-2 0 16,-2-4 0-16,0-3 0 0,-3-6 0 0,1-2 0 0,-1-7 0 15,-1-1 0-15,2-2 0 0,1-1 0 16,-2-4-16-16,4 2 3 0,0-2-65 0,1 1 77 16,3 0-66-16,1 5 59 0,2 1 1 0,2 3-5 15,0 5-4-15,1 2 1 0,2 1-57 0,3 2 62 16,0 3-60-16,2 0 56 0,5 4-42 0,-1 5 48 0,3 3-44 16,1 4 55-16,4 7-43 0,4 4 60 15,5 6-16-15,5 5 6 0,2 6-10 0,5 6-3 16,0 3-39-16,-1 3 49 0,-2 0-42 0,-1 0 47 0,-4-5-41 15,-6 1 47-15,-2 1-49 0,-2 1 45 0,-3-2-43 16,-3-1 38-16,-6-4-45 0,-3-1 41 0,-3-3-41 16,-5-3 51-16,-2-2-46 0,-4 3 46 15,-4-2-44-15,-5 0 43 0,-3-1-42 0,-6-2 36 0,-2-2-47 16,-4-2 28-16,-1-1-55 0,-3-3 24 0,-1-3-65 16,-1-2 22-16,-1 0-38 0,4-3 31 0,0 0-46 15,2-3 48-15,1 0-35 0,2-2 29 16,2-1-27-16,4 1-5 0,2 1 6 0,2-2 12 0,4 2 5 15,2-2-3-15,3 2 11 0,8 4 8 0,-6-9 19 16,6 9 6-16,6-7 14 0,4 2-11 0,2 3 17 16,7-1-16-16,5-1 21 0,4 2-25 0,9 0-5 15,3 1-12-15,4 1-8 0,7 0-8 0,3 0-18 16,-2-1-17-16,3 1 4 0,-4-1-8 0,0 0 5 16,-2-2 18-16,-8 1 21 0,-1-2 18 0,-4 0 14 15,-3-1 17-15,-2-3 20 0,-6 1 28 0,-2-1 29 16,-2-3 16-16,-2 1 35 0,-3-3-4 0,-2-2 17 15,-3 0-19-15,-1-1 37 0,-3 2-9 0,-2-2 12 16,-2 2-16-16,-1 2-2 0,-1-1-13 0,-1 1-6 16,-2 1-10-16,-1 1-15 0,-1 0-10 0,-2 2-17 15,-1 2 3-15,-2 1 5 0,9 5-13 0,-22-1-2 16,9 3 7-16,-1 4-11 0,0 2 12 0,-3 3-8 16,2 2 1-16,1 2-5 0,3 0 3 0,0 2-3 15,2 1 6-15,2 0-4 0,3-2-3 0,1 1-1 16,2 0-9-16,4 1 10 0,1-3-3 0,4 4-3 15,4-3-1-15,1-2 2 0,4-1-3 0,2-3 1 16,2-1-6-16,3-2 5 0,1-1-9 0,0-3-2 16,0-1-9-16,-2-1-15 0,0-4 6 0,2 1-7 15,-2-4 11-15,1-1-9 0,-2-3 13 0,1-3-2 16,-2-2 8-16,-2-3-8 0,-1-2 10 0,-4-1-5 0,-3-4 6 16,0-2-8-16,-4-1 10 0,0-4-3 15,-4-2 7-15,-1 1 1 0,-1-3 8 0,-2 0 16 16,-2 0 9-16,-1 0 8 0,1 0 13 0,-2 2 34 15,1 4 14-15,0 5 43 0,-1 2 0 0,3 4-20 16,-1 3-33-16,0 1-30 0,1 4-18 0,2 11-14 0,-3-12-4 16,3 12-6-16,0 0 1 0,-5 11 6 0,5 1 7 15,0 8 16-15,1 8 5 0,2 5-31 16,0 9 43-16,3 4-26 0,-1 3 0 0,3 3 34 16,0 11-45-16,0 2 31 0,3-1-48 0,0-3 35 0,0 3-44 15,1 1 37-15,2-2-46 0,0-1 35 16,0-3-42-16,-1-3 6 0,-1-8-2 0,-1-4 1 0,-2-1 1 15,1-4 1-15,-2-7 34 0,-1-3-43 16,-2-6 38-16,0-3-40 0,0-3 45 0,-2-2-38 0,0-1 45 16,-1-5-40-16,-2-9 3 0,5 14 0 0,-5-14-2 15,0 0 0-15,0 0-2 0,0 0-2 16,-2-15 4-16,0 3-18 0,0-5-29 0,-1-5-25 16,-1-3 9-16,1-7-62 0,-3-3 22 0,2-7-53 15,-2-2 25-15,1-2-28 0,1 1 48 0,-1-1 1 0,1 2 27 16,-2 3 5-16,4 4 33 0,-1 4-9 0,1 0 0 15,1 8 11-15,1-1 4 0,0 6 17 0,2 1-7 16,1 1 1-16,1 4 1 0,3-1 5 0,0 3 5 16,3 4 2-16,3 1-2 0,0 6-1 0,1 1 18 15,5 3-9-15,2 4 18 0,0 1-20 0,3 5 8 16,-1 1-17-16,-4-2 0 0,-1 1-24 0,-1 1-2 16,-4-1-1-16,1 1 12 0,-6-3-10 0,-2 0 13 15,-2 0 0-15,-4-11 3 0,-2 20 4 0,-3-11 4 16,-5 0 4-16,-3 0 6 0,-2-1 2 0,-4-1 3 15,-2-1 0-15,-1-2 1 0,2 0-2 0,-1-2 6 16,1-2-1-16,0 1-1 0,4 0 4 0,0-1 7 16,2-1-2-16,1 1-1 0,13 0-7 0,-20-3-7 15,20 3-15-15,-13-7 4 0,13 7-11 0,0 0-5 16,-1-14-6-16,1 14-8 0,14-12-9 0,-4 3-7 16,3 1-4-16,4-3 7 0,-1-1-3 0,3-2 9 15,2-1 5-15,-1-3 8 0,1-1 9 0,-1-2 21 16,-1-2-18-16,2-4 25 0,-1-2-20 0,-3-1 9 15,-1-2 8-15,-3-2 10 0,-2-1 25 0,-2-3 16 16,-3 3 19-16,-3 1 14 0,-2-5 25 0,-2 3 11 16,-2-2 8-16,-3-4 5 0,0 9 25 0,-1 0 1 15,0 4 6-15,-1 2 8 0,1 5-18 0,-1 3-5 16,3 2-34-16,0 3-20 0,0 4-26 0,5 10-12 16,-11-8 0-16,11 8 3 0,-11 11 12 0,6 0 10 15,0 10 24-15,2 5-4 0,2 5-11 0,2 6 3 16,4 8-49-16,3 1 31 0,2 2-40 0,7 9 35 15,1-1-51-15,-2-1 32 0,5-1-43 0,-1-3 39 16,2-2-46-16,-2-8 26 0,-2-3-73 0,1-1-11 16,-2-2-59-16,-1-4-8 0,-2-6-79 0,-1-2 12 15,-3-4-12-15,-1-2-11 0,-2-4 25 0,-1 2 23 16,-3-6 36-16,2 1 10 0,-5-10 35 0,4 8-8 16,-4-8 1-16,0 0 12 0,0 0 17 0,0 0 8 15,-11-13 17-15,3 4 10 0,-2-3 4 0,-1-4 6 16,-1-1 3-16,-2 0 8 0,0-5 2 0,-1 2 9 15,2 2 36-15,1 1 48 0,1 1-3 0,0-1 11 0,4 4 12 16,-2 0-8-16,3 0 7 0,0 2-21 0,2 1-12 16,3-1-21-16,1 11-10 0,6-19-6 15,2 8-18-15,6 2-41 0,4-1-51 0,5 2-87 16,4 3-81-16,4-2-129 0,3 2-116 0,0 0-217 0,-1 1-429 16,-3 0-753-16</inkml:trace>
  <inkml:trace contextRef="#ctx0" brushRef="#br0" timeOffset="41436.9469">23233 6032 911 0,'0'0'801'0,"-4"-10"-62"0,4 10-103 16,-4-8-81-16,4 8-60 0,0 0-104 0,-4-11-46 16,4 11-96-16,0 0-12 0,0 0-60 0,0 0 44 15,0 0-29-15,0 0-17 0,0 0-18 0,5 14-18 16,0-4-18-16,0 2 36 0,2 1-83 0,-1 1 26 15,1 1-56-15,0 2 24 0,2 2-47 0,-1-1 31 16,-1 0-44-16,0 0 31 0,1-3-46 0,-3 2 27 16,1-4-65-16,-1-1 13 0,0 1-18 0,-1-2-46 15,1-2 37-15,-5-9-30 0,7 17 54 0,-7-17-19 16,6 11 48-16,-6-11-39 0,7 5 20 0,-7-5-63 16,0 0 25-16,15-6-14 0,-9 0 20 0,1-2-30 15,1-3 34-15,1 0-37 0,-1-3 9 0,1-2 7 16,1-2 11-16,-1 2 18 0,-2 1 5 0,-1 2 12 15,1 1 7-15,-2 2 13 0,-1 0 1 0,1 1-6 16,-5 9 13-16,6-14-4 0,-6 14-4 0,6-8 1 16,-6 8 3-16,0 0 4 0,0 0-3 0,0 0 7 15,17 2 2-15,-17-2 11 0,10 10-8 0,-4-4 24 16,3 1-10-16,-1 0 25 0,3 0-33 0,1 2 34 16,0-1-30-16,4 0 15 0,-2-1-25 0,4 0 25 15,0 0-34-15,3-1 24 0,0-1-28 0,-2-1 25 16,1 0-29-16,1-2 22 0,-1-1-24 0,0-1 25 0,-2 0-22 15,0-1 33-15,1-3-34 0,-2 0 30 0,0-1-27 16,-2-1 27-16,0-3-24 0,0-2 33 16,0 0-27-16,-3-3 4 0,-3 2 8 0,0-2 3 0,-1-1 25 15,-3 1-28-15,0 0 43 0,-1 1-43 0,-2 0 37 16,1 3-36-16,-3 10 33 0,2-18-41 0,-2 18 27 16,-5-13-38-16,5 13 32 0,-11-7-38 0,11 7 40 15,-21 1-31-15,10 0-1 0,-3 4 6 0,0 1 5 16,1 2-5-16,-1 0 7 0,2 2-2 0,0-1 1 15,1 3 31-15,1-1-40 0,2 1 33 0,1 1-38 16,1-1 33-16,3 0-38 0,1 0 37 0,2-12-41 16,1 22 31-16,2-12-54 0,1 2 10 0,2-2-59 15,3-1 15-15,-1 1-49 0,1-2 28 0,1-2-13 16,-1 1 28-16,0-1 0 0,1-3 21 0,-10-3 4 16,15 4 14-16,-15-4-2 0,14 0 17 0,-14 0-6 15,12-6 15-15,-5-1-7 0,-7 7 16 0,8-16-12 16,-8 16 23-16,4-20 4 0,-2 7 3 0,-4 1 11 15,1 1 46-15,1-1 17 0,-2 2 15 0,2 10 11 0,-2-21 2 16,2 21 6-16,-3-17-21 0,3 17-11 0,-2-14-15 16,2 14-11-16,-2-11-13 0,2 11-13 15,0 0-5-15,-2-12-13 0,2 12-8 0,0 0-2 0,0 0-3 16,0 0 0-16,0 0-3 0,0 0-1 0,0 0 3 16,0 0-3-16,0 0-19 0,11 6-26 15,-11-6-15-15,10 11-82 0,-10-11-2 0,11 12-49 16,-3-5-20-16,0-1-14 0,1 1-19 0,-1-2-3 0,0 1 21 15,2-2 26-15,-2 1 37 0,-8-5 30 0,17 6 31 16,-17-6 23-16,15 1 26 0,-15-1 31 0,16-5 54 16,-8 0 4-16,-1 0 45 0,1-3 17 0,1-1 21 15,-2-3 2-15,1-1 11 0,-2 1 68 0,1-1-7 16,0 2 35-16,-2-2-27 0,-1 4 45 0,0-1-40 16,0 2 36-16,-4 8-82 0,6-15 17 0,-6 15-80 15,7-11 5-15,-7 11-58 0,6-7 31 0,-6 7-57 16,0 0 40-16,0 0-52 0,0 0 37 0,12 3-46 15,-12-3-2-15,9 9 5 0,-9-9-4 0,8 16 5 16,-3-6 1-16,0 0-2 0,1 2-4 0,1 0 42 0,-1 0-70 16,1 1 6-16,-1 0-52 0,1-1 21 15,0 0-48-15,-1 0 32 0,-1-3-36 0,0 1 32 16,0-3-38-16,-1 0 46 0,-4-7-27 0,8 14 51 0,-8-14-20 16,6 10 45-16,-6-10-29 0,6 7 42 0,-6-7-44 15,0 0 17-15,9 5-43 0,-9-5 25 16,0 0-24-16,14-7 19 0,-14 7-27 0,9-11 21 0,-3 4-21 15,0-1 15-15,-1 1 18 0,1-2 12 0,1-1 9 16,-1 1 5-16,-1 0 16 0,2 0 4 0,-3 1 33 16,1 1 61-16,-1-2-15 0,-4 9 41 0,7-11-50 15,-7 11 29-15,7-10-55 0,-7 10 24 0,6-8-54 16,-6 8 26-16,0 0-39 0,6-7 29 0,-6 7-39 16,0 0 7-16,0 0 1 0,13 4-6 0,-13-4 23 15,10 7 14-15,-10-7-39 0,10 12-9 0,-10-12 30 16,12 12-46-16,-7-4 36 0,0-1-40 0,-5-7 25 15,11 15-41-15,-11-15 31 0,10 13-31 0,-10-13 29 16,10 10-18-16,-10-10 37 0,8 9-22 0,-8-9 43 0,6 6-24 16,-6-6 37-16,0 0-30 0,12 5 36 15,-12-5-36-15,0 0 43 0,12-5-21 0,-12 5 13 16,9-7-8-16,-9 7 1 0,10-11 1 0,-10 11 2 16,9-13-1-16,-9 13-10 0,8-14-2 0,-8 14-5 0,8-15 12 15,-8 15 0-15,9-12 0 0,-9 12 7 0,6-10 9 16,-6 10-6-16,7-10-12 0,-7 10 0 15,8-5-6-15,-8 5-4 0,12-4-6 0,-12 4 3 0,13 0-2 16,-13 0-1-16,14 1 4 0,-14-1-5 0,17 4-2 16,-5-1 3-16,-3 1 4 0,2-1-7 0,3 2 2 15,0 0-2-15,3 0 30 0,-1 0-61 0,3 0 20 16,3 0-50-16,1-2 29 0,0 1-36 0,2-1 44 16,-3-1-24-16,0-1 41 0,-1-1-27 0,1 0 37 15,-2-2-31-15,0-2 12 0,0 0 16 0,-1-2 34 0,-1 0 27 16,-4-1 4-16,3-3 36 0,-4-2-45 15,1-1 36-15,-3-1-55 0,-1-2 33 0,-1 2-49 16,-4-2 34-16,0 1 2 0,0 1-16 0,-4 0-5 16,1 0-7-16,-2 3-3 0,-1 0-9 0,1 11-5 15,-7-17-11-15,1 11 1 0,-5 0 2 0,1 5-5 16,10 1 6-16,-25 0-2 0,10 5-38 0,0 1 49 16,1 2-28-16,-1 0 34 0,3 5-25 0,-1 1 7 0,1 1 21 15,4-1 26-15,2 3 14 0,3-3 8 0,3 3 9 16,2 0 8-16,4 3-1 0,3-2-16 15,6 3 8-15,2-2-32 0,3 0-6 0,3-2-6 0,-1-2-8 16,5 0-6-16,0-2 3 0,0-2-18 0,2 0-22 16,-1-3-36-16,-3-1-15 0,0-1-105 0,0-2-27 15,-2-1-130-15,-3-1-70 0,0-2-75 0,-2-1-154 16,-2-3-117-16,-2 0-828 0,-6-1-1221 0</inkml:trace>
  <inkml:trace contextRef="#ctx0" brushRef="#br0" timeOffset="44483.5258">27838 5993 4 0,'-4'-11'562'0,"-1"-3"-114"0,-2-1-100 0,-2-3 5 0,-1-3-64 15,-3-2 11-15,0-1-26 0,-3-2 3 0,1 1-20 16,-2-6-8-16,0 2-6 0,1 3-9 0,1 2 19 16,1 2-20-16,3-1-36 0,0 6-20 15,1 1 4-15,1 2 10 0,1 3-5 0,2-1-43 0,0 2-30 16,0 2-30-16,2 2-26 0,4 6-11 0,-9-6-12 15,9 6 9-15,-7 7-7 0,2 3 0 0,1 5 8 16,-1 7 1-16,1 4 10 0,1 5-2 0,1 3-37 16,0 2 41-16,2 3-36 0,3 7 10 0,1-1 22 15,0 0-44-15,3-1 40 0,0 1-46 0,2-2 32 16,-1-1-4-16,1-4-7 0,-1-6-3 0,1-1 2 0,-3-4-7 16,2-4-6-16,-2-4-2 0,-2-2 3 15,1-3 3-15,-1 0 6 0,-2-3 13 0,2 0 29 16,-4-11-2-16,3 12-12 0,-3-12-10 0,0 0-7 15,0 0-10-15,0 0 0 0,2-18-7 0,-5 2-5 16,0-1-38-16,0-7 33 0,-1-6-49 0,0-2-5 16,-1-4 31-16,0-7-54 0,2-2 10 0,-1-4-16 15,0 0 6-15,2-3 9 0,2-1 6 0,-1-1 14 0,1-1 12 16,1 2-2-16,-1-1 8 0,4 3-19 0,0 2 38 16,-1 4-26-16,4 3 30 0,0 3 5 0,2 8-7 15,-1 4 8-15,2 2-10 0,1 8-4 0,3 0 6 16,3 7-6-16,2 2 19 0,0 7-18 0,6 6 35 15,4 3-21-15,7 12 34 0,-1 5-38 0,6 10 8 16,-3 3 24-16,-2 6-3 0,1 0-7 0,-4 5 0 16,3-1-5-16,-6 2-2 0,-4 0-33 0,1-3 42 15,-4 3-35-15,-3-8 22 0,-6 0-39 0,0-2 29 16,-4-2-34-16,-4-5 29 0,-1-3-2 0,-4-3 3 16,-2-1-2-16,-3-4 15 0,-2 1-18 0,-3-4 2 15,-5-3 5-15,0-1-25 0,-6-2 39 0,0-4-38 16,-2-4 32-16,-3 0-30 0,-2-4 28 0,-1-2-24 15,0-4 29-15,-4-2-33 0,0-2 35 0,1-1-36 16,4-3 25-16,2 1-54 0,6 2 19 0,0 0-11 0,4 2 3 16,3-1-19-16,1 3-38 0,4 0 11 0,7 6-2 15,-9-7 30-15,9 7-1 0,0 0 24 16,12-5-3-16,-12 5 14 0,21 2-10 0,-5 0 14 0,3 2-24 16,1-2 13-16,7 0-27 0,0 3-12 0,6-2-5 15,3 1-13-15,3 1-17 0,-1-2-16 16,3 0-4-16,0-2-1 0,3 0-16 0,-2-1 18 15,0-1 24-15,-1 0 13 0,-2-4 22 0,-1-2 12 0,-2 1 16 16,-3-4 24-16,-1-1 36 0,-4-2 6 0,-3-2 9 16,-2-2 13-16,-2-1 2 0,-6-3 7 0,1 1 14 15,-6 1 18-15,-2-1-2 0,-1 0 9 0,-5 2 0 16,0 1-1-16,-3 0-6 0,0 1-18 0,-3 1 7 16,1 2-27-16,-3 0 0 0,1 4-16 0,0-1 2 15,5 10-20-15,-13-7 10 0,13 7-14 0,-15 1 21 16,15-1-13-16,-14 12 0 0,7-2 12 0,2 2-2 15,1 3-9-15,2 1 4 0,1 0 0 0,2 2-7 16,3 1 6-16,1 1-12 0,4 1 1 0,2 0-7 16,0 0 4-16,6 0-7 0,-1-2-14 0,1-5-12 15,-1 0-11-15,2-1-2 0,1-2 1 0,0-2-2 16,0 0 9-16,-3-5 4 0,3 0 4 0,-1-4 8 16,0-1 6-16,-1-4-2 0,-1-2 22 0,3-2 8 15,-4-4 8-15,1-4-7 0,-2-6-8 0,0-2 0 0,-1-8 1 16,-2-5 2-16,-5-3-2 0,1-3 30 0,-3-3-28 15,-2-1 8-15,-2-1 8 0,-2-2 2 16,-2 1 5-16,-2 0-12 0,0 1 44 0,-3 1 15 16,0 3 17-16,1 5 27 0,-1 1 17 0,3 9 4 0,0 6-21 15,2 3-28-15,0 4-32 0,0 2-23 0,1 5-14 16,3 10-10-16,-4-9-3 0,4 9-7 0,0 0-2 16,-2 22-34-16,4-2 43 0,0 12 0 0,0 11-1 15,3 5 3-15,-1 2-4 0,0 2-2 0,5 15 1 16,-2-3-2-16,1 1-39 0,-1-1 49 0,1 0-41 15,0-2 39-15,-3-9-40 0,2 0 41 0,-2-3-5 16,0 0-6-16,1-2 7 0,-2-2-13 0,1-4-6 16,-2-6 1-16,0-2-2 0,-2-7-4 0,3 3-4 15,-2-6 3-15,-1-4 0 0,0-2 2 0,-1-2-1 16,2-1 10-16,-2-4 2 0,0-11 2 0,1 18 1 16,-1-18-4-16,0 0-1 0,0 0-5 0,0 0-4 15,0 0 0-15,-9-6 3 0,5-4-10 0,-1-5-21 16,0-6-10-16,-3-1-23 0,2-7-59 0,-1-3 15 15,0-2-36-15,1-6 23 0,0 0-3 0,2 4 34 16,2-1-10-16,1 1 38 0,2 3 8 0,1 0 5 16,0 5 6-16,2 3 8 0,4 3-2 0,-1 2 4 15,2 2 10-15,3 3-3 0,1 2-1 0,3 3 8 16,-1 4-2-16,3 2 2 0,0 1 6 0,3 4 2 0,0 1 1 16,2 4-1-16,1-1-9 0,0 3-11 15,-1 0-3-15,-3 1-9 0,1 0-7 0,-2 2-6 16,-3-2 6-16,-2 0-7 0,-2 0 14 0,-2-1 1 15,0 1 14-15,-3-2-3 0,-7-7 14 0,9 13-10 0,-9-13 9 16,2 11-3-16,-2-11 8 0,-5 8 14 16,5-8-12-16,-11 5 13 0,11-5-16 0,-16 3 14 15,16-3-9-15,-21 0 10 0,21 0-10 0,-20-2 12 0,20 2-11 16,-17-1 4-16,17 1-5 0,-13-3-9 0,13 3-23 16,-10-4-24-16,10 4-13 0,0 0-16 0,-2-11-8 15,2 11-5-15,10-12 2 0,-1 6-5 16,1-3-10-16,5-4 19 0,0 0-7 0,2-2 31 0,1-4-2 15,2-1 13-15,-1-2 8 0,1-6 34 0,-1-2 2 16,-2-2 42-16,-3-3 1 0,-1-1 23 0,-2-4 14 16,-3 0 22-16,-1-2 24 0,-3-1-3 0,1 0-2 15,-3 5 24-15,-2 0-4 0,-1 0 12 0,-1 0-34 16,-2 1 14-16,0 4-19 0,0 0 37 0,0 3-23 16,0 7 46-16,0 2-58 0,1 4 13 0,1 0-69 15,-2 6 21-15,4 11-48 0,-8-12 35 0,8 12-46 16,-13 4 3-16,3 7 6 0,-1 5 5 0,0 9 7 15,0 4 8-15,0 12-9 0,3 4 3 0,1 5 4 16,2 1 28-16,4 3-38 0,2 1 2 0,2 1-2 16,3-2-7-16,2 8-8 0,1-1-17 0,1-11 34 15,0-2-37-15,-1-2 18 0,3-2-26 0,-3-5-22 16,0-1-22-16,-1-9-30 0,-1-4-29 0,-1-4 2 16,-1-1 0-16,-1-4 17 0,0-3 24 0,0-1 25 15,-2-2 8-15,-2-10 11 0,5 11 7 0,-5-11 9 16,0 0 0-16,0 0 10 0,0 0-1 0,-1-14 2 15,-3 3 12-15,0-3-6 0,-2-1-1 0,-1-3 13 16,0-3 5-16,-2 1 19 0,2 0 38 0,0 1 14 16,0 0 7-16,1 2 10 0,2 2 2 0,0-2-12 15,2 4-17-15,1 0-11 0,2 1-8 0,1 2-18 0,4-3-7 16,4 3-9-16,2 0-2 0,6 1-9 0,1 1-12 16,4 2-56-16,2 2-63 0,1 0-50 15,3 2-64-15,-1 1-70 0,2 1-116 0,1 1-12 16,0-1-153-16,5 1-607 0,-5 1-804 0</inkml:trace>
  <inkml:trace contextRef="#ctx0" brushRef="#br0" timeOffset="47976.1544">30395 5646 2 0,'-3'-14'594'16,"-1"2"-138"-16,2-1-32 0,-1 1-81 0,-1 1 45 16,2-1-49-16,-2-1-18 0,2 2-12 0,-1-1 16 15,1 1 9-15,0 1-28 0,2 10-12 0,-4-17-87 16,4 17-38-16,-3-14-38 0,3 14-32 0,-2-10 0 15,2 10-46-15,0 0 20 0,0 0-30 0,0 0 29 16,-7 11-25-16,6 1 40 0,-2 4-50 0,0 5 41 16,-1 4-44-16,0 0 3 0,-1 6 4 0,1 1 2 15,-1 0-3-15,2 0 3 0,0 2-7 0,1-1-1 16,2-6-24-16,0 2 26 0,0 0-33 0,1-1 29 16,0-2-1-16,1-1-12 0,-1 0-5 0,1-3 2 15,1-2-6-15,-1-2 2 0,0-2-5 0,0-2-1 16,-1-4-2-16,0 2-1 0,-1-12 14 0,2 19 1 15,-2-19-4-15,2 12-6 0,-2-12-14 0,0 0-18 16,0 0 1-16,0 0-30 0,4-16 25 0,-2 4-41 16,-2-4 3-16,0-4-5 0,0-4 8 0,0-5 3 15,-1-3 28-15,0-4-23 0,1-1 29 0,-1-8-23 16,-1 1 37-16,1-1-27 0,0 0 32 0,0 0-22 16,1 7-1-16,1-2 9 0,0 4 3 0,2 0 1 15,-1 3 11-15,2 3 5 0,-1 5 8 0,0 3 6 16,-1 4-2-16,2 2-7 0,-2 0-6 0,0 5-5 15,1 2-1-15,-3 9 11 0,8-10-8 0,-8 10 5 16,0 0 4-16,18 7-7 0,-12 1 6 0,0 4 25 16,2 4-27-16,0 3 30 0,-2 2-41 0,1 3 31 15,0 4-30-15,0-1 29 0,1 1-34 0,-1 0 35 16,-1 1-39-16,1-2 35 0,0-3-38 0,-2-2 9 16,0-1-25-16,-1-4 20 0,1-1-22 0,-1-3 22 0,-1 0-15 15,1-2 33-15,-2-1-12 0,-2-10 39 0,6 14-44 16,-6-14 23-16,0 0-22 0,12 1 21 15,-12-1-23-15,14-13 24 0,-7 1-22 0,3-3 21 16,3-8-20-16,0-1 19 0,2-1-20 0,-1-1 24 0,0-1-23 16,1 0 25-16,-2 2-31 0,0 4 35 0,-2 2-28 15,-2 4 22-15,-1 2-27 0,-1 1 13 16,-2 4-18-16,-5 8 18 0,9-10-18 0,-9 10 29 0,0 0-21 16,9 7 23-16,-9-7-15 0,2 20 17 0,-2-7-15 15,-1 5 20-15,1 1 2 0,-1 1-22 0,1 5 23 16,0 0-26-16,1 1 20 0,0 1-21 0,1 0 21 15,1-1-19-15,2 4 22 0,0-5-26 0,5 3 5 16,0-2-2-16,4-1 4 0,0-2-5 0,2-1-16 16,1-2-11-16,0-2-15 0,0-3-15 0,1-2-15 15,-1-1-10-15,2-1 1 0,-2-4 3 0,1-1 13 16,-2-1-7-16,3-4 15 0,-3-2-1 0,1-1 16 16,1-2-9-16,1-4 7 0,-1-1 9 0,-2-1 6 15,1-2 10-15,-3-1 2 0,-2-2 5 0,-1 1 13 16,-3 1 5-16,0 0 6 0,-3-1 4 0,-1 2 5 15,-1 1 0-15,-2-1-3 0,-1 12 0 0,-2-19-2 16,-1 9-1-16,-3 2-1 0,-2 1 0 0,-1 2 5 16,-2 2 5-16,-3 0 8 0,-2 3 2 0,-3 3-1 15,0-1 2-15,-3 4 1 0,0 0-1 0,0 2 9 16,3 0-7-16,0 2-2 0,3 1-2 0,-1 0-3 16,5-1 1-16,0 1-6 0,3 0-3 0,1 0-3 15,1 0-1-15,2 0 5 0,2-1-6 0,3-10 0 16,-1 20-3-16,3-11 0 0,3 0-8 0,1-1-12 15,1 0-7-15,1-2-14 0,3 2-9 0,0-2-6 16,-1-2-8-16,2 0 15 0,-1-2-4 0,-11-2 12 16,22 1 0-16,-22-1 10 0,20-3-1 0,-10-1 14 15,0-2-11-15,0-1 7 0,0-2 2 0,-2-1 3 16,0-1 4-16,-2-1 2 0,2-1 13 0,-2 3 26 16,-1 0 22-16,-1-1-3 0,0 3 7 0,0-3-2 15,1 3-6-15,-5 8 35 0,5-14-29 0,-5 14 0 16,4-11-15-16,-4 11-10 0,4-11-11 0,-4 11-7 0,4-8-7 15,-4 8-6-15,0 0-1 0,0 0-4 16,7-8 3-16,-7 8-1 0,0 0 2 0,0 0-1 16,10 7 0-16,-10-7-3 0,10 8-5 0,-10-8-11 15,12 13-10-15,-3-7-13 0,-1 1-16 0,0-1-5 16,3 1-12-16,0 0-5 0,-2-1-1 0,3 0 1 0,-1 0-3 16,-2-1 18-16,3-1-10 0,-3-1 27 15,-9-3-1-15,17 5 30 0,-17-5-9 0,16 3 8 0,-16-3 5 16,13 0 4-16,-13 0 11 0,13-3 0 15,-13 3 3-15,10-6 4 0,-10 6-2 0,9-9-1 0,-9 9 5 16,7-10 2-16,-7 10 0 0,5-11 4 0,-5 11-5 16,5-11 0-16,-5 11-1 0,4-11 2 15,-4 11-2-15,4-10 1 0,-4 10-4 0,5-10-4 16,-5 10-1-16,5-9-2 0,-5 9 0 0,6-9 1 16,-6 9 1-16,5-9-4 0,-5 9 1 0,0 0 3 0,6-9 5 15,-6 9-9-15,0 0 3 0,5-8 2 0,-5 8-3 16,0 0 0-16,0 0 4 0,5-8 3 15,-5 8-2-15,0 0 4 0,0 0-1 0,0 0 0 16,0 0-6-16,6-8 3 0,-6 8-2 0,0 0-3 16,0 0 0-16,0 0 0 0,0 0-1 0,0 0-10 0,0 0-6 15,0 0-30-15,0 0-21 0,0 0-24 16,0 0-31-16,0 0-22 0,0 0-6 0,0 0 8 16,0 0 12-16,0 0-3 0,0 0-2 0,0 0-24 15,0 0-5-15,0 0-11 0,0 0-38 0,0 0-83 16,0 0-33-16,0 0-150 0,-6 7 33 0</inkml:trace>
  <inkml:trace contextRef="#ctx0" brushRef="#br0" timeOffset="48684.8932">31301 5784 105 0,'0'0'559'15,"0"0"-130"-15,0-17-63 0,0 17-44 0,-2-12-19 0,2 12-16 16,-4-15-28-16,4 15-28 0,-5-17-25 0,0 8-35 16,1 1-23-16,-3 0-27 0,2 0-21 0,-2 2-18 15,0 0-17-15,-2-1-15 0,-2 3-4 16,-2 1-2-16,-1 2-3 0,-2 1-3 0,-4 3 9 0,-4 1 5 16,1 3 2-16,-4 2 5 0,-1 3 5 15,0 1-5-15,2 4 6 0,1 0-2 0,3 1-7 0,0 0-8 16,4 1-5-16,3 1-2 0,3-2-2 0,3 0-8 15,4 1-1-15,3-2 4 0,2 0-5 0,4 0-6 16,1-1-1-16,4 1 2 0,5-3-9 0,0 1 6 16,4-2-14-16,1-3 7 0,1 1-9 0,2-2-6 15,1-2-16-15,0-1-4 0,1-2-7 0,0-1 3 16,-3-1-1-16,-1-2 10 0,0-1 0 0,0-3 8 16,-1 0 5-16,-1-1 1 0,0-2 2 0,1-3 3 15,-2-1-2-15,-3 0 3 0,1-4 6 0,-1 1 0 16,-3-3 1-16,2 2 0 0,-3-2 8 0,0 0 19 15,0 1 33-15,-3 2-4 0,0 0 16 0,0 2-24 16,0 1 12-16,-2 2 1 0,0 0-5 0,-2 0-13 16,-3 9-14-16,7-14-16 0,-7 14-8 0,6-8-4 15,-6 8 6-15,0 0-11 0,15-1 0 0,-15 1-2 16,13 11 4-16,-4 0-23 0,0 1 39 0,2 5-29 0,2 5 55 16,-1 3-38-16,5 6 17 0,-3 5 2 15,2 0 36-15,-2 3-46 0,0 5 40 0,-1 0-57 16,-4 1 50-16,1 4-11 0,-4 0-41 0,-1 1 45 0,-3 0-49 15,-1 0 3-15,-2-2 6 0,-3 0-1 0,-1-2 7 16,-1-3-6-16,-4-3-3 0,-1-2 6 0,-2-4 17 16,0-6 5-16,-2-3 10 0,-2 0 18 0,-1-6-3 15,-2 0 10-15,-1-5 14 0,0-2 3 0,1-1-9 16,-3-6-7-16,0-2-4 0,2-3-10 0,-4 0-9 16,-1-6-9-16,-3-1-5 0,0-3-7 0,2-4-4 15,-4-5 0-15,3-2-10 0,2-3-3 0,5-3-9 16,1-2-19-16,5-3 1 0,3 1-61 0,5 0 19 15,3-3-46-15,3-1 3 0,4-1-65 0,5-5-3 0,4 1 9 16,3 1-42-16,4 1-12 0,3 2-14 16,4 3-27-16,2 1-12 0,2 3-63 0,1 3 10 15,1 1-65-15,0 4-80 0,-1 2-149 0,1 0-251 16,-6 4-419-16</inkml:trace>
  <inkml:trace contextRef="#ctx0" brushRef="#br0" timeOffset="49085.1254">31790 5813 366 0,'0'-13'771'0,"-1"2"-117"0,1 11-115 0,0-23 24 16,0 23-93-16,1-20-50 0,-1 20-41 0,1-17-42 15,-1 17-52-15,1-14-52 0,-1 14-48 0,1-12-41 16,-1 12-33-16,0 0-22 0,8-10-21 15,-8 10-9-15,9 5-11 0,-9-5 3 0,17 13-1 0,-4 1 4 0,1 1-7 16,3 5-4-16,0 1-6 0,0 2-4 0,4 5 4 16,-2 1-36-16,0 1 36 0,-1 1-45 0,1 0 41 15,-1 0-8-15,-2-2 5 0,-2-3-11 0,-2-2 3 16,-1-1-9-16,-1-2-5 0,-1-3 6 0,-3-2 1 16,1-4 6-16,-1 1 6 0,-2-3 14 0,0 0 28 15,0-2 34-15,-4-8 58 0,5 15 33 0,-5-15-31 16,0 0 26-16,0 0-38 0,0 0 7 0,0 0-36 15,0 0 39-15,-9-6-22 0,6-5-25 0,0-1-22 0,1-4-88 16,2-1-4-16,1-3 0 0,4-4 0 0,2-6 0 16,6-3 0-16,4-1 0 0,4 0 0 0,1 3 0 15,3 1 0-15,2 3 0 0,0 2-116 0,2 1-150 16,-4 6-13-16,-2 4-117 0,2 0-34 0,-4 3-157 16,-2 3-87-16,-4 2-109 0,1 1-696 0,-6 2-1101 15</inkml:trace>
  <inkml:trace contextRef="#ctx0" brushRef="#br0" timeOffset="52021.1278">3589 7649 492 0,'-19'-2'481'0,"1"-3"-89"15,-1 1-76-15,-2 2-12 0,-3-1-11 16,0 0-21-16,2 2 9 0,1-2 8 0,1 2-6 0,3-2-17 16,1 1-17-16,3 1-30 0,1 0-36 0,12 1-47 15,-21 0-30-15,21 0-24 0,-14-2-10 0,14 2 9 16,0 0 9-16,0 0-1 0,0 0 11 0,27 2-15 15,-5-2-12-15,10-2-8 0,10 1-12 0,12-1-12 16,4-1-2-16,4 0-7 0,11-1-11 0,0 1 7 16,-1 0-10-16,-9 0-5 0,-1 1-11 0,-1 1-18 15,-4 1-32-15,-2-2-10 0,-5 4-35 0,-8-2 6 16,-5 1-31-16,-7-1-6 0,-2 1 0 0,-6 0 20 16,-3-1 23-16,-1 0 20 0,-4 2 14 0,-14-2 11 15,21 0 8-15,-21 0 3 0,0 0 7 0,0 0 9 16,0 0 3-16,0 0 14 0,0 0 10 0,-21-3 3 15,8 1 19-15,-1 2-15 0,1-3 29 0,-2 1-18 16,0-1 38-16,1 2-23 0,0 0 22 0,1-1-26 0,1 1 9 16,12 1-36-16,-22-2 8 0,22 2-20 0,-16 0 15 15,16 0-21-15,-12 9 16 0,6-2-9 16,3 4 1-16,2 1 7 0,0 5 0 0,3 3 7 16,2 2 1-16,2 3 1 0,3 4 0 0,0 0 3 15,2 0-3-15,1 6-3 0,2-2-7 0,0-1 0 0,-2-5-2 16,0 2-5-16,-1-2 1 0,0-1 2 15,1-1-5-15,-3-4-1 0,-2-2-2 0,1-3 2 0,-3 1 7 16,-1-4 6-16,-1 0 15 0,-2-1 11 0,-1-12 2 16,-2 20 22-16,-3-11-23 0,-2-1 44 0,-3 0-32 15,-3-2 27-15,-3 0-37 0,-2-1 21 0,-6-1-44 16,-2-2 26-16,-3-2-45 0,-1 0 36 0,-6-2-12 16,-1-2-11-16,0 1-8 0,-1-4 3 0,2 2-7 15,2-2-8-15,2 0-10 0,7 1-31 0,2 1-69 16,6 1-51-16,0-2-66 0,5 1-79 0,4 1-31 15,8 4-55-15,0 0 55 0,5-15-62 0,7 9-41 16,8-1-105-16,3 0-366 0,8-1-482 0</inkml:trace>
  <inkml:trace contextRef="#ctx0" brushRef="#br0" timeOffset="52370.2437">4629 8004 319 0,'0'0'767'0,"0"-12"-188"0,0 12-29 15,-4-14-49-15,4 14-35 0,-7-17-18 16,4 8-19-16,0 0-32 0,0-2-46 0,3 11-32 0,-6-18-52 16,6 18-52-16,-1-15-51 0,1 15-33 0,5-15-31 15,-5 15-21-15,12-12-15 0,-4 8-17 0,5-1-1 16,-1 5-18-16,4 0-5 0,1 2-6 0,1 2-5 16,2 2 2-16,0 1-5 0,1 3-8 0,-3-2-9 15,0 3-5-15,-3 0-8 0,1 1-28 0,-4-2 29 16,0 2-30-16,-4 0 39 0,-1-2-28 15,-2 0 29-15,-1-1-17 0,-4-9 28 0,1 19-25 0,-5-10 36 16,-1 0-5-16,-4 1-33 0,-3-3 39 0,-2 2-4 16,-5-1 1-16,-2-2-5 0,-3-1-1 0,-3-2 2 15,-1 0 0-15,-1-2 3 0,0-1 7 0,0-3 19 16,1 0 30-16,3-1-18 0,0-3 15 0,4 2-12 16,1-3-15-16,6-1-13 0,3-2-22 0,3 0-33 15,4-3-32-15,5 3-39 0,4-4-47 0,7-2-58 0,4-1-62 16,7 0-80-16,2 2-90 0,2 2-57 0,8-3-163 15,0 2-493-15,0 1-766 0</inkml:trace>
  <inkml:trace contextRef="#ctx0" brushRef="#br0" timeOffset="52803.1903">5249 7894 183 0,'0'0'898'0,"0"0"-215"0,0 0-99 0,0 0-92 15,0 0-38-15,0 0-37 0,5 10-36 0,-5-10-59 16,0 0-61-16,0 0-51 0,0 0-58 0,0 0-21 16,0 0-25-16,12 3-14 0,-12-3-32 15,17 0-21-15,-4 0-41 0,0-1-32 0,4-2-28 0,2 2-11 16,-1-2-10-16,2 1-3 0,-1-2-1 0,0-1-4 16,1 1-1-16,0-2 11 0,0 0 17 0,-1-3 8 15,-2 0 10-15,0-2 11 0,-2 1 11 0,-2-2 8 16,-3-2 8-16,-1 3 11 0,-1-4 5 0,-1 0 9 15,-2 0 19-15,-2-1 37 0,-1 0-15 0,-1 3 24 16,-3 0-17-16,0-2 18 0,-3 3-28 0,-2 0 5 16,-3 1-17-16,-2 4 4 0,-4 1-18 0,0 1 11 15,-4 2 9-15,-2 6 12 0,-2 1-1 0,-6 5 0 0,0 3 15 16,-4 7-19-16,2 3 43 0,-2 3-37 0,3 3 55 16,4 2-6-16,0-1 4 0,5 0-9 15,3 2 17-15,6-5 16 0,4 1-15 0,4-5-34 0,5 0 46 16,5-1-38-16,4 1 43 0,9-1-48 0,8-1 32 15,7-1-67-15,6-6 36 0,3 1-62 0,3-5 40 16,3-1-65-16,3-2 52 0,1-2-90 16,2-2-28-16,0-1-115 0,1 1-33 0,-2-2-97 0,0-2-82 15,-2 0-84-15,-10 2-92 0,-4-2-86 0,-6-1-857 16,-3 0-1134-16</inkml:trace>
  <inkml:trace contextRef="#ctx0" brushRef="#br0" timeOffset="54820.8531">3688 9063 46 0,'-16'0'486'15,"1"0"-133"-15,1 0-8 0,-1 0-50 0,0 1-29 16,0-1-8-16,-1 0-28 0,2-1-24 0,-3 1-10 15,1 0 10-15,0 0-6 0,0 1-14 0,-2-1-15 16,0 1-7-16,-1 0-7 0,1 1-14 0,1-1-10 16,1-1-2-16,2 2-12 0,0-1 3 0,2 1-4 15,12-2-1-15,-21 1-1 0,21-1-6 0,-14 0-20 16,14 0 5-16,0 0 1 0,0 0 1 0,12-6-6 16,10 0-20-16,19-6 1 0,9 1-24 0,19-5 4 15,7-1-5-15,5-2-2 0,3 2-28 0,3 0 9 16,0 1-2-16,-1-1-11 0,0 3-3 0,-5 0-18 15,-5 2-25-15,-5 0-34 0,-16 3-35 0,-5 0-33 16,-6 4-21-16,-9-1-8 0,-10 2 7 0,-1 0 24 0,-6 1 16 16,-7 2-34-16,-11 1-24 0,0 0 12 15,0 0-19-15,0 0 50 0,-18 8-6 0,-5-3 53 16,-3 1-10-16,-8 0 51 0,0 2 7 0,-2-1 10 16,-6 0 9-16,7 0 3 0,0 1-4 0,2-2 3 0,2 1 13 15,4-3 6-15,3 2 1 0,3-1 4 0,3-2 4 16,0 2 3-16,4-1 4 0,0 1 18 0,2 1 15 15,0 0 27-15,4 2 13 0,3 0 14 0,2 3-4 16,2 0 1-16,1 3 3 0,4 0 24 0,0-1-28 16,4 7 26-16,1 0-30 0,0 0 5 0,4 3-7 15,1 0-9-15,1 1-15 0,-2-1-15 0,1 1-12 16,0-2-7-16,-3-3-9 0,0 0-5 0,-2-3 9 16,-1 1 2-16,-2-2 3 0,0-2 7 0,-3 1 7 15,-2-2 1-15,-3 0-1 0,0 0 6 0,-5 0-21 16,-2-1 1-16,-3 1-16 0,-6 1 6 0,-6-2-6 15,-4 1 0-15,-3-1-2 0,-2-2-4 0,-8 0 2 16,-1-2-8-16,3-3 0 0,3-1 4 0,0 0-9 16,6-1 0-16,0-2 1 0,4-1 0 0,3-1-3 0,3 0-29 15,3 0-58-15,2-2-79 0,5-2-77 16,10 6-83-16,-5-12-34 0,12 4-64 0,5-1-81 16,7-2-165-16,6-1-275 0,5 0-523 0</inkml:trace>
  <inkml:trace contextRef="#ctx0" brushRef="#br0" timeOffset="55555.137">4486 9276 631 0,'0'0'810'0,"-4"-11"-167"0,4 11-91 0,-6-11-56 16,6 11-38-16,-3-12-75 0,3 12-60 0,-2-16-70 15,2 16-52-15,4-13-39 0,-4 13-27 0,9-14-34 16,-2 6-15-16,1 3-30 0,2 0 4 0,3 0-13 15,-1 4-8-15,2 0-18 0,0 1 0 0,1 2-12 16,-1 0-13-16,2 3-14 0,-4 0 10 0,1 1-16 16,-3 3 12-16,-2-1-13 0,-4 1 4 0,-1 1 2 15,-3-10 5-15,-2 21 2 0,-2-8 6 0,-3-1 0 16,-4 0 0-16,-1 1 4 0,-2 1-2 0,-4-3 4 16,1 1-1-16,-1-1-1 0,0-3 2 0,2-2 2 15,-1 0-1-15,1-1-1 0,0-1 11 0,1-1 1 16,2-2 0-16,13-1 3 0,-25 0-7 0,25 0-8 0,-18-6-26 15,11 1-35-15,7 5-28 0,-9-15-31 16,9 15-24-16,2-22-42 0,5 7-18 0,3-3-30 16,5-1-9-16,4-1 19 0,6-5-11 0,3 0 18 0,0-1 3 15,2 0 13-15,1 0-3 0,-1-1 63 0,0 1 13 16,-2-1 66-16,-2-1 20 0,-2 2 86 0,-4 4 29 16,-4 0 23-16,0-2 48 0,-4 6 51 0,-2 0 53 15,-3 1 12-15,-2 2 44 0,-1 1 34 0,-2 2 20 16,0 0-31-16,0 1 37 0,-2 11-14 15,1-18-37-15,-1 18-32 0,0-14-41 0,0 14-48 0,1-11-28 16,-1 11-33-16,0 0 1 0,0 0 33 0,0 0-22 16,0 0 79-16,6 7-94 0,-2 4 69 0,0 2-101 15,2 2 54-15,3 4-72 0,2 1-9 0,0 4-69 16,1-1 0-16,4 2 0 0,-2 2 0 0,4 2 0 16,1 1 0-16,-1-2 0 0,-2-2 0 0,-1-2 0 15,1-1 0-15,-2-1 0 0,1-1 0 0,-4-2 0 16,-1-3 0-16,0-3 0 0,-1-1-60 0,-1 0-55 15,-1-2-59-15,1-2 37 0,-2 0-33 0,-1-2 48 16,-5-6-39-16,11 8 30 0,-11-8-70 0,15-1 11 16,-6-4-11-16,3-3 29 0,0 0 26 0,0-5 37 15,1-2 10-15,0-1 17 0,-1 1 15 0,-2 3 10 0,-1 0 16 16,-2 0 48-16,1 1 23 0,-1 2 42 0,-1 1-21 16,-1 1 34-16,-5 7-41 0,9-12 29 15,-9 12-49-15,7-8 38 0,-7 8-5 0,0 0 34 0,0 0 20 16,14 4-4-16,-14-4-10 0,11 10-9 0,-3-4-2 15,2 3 30-15,2 1-50 0,4 1 29 0,2 0-55 16,3 0 25-16,6 0-46 0,3 0 3 0,2-1-130 16,8 0-65-16,1-1-114 0,2-2-137 0,-1 2-147 15,-5-4-137-15,-1 1-873 0,-3-2-1230 0</inkml:trace>
  <inkml:trace contextRef="#ctx0" brushRef="#br0" timeOffset="56938.4856">5728 9195 248 0,'-2'-11'537'0,"2"11"-79"0,-4-19-42 0,4 19-16 16,-3-19-42-16,3 19-25 0,-2-17-3 0,2 17 3 15,-2-13 4-15,2 13-30 0,-3-11-32 0,3 11-60 16,-1-11-34-16,1 11-41 0,0 0-23 0,-2-12-30 16,2 12-16-16,0 0-3 0,0 0 9 0,0 0-5 0,0 0 6 15,3 13-15-15,-3-13-2 0,6 18 23 0,-3-7-23 16,0 0 22-16,0 1-34 0,1 2 38 16,0 0-51-16,-1-1 25 0,2 3-41 0,1-2 31 15,-1 0-39-15,-1 1 30 0,1-1-36 0,0-1 33 0,-1-1-43 16,1-2 38-16,-1 0-42 0,-4-10 34 0,6 16-38 15,-6-16 40-15,6 14-35 0,-6-14 33 0,4 10-33 16,-4-10 39-16,0 0-40 0,7 9 36 0,-7-9-38 16,0 0 25-16,13-6-38 0,-13 6 31 0,11-14-33 15,-5 3 29-15,2 0-33 0,-2-3 33 0,2-1-42 16,0 1 6-16,2-3 6 0,-1 2 7 0,-1 1-14 16,1 0 19-16,-1 3 7 0,-1-1-5 0,-1 1 2 15,0 3 2-15,0 2-1 0,-6 6-2 0,11-12 10 16,-11 12 4-16,12-6 6 0,-12 6 14 0,15 0 3 0,-15 0 8 15,20 6 34-15,-9-1-40 0,2 2 25 0,0 1-41 16,4 2 28-16,0 1-35 0,2 1 33 0,5 1-45 16,0 0-19-16,3 1-111 0,0-1-76 15,2 0-89-15,0 0-110 0,0 1-63 0,-2-1-110 0,0 0-756 16,-2 0-944-16</inkml:trace>
  <inkml:trace contextRef="#ctx0" brushRef="#br0" timeOffset="58189.2109">4433 9985 324 0,'0'0'514'0,"0"0"-117"15,0 0-94-15,0 0-29 0,0 0-24 0,0 0-13 16,0 0-17-16,0 0 2 0,0 0-9 0,0 0-17 16,0 0-13-16,0 0-11 0,0 0-18 0,0 0-18 15,0 0-7-15,0 0-12 0,0 0-9 0,0 0-8 16,6 6-9-16,-6-6-12 0,0 0-6 0,0 0-15 16,0 0-1-16,0 0-7 0,0 0-9 0,0 0-6 15,0 0-6-15,0 0-2 0,0 0-10 0,0 0 1 16,0 0-1-16,0 0-2 0,0 0-2 0,0 0-1 15,0 0-3-15,0 0-2 0,0 0 5 0,0 0 1 16,0 0 4-16,0 0 5 0,0 0 2 0,0 0 6 16,0 0-4-16,0 0 3 0,0 0-3 0,0 0-5 15,0 0-4-15,0 0-4 0,0 0-5 0,0 0-2 16,0 0 3-16,0 0-4 0,0 0 0 0,0 0-1 0,0 0-2 16,0 0 0-16,0 0-3 0,0 0 2 0,0 0-1 15,0 0-1-15,0 0 0 0,0 0 2 0,0 0-2 16,0 0-6-16,0 0 9 0,0 0 1 15,0 0-3-15,0 0 3 0,0 0-2 0,0 0 2 0,0 0-3 16,0 0 1-16,0 0-1 0,0 0-1 0,0 0 3 16,0 0 0-16,0 0-3 0,0 0 1 0,0 0 9 15,0 0-10-15,0 0 1 0,0 0-2 0,0 0 0 16,0 0-4-16,0 0 5 0,0 0 1 0,0 0 0 16,0 0-1-16,0 0-1 0,0 0 2 0,0 0-5 15,0 0 6-15,0 0-3 0,0 0 3 0,-5 8-3 16,5-8 2-16,0 0-1 0,0 0-3 0,0 0 5 15,0 0 2-15,0 0-3 0,0 0 2 0,-10 2 0 16,10-2 0-16,0 0-3 0,-13 3 4 0,13-3 0 16,0 0-3-16,-15 3 6 0,15-3-1 0,0 0 0 15,-18 4-6-15,18-4 11 0,-13 2 3 0,13-2 0 16,-15 2-3-16,15-2 4 0,-16 3 2 0,16-3 1 16,-19 3 2-16,19-3 2 0,-18 5 15 0,18-5-6 0,-17 3 4 15,17-3-4-15,-16 3-2 0,16-3 8 0,-14 5-14 16,14-5 11-16,-10 2-14 0,10-2 4 15,-13 4-5-15,13-4 24 0,0 0 10 0,0 0 57 16,5 8-21-16,-5-8 33 0,23 3-9 0,-1-1-19 0,7-2-18 16,8-1-18-16,4 0-9 0,11-2-42 0,2 1 32 15,1-1-41-15,-1 0 35 0,1-1-42 0,0 2 38 16,-2-2-39-16,-2 2 32 0,-3 0-57 0,-8-1 17 16,-3 2-49-16,-6 0 10 0,-3-2-32 0,-2 1 13 15,-5 1-11-15,-3 1 6 0,-3-2 5 0,-2 1 8 16,-13 1-22-16,17-3-36 0,-17 3 11 0,0 0-13 15,0 0 38-15,-6-8-3 0,-6 5 37 0,-1 2-7 16,-5 0 33-16,-1-1-15 0,-2 1 29 0,-1 0-15 16,1 2 2-16,-2-1 6 0,0 0 12 0,1 0 3 15,3 0 4-15,-1 0 2 0,5 0 10 0,-1 1 4 0,3 1 5 16,0-1 10-16,2 3 22 0,1 0 26 16,0 3 31-16,2 2 14 0,1 1 23 0,1 5-6 15,1-1 62-15,3 4-11 0,0 0-1 0,3 2 5 0,0 4-17 16,3 0-10-16,1 0 2 0,2 4-56 0,0 2 30 15,2-3-59-15,1 2 34 0,0-2-71 0,0 0 48 16,2-1-73-16,-1-1 0 0,0 0-8 0,-1-4-4 16,0-1-35-16,-1 0-56 0,2-2-70 0,-2 0-86 15,0-1-62-15,0-4-99 0,-2 1-143 0,0-1-83 16,1-1-130-16,1-1-628 0,-1-2-984 16</inkml:trace>
  <inkml:trace contextRef="#ctx0" brushRef="#br0" timeOffset="58422.2275">5253 10438 1405 0,'0'0'989'0,"-5"-10"-252"0,5 10-97 16,-4-8-153-16,4 8-33 0,0 0-71 0,-5-9 15 15,5 9-76-15,0 0 0 0,0 0-83 0,-7-7 24 16,7 7-65-16,0 0 48 0,0 0-114 0,0 14 30 15,0-14-85-15,2 14 43 0,-2-14-82 0,5 19-14 16,-2-8-26-16,1-1-68 0,0 0-37 0,1 1-61 16,-2-1-85-16,3-1-43 0,-2 1-52 15,1-1-95-15,0-1-57 0,1 0-46 0,-6-8-133 0,8 10-661 0,-8-10-943 16</inkml:trace>
  <inkml:trace contextRef="#ctx0" brushRef="#br0" timeOffset="58623.0119">5300 10060 837 0,'-2'-17'753'0,"0"0"-85"15,0 2-118-15,0 1-34 0,0 2-56 0,0 1-42 16,1-1-67-16,1 12-59 0,-3-18-50 16,3 18-51-16,-4-13-44 0,4 13-53 0,-1-12-45 0,1 12-29 15,0 0-37-15,9-6-59 0,-9 6-105 0,15 5-65 16,-4 1-96-16,1 2-42 0,2 4-79 0,0 1-100 15,0 2-471-15,0 1-647 0</inkml:trace>
  <inkml:trace contextRef="#ctx0" brushRef="#br0" timeOffset="59431.7808">5614 10197 424 0,'0'0'889'15,"0"0"-145"-15,0 0-118 0,0 0-95 0,0 0-41 16,0 0-62-16,11 3-29 0,-11-3-81 0,0 0-12 0,0 0-79 15,0 0 20-15,5 7-43 0,-5-7 45 0,5 11-59 16,-5-11 0-16,10 16-59 0,-3-7 12 0,0 2-58 16,0 0 28-16,1 0-54 0,1 3 29 0,-1-1-54 15,0 0 32-15,1 0-51 0,0 1 32 0,-2-2-43 16,1 1 0-16,0-2-6 0,0 0-12 0,-1 0-26 16,-2-3-24-16,1 1-20 0,-6-9 2 0,10 13 1 15,-10-13 9-15,7 10 3 0,-7-10 11 0,6 8-7 16,-6-8-17-16,0 0-19 0,0 0 5 0,17-5 23 15,-17 5-16-15,9-13 47 0,-4 4-14 0,0-1 27 16,1-1-8-16,1-1 22 0,-2 2 6 0,0 0 22 16,0 0-13-16,0 2 65 0,-1 0-16 0,-4 8 45 15,9-15-45-15,-9 15 26 0,6-10-51 0,-6 10 26 16,6-7-40-16,-6 7 49 0,0 0-24 0,16-3 44 0,-16 3-39 16,12 4 37-16,-12-4-30 0,15 12 35 15,-5-7-45-15,-1 1 30 0,0 3-41 0,1-2 36 16,0 4-45-16,-1-2 36 0,1 1-47 0,-1-1 33 15,0 0-43-15,-2-1 38 0,0-1-42 0,0 1 36 0,-2-1-41 16,-5-7 36-16,11 12-36 0,-11-12 33 16,12 9-34-16,-12-9 38 0,7 9-37 0,-7-9 36 15,0 0-35-15,8 6 34 0,-8-6-50 0,0 0 13 0,10-7-49 16,-10 7 32-16,6-13-37 0,-2 5 42 16,0-3-35-16,1-2 44 0,0 1-37 0,1-2 46 0,-1 1-37 15,1-1 44-15,-1 0-30 0,1 2 48 0,-1 0-28 16,0 2 45-16,0-1-29 0,-1 3 51 0,-4 8-42 15,6-15 39-15,-6 15-43 0,5-11 29 0,-5 11-41 16,5-10 37-16,-5 10-44 0,0 0 36 0,10-6-37 16,-10 6 38-16,0 0-41 0,14 4 42 0,-14-4-40 15,11 7 41-15,-11-7-39 0,13 8 38 0,-13-8-39 16,12 10 40-16,-12-10-44 0,13 11 47 0,-13-11-46 16,12 10 39-16,-12-10-39 0,9 11 36 0,-9-11-38 15,10 8 37-15,-10-8-31 0,7 8 38 0,-7-8-35 16,7 6 43-16,-7-6-33 0,0 0 43 0,9 9-40 15,-9-9 42-15,0 0-43 0,0 0 36 0,6 6-32 16,-6-6 29-16,0 0-47 0,0 0 51 0,0 0-51 0,7 5 40 16,-7-5-45-16,0 0 45 0,0 0-50 15,0 0 46-15,0 0-42 0,0 0 42 0,7 6-48 0,-7-6 45 16,0 0-43-16,0 0 43 0,0 0-46 0,0 0 44 16,0 0-43-16,0 0 45 0,0 0-48 15,0 0 47-15,0 0-46 0,7 5 55 0,-7-5-53 0,0 0 45 16,0 0-43-16,7 7 45 0,-7-7-44 0,0 0 42 15,0 0-41-15,7 9 42 0,-7-9-46 0,0 0 45 16,0 0-42-16,7 7 45 0,-7-7-49 0,0 0 38 16,0 0-82-16,7 7-18 0,-7-7-111 0,0 0-60 15,0 0-77-15,0 0-107 0,0 0-97 0,8 6-70 16,-8-6-273-16,0 0-438 0,0 0-920 0</inkml:trace>
  <inkml:trace contextRef="#ctx0" brushRef="#br0" timeOffset="61342.5063">9022 7541 296 0,'0'0'396'0,"0"0"-71"0,0 0-33 0,0 0-38 16,0 0-17-16,0 0-28 0,0 0 10 0,0 0-43 15,11-3-20-15,-11 3-20 0,0 0-6 0,0 0-7 16,0 0-31-16,0 0-1 0,0 0-24 0,0 0 2 0,0 0-26 16,0 0 8-16,0 0-14 0,0 0 9 15,0 0-13-15,0 0 5 0,0 0-8 0,0 0 8 16,0 0-11-16,0 0 7 0,0 0-7 16,0 0 11-16,0 0-7 0,0 0 14 0,0 0-9 0,0 0 11 0,0 0-13 15,0 0 17-15,0 0-5 0,0 0 21 0,0 0-17 16,0 0 23-16,0 0-22 0,0 0 14 0,0 0-21 15,0 0 11-15,0 0-22 0,0 0 14 0,0 0-24 16,0 0 15-16,0 0-32 0,0 0 24 0,0 0-26 16,0 0 20-16,0 0-24 0,0 0 19 15,0 0-23-15,0 0 19 0,0 0-20 0,0 0 20 0,0 0-21 16,0 0 18-16,0 0-21 0,0 0 29 0,0 0-31 16,0 0 27-16,0 0-18 0,0 0 24 0,0 0-20 15,0 0 26-15,0 0-16 0,0 0 21 0,0 0-17 16,0 0 20-16,0 0-20 0,0 0 15 0,0 0-20 15,0 0 14-15,0 0-10 0,0 0 17 0,0 0-20 16,0 0 16-16,0 0-17 0,0 0 14 0,0 0-17 16,0 0 15-16,0 0-22 0,0 0 19 0,0 0-18 15,0 0 14-15,0 0-23 0,0 0 15 0,0 0-11 16,0 0 12-16,0 0-14 0,0 0 13 0,0 0-16 16,0 0 15-16,0 0-13 0,0 0 13 0,0 0-14 0,0 0 16 15,0 0-16-15,0 0 14 0,0 0-16 16,0 0 10-16,0 0-6 0,0 0 16 0,0 0-18 15,0 0 11-15,0 0-15 0,0 0 21 0,0 0-18 16,0 0 17-16,0 0-17 0,0 0 19 0,0 0-18 16,0 0 16-16,0 0-18 0,0 0 18 0,0 0-18 0,0 0 17 15,0 0-16-15,0 0 18 0,0 0-18 16,0 0 12-16,8-4-10 0,-8 4 16 0,0 0-16 0,0 0 16 16,0 0-17-16,0 0 16 0,0 0-18 0,0 0 20 15,0 0-19-15,0 0 17 0,0 0-16 0,0 0 17 16,0 0-18-16,0 0 12 0,0 0-12 15,0 0 17-15,0 0-15 0,0 0 15 0,0 0-16 0,0 0 16 16,0 0-17-16,0 0 21 0,0 0-23 0,0 0 20 16,0 0-18-16,0 0 15 0,0 0-16 0,0 0 0 15,0 0 5-15,0 0 17 0,0 0-25 0,0 0 23 16,0 0-18-16,0 0 16 0,0 0-11 0,0 0 15 16,0 0-20-16,0 0 20 0,0 0-12 0,0 0 11 15,0 0-13-15,0 0 16 0,0 0-14 0,0 0 23 16,0 0-19-16,0 0 17 0,0 0-18 0,0 0 8 15,0 0-8-15,0 0 12 0,0 0-10 0,0 0 7 16,0 0-9-16,0 0 8 0,0 0-10 0,0 0 4 16,0 0-5-16,0 0 12 0,-6-9-2 0,6 9 10 0,0 0-3 15,0 0 9-15,0 0 3 0,-3-10 3 16,3 10-4-16,0 0 7 0,0 0 2 0,0 0 1 0,-3-10 14 16,3 10-16-16,0 0 9 0,0 0-26 0,0 0 7 15,0 0-24-15,0 0 12 0,0 0-12 0,0 0 7 16,0 0-5-16,0 0 8 0,6 15 14 0,-3-5 12 15,2 4 8-15,-2 1 30 0,1 4-32 0,1 0 31 16,-1 2-34-16,0 3 55 0,0 1-45 0,0-1 35 16,0 1-54-16,0 0 29 0,-1 1-45 0,0-1 35 15,-1 1-47-15,1-3 32 0,-1 1-38 0,-1-1 33 16,1-4-37-16,-2 2 23 0,0-3-72 0,0-1-32 16,0 1-93-16,1-4-110 0,-1-2-98 0,0 3-112 15,0-15-63-15,2 21-197 0,-2-21-453 0,8 13-820 16</inkml:trace>
  <inkml:trace contextRef="#ctx0" brushRef="#br0" timeOffset="61741.5034">9654 7616 1090 0,'3'-13'774'16,"-1"1"-122"-16,-1 0-120 0,-1 12-55 0,2-20-71 15,-2 20-61-15,1-21-58 0,-1 21-48 16,1-16-20-16,-1 16-48 0,2-16-11 0,-2 16-58 0,3-13-6 16,-3 13-44-16,6-11 20 0,-6 11-38 0,16-7 10 15,-16 7-49-15,21-4 39 0,-7 4-20 0,2 3 16 16,2 1-34-16,2-1 17 0,0 4-22 0,2 2 2 16,-2 2-20-16,-1 1 30 0,2 3-4 0,-3 4-2 15,-4-5 4-15,-2 4 5 0,-1 1-7 0,-3 1 10 16,-4 2-17-16,-2-3 34 0,-4 3-28 0,-3 1 19 15,-4 4-21-15,-3 1 17 0,-5 2-12 0,-2-2 20 16,-2 1-22-16,-1-3 20 0,-1-1-5 0,3-4 26 16,2-2-27-16,-1 0 28 0,6-6-35 0,-1 1 29 15,5-3-11-15,1-1-4 0,2 0-27 0,6-10 32 0,0 13-37 16,0-13 36-16,18 9-32 0,1-6 8 16,4-3-66-16,7-2-26 0,10 0-25 0,7-4-47 0,3-2-53 15,-1 0-95-15,3-2-80 0,-2 0-31 16,-3-2-134-16,0 2-626 0,-4-3-795 0</inkml:trace>
  <inkml:trace contextRef="#ctx0" brushRef="#br0" timeOffset="62191.8003">10597 7677 911 0,'-2'-10'664'0,"0"-2"-65"0,-1 1-2 0,0-1-52 15,1 0-67-15,0 0-59 0,0 0-54 0,1-2 0 16,-1 3-84-16,2-3-4 0,3 2-78 0,0 1-8 15,1-1-79-15,3 0 17 0,2 1-60 0,4 0 16 16,3 2-53-16,3 2 25 0,2 1-45 0,1 1 27 16,0 5-38-16,-1 0 22 0,0 0-42 0,3 5-4 15,-1-2 0-15,0 4-5 0,-4 0 8 0,0 1 5 16,-4 1-2-16,-2-1 7 0,-3 3 1 0,-1-2 2 0,-2 1 1 16,-4 1-1-16,-2 0 10 0,-1-11-2 15,-5 21 1-15,-2-9 9 0,-1 0 28 0,-1 1-34 16,-3-3 35-16,0 0-43 0,1 1 34 0,-1-1-39 15,1-1 32-15,1-2-43 0,1 2 37 0,1-1-40 0,2-1 33 16,1 0-33-16,5-7 29 0,-7 15-43 0,7-15 34 16,-1 12-43-16,1-12 34 0,8 16-32 15,-3-9 40-15,2 0-28 0,0 2 35 0,4-2-36 0,-1 0 43 16,0 2-33-16,1-1 31 0,0-1-28 0,1 0 29 16,0 0-24-16,1 0 25 0,1-2-28 0,-1 3 30 15,2 1-29-15,-2-2 30 0,1 1-27 0,2 0 35 16,-2-2-27-16,0 4 31 0,-2-3-21 0,0 1 50 15,-1 1-35-15,-1-1 39 0,0-1-40 0,-3 0 38 16,-2 1-38-16,-5-8 31 0,6 15-41 0,-6-15 34 16,-3 17-43-16,-4-7 31 0,-4 1-44 0,-7 0 4 15,-5 3-72-15,-5 0-51 0,-7-1-84 0,-3 4-134 16,-4-3-120-16,-3 1-67 0,-1-2-208 0,-1 1-522 16,0-4-874-16</inkml:trace>
  <inkml:trace contextRef="#ctx0" brushRef="#br0" timeOffset="63557.9233">9135 9009 402 0,'0'0'359'0,"0"0"-30"0,-9-9-18 0,9 9-29 0,0 0-29 16,-6-9-19-16,6 9-21 0,0 0-9 0,0 0-10 16,-6-9-12-16,6 9-23 0,0 0-11 0,0 0-17 15,0 0-2-15,-6-6-6 0,6 6-9 16,0 0-1-16,0 0-4 0,0 0 0 0,0 0-4 0,0 0 25 16,0 0-32-16,0 0 14 0,0 0 21 0,-8-7-12 15,8 7 7-15,0 0-2 0,0 0-4 0,0 0 20 16,0 0-25-16,0 0 20 0,0 0-32 0,0 0 28 15,0 0-46-15,0 0 26 0,0 0-50 0,0 0 24 16,0 0-44-16,0 0 27 0,0 0-51 0,0 0 32 16,0 0-41-16,0 0 25 0,0 0-33 0,0 0 25 15,0 0-37-15,0 0 32 0,0 0-31 0,0 0 27 16,0 0-32-16,0 0 33 0,0 0-36 0,0 0 39 16,0 0-40-16,0 0 43 0,0 0-44 0,0 0 39 15,0 0-33-15,0 0 33 0,0 0-35 0,0 0 38 16,0 0-34-16,0 0 36 0,0 0-35 0,0 0 32 15,0 0-34-15,0 0 41 0,0 0-37 0,0 0 35 16,0 0-35-16,0 0 35 0,0 0-38 0,0 0 35 0,0 0-37 16,0 0 37-16,0 0-43 0,0 0 39 0,0 0-37 15,0 0 34-15,0 0-35 0,0 0 36 16,0 0-34-16,0 0 35 0,0 0-35 0,0 0 34 16,0 0-34-16,0 0 37 0,0 0-39 0,0 0 37 0,0 0-39 15,0 0 39-15,0 0-40 0,0 0 38 16,0 0-37-16,0 0 39 0,0 0-42 0,0 0 40 0,0 0-34 15,0 0 33-15,0 0-39 0,0 0 41 0,0 0-36 16,0 0 36-16,0 0-36 0,0 0 35 0,0 0-36 16,0 0 38-16,0 0-35 0,0 0 36 0,0 0-40 15,0 0 35-15,0 0-37 0,0 0 39 0,0 0-25 16,0 0 23-16,0 0-33 0,0 0 32 0,0 0-33 16,0 0 35-16,0 0-38 0,0 0 40 0,0 0-36 15,0 0 38-15,0 0-35 0,0 0 32 0,0 0-36 16,0 0 39-16,0 0-39 0,0 0 37 0,0 0-40 15,0 0 42-15,0 0-38 0,0 0 39 0,0 0-39 16,0 0 40-16,0 0-38 0,0 0 39 0,0 0-39 16,0 0 37-16,0 0-38 0,0 0 38 0,0 0-32 15,0 0 32-15,0 0-39 0,0 0 39 0,0 0-37 16,0 0 39-16,0 0-40 0,0 0 35 0,0 0-38 16,0 0 39-16,0 0-37 0,0 0 38 0,0 0-41 0,0 0 42 15,0 0-38-15,0 0 36 0,0 0-37 16,0 0 38-16,0 0-40 0,0 0 39 0,0 0-33 15,0 0 34-15,0 0-37 0,0 0 36 0,0 0-35 0,0 0 40 16,0 0-39-16,0 0 37 0,0 0-38 0,0 0 46 16,0 0-24-16,0 0 50 0,0 0-27 0,0 0 44 15,0 0-39-15,0 0 25 0,-4-9-49 0,4 9 31 16,12-9-41-16,-5 4 31 0,3-3-38 0,3 1 36 16,0 0-41-16,3-1 32 0,1-1-36 0,3 2 35 15,1 0-36-15,-1 0 35 0,1 2-42 0,2-1 40 16,-1 2-33-16,0 2 33 0,-1 1-37 0,0 1 34 0,0 1-35 15,0 2 40-15,-2 1-42 0,1 2 37 16,-2 4-37-16,-3-1 41 0,-4 3-41 0,-2 1 38 16,-4 4-34-16,-3 0 4 0,-4 2 4 0,-4 3 4 0,-6 3 1 15,-2 3 0-15,-7 2 1 0,-2 0-1 0,-2-1 5 16,-2-1 32-16,-1 0-35 0,-1-2 29 0,0 0-33 16,0-1 34-16,3-2-40 0,4-4 34 0,3-3-43 15,3-1 41-15,3-4-40 0,2 0 34 0,2-3-34 16,4 1 43-16,5-9-32 0,1 11 33 0,-1-11-37 15,17 7 41-15,0-6-45 0,4-1 41 16,7-1-38-16,6-2 37 0,3-1-38 0,10-4 33 0,1 1-74 16,2-1-7-16,-1 1-94 0,1-2-54 0,1-1-62 15,-2 0-119-15,-2 1-83 0,-2-2-67 0,-1-1-194 16,-4 1-530-16,-3-3-877 0</inkml:trace>
  <inkml:trace contextRef="#ctx0" brushRef="#br0" timeOffset="64107.9299">10481 8809 987 0,'7'-9'725'16,"-2"2"-90"-16,-5 7-74 0,8-13-42 0,-8 13-46 16,6-11-16-16,-6 11-91 0,4-9 2 15,-4 9-80-15,0 0-3 0,5-11-95 0,-5 11-2 0,0 0-72 16,0 0 12-16,0 0-63 0,-4-12 18 0,4 12-49 15,-13 1 23-15,3 2-48 0,-6 0 28 16,1 2-52-16,-6 2 22 0,-1 0-49 0,-3 1 37 16,0 3-37-16,-2 0 38 0,-1 0-39 0,2 1 40 0,0 1-30 15,1 1 31-15,2-1-30 0,3-1 6 0,1 2 4 16,3-2 0-16,0 1 7 0,2 1 3 0,1 0 4 16,4-3-1-16,0 1 2 0,2-1 3 0,0 1 1 15,2-3 4-15,1 1-5 0,1-2 6 0,3-8-1 16,-6 17-3-16,6-17 31 0,-4 15-22 0,4-15-1 15,-2 13 5-15,2-13-3 0,-3 10-1 0,3-10-1 0,0 0-2 16,-2 16 4-16,2-16 4 0,0 0-4 16,0 0 0-16,3 14 0 0,-3-14-1 0,0 0 23 15,14 0-29-15,-14 0 19 0,19-4-28 0,-7 2-3 0,3-3-4 16,3-1-8-16,0 4 5 0,1-3 3 0,3-1 0 16,1 3 8-16,0-1-4 0,1 1 4 15,-3 1-4-15,0 1 9 0,0 1-5 0,-1 0 3 16,0 0 1-16,-2 1 6 0,0 2 1 0,-2 0-7 0,0 1 15 15,-2 1-5-15,-1 0 5 0,-2 0 7 0,-2 0-5 16,-1 1-2-16,-1 0 14 0,-7-6 4 0,6 13-3 16,-6-13 5-16,-6 14 0 0,0-6-6 0,-7 2-1 15,-5-1-1-15,-3 1-4 0,-7 2-8 0,-8 1-1 16,-6 0-3-16,-1-1-6 0,-3 2-16 0,-3-2 4 16,-1 1-87-16,2-2-34 0,1 0-54 0,6-3-71 15,7-2-42-15,8 0-89 0,6-2-75 0,4-2-115 16,16-2-123-16,-15-1-390 0,15 1-707 0</inkml:trace>
  <inkml:trace contextRef="#ctx0" brushRef="#br0" timeOffset="64541.029">10729 8739 1043 0,'15'-21'846'0,"-5"3"-144"16,-1 1-70-16,0 3-13 0,-3 1-54 0,0 1-15 15,-2 2-97-15,1 1-30 0,0 2-109 0,-5 7-26 0,6-12-93 16,-6 12 58-16,0 0-57 0,0 0-11 0,5 12-21 16,-5-12-16-16,1 23-15 0,-1-7-8 15,1 3-30-15,-1 2-9 0,2 3-9 0,0 0-16 0,0 2-23 16,2-2-38-16,2 0 0 0,-1 1 0 0,2-1 0 16,1-2 0-16,0-1 0 0,3-1 0 0,-2-2 0 15,1-2 0-15,2-2 0 0,-1-2 0 0,2-3-21 16,1-2-27-16,1-1-2 0,-2-4 3 0,1-1 4 15,1-1-1-15,0-3 9 0,0-3 4 0,0-1 7 16,-3-2 0-16,1-4 0 0,1-2 0 0,-3-1 3 16,-1-2 57-16,1 1-63 0,-3-2 62 0,0 2-66 15,-2 2 67-15,1 1-66 0,-2 1 63 0,-1 3-60 16,0 0 62-16,-4 10-68 0,7-14 71 0,-7 14-68 16,0 0 81-16,9-6-50 0,-9 6 9 0,5 7 12 15,-5-7 4-15,8 17 7 0,-4-7-1 0,1 2-9 16,1 2 5-16,1 1-12 0,2 4 6 0,1-1-22 15,2 0 11-15,0 1-48 0,4 1-59 0,-1 2-54 0,1-1-100 16,-2-1-83-16,2 0-45 0,-1 2-72 16,-1-2-146-16,-2-1-132 0,0-1-870 0,0 0-1250 15</inkml:trace>
  <inkml:trace contextRef="#ctx0" brushRef="#br0" timeOffset="65059.6871">9876 10115 826 0,'-3'-9'692'0,"-3"-1"-105"0,2 1-6 0,0 1-39 16,0-1-9-16,4 9-41 0,-9-16-33 0,9 16-32 15,-8-11-31-15,8 11-46 0,-5-10-58 0,5 10-55 16,0 0-24-16,-8-5 9 0,8 5 36 0,-5 8-8 16,5-8-16-16,-6 20-64 0,3-4 18 0,0 1-24 15,-1 2-86-15,3 4-78 0,-2 2 0 0,1 0 0 16,1 1 0-16,-1 1 0 0,2 0 0 0,0-1 0 15,0 0 0-15,2-1 0 0,-1 0 0 0,1-1 0 16,0-4 0-16,0-2 0 0,2 0-69 0,1-2-279 16,0-1-64-16,2-2-52 0,1-3-83 0,3-1-108 15,0-3-88-15,2-3-157 0,1-3-382 0,0-2-888 16</inkml:trace>
  <inkml:trace contextRef="#ctx0" brushRef="#br0" timeOffset="65592.8121">10312 10124 654 0,'0'0'764'0,"2"-19"-137"0,-2 19-119 0,2-18-28 0,-2 18-64 16,4-19-51-16,-1 8-36 0,0 3-51 0,1-2-49 16,3 2-41-16,-2 1-32 0,0-1-29 0,2 1-26 15,1 2-33-15,1 1 6 0,-9 4-17 0,19-7-20 16,-19 7-1-16,23 0-10 0,-23 0-1 0,22 3-6 15,-11 0-7-15,-3 3 0 0,3-1-6 0,-2 2-2 16,-2 1 6-16,1 0 2 0,-3 2 0 0,-1 1 3 16,-2 2 11-16,-1-1 25 0,-1 0-29 0,0 1 25 15,-1-1-17-15,-1 0 47 0,0 0-24 0,0-1 48 16,0 0-45-16,-1 1 27 0,1-4-39 0,-2 3 26 16,4-11-46-16,-4 14 34 0,4-14-48 0,-4 13 32 15,4-13-41-15,-2 11 31 0,2-11-35 0,0 0 35 0,-3 12-37 16,3-12 55-16,0 0-61 0,0 0 43 0,-2 12-28 15,2-12 45-15,0 0-26 0,0 0 48 16,0 0-31-16,-3 9 42 0,3-9-36 0,0 0 34 0,0 0-41 16,0 0 36-16,0 0-48 0,0 0 32 0,0 0-41 15,-3 10 32-15,3-10-45 0,0 0 31 16,0 0-38-16,0 0 38 0,0 0-47 0,0 0 39 16,0 0-41-16,0 0 37 0,0 0-38 0,0 0 35 0,0 0-41 15,0 0 46-15,0 0-47 0,0 0 39 0,0 0-42 16,-3 9 42-16,3-9-40 0,0 0 40 0,0 0-40 15,0 0 34-15,0 0-49 0,0 0 11 0,0 0-69 16,0 0 7-16,0 0-70 0,0 0 9 0,0 0-41 16,0 0-4-16,0 0 0 0,0 0-19 0,0 0 17 15,0 0-30-15,0 0 13 0,0 0-43 0,9-3-14 16,-9 3-11-16,0 0 0 0,5-6-28 0,-5 6 20 16,0 0-26-16,1-12-39 0,-1 12-54 0,0 0-408 15,-3-17-350-15</inkml:trace>
  <inkml:trace contextRef="#ctx0" brushRef="#br0" timeOffset="66059.2984">10395 10179 49 0,'0'0'664'0,"0"0"-146"0,-14 1-51 0,14-1 16 0,0 0-32 16,0 0 16-16,-15 0-44 0,15 0-9 0,0 0-19 16,0 0-47-16,-13-1-22 0,13 1 17 15,0 0-52-15,0 0 8 0,0 0-55 0,0 0-24 0,-14 3-25 16,14-3-18-16,0 0-19 0,0 0-19 0,0 0-12 15,0 0-13-15,0 0-15 0,0 0-19 16,0 0-10-16,0 0-17 0,8-13-11 0,3 9-11 0,5-3-5 16,3 0-3-16,5-1-10 0,5-1-6 0,2-1 5 15,2 1-2-15,6-2-7 0,1 1-2 0,-5 2-9 16,-1 0-1-16,1 0-9 0,-2 1-10 0,-2 1 3 16,2-2 3-16,-7 4 4 0,-2 0 5 0,-5 0 5 15,-1 1-4-15,-1 0 3 0,-4 1 3 0,0-1 3 16,-2 2 1-16,-11 1 7 0,20-4-5 0,-20 4 1 15,15-2 5-15,-15 2 2 0,14-1 0 0,-14 1-5 16,0 0 7-16,15-1 2 0,-15 1 8 0,0 0 11 16,6 9 13-16,-6-9 6 0,-2 13 8 0,0-2 10 15,-3 1 23-15,-2 2-19 0,-2 6 31 0,0 1-103 0,-3 4 0 16,-1 1 0-16,0 2 0 0,-3 2 0 16,1 3 0-16,0 0 0 0,1-1 0 0,2-5 0 15,0 2 0-15,1-2 0 0,0-2 0 0,2 2 0 0,1-5 0 16,1 0 0-16,-2-4 0 0,4 1 0 0,0-2 0 15,1-2 0-15,0 0 0 0,1-3 0 0,1-2 0 16,-2 0 0-16,4-10 0 0,-4 17 0 0,4-17 0 16,-2 13 0-16,2-13 0 0,0 0 0 0,-2 12-45 15,2-12-389-15,0 0-62 0,0 0-55 0,0 0-65 16,0 0-41-16,10-7-132 0,-10 7-672 0,4-10-1080 16</inkml:trace>
  <inkml:trace contextRef="#ctx0" brushRef="#br0" timeOffset="67143.5543">10020 9956 49 0,'6'-10'600'0,"-2"1"-137"15,-4 9-81-15,8-13-55 0,-8 13-6 16,5-9-29-16,-5 9-14 0,5-10-31 0,-5 10-2 16,0 0-41-16,6-10-2 0,-6 10-35 0,0 0 44 0,0 0 8 15,0 0 20-15,0 0-27 0,-4 15-14 0,-1-3 4 16,-1 3-7-16,-3 4-1 0,-4 4-7 15,1 5 33-15,-5 4-38 0,2 4 44 16,-3-2-57-16,2 6 19 0,0-2-42 0,1 1-13 0,0 3-22 0,2-3-15 16,2 0-6-16,1 0-13 0,4-6 1 0,3 0-15 15,1-2-2-15,2-1-23 0,3-4 1 0,1 0-6 16,4 3-4-16,2-4-5 0,2 0-1 0,3-5-2 16,3 0-5-16,4-3 2 0,-2-3-5 0,1-3 2 15,0-2-11-15,1-2 2 0,2-2-24 0,-1-2-12 16,-1-2-14-16,-2 0-7 0,0-2-6 0,0 0-1 15,-2-3-1-15,-1-1 2 0,-1 0 11 0,-1-2-6 16,-3-2 14-16,0 0-9 0,-3-1 17 0,-2-2-7 16,-2 0 7-16,-3 1 3 0,-2-1 9 0,-3 2-1 15,-1-4 5-15,-4 3 2 0,-2-1 3 0,-5-1 1 16,0 2 2-16,-4 3 1 0,0 2 0 0,-1-2 0 16,1 5 2-16,-1-1 2 0,1 2 4 0,-1 4-8 15,2-1 1-15,-1 2 0 0,0 1-9 0,2 2-39 0,2 1-54 16,0-2-75-16,2 3-25 0,3 0-83 15,3 0-65-15,2 0-78 0,1 0-30 0,4-8-44 16,1 14-168-16,-1-14-481 0,9 11-771 0</inkml:trace>
  <inkml:trace contextRef="#ctx0" brushRef="#br0" timeOffset="67842.2737">11770 9916 652 0,'8'-16'580'0,"-3"3"-107"0,0 0-4 0,-1-2-54 16,-2 3-8-16,-1-2-58 0,-1 2 7 0,-1-1-46 0,-1 0-16 15,-2 0-68-15,-1 0-22 0,-2 1-34 0,0 1-21 16,-1 0-24-16,-1 2-27 0,-2 1-12 16,2 3-21-16,0 1 4 0,9 4-18 0,-25-2-1 0,9 6-32 15,1 2 33-15,-3 3-17 0,-1 2-4 0,-1 3 1 16,-1 4 4-16,2 1-3 0,3 0-4 0,-1 2-10 15,3 0 4-15,5-1 0 0,1 1-1 0,4 1 0 16,1-3-8-16,4 1 25 0,6 3-46 0,2-1 48 16,4 2-38-16,3 0 26 0,7 3-30 0,3-1 29 15,1-2-38-15,1 0 7 0,1-1 6 0,0-2-7 16,2 2 10-16,-4-4-10 0,-2-1 3 0,-2-1-6 16,-2-1 11-16,0 1-3 0,-5-4 4 0,0 1-3 15,-1 1 5-15,-3-1-3 0,-3-1-13 0,-1 1 20 16,-4-2 1-16,-2 0 6 0,-2 0 1 0,-4-1 4 0,-2 0-8 15,-3-1 6-15,-4 0 13 0,-5-1-2 16,-3 0 3-16,-1-3-4 0,-9 2-7 0,-1-4-4 16,-2-1 0-16,1-1-3 0,3-2 0 0,0-1 7 15,5-2 10-15,2 0-5 0,1-3-6 0,8 0-8 0,2-2-20 16,5-4 7-16,6 0-64 0,5-2 0 16,5-4-60-16,7-7-16 0,9-3-2 0,4-1-34 15,2-1 18-15,8-6-20 0,2 1 33 0,3 1-6 0,-2 1 46 16,-3-1-2-16,-3 7 37 0,-3 1 0 0,-1-1 39 15,-3 2 38-15,-3-3 27 0,-5 8 19 0,-5-1-10 16,-1 1 17-16,-3 1 8 0,-5 1-8 0,-3 2 3 16,-2 0-21-16,-4 1 7 0,-5 1-19 0,-2 0 4 15,-6 3-17-15,-3 1 5 0,-2 3-6 0,-3 0-1 16,-2 4-23-16,2 1-57 0,1 3-80 0,0 2-69 16,1 1-117-16,4 3-79 0,0-1-126 0,6 3-642 15,2-1-788-15</inkml:trace>
  <inkml:trace contextRef="#ctx0" brushRef="#br0" timeOffset="70144.0459">13951 7238 154 0,'13'2'453'0,"-13"-2"-87"0,0 0-87 0,0 0-5 16,0 0-31-16,0 0-19 0,0 0-22 15,14 1-30-15,-14-1-16 0,0 0-16 0,0 0-16 0,0 0-14 16,0 0-13-16,0 0-15 0,0 0-16 0,0 0-4 16,0 0-8-16,0 0-8 0,0 0 2 0,0 0-9 15,10 2 6-15,-10-2-2 0,0 0 3 16,0 0 5-16,0 0 2 0,0 0 5 0,0 0 1 15,0 0 8-15,0 0 6 0,0 0-10 0,0 0 11 0,0 0-2 16,0 0-1-16,0 0-1 0,0 0 0 0,0 0-4 16,0 0-8-16,0 0 1 0,0 0-2 0,0 0-7 15,0 0-2-15,0 0-7 0,0 0-6 0,0 0-7 16,0 0 0-16,0 0-4 0,0 0-8 0,0 0 2 16,0 0-4-16,0 0-2 0,0 0-1 0,0 0-4 15,0 0 1-15,0 0-5 0,0 0 2 0,0 0-4 16,0 0-1-16,0 0 4 0,0 0 1 0,0 0-3 15,0 0-1-15,0 0 0 0,0 0-4 0,0 0 6 16,0 0-2-16,0 0-1 0,0 0 2 0,0 0 0 16,0 0 2-16,0 0-8 0,0 0 1 0,0 0 3 15,0 0 3-15,0 0-4 0,0 0 5 0,0 0-4 16,0 0 1-16,0 0 2 0,0 0 3 0,0 0 1 16,0 0 6-16,0 0-2 0,0 0 3 0,0 0 1 15,0 0 4-15,0 0 1 0,0 0-5 0,0 0 1 16,0 0-5-16,0 0 1 0,0 0-7 0,0 0 5 15,0 0-5-15,0 0 2 0,0 0-5 0,0 0 1 0,0 0-1 16,0 0-7-16,0 0 7 0,0 0 2 16,0 0-3-16,0 0 1 0,0 0 0 0,0 0 1 15,0 0-3-15,0 0 3 0,0 0-1 0,0 0 3 0,0 0 2 16,0 0 5-16,0 0-1 0,0 0 0 0,0 0 5 16,0 0 1-16,0 0-2 0,0 0 0 0,0 0 5 15,0 0-7-15,0 0 3 0,0 0-2 0,0 0 1 16,0 0-4-16,0 0 2 0,0 0-3 0,0 0-3 15,0 0 4-15,0 0-2 0,0 0-5 0,0 0 2 16,0 0-2-16,0 0 0 0,0 0-1 0,0 0 1 16,0 0-3-16,0 0 2 0,0 0 0 0,0 0-2 15,0 0 6-15,0 0-7 0,0 0 4 0,0 0-2 16,0 0-1-16,0 0-4 0,0 0 6 0,0 0-1 16,0 0-5-16,0 0 7 0,0 0-5 0,0 0-2 15,0 0 4-15,0 0-1 0,0 0-1 0,0 0-1 16,0 0 7-16,0 0-8 0,0 0 3 0,0 0 1 15,0 0 1-15,0 0-3 0,0 0-1 0,0 0 8 16,0 0-7-16,0 0 0 0,0 0 1 0,0 0-4 16,0 0 3-16,0 0 1 0,0 0 3 0,0 0-3 15,0 0 0-15,0 0 0 0,0 0 1 0,0 0 1 16,0 0 1-16,0 0 5 0,0 0-5 0,0 0 2 0,0 0-3 16,0 0 6-16,0 0 5 0,0 0 5 0,0 0-2 15,0 0 5-15,0 0-6 0,11-3-2 0,-11 3 2 16,0 0-7-16,0 0 6 0,0 0-2 15,0 0 0-15,0 0 0 0,2-11 0 0,-2 11 8 0,0 0-11 16,0 0 33-16,0 0-19 0,0 0 13 0,0 0-20 16,1-12 19-16,-1 12-18 0,0 0 40 0,0 0-29 15,0 0 32-15,0 0-23 0,0-11 46 0,0 11-36 16,0 0 49-16,0 0-33 0,0 0 31 0,0 0-48 16,0 0 45-16,1-11-75 0,-1 11 29 0,0 0-47 15,0 0 29-15,0 0-30 0,0 0 54 0,2 14-22 16,-2-14 50-16,2 26-31 0,0-7 45 0,-2 5-37 0,0 3 2 15,0 2-4-15,0 8 1 0,-2 1-5 16,2 0-8-16,0 7-4 0,-2-6 37 0,2-1-55 16,0 0 41-16,2-1-46 0,-2-3 44 0,2-6-53 0,0-3 49 15,-1 0-48-15,-1-6 65 0,1 0-48 0,0-3 95 16,-1-2-48-16,0-2 58 0,0-12 29 16,2 18-110-16,-2-18-48 0,2 11 0 0,-2-11 0 0,0 0 0 15,0 0 0-15,0 0 0 0,0-12 0 0,0 12 0 16,-2-25 0-16,2 8 0 0,-2-2 0 0,1-5 0 15,-1-3 0-15,0-6 0 0,-2-1 0 0,1-2 0 16,-4-6 0-16,1-1 0 0,-1 0 0 0,1-1 0 16,-4 2 0-16,4-1 0 0,-3 0 0 0,2 2 0 15,-2 2 0-15,2 6 0 0,2 2 0 0,1 2 0 16,0 4 0-16,0 1 0 0,3 5 0 0,1 0 0 16,0 1 0-16,0 1 0 0,5 2-47 0,1 0-15 15,1 3 6-15,9-3-7 0,0 3-6 0,6 1-17 16,5 0-38-16,5 1-32 0,1 3-32 0,3 2-45 15,4 0-24-15,8 2-21 0,-6 3-55 0,6 0-40 16,2 5-90-16,-4 0-47 0,-4 2-96 0,-10 1-756 16,-1 4-962-16</inkml:trace>
  <inkml:trace contextRef="#ctx0" brushRef="#br0" timeOffset="70344.0474">13890 7439 923 0,'-13'3'831'0,"3"1"-160"0,10-4-175 16,-17 3-71-16,17-3-89 0,0 0-16 0,0 0-64 15,-12-2-37-15,12 2-56 0,12-5-23 0,-1 2-41 16,5-1-14-16,2 1-39 0,6-1-39 0,4 0-82 16,5-1-71-16,-1 3-87 0,5 0-85 0,-1 0-70 15,3 2-145-15,-3-2-503 0,-3 1-651 0</inkml:trace>
  <inkml:trace contextRef="#ctx0" brushRef="#br0" timeOffset="70561.0114">14560 7397 639 0,'0'0'848'0,"6"-6"-129"16,-6 6-87-16,0 0-57 0,7-9-38 16,-7 9-20-16,0 0-113 0,0 0-23 0,8-7-98 15,-8 7-4-15,0 0-75 0,0 0 35 0,0 0-44 16,6 7 22-16,-6-7-68 0,2 15-23 0,-2-15-24 0,4 23-21 15,-6-11-13-15,2 0-14 0,3 4-11 16,0 0 8-16,-1-1-30 0,1 1-43 16,1 2-63-16,-1-1-87 0,4-2-75 0,-2 2-56 0,-1-3-99 0,0 1-85 15,2-3-53-15,-3-1-72 0,1-3-80 0,-4-8-505 16,9 13-807-16</inkml:trace>
  <inkml:trace contextRef="#ctx0" brushRef="#br0" timeOffset="70744.124">14685 7261 1205 0,'0'-15'686'0,"-2"1"-88"15,2 3-81-15,0 11-47 0,0-22-57 0,0 22-72 16,-2-15-75-16,2 15-61 0,0-15-47 0,0 15-28 0,0 0-35 16,0 0-13-16,2-10-45 0,-2 10-47 15,0 0-72-15,9 13-64 0,-3-5-83 0,-1 4-80 16,2 0-50-16,-1 2-118 0,-1 3-171 0,2-1-276 15,-3-1-494-15</inkml:trace>
  <inkml:trace contextRef="#ctx0" brushRef="#br0" timeOffset="72061.5389">14867 7434 985 0,'0'0'862'0,"0"0"-131"0,7-10-120 0,-7 10-75 0,0 0-20 16,0 0-87-16,5-11-15 0,-5 11-98 0,0 0-20 15,0 0-90-15,0 0 9 0,0 0-75 0,0 0 28 16,0 0-56-16,8 7 17 0,-8-7-55 0,7 14 27 16,-5-4-58-16,1 0-8 0,-1 0-3 0,2 4-6 15,-1-4-3-15,-1 3-6 0,2-1-6 0,-2 0-1 16,1 1-6-16,1-2-16 0,-2 0-26 0,-1 0-12 16,-1-11-11-16,5 18-22 0,-5-18-4 0,4 14-7 15,-4-14 4-15,2 13 5 0,-2-13 14 0,0 0-2 16,4 12-21-16,-4-12-4 0,0 0-3 0,0 0 8 15,0 0 11-15,9-8 8 0,-9 8 5 0,10-13 15 16,-6 5 9-16,1 0 11 0,0-1-6 0,-2 1 21 0,-3 8-11 16,9-15 17-16,-9 15 20 0,7-14 27 15,-7 14 8-15,6-10 1 0,-6 10-9 0,5-8 0 0,-5 8-4 16,5-8-10-16,-5 8-8 0,0 0-2 0,4-9-17 16,-4 9 10-16,0 0 7 0,0 0 3 0,0 0-5 15,0 0 2-15,0 0-8 0,0 0 6 16,0 0-3-16,0 0 1 0,5 9-1 0,-5-9 3 0,0 0 3 15,0 0-14-15,0 0 11 0,0 0-2 0,0 10 1 16,0-10-2-16,0 0 5 0,0 0-8 0,0 0-15 16,0 0 14-16,0 0 4 0,0 0 1 0,0 0-3 15,0 0-1-15,0 12-3 0,0-12 9 0,0 0-3 16,0 0-1-16,0 0 4 0,0 0 1 0,0 0 12 16,0 0-2-16,8 6 10 0,-8-6-5 0,0 0-5 15,8 6 4-15,-8-6 3 0,0 0 1 0,14 4 2 16,-14-4 0-16,12 3-13 0,-12-3 9 0,16 3-6 15,-16-3-3-15,20 1-6 0,-20-1 1 0,25 0-1 16,-25 0-6-16,25-1 3 0,-10-1-1 0,-1 1-7 0,1 0-14 16,0-1-5-16,-2 1-7 0,1-2-10 15,-1 0-6-15,-1 0 0 0,2-2 2 0,-1-1-2 0,-1 0-13 16,1-2 6-16,-1 1 13 0,2-3 1 0,-3 2 7 16,1-3-1-16,-4 0-1 0,2-1-6 0,-1 2 26 15,-2-2-2-15,0 0 6 0,-2 2 14 0,-1 0 11 16,-1 1-2-16,-3 9 18 0,5-18-13 15,-5 18 32-15,2-14-26 0,-2 14 28 0,-2-11-35 0,2 11 38 16,-6-8-33-16,6 8 34 0,-10-2-33 0,10 2 38 16,-16 6-31-16,4-3 36 0,1 4-33 0,-3 1 38 15,2-1-48-15,1 3 0 0,-1 1 4 0,3-1 3 16,0 1-2-16,0 0-3 0,2 0-5 0,1 0 10 16,1 0-9-16,1 0-1 0,3-1-4 0,-2 0 1 15,3-10-7-15,0 18-1 0,0-18-3 0,4 18 3 16,-4-18-4-16,9 14 1 0,-3-6-12 0,-6-8-24 15,14 8-9-15,-14-8-12 0,16 8-10 0,-16-8-10 16,18 3 1-16,-18-3-6 0,17 0 3 0,-17 0 0 16,19-5 7-16,-11 1 8 0,1-2-5 0,1-1 8 15,-1-1 16-15,-1-2 3 0,-1 0 4 0,0-2 19 0,0 2-8 16,-3 0 28-16,-2-1-17 0,3 1 26 16,-5 10 6-16,5-16 36 0,-5 16-34 0,4-15 44 0,-4 15-32 15,3-11 33-15,-3 11-45 0,0 0 33 0,2-14-40 16,-2 14 30-16,0 0-45 0,0 0 43 0,0 0-44 15,0 0 34-15,0 0-39 0,0 0 32 0,0 0-37 16,0 0 36-16,0 0-37 0,0 0 2 0,2 14-2 16,-2-14 1-16,8 9-37 0,-8-9-39 0,9 11-20 15,0-5-23-15,-9-6-32 0,15 10-5 0,-7-5-30 16,2-1 10-16,-1 2-27 0,0-3 28 0,-9-3 1 16,17 5 50-16,-17-5 12 0,17 0 39 0,-17 0 8 15,16-1 45-15,-16 1 15 0,14-7 47 0,-7 0 1 16,0 0 46-16,-1-1 9 0,-1-1 43 0,-1 0 8 15,0 0 10-15,1 0 32 0,-5 9 5 0,6-15 71 16,-6 15-33-16,5-13 22 0,-5 13-71 0,5-11-1 16,-5 11-69-16,3-9 9 0,-3 9-61 0,0 0 23 0,5-7-48 15,-5 7 35-15,0 0-41 0,0 0 37 16,10 4-48-16,-10-4 35 0,7 9-41 0,-7-9 36 16,8 14-46-16,-4-4 2 0,0-3 3 0,2 3-2 15,-2-1 2-15,1-1 4 0,0 3-9 0,-1-1-2 0,1-1-7 16,2 1-23-16,-3-1-25 0,1 0-16 0,0 0-4 15,1-2-18-15,-1 2-16 0,-5-9-3 16,12 13 10-16,-12-13 20 0,10 10 11 0,-10-10 13 0,13 5 13 16,-13-5 13-16,0 0 6 0,18-3 7 0,-18 3 6 15,15-10 1-15,-8 4 3 0,-1-3 9 16,2 1 12-16,-1 0 65 0,-1-1-42 0,0 1 64 0,-1 0-22 16,-5 8 42-16,9-15-35 0,-9 15 37 0,8-10-55 15,-8 10 20-15,6-11-51 0,-6 11 23 0,5-6-47 16,-5 6 28-16,0 0-36 0,9-4 29 0,-9 4-37 15,0 0 6-15,14 6-4 0,-14-6 3 0,14 6 0 16,-14-6-16-16,17 9-55 0,-8-2-66 0,1-3-50 16,1 1-28-16,1 2-75 0,3-2-76 0,-2 0-76 15,0 0-42-15,1-2-68 0,0 0-161 0,0 0-382 16,-1-3-716-16</inkml:trace>
  <inkml:trace contextRef="#ctx0" brushRef="#br0" timeOffset="72596.0236">16464 7261 680 0,'11'-18'625'16,"-1"0"-81"-16,0 0 2 0,-2 0-32 0,-1 4-15 16,-1-1-21-16,-1 1-17 0,1 0-72 0,-2 4 14 0,-2-1-76 15,1 3-14-15,-3 8-91 0,4-15-11 0,-4 15-73 16,0 0 12-16,-5-10-50 0,5 10 29 16,-17 6-45-16,3 1 29 0,-4 2-48 0,-3 5 34 0,-2 2-44 15,0 3 33-15,-3 2-49 0,5 0 41 0,0-1-52 16,2 2-3-16,2 0-2 0,3 0 0 0,0-2-3 15,6 0 1-15,2-3-1 0,3 0 1 0,3-1 2 16,3-1-2-16,4 0-5 0,3-3-2 0,5 3 3 16,3-3-6-16,3-1 0 0,7-1-4 0,4-3-1 15,1 0-13-15,4-2-9 0,-1-3-3 0,3 1-12 0,0-3-5 16,-1-2 6-16,0 1 5 0,-1-5 1 16,1 0 3-16,-2-1 13 0,2-3-6 0,-1-5 3 15,-1 3 41-15,-9-4-42 0,-1 0 39 0,-2-2-46 16,-1-1 49-16,-4-3-46 0,0-2 48 0,-3-1-47 0,-1 1 40 15,-2-2-39-15,-1 1 62 0,-4 2-45 16,-2 2 54-16,0-1-53 0,-4 3 0 0,1 3 6 16,2-2 5-16,-6 5-6 0,-1 1-4 0,-1 3 0 0,-1 2-1 15,4 7 0-15,-17-9 1 0,17 9 3 0,-22 3 1 16,9 3-2-16,-2 1 64 0,1 4-67 16,-1 2 70-16,3 1-68 0,1 1 89 0,2 0-72 0,2 1 13 15,3-1 2-15,1 2 7 0,1-1 15 0,4 1-3 16,3-1-57-16,3 1 0 0,4 0 0 0,4-1 0 15,6-1 0-15,4 0 0 0,3-1 0 0,10-3 0 16,1 0 0-16,1-2 0 0,4 0 0 0,0-4 0 16,2 0 0-16,-7-2 0 0,0-1 0 0,1-1 0 15,-3-1 0-15,-6 0 0 0,-3-1 0 0,-1-1 0 16,-3-1 0-16,-4 1-197 0,-2-1-85 0,-1 1-30 16,-4-1-79-16,-3-1-83 0,-11 4-75 0,14-6-66 15,-14 6-112-15,0 0-747 0,-9-7-1095 0</inkml:trace>
  <inkml:trace contextRef="#ctx0" brushRef="#br0" timeOffset="74579.6194">14259 8653 24 0,'0'0'632'0,"0"0"-160"16,0 0-85-16,0 0-53 0,0 0-13 0,0 0-9 15,0 0-33-15,0 0 3 0,0 0 1 0,0 0-40 16,0 0-2-16,0 0-46 0,0 0 3 0,0 0-41 16,0 0-4-16,0 0-33 0,0 0 1 0,0 0-26 15,0 0-1-15,0 0-26 0,0 0 3 0,0 0-21 16,0 0 5-16,0 0-18 0,0 0 3 0,0 0-17 16,-9 4 0-16,9-4-5 0,0 0 7 0,0 0-14 15,0 0 10-15,0 0-13 0,0 0-8 0,0 0 9 16,0 0 11-16,0 0-18 0,0 0 10 0,0 0-10 15,0 0 6-15,0 0-11 0,0 0 4 0,0 0-3 16,0 0 11-16,0 0-11 0,0 0 10 0,0 0-10 16,0 0 13-16,0 0 2 0,0 0 3 0,0 0-2 15,0 0 7-15,0 0 0 0,0 0-5 0,0 0 13 16,0 0-8-16,0 0-1 0,0 0-6 0,0 0 4 0,0 0-17 16,0 0 12-16,0 0-5 0,0 0 0 0,0 0-26 15,0 0 27-15,0 0-3 0,0 0 0 16,0 0-2-16,0 0 7 0,0 0-7 0,0 0 7 0,0 0-13 15,0 0 10-15,0 0-8 0,0 0 4 0,0 0-5 16,0 0 6-16,0 0-7 0,0 0 4 0,0 0-11 16,0 0 12-16,0 0-4 0,0 0 6 0,0 0-5 15,0 0 2-15,0 0-6 0,0 0 13 0,0 0-19 16,0 0 24-16,0 0-18 0,0 0 6 0,0 0-4 16,0 0 4-16,0 0-2 0,0 0 9 0,0 0-14 15,0 0 8-15,0 0-4 0,0 0 2 0,0 0-12 16,0 0 18-16,0 0-6 0,0 0 1 0,0 0-7 15,0 0 8-15,0 0-10 0,0 0 8 0,0 0-10 16,0 0 7-16,0 0 3 0,0 0 4 0,0 0-4 16,0 0 8-16,0 0-8 0,0 0 12 0,0 0-10 15,0 0 6-15,0 0-9 0,0 0 14 0,0 0-27 16,0 0 33-16,0 0-21 0,0 0 30 0,0 0-19 16,0 0 36-16,0 0-21 0,0 0 31 0,0 0-37 0,0 0 26 15,0 0-35-15,0 0 27 0,0 0-23 16,-3-11 43-16,3 11-46 0,0 0 53 0,0 0-32 15,-5-13 37-15,5 13-34 0,0 0 44 0,-4-11-29 16,4 11 42-16,0 0-29 0,-4-11 36 0,4 11-46 0,0 0 37 16,-5-11-30-16,5 11 6 0,0 0-13 0,0 0 2 15,-2-11-8-15,2 11-17 0,0 0-11 0,0 0-6 16,0 0 35-16,0 0-44 0,0 0 56 0,2 11-40 16,3-4 67-16,-3 6-58 0,2 1 14 0,1 2 4 15,-2 2 0-15,1 2-3 0,0 1-2 0,0 2-1 16,-1 1 2-16,1-1-8 0,0 1-5 0,-1 1-10 15,2-2 24-15,-3 0-31 0,2-1 5 0,-2-4-11 16,-1 0 0-16,1-1-3 0,0-1-3 0,-2-3 5 16,2 0 3-16,0-1-4 0,-2-12 5 0,2 18-5 15,-2-18 11-15,2 16-7 0,-2-16 4 0,0 0-3 16,1 13-2-16,-1-13 0 0,0 0 4 0,0 0-23 16,7-7-10-16,-7 7-12 0,5-19-24 0,1 7-13 0,-2-4-7 15,1-4-17-15,2 0-5 0,0-4 9 0,0 2 12 16,-1-1 9-16,2-1 10 0,0 4 11 0,-2-2 7 15,1 2 4-15,-1 6 8 0,-1-1 6 0,2 1 0 16,-4 5 0-16,1-1 2 0,1 2 36 0,1 1-34 16,-6 7 38-16,12-10-44 0,-12 10 37 0,13-1-34 15,-13 1 39-15,16 5-40 0,-7-1 39 0,-1 2-33 16,-1 2 36-16,4 1-34 0,-2 2 35 0,-2-1-33 16,3 2 40-16,-3 0-41 0,1-2 6 0,-2 3 0 15,-1-2 2-15,4 0 3 0,-4 0-3 0,-1-3 5 16,1 1-2-16,-1-1-4 0,-4-8-2 0,7 14-3 15,-7-14 4-15,7 10-4 0,-7-10 9 0,6 9 1 16,-6-9-5-16,0 0-21 0,7 5-42 0,-7-5-20 16,7-8 2-16,-7 8 40 0,12-16-33 0,-6 3 40 15,1-1-46-15,1-1 41 0,2-3-26 0,-2 0 30 16,1 0-14-16,1 3 47 0,-3-1-36 0,-1 4 31 16,1 0-22-16,-3 2 25 0,3 2-21 0,-7 8 20 0,7-12-12 15,-7 12 25-15,0 0-15 0,12-1 41 0,-12 1-24 16,5 10 36-16,0-2-30 0,-2 2 31 0,-1 2-34 15,3 2 45-15,-1 0-36 0,0 2 32 0,2-2-33 16,0 3-4-16,0 2 6 0,1-2-11 0,3 0 11 16,0 0-11-16,-1-1 8 0,4-1 0 0,1-2-3 15,0 0-4-15,3-1 0 0,-1-2-2 16,5-2-19-16,-1-1-19 0,1-1-14 0,-2-3-15 0,3-1-11 16,-4-2 0-16,4-2 1 0,-1-1 8 0,3-3 2 15,-3 0 4-15,1-2 4 0,-4-3 10 0,2-1 0 16,-2-1 7-16,-2-1 12 0,-1 0-4 0,-3-2 19 15,-1 2-3-15,-2-2 9 0,-1 3-2 0,-2-1 10 16,-2 1 19-16,-1 2 4 0,-2-1 1 0,-1 12-5 16,0-20 8-16,0 20-6 0,-6-17 3 0,6 17 7 15,-13-11 25-15,13 11-16 0,-17-4 49 0,17 4-41 0,-24 3 25 16,11 2-41-16,0 1 44 0,-2 1-32 16,0 4 33-16,0 1-41 0,1 0 39 0,1 1-44 15,2 1 4-15,2-2-1 0,-1 3-5 0,5 0 4 0,-1-2-10 16,2 0 2-16,3 0-10 0,0-1 1 15,2 0 0-15,0 0-5 0,3-2-1 0,0 0 1 16,1-1-8-16,0 0 12 0,3-2-33 0,-1 1 5 0,0-3-34 16,1 0-1-16,-8-5-20 0,19 6 4 0,-19-6 8 15,17-1 9-15,-17 1 2 0,18-7-1 0,-8 2-11 16,1-4 6-16,-2-1 2 0,0-2-8 0,1 0 7 16,-2-3-1-16,2-2 1 0,-2 1 14 0,-1 1 8 15,-1 0 1-15,-1 1 14 0,0 1 15 0,-1 3 10 16,0 0 9-16,-1 0 4 0,-3 10-5 0,6-15 3 15,-6 15-8-15,4-12 14 0,-4 12 9 0,0 0-33 16,3-7 2-16,-3 7 0 0,0 0 2 0,0 0-3 16,6 7 0-16,-6-7-4 0,5 9 2 0,-5-9 1 15,14 13-10-15,-7-7-45 0,4 2-56 0,4-1-62 0,2-1-100 16,2 1-77-16,2-1-85 0,3 0-77 16,-1-2-93-16,2-1-588 0,-5-1-795 0</inkml:trace>
  <inkml:trace contextRef="#ctx0" brushRef="#br0" timeOffset="75912.2269">15649 8746 271 0,'-4'-14'657'0,"-1"1"-94"0,2 2 5 0,-1 2-10 15,0-3-43-15,1 3-21 0,1-1-11 16,2 10-93-16,-5-17-15 0,5 17-88 0,-1-10-12 0,1 10-66 16,5-9 11-16,-5 9-52 0,13-3 0 0,-13 3 27 15,22 5-54-15,-6 0 15 0,-1 2-56 0,4 3 33 16,1-1-54-16,-1 2 37 0,1 1-62 0,1 4 40 15,-1 0-66-15,-3-1-5 0,-1 0-7 16,0 0-5-16,-2 1-8 0,-1 0-11 0,-2 0-5 0,-2 0-4 16,-1-2 1-16,-2 0-2 0,-3-3 5 0,0 0-1 15,-3-11 4-15,-1 20-3 0,1-20 1 0,-6 15 2 16,6-15 0-16,-9 11 3 0,9-11-5 0,-12 5-3 16,12-5-1-16,0 0-23 0,-15-5-22 0,15 5-20 15,-10-12 0-15,7 2-63 0,3-1 9 0,0-3-43 16,2-3-1-16,3-6-4 0,2 1 1 0,1-6 18 15,1-3 2-15,4-2 41 0,-2-4-1 0,1 0 41 16,0 0 2-16,-1-1 37 0,1 1 15 0,-3 0 7 16,-1 5 40-16,-1 0-7 0,-1-1 35 0,-1 3 2 15,0 0 28-15,-1 5 40 0,-1 0-16 0,0 5 32 0,-1 2-11 16,0 1 36-16,-1 4-72 0,0 0 24 0,-1 13-59 16,2-16 22-16,-2 16-43 0,0 0 40 15,0 0-21-15,0 0 39 0,0 0-33 0,0 19 18 0,0-5 15 16,1 11-2-16,-5 1-9 0,4 1-5 0,-1 8-6 15,-1 1-11-15,0 1 29 0,0 0-51 16,1 0 34-16,0-1-53 0,0-3 36 0,1 1-50 0,0-5 2 16,1-2 0-16,0 0-1 0,1-3 2 0,1 0 1 15,-3-6-3-15,3 0 3 0,1-2-3 0,0-1 7 16,0-2-6-16,2-1 9 0,-1-2-7 0,3-2-4 16,2-2-5-16,-1-2-15 0,3-1-36 0,2-1-11 15,0-4-25-15,4-1-26 0,4-3-23 0,0-1 23 16,4-3-28-16,0-2 38 0,1-1-26 0,-1-2 22 15,5-3-3-15,-7 1 11 0,-1 0 22 0,0 0 15 16,-1-1 6-16,-3 0 14 0,-2 4 20 0,-4-2 6 16,0-1 2-16,-2 2 2 0,-5 1 10 0,-1 1 0 15,-1 0 10-15,-3 1 12 0,-5 0-5 0,0 0 6 0,-5 2-8 16,-1 1 11-16,-4 2 8 0,0 1-3 0,-3 3 2 16,0 1 6-16,-1 2 9 0,1 3-5 15,-2 2 14-15,0 2-3 0,0 1-4 0,2 1-1 0,2 2-5 16,0 1 0-16,2 1 2 0,2-1-2 0,3 0 26 15,2 1-34-15,1-1 28 0,2-1-38 0,1 2 32 16,2-13-45-16,2 21 36 0,1-9-43 16,5-1 34-16,1-2-41 0,4 1 41 0,2-2-69 0,4 0 48 15,2-1-47-15,1-1 7 0,2-2-64 0,0 1 24 16,2-4-22-16,-2 1 4 0,-1-2-15 0,1-1 15 16,0-1 8-16,1-2 4 0,-2-1 20 0,0-3 7 15,-2 0 10-15,-1-3 0 0,-1 1 7 0,-2-3 10 16,-2-1 6-16,-3 0 4 0,0-2 8 0,-3 0 1 15,-2 2 6-15,-1-1 4 0,-2 2 10 0,-3 0 13 16,1 1 14-16,-2 12-1 0,0-20-1 0,0 20-3 16,-2-18-10-16,2 18-3 0,-5-10-2 0,5 10-2 15,-9-6 0-15,9 6-2 0,0 0 1 0,-14 5 10 16,14-5 3-16,-11 13 27 0,7-5-40 0,2 1 38 0,0 3-39 16,1 0 30-16,1 0-42 0,1 1 34 15,3 0-40-15,-1 1 35 0,4 1-36 0,1-1 27 16,1-2-35-16,4 1 29 0,0-1-42 0,4-1 28 0,-1-2-59 15,3-2 0-15,1 0-12 0,1-2 2 16,0-2-10-16,-1-1-7 0,1-2 2 0,0 0 31 16,-1-3-3-16,1-2 19 0,-1-4-6 0,-2 1 19 0,0-7-14 15,-1-3 3-15,-1-4 4 0,-3-1 13 0,-1-5-4 16,-5 0 9-16,3-11 3 0,-3 6 4 0,-4-3-4 16,-1-2 21-16,-2 0 37 0,-1-6-31 0,-1-2 38 15,-3 2-11-15,2 1 43 0,-2 2-25 0,0 6 42 16,2 4 3-16,-1 6 41 0,1 3-51 0,1 4 12 15,0 2-62-15,-1 3 13 0,3 13-50 0,-2-15 33 16,2 15-41-16,0 0 43 0,0 0-37 0,-2 17 51 16,2-1-41-16,2 4 51 0,0 5-43 0,3 6-1 15,-2 3 1-15,3 7 9 0,-1 0-19 0,1 2-6 16,2 1 1-16,-1-1-4 0,-1-1-4 0,1-1 0 0,-1-1-3 16,0-7-12-16,-2 0-13 0,0-2-10 15,-1-9-12-15,3 3-1 0,-5-6 3 0,1-1-1 16,-1-1 2-16,0-3 11 0,0-3 5 0,-1-11 5 0,1 18 0 15,-1-18 3-15,0 0 2 0,-2 14-9 0,2-14 42 16,0 0-57-16,0 0 11 0,-4-14-51 16,4 14 7-16,0-19-53 0,2 6-5 0,0-2 6 0,1-1 1 15,0 1 24-15,2 2 14 0,-2 0 11 0,2 0 15 16,-1 3 4-16,0 1 8 0,1 1 7 0,-5 8 5 16,10-12 6-16,-10 12 4 0,10-4 13 0,-10 4 10 15,0 0 8-15,18 4 45 0,-18-4-34 0,11 9 35 16,-11-9-46-16,12 12 34 0,-7-3-44 0,2-2 46 15,-1 2-51-15,0 1 33 0,1 1-43 0,1-1 39 16,-1 1-46-16,0-1-35 0,0-2-102 0,-1 1-99 16,1-1-67-16,-2-1-109 0,-5-7-50 0,6 13-77 15,-6-13-804-15,0 0-961 0</inkml:trace>
  <inkml:trace contextRef="#ctx0" brushRef="#br0" timeOffset="76103.2781">17343 8313 821 0,'2'-13'805'0,"1"0"-116"0,-2 2-171 0,2 1-42 15,1 0-92-15,1 1-44 0,0 0-70 16,1 2-45-16,2 1-55 0,0 0-29 0,1 3-30 0,2 0-21 16,-11 3-40-16,23 0-52 0,-12 5-88 0,0-1-28 15,0 4-93-15,-2 1-67 0,0 2-94 0,-4 2-152 16,1 0-568-16,-5 2-710 0</inkml:trace>
  <inkml:trace contextRef="#ctx0" brushRef="#br0" timeOffset="76963.2678">17512 8433 429 0,'0'0'678'0,"8"-4"-70"0,-8 4-49 0,6-7-21 16,-6 7-11-16,6-9-33 0,-6 9-42 0,8-10-59 15,-8 10-60-15,7-6-62 0,-7 6-40 0,8-4-37 16,-8 4-22-16,0 0-4 0,18 0 7 0,-18 0-18 15,13 7-25-15,-5-1-24 0,1 1-17 0,0 2-15 16,0 1-12-16,-1 1-12 0,3 0-8 0,-2 2-8 0,1 2-5 16,2 0-7-16,-2 0-16 0,-1-1-18 15,0-2-6-15,0 1-7 0,-1-1-5 0,1-1-12 16,-2-2-6-16,0 0 0 0,-2-1-5 0,2-2 8 16,0 0 0-16,-7-6-4 0,14 8-6 0,-14-8 4 0,15 2-15 15,-15-2 0-15,16-4 16 0,-8-1 9 0,1-2 3 16,1-2-9-16,-1-1 9 0,0-2 9 15,0 0 6-15,-1-2 6 0,0 1 3 0,1-1-3 0,-3 2 12 16,0 1 5-16,0 0-8 0,-2 1 13 0,2 2 15 16,-2 0 4-16,-4 8-5 0,7-13 1 0,-7 13-7 15,5-11-3-15,-5 11-8 0,7-6 3 0,-7 6 0 16,0 0-3-16,13 0 7 0,-13 0-5 0,11 6 6 16,-11-6-4-16,16 11 0 0,-8-6-5 0,3 1 6 15,1 1-4-15,-1 0 2 0,1 0 34 0,1 0-44 16,-1-1 33-16,1-1-40 0,0 2 36 0,0-3-35 15,-1-1 33-15,1 2-36 0,1-4 29 0,-2 1-35 16,2-2 48-16,-14 0-48 0,25-2 3 0,-13 0 7 16,0-2 0-16,2-2 9 0,-2-2-11 0,-1 1 7 0,0-4 10 15,-1 0-12-15,-1-2 3 0,1 1 5 16,-3-1 1-16,-2-1 1 0,1 2 11 0,-2 1-7 16,-1 0 5-16,0 1-2 0,-3 10-2 0,5-17-7 0,-5 17-5 15,0 0 6-15,-1-13-6 0,1 13 2 0,0 0 2 16,-12 3 0-16,12-3-1 0,-11 12 6 15,5-4-7-15,1 1-3 0,-2 2 6 0,2-1-1 0,1 0 0 16,1 1 35-16,0 0-37 0,0 0 28 0,2 0-35 16,0 0 34-16,1-11-45 0,0 16 49 0,0-16-43 15,4 16 40-15,-4-16-39 0,6 14 38 0,-6-14-38 16,11 11 35-16,-11-11-34 0,17 6 32 0,-17-6-35 16,23 3 36-16,-11-5-40 0,3 2 7 0,0-1-3 15,3-2 14-15,-1 0-4 0,0 2-3 0,-1-3-8 16,-2 2 9-16,0 2 2 0,0-1 1 0,-1 2 3 15,1 3 14-15,2 1 1 0,-3 4 25 0,3 4 6 16,-1 1 4-16,-2 11 5 0,1-1-1 0,-2 2-6 16,-3 5-6-16,-2 0-6 0,-4 3-6 0,-3 1-4 0,-3 3 8 15,-4 4-22-15,0 2 18 0,-9-5-20 16,-1-2 10-16,-2-1-18 0,-2-4 4 0,-2-4 7 16,-4-1 13-16,-3-6 19 0,0-2 27 0,2-6 42 0,0-2 15 15,2-6-3-15,1-3 41 0,4-2-42 0,-3-4-4 16,3-3-46-16,5-3-76 0,1-4 0 15,7-2 0-15,6-3 0 0,7-5 0 0,12-13 0 16,12-4 0-16,11-3 0 0,7-4 0 0,8 0 0 0,4 0 0 16,3 1 0-16,1 3 0 0,-1 1 0 0,0 5 0 15,-3 3-137-15,-3 2-77 0,-4 5-31 0,-11 6-41 16,-1 3-34-16,-5 1-26 0,-6 5-43 0,-4 2-116 16,-6 3-46-16,-5 2 3 0,-14 6-146 0,10-6-555 15,-10 6-857-15</inkml:trace>
  <inkml:trace contextRef="#ctx0" brushRef="#br0" timeOffset="78763.127">14727 9694 54 0,'0'0'628'16,"0"0"-147"-16,0 0-78 0,0 0-53 0,0 0-6 16,0 0-35-16,0 0 8 0,0 0-29 0,0 0 5 0,0 0-40 15,0 0 4-15,0 0-46 0,14 0-8 0,-14 0-46 16,0 0-16-16,0 0-24 0,0 0 0 0,0 0-32 16,0 0 0-16,0 0-24 0,0 0 7 15,0 0-8-15,0 0 4 0,0 0 2 0,0 0-4 0,0 0 1 16,0 0-8-16,0 0-1 0,0 0 0 0,0 0-5 15,0 0-8-15,0 0-6 0,0 0 4 0,0 0-6 16,0 0-3-16,0 0-9 0,0 0 0 0,0 0-6 16,0 0-5-16,0 0 8 0,0 0-7 0,-3 10 4 15,3-10-8-15,0 0 0 0,0 0 0 0,0 0-1 16,0 0 3-16,0 0-2 0,0 0 1 0,0 0 3 16,0 0-5-16,-4 10-2 0,4-10 3 0,0 0-3 15,0 0 7-15,0 0-1 0,0 0 3 0,0 0-3 16,0 0-1-16,0 0 6 0,0 0 1 0,0 0-3 15,0 0 1-15,0 0-1 0,0 0-2 0,0 0-1 16,0 0 2-16,-2 10-7 0,2-10 2 0,0 0-1 16,0 0-1-16,0 0-6 0,0 0 6 0,0 0-2 15,0 0-3-15,0 0 5 0,0 0-3 0,0 0 0 0,0 0-6 16,0 0 13-16,0 0-9 0,0 0 4 0,0 0-2 16,0 0-1-16,0 0 1 0,0 0-3 15,0 0 0-15,0 0 1 0,0 0 3 0,0 0-3 0,0 0-1 16,0 0-1-16,0 0 2 0,0 0 1 0,0 0-3 15,0 0 1-15,0 0 0 0,0 0-1 0,0 0 0 16,0 0 6-16,0 0-3 0,0 0-1 0,0 0 0 16,0 0-2-16,0 0 3 0,0 0-3 0,0 0 0 15,0 0-4-15,0 0 1 0,0 0 5 0,0 0 0 16,0 0 0-16,0 0 0 0,0 0-2 0,0 0-6 16,0 0 6-16,0 0 0 0,0 0 1 0,0 0-5 15,0 0 4-15,0 0-2 0,0 0 1 0,0 0-3 16,0 0-9-16,0 0 6 0,0 0 5 0,0 0 7 15,0 0-12-15,0 0 7 0,0 0-5 0,0 0 4 16,0 0-8-16,0 0 11 0,0 0-4 0,0 0 5 16,10 5-6-16,-10-5 2 0,0 0 3 0,0 0-11 15,0 0 11-15,0 0-4 0,0 0 5 0,0 0-1 0,0 0-1 16,0 0-2-16,8 5 1 0,-8-5 2 16,0 0-4-16,0 0 5 0,0 0 1 0,0 0-2 15,0 0 1-15,0 0 1 0,0 0-1 0,0 0 2 16,0 0-1-16,0 0-3 0,0 0 0 0,0 0 1 0,0 0-2 15,0 0 4-15,0 0-1 0,0 0 3 16,0 0-1-16,0 0-11 0,0 0 9 0,0 0-2 16,0 0-2-16,0 0 4 0,0 0 1 0,0 0 0 0,0 0-8 15,0 0 9-15,0 0-1 0,0 0-3 0,0 0-8 16,0 0 11-16,0 0 1 0,0 0-2 0,0 0 3 16,0 0-5-16,0 0 3 0,0 0-1 0,0 0-1 15,0 0 0-15,0 0-2 0,0 0 3 0,0 0-3 16,0 0 4-16,0 0 1 0,0 0-7 0,0 0 2 15,0 0 2-15,0 0 3 0,0 0 2 0,0 0-3 16,0 0-3-16,0 0 2 0,0 0 0 0,0 0 2 16,0 0-4-16,0 0-4 0,0 0 12 0,0 0-3 15,0 0-3-15,0 0 3 0,0 0 2 0,0 0-5 16,0 0 3-16,0 0-2 0,0 0 0 0,-4-9-2 16,4 9 1-16,0 0-2 0,-3-10 1 0,3 10 1 0,0 0 33 15,0 0-39-15,-3-12 29 0,3 12-33 16,0 0 30-16,-3-10-33 0,3 10 32 0,0 0-32 0,-3-11 35 15,3 11-28-15,0 0 43 0,0 0-30 0,-4-11 48 16,4 11-37-16,0 0 38 0,0 0-39 16,0 0 37-16,-2-10-39 0,2 10 34 0,0 0-40 0,0 0 32 15,0 0-37-15,0 0 33 0,0 0-39 0,0 0 38 16,-2-11-41-16,2 11 35 0,0 0-34 0,0 0 38 16,0 0-34-16,0 0 40 0,0 0-40 0,0 0 41 15,0 0-36-15,0 0 39 0,0 0-38 0,0 0 38 16,0 0-38-16,0 0 38 0,0 0-36 0,0 0 32 15,0 0-36-15,-5-8 35 0,5 8-42 0,0 0 36 16,0 0-44-16,0 0 37 0,0 0-41 0,0 0 38 16,0 0-41-16,0 0 35 0,0 0-41 0,0 0 38 15,0 0-35-15,0 0 15 0,3 14 10 0,-3-14 18 16,4 19 23-16,-2-7 18 0,0 2 2 0,0 5 11 0,3 3 1 16,-2 1 8-16,-1 2-3 0,3 1-11 15,-2 4 3-15,0 0-18 0,1 1 4 0,1 1-12 16,0-1-10-16,-1-1-6 0,-1-2 0 0,0-2-12 15,0 0-3-15,-1-1 2 0,2-2-15 0,-2-1-5 16,0-3 0-16,1-1 0 0,-1-2 0 0,-2-2 0 0,3-2 0 16,-1-1 0-16,-2-11 0 0,2 19 0 15,-2-19 0-15,0 15 0 0,0-15 0 0,0 0 0 0,0 11 0 16,0-11 0-16,0 0 0 0,0 0 0 0,-11-10 0 16,6 2 0-16,-1-5 0 0,1-1 0 0,-3-4 0 15,1-3 0-15,-3-4 0 0,2-2-43 0,-4-2-9 16,4-2-2-16,-1-5 5 0,-3 0 9 0,3-2-1 15,1 6 8-15,0 0 8 0,-1 1 5 0,2 1 1 16,-1 2 3-16,2 1 18 0,-2 4-14 0,4 1-3 16,-1 0 9-16,1 5 2 0,1 1-3 0,0-1 4 15,0 3-6-15,3-1 2 0,3 0-3 0,-1 1 4 16,2-1-3-16,0 2 63 0,3 1-74 0,5-1 50 16,0 3-67-16,3-2 40 0,2 2-64 0,2 1 26 15,0 1-53-15,4-1 47 0,1 3-77 0,0-1 17 16,-1 1-65-16,0 0 4 0,2 2-63 0,0 1-17 15,0-2-18-15,-5 3-76 0,0 2-62 0,-5-2-62 0,1 4-18 16,-3-1-132-16,-1 0-641 0,-12-1-859 0</inkml:trace>
  <inkml:trace contextRef="#ctx0" brushRef="#br0" timeOffset="79031.3276">14793 9887 813 0,'-7'9'775'0,"0"-2"-153"0,7-7-157 0,-13 11-45 16,13-11-35-16,-9 8 26 0,9-8-8 0,-7 8-29 16,7-8-13-16,0 0-32 0,-9 7-44 0,9-7-39 15,0 0-49-15,0 0-37 0,0 0-36 0,0 0-27 16,0 0-20-16,11 5-24 0,1-7-11 0,5-1-62 15,3 0-50-15,3 0-19 0,5 0-72 0,0-1-10 16,0 2-51-16,1-1-42 0,-2 2-57 16,2-1-36-16,-6 2-29 0,-1 0-66 0,-2 1-44 0,2 0-642 0,-4 0-753 15</inkml:trace>
  <inkml:trace contextRef="#ctx0" brushRef="#br0" timeOffset="79265.1354">15336 9972 509 0,'0'0'881'0,"0"0"-133"0,0 0-104 16,0 0-73-16,8-4-20 0,-8 4-75 0,0 0-26 15,0 0-72-15,0 0-27 0,0 0-45 0,0 0-7 16,0 0-33-16,5 8-26 0,-5-8-45 0,2 12-21 16,-2-12-25-16,7 19-24 0,-4-9-27 0,1 2-13 15,1 2-21-15,1-1-11 0,2 2-11 0,-2-2 0 16,2 2-27-16,-1-2-40 0,0 0-61 0,1-1-74 15,-1-2-84-15,-3-1-58 0,3-1-36 0,-2 0-77 16,-5-8-53-16,10 12-69 0,-10-12-146 0,9 5-733 16,-9-5-1021-16</inkml:trace>
  <inkml:trace contextRef="#ctx0" brushRef="#br0" timeOffset="79481.1257">15458 9694 841 0,'-2'-15'794'0,"-1"3"-95"0,1 1-122 0,1 0-26 0,1 11-39 16,-6-19-87-16,6 19-51 0,-1-14-100 0,1 14-29 15,-2-12-80-15,2 12-10 0,0 0-53 16,2-12-48-16,-2 12-69 0,0 0-66 0,17 0-51 0,-17 0-103 16,19 9-60-16,-8-2-82 0,-1 3-70 0,0 0-64 15,0 1-643-15,-2 0-766 0</inkml:trace>
  <inkml:trace contextRef="#ctx0" brushRef="#br0" timeOffset="80663.8594">15671 9840 867 0,'0'0'788'0,"0"0"-83"0,0 0-110 16,0 0-49-16,0 0-23 0,0 0-91 0,0 0-46 15,0 0-73-15,0 0-1 0,0 0-33 0,4 13 13 0,-4-13-42 16,5 12-17-16,1-3-44 0,0-2-22 15,1 4-36-15,1-2-23 0,0 5-17 0,2-3-16 16,-2 3-11-16,2 2-16 0,-1-4-10 0,4 2-5 16,-3 3-8-16,-5-4-9 0,4 0-22 0,-3-1-26 0,1 0-30 15,-1-4-25-15,-1 2-12 0,0-3 0 0,-5-7 5 16,9 14 10-16,-9-14 11 0,6 9-4 16,-6-9-29-16,0 0-24 0,10 4 14 0,-10-4 3 0,9-5-1 15,-9 5 11-15,10-14 18 0,-4 6-7 0,1-4 18 16,0 0 11-16,0-1 8 0,0 0 37 0,-1-1-28 15,1 1 44-15,-1 1-29 0,0 2 36 0,-2 0-14 16,1 2 44-16,-5 8-37 0,6-13 36 0,-6 13-42 16,6-12 34-16,-6 12-28 0,0 0 63 0,9-6-39 15,-9 6 49-15,0 0-30 0,11 10 31 0,-11-10-32 16,12 13 18-16,-6-6-1 0,2 1-2 0,1 3 1 16,3 0-5-16,1 0-6 0,3 1-9 0,0 0-6 15,3-1-7-15,-1 0-2 0,3-1-2 0,1-1-5 16,0-1-2-16,0-2-3 0,0 1-4 0,1-2-4 0,-1 0-9 15,-1-2-8-15,-2 0-11 0,1-2 0 16,-1-1 2-16,-1-1 0 0,0-2 1 0,-1-1 6 16,-2-1 6-16,1-2-3 0,-3-2 5 0,0 0 2 0,-1-6 1 15,-3 3 2-15,0-2 24 0,-4 0-27 0,0 1 33 16,-2-2-27-16,-2 3 28 0,-1-1-27 0,-2 1 7 16,-1 1 4-16,-2-2 4 0,-3 2 2 0,0 3 13 15,-2-1 9-15,-3 2-4 0,2 5 8 0,-2-1 21 16,-2 3-9-16,-1 2 31 0,-1 2-22 0,1 1 8 15,-1 3-24-15,1 1 14 0,-1 3-19 16,1 1 19-16,4-1-19 0,0 2-5 0,3 0-3 0,2 0-4 16,2 0-3-16,1-1-3 0,3 0-4 0,1-13-4 15,2 24-2-15,2-11 2 0,2-1-19 0,2-1-24 16,2-1-17-16,1 0-25 0,1-3-28 0,1 0-12 16,1-1 9-16,0-2 5 0,-1-1 3 0,-1 0 19 15,0-1 15-15,-12-2 2 0,23-4 5 0,-13 2 16 16,0-3 5-16,-2-2 6 0,0 0 2 0,-1-4 6 15,-2-2 0-15,-1 1 4 0,-1 1 8 0,-3-3 1 16,0 1-2-16,0 0 36 0,-2 0-26 0,-1 1 27 16,1 0-6-16,0 2 24 0,-1 0-22 0,3 10 28 0,-4-17-24 15,4 17 11-15,-3-14-24 0,3 14 12 0,-4-11-26 16,4 11 19-16,0 0-22 0,-4-8 23 16,4 8-17-16,0 0 23 0,0 0-15 0,0 0-13 15,0 0 5-15,2 15-1 0,-2-15-1 0,7 13 0 0,-2-5-2 16,0 0 0-16,3-1-26 0,-2 0-34 0,1 1-38 15,1 0-40-15,0-1-19 0,0 0-11 0,1-1-18 16,-1 0-5-16,2-2-30 0,0 0 28 0,-1 1-3 16,-9-5 49-16,19 5 11 0,-19-5 43 0,18 0 6 15,-18 0 36-15,18-5-5 0,-11 0 40 0,2-2 2 16,-3 0 29-16,0-5 7 0,1 0 21 0,-2-1 17 16,1 0 22-16,-1 0 14 0,-1-3 2 0,0 4 8 15,-1 0 35-15,1 3 21 0,-2-1-2 0,-2 10-9 16,5-15-20-16,-5 15-12 0,4-13-20 0,-4 13-28 15,3-8-13-15,-3 8-11 0,0 0 30 0,0 0 0 16,0 0 2-16,12 2-27 0,-12-2 18 0,7 13-21 16,-3-6 13-16,1 3-25 0,0 0-4 0,1 1-6 15,-1 2-1-15,1-1-4 0,0 1 0 0,1 0-7 0,-1 1-3 16,-1 0-3-16,1-1-1 0,1-2-3 0,-2-1 0 16,-1 1-5-16,0-4-1 0,-4-7-4 15,7 17-5-15,-7-17 1 0,5 13-1 0,-5-13 6 0,6 11 0 16,-6-11-9-16,0 0-1 0,7 6 1 0,-7-6-1 15,0 0-3-15,7-6-6 0,-7 6-2 0,6-14-7 16,-2 5-15-16,-1-2 18 0,1-1-12 0,0-2 25 16,0 2-14-16,0-2 21 0,0 1-15 0,0 2 23 15,-1 1-8-15,0 1 28 0,-3 9-12 0,7-16 20 16,-7 16-24-16,4-13 13 0,-4 13-21 0,5-9 19 16,-5 9-13-16,0 0 33 0,11-1-18 0,-11 1 10 15,11 5-16-15,-11-5 4 0,13 10-10 0,-6-2 14 16,2 2-18-16,1 0 10 0,0-1-39 0,2 2-49 15,-1-2-65-15,1 2-46 0,4 0-26 0,0 0-40 16,3-1-45-16,1 1-82 0,-1-1-28 0,3 0-31 16,0-1-73-16,0-1-41 0,0-1-112 0,1-1-278 15,-3-3-523-15</inkml:trace>
  <inkml:trace contextRef="#ctx0" brushRef="#br0" timeOffset="81181.4233">17480 9920 124 0,'5'-19'693'0,"-1"5"-106"0,0 1-56 0,-3 0-12 15,1 1-52-15,-2 0 13 0,1 0-34 0,-2 0-32 16,1 12-37-16,-2-19-31 0,2 19-40 0,-3-15-41 16,3 15-42-16,-7-11-32 0,7 11-20 0,-12-4-10 15,12 4-7-15,-18 5-18 0,7 1-12 0,0 3 12 16,-1 1 3-16,0 4-33 0,1 2-1 0,1 0-26 16,0 1 0-16,3 1-21 0,2-1-6 0,2-2-9 15,2 2-7-15,2 1-6 0,2-3-5 0,4 4-2 16,2-1-4-16,4-3-6 0,3 0-5 0,3-3-17 15,3-1-25-15,3-1-30 0,2-1-17 0,3-1-5 16,-3-3-12-16,1-2-5 0,0-1-1 0,1-2 13 16,-1-1 18-16,0-1 10 0,1-3 10 0,-3 1 11 15,4-4 9-15,-4-1 11 0,1-1-2 0,-2-3 10 16,-2-1 14-16,-2-3-17 0,-1 1 28 0,-1-2-27 0,-3-4 20 16,-2 1-13-16,-1-4 7 0,-4 1-16 15,0 0 12-15,-3 2 4 0,-2 0 16 0,-2 4 5 16,-2 1 13-16,0 1-1 0,-2 0 7 0,-1 4 8 0,-1 2-1 15,-3 2 9-15,-3 2 15 0,0 3 1 16,-3 3 10-16,-3 6 19 0,-5 0 19 0,4 5 7 16,-4 1-16-16,0 3 12 0,3 5-17 0,0 1 26 15,2-1-16-15,3 4-5 0,4-3-62 0,2 0-47 0,3 1 0 16,3-3 0-16,2 2 0 0,2-3 0 0,8 6 0 16,7 1 0-16,6 0 0 0,6-1 0 0,6-2 0 15,3-3 0-15,4-3 0 0,4 0 0 0,-1-3 0 16,3-4 0-16,0 2 0 0,2-4 0 0,-2 0 0 15,0-3 0-15,-2-1 0 0,-6-1 0 0,-2-2 0 16,0-1 0-16,-2-1 0 0,-3 0 0 0,-5-2 0 16,-2 0 0-16,-3 0 0 0,-3-2 0 0,-2-2-261 15,-6 3-166-15,-1-3-43 0,-5 0-107 0,-7 8-120 16,3-13-185-16,-3 13-664 0,-9-15-1184 0</inkml:trace>
  <inkml:trace contextRef="#ctx0" brushRef="#br0" timeOffset="83457.1545">21602 7241 245 0,'0'0'229'0,"0"0"-39"0,0 0-39 0,0 0-22 0,0 0-28 16,0 0-16-16,0 0-21 0,0 0-7 0,0 0-17 16,0 0-6-16,0 0-11 0,0 0 1 0,0 0-14 15,0 0 6-15,0 0-9 0,6-8-1 0,-6 8-9 16,0 0-7-16,0 0-14 0,0 0-13 0,0 0-12 16,0 0-14-16,0 0-5 0,0 0-29 0,0 0-15 15,0 0-185-15,0 0 247 0</inkml:trace>
  <inkml:trace contextRef="#ctx0" brushRef="#br0" timeOffset="83981.8224">21752 7232 472 0,'0'0'428'0,"0"0"-61"16,0 0-39-16,0 0-24 0,0 0-22 15,0 0-12-15,0 0-17 0,-3-11-11 0,3 11-21 16,0 0-11-16,0 0-16 0,0 0-22 0,0 0-19 0,0 0-25 16,0 0-14-16,0 0 5 0,0 0 12 0,0 0 23 15,-5 7 3-15,5-7 0 0,-3 16-7 0,1-4 0 16,-1 4 17-16,0 0-46 0,0 0 19 0,1 4-39 16,-3 2-7-16,3-1-8 0,-1 3 1 0,1 0-7 15,0-1-10-15,2 0-12 0,-1-2-4 0,2 0-9 16,-1 0-6-16,1-1 3 0,0-1-6 0,1-1 1 15,-1 0 26-15,0-4-43 0,1-1 33 0,-1-1-40 16,0-1 40-16,-1-11-35 0,1 19 46 0,-1-19-27 16,3 14 50-16,-3-14-24 0,0 14 13 0,0-14-5 15,0 0-14-15,0 0-9 0,0 0-11 0,-3 10-4 16,3-10-9-16,0 0-5 0,-5-13-4 0,5 13-5 16,-7-21 0-16,3 8-7 0,-1-1 2 0,1-2-1 15,-3-5-3-15,0 1-2 0,2-2 36 0,-2-2-43 16,1 1 37-16,-2-1-46 0,1-3 40 0,0 1-45 15,1 1 45-15,-3-1-44 0,4 2 39 0,1 1-39 16,0 1 45-16,0 0-45 0,1 3 43 0,1 1-36 16,1 1 35-16,0 0-40 0,2 2 40 0,1 0-43 15,1 1 39-15,3 1-44 0,3 0 38 0,4-2-38 16,3 3 40-16,5 2-40 0,6-1 21 0,3 4-61 0,4 0-3 16,3 2-69-16,3 1-13 0,3 2-74 15,6 1-41-15,-6 1-53 0,0 1-80 0,-2 2-69 16,-1 0-36-16,-3 1-112 0,-4 2-671 0,-7-2-892 15</inkml:trace>
  <inkml:trace contextRef="#ctx0" brushRef="#br0" timeOffset="84199.0872">21782 7413 909 0,'-14'9'755'16,"0"-3"-168"-16,4-2-92 0,0 2-82 0,0-2-8 0,2 1-42 15,8-5-11-15,-14 6-60 0,14-6-29 0,-12 7-36 16,12-7-49-16,-7 4-34 0,7-4-23 0,0 0-33 16,10 7-10-16,3-4-11 0,5-2-44 0,9 0-60 15,3 1-67-15,8-1-103 0,3-1-70 0,1 2-103 16,1-2-66-16,0-2-121 0,7 1-610 0,-10-1-787 16</inkml:trace>
  <inkml:trace contextRef="#ctx0" brushRef="#br0" timeOffset="84398.8309">22410 7441 1017 0,'0'0'883'0,"0"0"-139"0,0 0-110 0,0 0-54 15,11-3-29-15,-11 3-50 0,0 0-35 16,0 0-44-16,0 0-47 0,0 0-57 0,0 0-53 16,0 0-50-16,0 0-36 0,0 0-29 0,0 0-12 15,0 0-18-15,1 11-17 0,-1-11-21 0,2 12-24 0,-2-12-10 16,5 14-9-16,-5-14-39 0,6 17-56 15,-1-8-97-15,-2 1-102 0,2 1-97 0,-1-2-85 16,2 2-120-16,-2 0-77 0,0-3-128 0,1 0-724 16,-5-8-1109-16</inkml:trace>
  <inkml:trace contextRef="#ctx0" brushRef="#br0" timeOffset="84599.4901">22447 7368 1450 0,'-4'-14'800'0,"1"3"-132"16,0 0-41-16,-1 3-39 0,4 8-113 0,-4-18-39 16,4 18-108-16,-3-14-25 0,3 14-101 0,-4-12-6 15,4 12-86-15,0 0-20 0,-1-14-98 0,1 14-30 16,0 0-100-16,0 0-86 0,17 0-100 0,-17 0-110 16,14 10-62-16,-4-4-176 0,0 3-571 0,-1-1-852 15</inkml:trace>
  <inkml:trace contextRef="#ctx0" brushRef="#br0" timeOffset="85799.1459">22677 7446 1395 0,'0'0'967'16,"0"0"-169"-16,0 0-67 0,12-5-83 0,-12 5-86 0,0 0-72 16,0 0-73-16,0 0-61 0,0 0-74 15,0 0-51-15,12-2-32 0,-12 2-19 0,7 7-24 16,-7-7-25-16,11 11-27 0,-5-2-15 0,1 0-23 0,2 2-4 15,1 0-17-15,-1 2-8 0,2 2-6 0,0 1-3 16,-1-1-26-16,-1-3-27 0,1 2-22 0,-2-2-31 16,-1 1-31-16,1-1-19 0,0-1-18 0,-3-3-26 15,0 3-17-15,0-4-5 0,0 0 32 0,-5-7 26 16,9 11 33-16,-9-11 13 0,7 7 6 0,-7-7-8 16,0 0 2-16,14-3 14 0,-14 3 15 0,12-10 5 15,-5 2 11-15,-1 1 45 0,2-4-44 0,1-1 50 16,-2 1-35-16,0 0 8 0,-1 0 14 0,2 0 11 15,-3 3 10-15,1-1 21 0,-1 1 26 0,-5 8 1 16,8-12-4-16,-8 12-10 0,8-11-9 0,-8 11-13 16,7-7-6-16,-7 7-2 0,0 0 0 0,11-4 3 15,-11 4 1-15,12 2 4 0,-12-2 1 0,14 6-2 16,-3 0-2-16,2-2-1 0,2 4-1 0,3-2-5 16,3 2-5-16,0 1-1 0,3-3-11 0,1 3-26 15,4-1-18-15,0-1-2 0,1 0-18 0,0 0-19 16,-2-1-4-16,-3 0 0 0,2-2 10 0,-2 0 7 15,-1 1 10-15,-3-3 9 0,-1 0 10 0,-2-2 9 16,-2 0 15-16,0-2 4 0,-2-3-1 0,0 1 8 0,-2-3 0 16,-3 0-17-16,0-1 24 0,-2-1 8 0,-2 1 19 15,-1-2 9-15,-4 10-3 0,3-17 4 16,-3 17 10-16,-1-16-6 0,-3 7 7 0,-1 0 19 0,-2 3 10 16,-1 1 4-16,-2 0-13 0,-1 0 10 0,-3 1 6 15,2 4 2-15,-1-2-12 0,-2 1 1 0,2 4-4 16,0-1-10-16,1 0-4 0,0 3-14 15,1 0-3-15,2 0-1 0,2 1-4 0,-1 1-4 0,2 2-4 16,2-2-7-16,4-7-1 0,-3 17-4 0,3-17-2 16,5 18-11-16,0-8-21 0,0-3-34 0,4 2-26 15,1 0-28-15,0-2-16 0,4-1-8 0,-4-1 13 16,0 0 6-16,2-2 3 0,-1-1 12 0,-11-2 28 16,21 2 22-16,-11-4 1 0,-10 2 8 0,20-5 10 15,-12 0 1-15,-1 0 7 0,1-3 2 0,-1 1 38 16,-2-2-28-16,-1-1 11 0,0-1 13 0,-2 0-1 15,-1 1 26-15,0-4 18 0,-1 14 26 0,-1-22 26 16,1 22 13-16,-1-18-1 0,1 18 35 0,-3-16-51 16,3 16 27-16,-2-11-60 0,2 11-14 0,-2-11-13 15,2 11-6-15,0 0-9 0,-4-11-4 0,4 11 38 16,0 0-51-16,0 0-4 0,0 0 0 0,-9 3 0 16,9-3-2-16,0 0-3 0,1 10 3 0,-1-10 0 15,3 13-4-15,-3-13-9 0,8 14-46 0,-2-7-47 0,0 0-55 16,2 0-45-16,1 1-1 0,0 1-16 15,2-3-21-15,-2 1-7 0,1-1-29 0,0-2 24 16,1 1 8-16,-2-1 46 0,3-1 24 0,-12-3 45 0,18 1 18 16,-18-1 38-16,19-3 20 0,-11-1 51 0,0 0 18 15,1-5 55-15,-1 0 6 0,0 1 44 0,-1-3 2 16,0-1 27-16,0 2 20 0,-1-2 6 0,-1 2 39 16,-1 1 25-16,0 2 3 0,-4 7 21 0,9-15-69 15,-9 15-31-15,6-12-28 0,-6 12-30 0,5-8-23 16,-5 8-18-16,0 0-16 0,7-10-6 0,-7 10-9 15,0 0-7-15,0 0-4 0,16 3-5 0,-16-3 0 16,11 8-2-16,-11-8-3 0,12 12-3 0,-12-12 0 16,13 13-7-16,-7-6 1 0,0 0-1 0,2 1-5 15,-2 1 0-15,1-1-9 0,-1 0 1 0,-1 0-17 16,2-1-14-16,-2 1-8 0,-5-8-5 0,9 12-5 16,-9-12-3-16,8 9 6 0,-8-9 9 0,8 11 2 15,-8-11 12-15,0 0 10 0,9 5 2 0,-9-5 2 16,0 0-2-16,12-1-6 0,-12 1-2 0,12-6 2 15,-12 6 3-15,11-15 0 0,-5 7 2 0,2-3 0 16,-1 0 35-16,0-1-40 0,0 0 38 0,-1-3-39 16,2 5 42-16,-2-4-30 0,-2 4 58 0,1 2-31 15,-1-3 57-15,0 3-48 0,-4 8 34 0,8-14-41 0,-8 14 29 16,5-10-47-16,-5 10 47 0,5-8-62 16,-5 8 37-16,0 0-38 0,9-5 43 0,-9 5-40 15,0 0 40-15,16 5-41 0,-16-5 40 0,16 10-41 0,-5-5 7 16,1 2 2-16,0 4 2 0,3-4-1 0,-4 0-4 15,6 1-33-15,-3 1-47 0,4-1-48 0,2 0-49 16,-1-1-28-16,1-1-33 0,2 3-22 0,0-5-40 16,0 1-55-16,-2-1-26 0,0-1-24 0,0-1-75 15,0-2 2-15,-1 0-36 0,1-2-399 0,-1-1-494 16</inkml:trace>
  <inkml:trace contextRef="#ctx0" brushRef="#br0" timeOffset="86349.3585">24819 7347 651 0,'12'-12'538'0,"-1"1"-77"0,-1 0-23 15,-1 1-10-15,0-1-18 0,-2 1 3 0,1 0-8 16,-3 1-32-16,0 0-31 0,-1-1-49 0,1 2 13 16,-5 8-43-16,5-17 14 0,-5 17-69 0,2-15 6 15,-2 15-67-15,-2-12 12 0,2 12-63 0,-8-11 20 16,8 11-53-16,-14-4 24 0,14 4-50 0,-17 1 32 0,5 2-43 16,1 2 38-16,-2 4-40 0,2 0 38 0,-2 4-40 15,1 2 41-15,1 0-32 0,3 1 34 16,-4 1-42-16,6-2 4 0,2 1-4 0,0 1-4 0,3-2 2 15,-1 2-8-15,4-1 3 0,1-1 2 0,1 0-1 16,3-1 1-16,4-2-4 0,2 3 0 16,1-2-3-16,5-4-1 0,2 1 0 0,3-3-3 0,1 1-1 15,6-2 1-15,-2-3-3 0,5 0-1 0,3-1 1 16,-5-2 6-16,-1-1-7 0,2-1-2 16,1-2 1-16,-3-2-1 0,-1-1 2 0,-1-3-1 0,0-1-2 15,-5 0 0-15,1-3-5 0,-2-3 28 0,0-1-48 16,-4-1 46-16,-1 0-45 0,-4-1 37 0,-1 0-38 15,-3 1 42-15,-2-1-42 0,-1 2 43 0,-2 0-42 16,-3 2 42-16,0 2-38 0,-2-1 37 0,0 5-39 16,-2-1 39-16,-2 2-44 0,-1 2 41 0,5 7-38 15,-16-9 40-15,16 9-38 0,-21 0 39 0,10 3-30 16,-1 3 50-16,-1 1-41 0,3 2 48 0,-2 2-36 0,3-1 58 16,0 2-23-16,3 0 57 0,-1 2-50 15,4-1 13-15,1-1 32 0,3-1 1 0,2 3 25 16,5-1-42-16,3-1-79 0,5 0 0 0,1 0 0 0,9-1 0 15,3-1 0-15,4-1 0 0,1-2 0 0,4-2 0 16,7 2 0-16,-5-3 0 0,1-1 0 0,0-2 0 16,-1-1 0-16,0 0 0 0,-3-1 0 15,-6-1 0-15,-3-1 0 0,-3 0 0 0,0 1 0 0,-4 0 0 16,-2 0 0-16,-4-1 0 0,-2 0 0 0,0-1 0 16,-13 4 0-16,9-3-392 0,-9 3-106 15,0 0-76-15,-16-7-114 0,-2 5-77 0,-2-1-903 0,-13 1-1337 16</inkml:trace>
  <inkml:trace contextRef="#ctx0" brushRef="#br0" timeOffset="88534.6122">21681 8403 108 0,'0'0'454'0,"0"0"-63"0,0 0-96 0,11-3-15 15,-11 3-49-15,0 0-3 0,0 0-6 16,0 0-30-16,10-3 1 0,-10 3-18 0,0 0 4 0,0 0-19 16,0 0 16-16,0 0-19 0,0 0 18 0,0 0-20 15,0 0 24-15,0 0-25 0,0 0 20 16,12 2-27-16,-12-2 7 0,0 0-4 0,0 0-13 16,0 0 4-16,0 0-8 0,0 0-5 0,0 0-21 0,0 0-3 15,0 0-7-15,0 0-19 0,0 0-5 0,0 0-13 16,0 0-8-16,0 0-6 0,0 0-9 0,0 0-8 15,0 0 0-15,0 0-4 0,0 0-7 0,0 0-5 16,0 0-2-16,0 0 0 0,0 0-2 0,0 0 2 16,0 0-4-16,0 0 5 0,0 0-4 0,0 0-6 15,0 0 9-15,0 0-2 0,0 0-6 0,0 0 2 16,0 0 2-16,0 0 6 0,0 0-17 0,0 0 8 16,0 0 1-16,0 0-5 0,0 0 4 0,0 0 2 15,0 0-7-15,0 0-4 0,0 0 7 0,0 0-1 16,0 0-4-16,0 0 6 0,0 0 0 0,0 0-2 15,0 0-6-15,0 0 7 0,0 0-2 0,0 0 3 16,0 0-3-16,0 0-9 0,0 0 11 0,0 0 4 16,0 0-5-16,0 0 6 0,0 0-4 0,0 0-2 15,0 0 1-15,0 0-1 0,0 0-4 0,0 0-2 16,0 0 10-16,0 0-4 0,0 0-2 0,0 0 2 16,0 0-3-16,0 0 3 0,0 0-7 0,0 0 9 15,0 0 1-15,0 0-6 0,0 0 3 0,0 0 2 0,0 0-4 16,0 0 3-16,0 0-3 0,0 0-1 0,0 0 1 15,0 0 2-15,0 0-2 0,0 0 1 16,0 0-6-16,0 0 8 0,0 0 1 0,4 7-4 16,-4-7 1-16,0 0 1 0,0 0 0 0,0 0-4 0,0 0 4 15,0 0 2-15,0 0-5 0,0 0 0 0,0 0 5 16,0 0 1-16,0 0-6 0,0 0 3 0,0 0-12 16,0 0 14-16,0 0-2 0,0 0 3 0,0 0 3 15,0 0-8-15,0 0 2 0,0 0-1 0,0 0-1 16,0 0 3-16,0 0 1 0,0 0-6 0,0 0 2 15,0 0-1-15,0 0 6 0,0 0-3 0,0 0 0 16,0 0-2-16,0 0 2 0,0 0-1 0,0 0-2 16,0 0 4-16,8 6-6 0,-8-6 4 0,0 0 1 15,0 0 5-15,0 0-6 0,0 0-1 0,0 0 1 16,0 0 5-16,0 0-6 0,10 4 1 0,-10-4 1 16,0 0-4-16,0 0-1 0,0 0 4 0,0 0-1 15,0 0 2-15,0 0 1 0,0 0 2 0,0 0-3 16,0 0 1-16,0 0 14 0,0 0-19 0,0 0-1 15,0 0 3-15,10 2-2 0,-10-2 3 0,0 0-5 0,0 0 8 16,0 0 3-16,0 0-6 0,0 0 6 16,0 0 10-16,0 0 16 0,0 0-7 0,0 0 1 15,0 0-2-15,0 0-3 0,7-8 5 0,-7 8-1 0,0 0-3 16,7-9 12-16,-7 9 20 0,0 0 4 0,0 0-4 16,5-7 6-16,-5 7 1 0,0 0-1 0,0 0 1 15,0 0-3-15,5-7-7 0,-5 7-9 0,0 0-6 16,0 0-9-16,0 0-9 0,0 0-4 0,0 0-1 15,0 0 18-15,0 0 14 0,6 14 24 0,-5-2 10 16,0 1 13-16,1 5 11 0,-1 5 0 0,2 2 5 16,-1 1-1-16,2 5-6 0,0 0-18 0,0 0-5 15,0 1-43-15,0-3-13 0,1 0-22 0,-1-4 0 16,0 2 0-16,1-4 0 0,-2 0 0 0,1-2 0 16,-1-3 0-16,0-2 0 0,0-1 0 0,-1-2 0 0,0-2 0 15,0-1 0-15,-2-10 0 0,2 18 0 16,-2-18 0-16,2 13 0 0,-2-13 0 0,0 0 0 15,-2 12 0-15,2-12 0 0,0 0 0 0,0 0 0 0,-11-9 0 16,11 9 0-16,-8-18 0 0,5 3 0 0,-4-1 0 16,4-6-60-16,1-3-43 0,0 0 3 15,-3-8 3-15,4-1 2 0,1-2 11 0,0-1 10 16,0-1 14-16,2 1 9 0,1 1 10 0,0 1 8 0,1 2 6 16,2 0 5-16,-2 4 2 0,1 4 4 0,0 3 11 15,-1 1-12-15,0 4-1 0,0 4 1 16,1 0 0-16,0 2 3 0,0 4 2 0,2 2 0 0,-7 5 2 15,15-4 4-15,-15 4-1 0,19 8 4 0,-7 0 4 16,-2 3-1-16,3 2 0 0,-1 1 2 0,0 3-2 16,0 0 3-16,-2-1-5 0,1 3 1 0,0-1-11 15,-2-1-10-15,0 0-15 0,-2-5-13 0,1 3-5 16,-1-4-12-16,-2-2-10 0,0 0 4 0,-1 0 14 16,-4-9 8-16,9 14 10 0,-9-14 8 0,7 9-7 15,-7-9-16-15,0 0-16 0,13 2-3 0,-13-2 5 16,12-9-6-16,-4 1-5 0,0-3 0 0,3-1 4 15,0-3 11-15,1-1-8 0,0-1 9 0,1 0 4 16,0 0 9-16,0 1 12 0,-2 1 7 0,0 3 3 16,-2 2 1-16,-1-1 11 0,0 3 1 0,-2 0 3 0,-6 8 2 15,12-9 12-15,-12 9-3 0,11-1 16 16,-11 1 23-16,11 10 7 0,-6-1 5 0,0 4 4 16,1 4 2-16,1 2-8 0,-1 1 5 0,0 1 34 15,1 1-53-15,3 4 28 0,-1 0-37 0,1 1 28 0,3-2-36 16,-1 1 28-16,1-2-38 0,3-2 25 0,0 0-33 15,2-2 32-15,1-1-37 0,-1-3-1 16,-1-3-17-16,1-1-17 0,1-2-2 0,0-1-11 16,0-1-7-16,-2-3 3 0,1-2 0 0,0-1 5 0,-3-1-12 15,1-2 18-15,0-1-1 0,1-2 27 0,-3-3-7 16,0 0 14-16,-3-3-7 0,1-1 8 16,-3-1 0-16,-2-2 8 0,-1 0-1 0,-2-1 12 0,-1-1-7 15,-3 1 11-15,-1 0 0 0,-4 1 15 0,0 0 3 16,1 1 7-16,-3 1-5 0,-2 2-1 0,-3 1-20 15,2 2 21-15,-2 4 10 0,0-1 1 0,1 4-2 16,-2 0 7-16,0 2 1 0,-1 2 25 0,1 3-32 16,2 0 39-16,-2 2-37 0,3 1 38 0,0 3-46 15,2-1 30-15,0-1-47 0,3 3 32 0,0-1-36 16,2-1 28-16,1 0-38 0,1 0 34 0,2 0-35 16,1-2 31-16,1 0-61 0,2-1 33 0,1 1-61 15,1-2-24-15,4 1-12 0,-1-4-27 0,1 0 17 16,2-1 8-16,-2-2-7 0,2 0 31 0,-13-2 1 15,23-2 26-15,-10 0-6 0,-3-4 19 0,2 0-4 16,0-2 19-16,-3-1-13 0,0-1 15 0,1-2-5 16,-3-1 22-16,-1 1-10 0,0-1 29 0,-2 1 3 15,1 1 10-15,-3 1 17 0,1 0 5 0,-3 10 11 0,3-18 2 16,-3 18-5-16,2-13-13 0,-2 13 3 0,2-12-15 16,-2 12-1-16,0 0-6 0,0 0 0 0,0 0-4 15,0 0 1-15,0 0-3 0,0 0 23 16,0 0-29-16,0 0 23 0,7 16-35 0,-2-8 31 0,2 1-42 15,2 1-19-15,1-2-46 0,3 2-49 0,1-3-84 16,2 1-113-16,1 2-86 0,2-3-67 16,-1 0-118-16,2 0-687 0,-1-3-879 0</inkml:trace>
  <inkml:trace contextRef="#ctx0" brushRef="#br0" timeOffset="89950.8296">23130 8546 1280 0,'0'0'808'0,"-1"-17"-129"0,1 17-66 0,-2-14-57 16,2 14-52-16,0-12-70 0,0 12-56 0,0 0-57 15,1-12-44-15,-1 12-33 0,0 0-32 0,17 0-26 16,-7 3-25-16,3 2-32 0,7 3-23 0,-3 3-23 16,2-1-15-16,-1 5-14 0,-2-2-12 0,1 0 20 15,-2 3-51-15,0-1 33 0,-2-1-49 0,-1 1 26 16,-3-1-55-16,0-1 25 0,-3-1-41 0,1-1 43 15,-3-1-34-15,-4-10 40 0,4 17-40 0,-4-17 43 0,-2 13-34 16,2-13 35-16,-8 11-44 0,8-11 34 0,-16 6-28 16,16-6 35-16,-21 2-45 0,8-3 35 0,-1-2-34 15,1-2 44-15,-1 0-46 0,1-2 13 16,2-3-53-16,0 2-18 0,4-3-32 0,1-2-3 0,3-2-9 16,1-2 13-16,4 0-9 0,3-2 3 0,2-3 22 15,5-3 18-15,1 0 1 0,6-4 18 0,0-2 7 16,2 2-3-16,1 0 37 0,-2-1-14 0,0 2 42 15,-3 3 11-15,-1 2 48 0,0 0 15 0,-2 3 32 16,-3 2 44-16,0 0-17 0,-1 4 48 0,-2 1-25 16,-1 1 47-16,-1 1-42 0,0 3 21 0,-2 0-66 15,-4 8 16-15,8-15-61 0,-8 15 22 0,8-7-50 16,-8 7 65-16,0 0-40 0,6 7 45 0,-6-7-30 16,6 18 8-16,-3-6-2 0,1 8 8 0,0 1 4 15,0 2-12-15,0 2 2 0,1 4-9 0,0 1-8 16,0 3 3-16,0 0-10 0,3-2-11 0,-2 3-4 15,1-1-11-15,1-1-4 0,-1-2-11 0,1-2 6 16,-2-4 12-16,0-2-20 0,0-1 0 0,0-2-7 16,0-3-5-16,-2-1-15 0,1-2-3 0,-2-2-9 0,0-2 1 15,-3-9 8-15,6 14-11 0,-6-14-29 0,9 9-21 16,-9-9 6-16,0 0 9 0,16 1-4 16,-16-1-12-16,15-8-17 0,-7 0-30 0,2-2-11 15,3-4 3-15,-1-2-11 0,5-4 0 0,-1-1 1 0,2-2 0 16,2-4 7-16,1-1 17 0,1 1 23 0,0 0 13 15,0 0 17-15,-2 6 11 0,-2-1 11 16,0 2 4-16,-5 4 10 0,1 1 28 0,-3 2 12 0,-1 1 15 16,-1 2 5-16,-2 1 10 0,-1 2-1 0,-6 7-8 15,8-13-3-15,-8 13 2 0,0 0 6 0,-7-9 4 16,7 9 12-16,-17 3 1 0,3 2 22 0,0 0-28 16,-4 5-4-16,0 0-2 0,-2 2 0 0,1 0-5 15,-1 3-7-15,-1 1 2 0,5-1-1 0,-1-1-2 16,1 0-1-16,3 0 1 0,1 1-6 0,2-2-6 15,2-1 7-15,1 1 31 0,2-1-42 0,1-1-2 16,1 1 5-16,3-12 31 0,5 20-40 0,0-11 1 16,4 1-4-16,5-3-19 0,0 2 20 0,5-2-61 15,1-1 2-15,2 1-40 0,2-3 23 0,2 0-19 16,0-1 20-16,4 0-4 0,1-2 28 0,7-1-18 16,0-1 8-16,-2-2 2 0,0 0-4 0,-1-3 27 15,-3-1-2-15,-3-2 11 0,-1-1 6 0,-2-3 5 0,-7 1 4 16,-2 1 1-16,-2-2 16 0,-4 1 2 0,-1 2 9 15,-1-2 9-15,-3 1 4 0,-3 1 4 16,-3 10 6-16,4-17 3 0,-4 17 4 0,-2-15-1 16,2 15-7-16,-6-10 3 0,6 10 1 0,-13-5-14 0,13 5 6 15,-14 0-3-15,14 0-5 0,-19 7 17 0,11-2 6 16,-2 4 2-16,1 0 34 0,0 2-33 0,1 2 29 16,1-1-42-16,2 4 37 0,-1-2-42 0,3-1 30 15,2 2-45-15,0-2 32 0,2 1-42 0,2 0 35 16,3 0-43-16,0-2 36 0,2 1-40 0,1-2 35 15,4 0-38-15,2-3 39 0,4 3-46 0,1-5 35 16,1 0-39-16,0-5 25 0,2 0-47 0,-4 1-11 16,3-4-2-16,-2 0 7 0,1-3 5 0,2-2-4 15,-4-5 6-15,1-3 32 0,-1-2-37 16,-1-4 9-16,-2-2 3 0,-4-4 6 0,1-2 3 0,-4-1 10 16,-1-2 2-16,0-2-2 0,-2-6 9 0,-1 5 13 15,-3 0 50-15,2-1-38 0,-2 2 47 0,-1-1-31 16,0 9 51-16,-1 0-19 0,1 2 44 0,-1 4-41 15,0 3 25-15,2 2-56 0,-2 2 34 0,0 13-67 16,0-19 34-16,0 19-44 0,0 0 42 0,-6-9-38 16,6 9 53-16,-5 11-46 0,0-1 9 0,3 5 11 0,-1 2 8 15,2 2 4-15,0 6 8 0,2 1-7 0,1 2-1 16,0 5-8-16,3 1-6 0,-1 1-3 16,2-2-7-16,2 0-5 0,-2-2 6 0,1 3-12 0,-2-6-19 15,1 1-17-15,-1-5-17 0,2-2-15 0,-4-2-11 16,1-2-5-16,0-3 13 0,-2 0 1 0,1-5 18 15,-1 0 7-15,-2-10 5 0,1 15 3 0,-1-15 5 16,0 0 3-16,0 0 2 0,0 0 1 0,0 0 2 16,0 0-1-16,-10-10-14 0,6 0 1 0,0 1-3 15,-1-5-20-15,1-1-33 0,2-1 0 0,1 0 14 16,2 0 5-16,1 0 20 0,4 1 3 0,-1 0 9 16,1 1-1-16,3 3 12 0,0 0 2 0,2 1 6 15,-2 2 5-15,2 0 6 0,-1 4 6 0,0 0 17 16,-10 4 5-16,23-2 0 0,-23 2 23 0,22 4 2 0,-11 1 1 15,0 0 5-15,1 1 1 0,-1 2 33 16,-2 1-47-16,1 0 36 0,-1 3-44 0,1-2 29 16,-1 1-47-16,-1 1 31 0,0-1-42 0,0 1 30 15,0-4-53-15,-2 4-2 0,1-3-100 0,-2 1-53 0,-1-3-90 16,2 1-32-16,-6-8-18 0,6 12-78 0,-6-12-73 16,0 0-36-16,0 0-128 0,-4 10-646 15,4-10-882-15</inkml:trace>
  <inkml:trace contextRef="#ctx0" brushRef="#br0" timeOffset="90134.137">24980 8250 872 0,'0'-16'709'0,"3"2"-68"0,-1 3-71 16,-2-1-40-16,0 12-49 0,0-22-51 0,0 22-39 16,1-19-77-16,-1 19-8 0,0-17-92 0,0 17-4 15,0-13-83-15,0 13 1 0,0 0-67 0,1-11 9 16,-1 11-75-16,0 0-63 0,0 0-66 0,0 0-86 15,0 0-93-15,-1 13-81 0,1-13-56 0,-3 21-160 16,-2-11-607-16,2 0-825 0</inkml:trace>
  <inkml:trace contextRef="#ctx0" brushRef="#br0" timeOffset="91035.3064">25024 8347 301 0,'0'0'791'0,"11"-4"-102"0,-11 4-53 0,0 0-39 16,9-10-34-16,-9 10-19 0,0 0-19 0,9-8-42 15,-9 8-60-15,0 0-67 0,7-7-70 16,-7 7-61-16,0 0-49 0,0 0-26 0,0 0-11 16,11 3 4-16,-11-3-1 0,9 9-24 0,-2-1-12 15,-1-1-11-15,1 3-15 0,-1 1-12 0,4-1-8 0,-3 2-11 16,0-1-3-16,1 0-17 0,-2 1-4 0,2-1-3 16,-1 1-1-16,-1-2-9 0,-1-2-11 0,1 1 1 15,-1 0-33-15,-5-9-12 0,9 13-1 0,-9-13 2 16,5 12 4-16,-5-12 7 0,8 7 4 0,-8-7-14 15,0 0-16-15,12 5 4 0,-12-5-13 0,11-2-2 16,-11 2 2-16,14-9 5 0,-6 1-2 0,1 1-5 16,-1-3 8-16,2 2 8 0,-1-3 7 0,0 1 10 15,0 0 8-15,-2-1 24 0,0 3-14 0,-1 1 12 16,1-1 7-16,0 0 3 0,-7 8 15 0,11-12 1 0,-11 12-3 16,7-8-6-16,-7 8-2 0,11-7-4 15,-11 7-2-15,9-5 16 0,-9 5-20 0,13-1 15 16,-13 1-12-16,16 3-4 0,-16-3 3 0,21 5-2 15,-10-1 2-15,2 0-3 0,1 0 1 0,-1 2-2 0,3-1-2 16,-1-1-12-16,0 0-9 0,0 2-7 0,3-3-3 16,-1 1-5-16,0 0 2 0,0-3 0 15,1 0 4-15,-3 2 12 0,1-3-2 0,-2-1 11 0,2-1-1 16,-1 0 7-16,-1-4 3 0,-1 1-4 0,-1-2 6 16,-1 0 1-16,-2-4 1 0,1-1 1 0,-2 1 10 15,-2 0 1-15,-1-1 3 0,-1 0 5 0,-1 1 30 16,-1 0-43-16,-2 11 43 0,3-18-51 0,-3 18 35 15,-4-15-43-15,4 15 36 0,-6-11-41 0,6 11 40 16,-11-7-39-16,11 7 4 0,-11 0-2 0,11 0 1 16,-13 2 3-16,13-2 4 0,-11 7 1 0,11-7 1 15,-9 8 0-15,9-8 4 0,-7 10-3 0,7-10 1 16,-3 10 2-16,3-10 3 0,0 13-4 0,0-13 0 16,3 12 1-16,-3-12-2 0,9 10-4 0,-9-10 2 15,11 9 0-15,-11-9 0 0,16 9 1 0,-16-9-2 16,18 7 3-16,-18-7-3 0,20 3 3 0,-20-3 1 15,20 2-4-15,-20-2 4 0,22 0-1 0,-22 0 1 0,17 0 1 16,-17 0 2-16,15 0-2 0,-15 0-5 0,14 0 2 16,-14 0 2-16,10 5 10 0,-10-5 22 15,13 15 11-15,-5-3 1 0,-1 3 1 0,-1 5 9 0,-3 5 49 16,3 6-47-16,-2 2 41 0,4 10-62 0,-4 5-2 16,-4-1-6-16,0 4-5 0,-2 1-6 0,-4 2 15 15,-2 8-24-15,-3-1-6 0,-2 1-10 0,-3-3-7 16,0-1 0-16,-2-5-1 0,-2-11 3 0,2 0 1 15,-2-5 4-15,-1-4 2 0,-1-1 6 0,-2-5 4 16,-1-4 11-16,2-5 11 0,1-5 11 0,-7-1 7 16,4-6-7-16,-2-2 4 0,-3-4-9 0,-5-3-4 15,-1-4-3-15,-7-5-7 0,2-4 0 0,0-3-6 16,-1-4 0-16,6-1-1 0,3-2-3 0,4-2 12 16,6 0-17-16,10 2-7 0,5-3 6 0,8 4-9 15,10-4-2-15,8-4-12 0,11 0-12 0,14-3-1 0,7-1-35 16,5 4-25-16,10 3 1 0,3 1-64 15,2 2-12-15,1 2-70 0,0 3-21 0,-4 1-19 0,-4 3-44 16,-14 3-11-16,-2 3-57 0,-7 0-15 0,-10 4-27 16,-5 0-140-16,-3-1-675 0,-9 2-855 15</inkml:trace>
  <inkml:trace contextRef="#ctx0" brushRef="#br0" timeOffset="95588.7845">28664 7026 316 0,'2'-12'446'0,"-2"12"-30"0,0 0-61 15,0 0-36-15,0 0-21 0,0 0-20 0,0 0-22 16,0 0-22-16,0 0-28 0,-2-10-26 0,2 10-32 16,0 0-16-16,0 0-19 0,0 0-18 0,0 0-14 15,0 0-14-15,0 0-7 0,0 0-13 0,0 0 1 16,0 0-11-16,0 0 6 0,0 0-5 0,0 0-2 16,0 0-6-16,0 0-3 0,0 0-7 0,0 0-6 15,0 0 3-15,0 0-1 0,0 0-3 0,0 0 0 16,0 0-1-16,0 0-3 0,0 0-4 0,0 0 3 0,0 0-2 15,0 0-1-15,0 0 1 0,0 0-2 16,0 0-1-16,0 0 2 0,0 0-7 0,0 0 4 16,0 0 1-16,0 0-1 0,0 0 1 0,0 0-1 15,0 0 1-15,0 0-14 0,0 0 10 0,0 0 5 16,0 0 4-16,0 0-2 0,0 0 5 0,0 0 9 16,0 0-1-16,0 0 3 0,0 0 6 0,0 0-3 15,0 0 5-15,0 0-3 0,0 0 6 0,0 0-1 16,0 0 0-16,0 0-2 0,0 0-2 0,0 0 6 0,0 0-5 15,0 0 3-15,0 0-2 0,0 0 11 16,0 0-6-16,0 0 3 0,0 0-4 0,0 0-5 16,0 0-3-16,0 0 4 0,0 0-14 0,0 0-5 0,0 0 0 15,0 0-1-15,0 0-6 0,0 0 1 16,0 0 1-16,0 0-1 0,0 0-1 0,0 0-2 16,0 0 2-16,0 0-4 0,0 0 6 0,3-10-4 15,-3 10 0-15,0 0 0 0,0 0-1 0,0 0-5 0,0 0 4 16,0 0 5-16,0 0-5 0,0 0 1 0,0 0 0 15,0 0-4-15,0 0 5 0,0 0-3 0,0 0 5 16,0 0-5-16,0 0 5 0,0 0 1 0,0 0-4 16,0 0-1-16,0 0 0 0,0 0 1 0,0 0 4 15,0 0-5-15,0 0 0 0,0 0-2 0,0 0 1 16,0 0-1-16,0 0 4 0,0 0 2 0,0 0-4 16,0 0 2-16,0 0-2 0,0 0-2 0,0 0 5 15,0 0-7-15,0 0 4 0,0 0 1 0,0 0-1 16,0 0 15-16,0 0-19 0,0 0 4 0,0 0 0 15,0 0-3-15,0 0 1 0,0 0 4 0,0 0-2 16,0 0-1-16,0 0 1 0,0 0 0 0,0 0-3 16,0 0 4-16,10-2-1 0,-10 2 3 0,0 0 0 15,0 0 0-15,0 0-2 0,0 0 0 0,0 0-2 16,0 0 5-16,0 0-5 0,0 0 0 0,0 0 1 0,0 0 1 16,0 0-2-16,12-1-2 0,-12 1 5 0,0 0-1 15,0 0 2-15,0 0-3 0,0 0 1 16,0 0-2-16,0 0-5 0,0 0 10 0,0 0-4 0,0 0 0 15,0 0 1-15,0 0 2 0,0 0-3 0,0 0 1 16,0 0 4-16,0 0-5 0,0 0 0 0,0 0 5 16,0 0-3-16,0 0 3 0,0 0-2 0,0 0 4 15,0 0-1-15,0 0-3 0,0 0 4 0,0 0-1 16,0 0-4-16,0 0-2 0,0 0 4 0,0 0 1 16,0 0-3-16,0 0-1 0,0 0 1 0,0 0 1 15,0 0-5-15,0 0 4 0,0 0 11 0,0 0-16 16,0 0 3-16,0 0 2 0,0 0-2 0,0 0-2 15,0 0 1-15,0 0 2 0,0 0-1 0,0 0 1 16,0 0-1-16,0 0-2 0,0 0 3 0,0 0-5 16,0 0 8-16,0 0-4 0,0 0 2 0,0 0-4 0,0 0 0 15,0 0 1-15,0 0-2 0,0 0 8 16,0 0-4-16,0 0 0 0,0 0-4 0,0 0 4 16,0 0-4-16,0 0 1 0,0 0 6 0,0 0-3 15,0 0 0-15,0 0-1 0,0 0 0 0,0 0 0 16,0 0-4-16,0 0 5 0,0 0-1 0,0 0 2 15,0 0-2-15,0 0-2 0,0 0 2 0,0 0-4 16,0 0 4-16,0 0 1 0,0 0-2 0,0 0 2 0,0 0-1 16,0 0-1-16,0 0 1 0,0 0 0 0,0 0 5 15,0 0-7-15,0 0 3 0,0 0 0 0,0 0 0 16,0 0 0-16,0 0-5 0,0 0 14 16,0 0-5-16,0 0-2 0,0 0 0 0,0 0 3 0,0 0 5 15,0 0 6-15,0 0 4 0,0 0 4 0,0 0 3 16,0 0 0-16,0 0-2 0,0 0-9 15,0 0 1-15,0 0-11 0,0 0 13 0,0 0-3 16,0 0 20-16,-2-12-15 0,2 12 16 0,0 0-22 0,0 0 25 16,0 0-21-16,0 0 31 0,0 0-20 0,0 0 33 15,-3-10-35-15,3 10 42 0,0 0-39 0,0 0 35 16,0 0-40-16,0 0 33 0,0 0-39 0,0 0 37 16,0 0-39-16,0 0 29 0,0 0-41 0,-4-10 32 15,4 10-40-15,0 0 33 0,0 0-42 0,0 0 38 16,0 0-43-16,0 0 39 0,0 0-40 0,0 0 39 15,0 0-40-15,0 0 38 0,0 0-39 0,0 0 39 16,0 0-35-16,0 0 37 0,0 0-37 0,0 0 40 16,0 0-36-16,0 0 37 0,0 0-36 0,0 0 40 0,0 0-38 15,0 0 46-15,0 0-42 0,0 0 37 0,0 0-38 16,0 0 36-16,0 0-40 0,0 0 36 0,0 0-42 16,0 0 42-16,0 0-42 0,0 0 37 15,0 0-38-15,0 0 36 0,0 0-37 0,0 0 38 0,0 0-38 16,0 0 36-16,0 0-41 0,0 0 43 0,0 0-40 15,0 0 39-15,0 0-41 0,0 0 42 0,0 0-40 16,0 0 37-16,0 0-36 0,0 0 39 0,0 0-39 16,0 0 46-16,0 0-46 0,0 0 40 0,0 0-39 15,0 0 45-15,0 0-38 0,0 0 41 0,0 0-34 16,0 0 44-16,0 0-33 0,0 0 41 0,0 0-41 16,0 0 45-16,0 0-35 0,0 0 42 0,0 0-37 15,0 0 37-15,0 0-42 0,0 0 37 0,0 0-49 16,-1-12 37-16,1 12-39 0,0 0 40 0,0 0-43 15,0 0 42-15,0 0-41 0,0 0 40 0,0 0-43 16,0 0 40-16,0 0-42 0,0 0 38 0,0 0-44 16,0 0 38-16,0 0-43 0,0 0 39 0,0 0-46 15,0 0 42-15,0 0-50 0,1-11 36 0,-1 11-35 16,0 0 38-16,0 0-40 0,0 16 48 0,0-16-33 16,3 19 41-16,-2-6-42 0,0 4 49 0,0 1-45 15,2 5 46-15,0 2-47 0,-1-1 49 0,0 1-50 16,2 2 51-16,-1-1-53 0,-1 2 40 0,2 3-42 0,0-6 43 15,-2 1-42-15,2-1 1 0,-1-1 5 0,0 1 3 16,-2-6 0-16,1-1 3 0,0-1 1 16,-2-2 5-16,2-3-7 0,-2 1 4 0,0-1-2 0,0-12 2 15,0 20-1-15,0-20 2 0,0 18-1 0,0-18-1 16,-1 13 3-16,1-13-2 0,-2 12 5 0,2-12-5 16,0 0 4-16,-4 10-3 0,4-10 1 0,0 0-2 15,0 0 2-15,-12 4 1 0,12-4 0 0,0 0-1 16,-10-5-2-16,10 5 6 0,-7-7-4 0,7 7 1 15,-6-9 44-15,6 9-54 0,-7-14 44 0,3 6-48 16,4 8 48-16,-7-18-55 0,2 7 49 0,3 0-52 16,-2 0 48-16,-1-2-50 0,2-1 48 0,-1-1-47 15,-1-2 46-15,1 1-47 0,1-2 42 0,-1-3-51 16,0 0 40-16,-1-4-45 0,1 1 30 0,1-1-53 0,0-1 35 16,2-1-39-16,0-2 36 0,1 0-40 0,1-5 36 15,3 1-34-15,-1 0 6 0,4-1 38 16,-1 0-37-16,1 2 42 0,2-1-39 0,2 3 39 15,-1 3 2-15,-1 2 1 0,-1 4-1 0,1 2 0 0,-2 5 2 16,-1-1-6-16,1 4 1 0,2 0 1 0,-2 4 1 16,0 2 7-16,-7 5-5 0,18-4-31 15,-6 7 43-15,0 3-33 0,1 2 40 0,0 5-34 0,2 1 9 16,-2 3 34-16,4 4-38 0,-2 1 36 0,1 1-37 16,-2 0 37-16,0 0-45 0,-2 2 22 0,1-1-16 15,-5-2-19-15,0-2-13 0,-2 1-8 0,-2 0-28 16,-2-5 24-16,-3 2-25 0,-2-2-9 0,-3 0-10 15,-4-2-21-15,-3 0-24 0,-2-3 15 0,-3 2 11 16,-1-5 12-16,-2 1 9 0,-2-3 12 0,1-1 9 16,0-2-2-16,0-2 5 0,1-1 21 0,1-1 13 15,0-1 13-15,3-1 11 0,-1-2 6 0,3 1 12 16,-1 1 7-16,7-1 7 0,-2 1 4 0,11 3-2 16,-16-5-3-16,16 5 5 0,0 0 19 0,0 0 14 15,0 0 11-15,-6 8 1 0,6-8 9 0,9 13 9 16,-1-4-3-16,2 2-1 0,-1 2 1 0,4 1 19 15,1 1-12-15,1 0-4 0,1 0 4 0,3 2 1 16,0-1-14-16,2 0 13 0,1-1-12 0,0-1 2 0,3-2-19 16,0 1 10-16,1-2-26 0,0-3 12 15,2 2-23-15,-3-3 14 0,1-3-19 0,0 2 15 16,2-3-29-16,-2 1 20 0,-4-4-21 0,2 2 20 16,-1-2-18-16,3-2 19 0,-3-1-18 0,0-1 16 15,1-1-26-15,-2-2 25 0,-1-1-6 0,0 0-4 0,-1-2-3 16,-1-1-4-16,-1 1-1 0,0 0 8 0,0 0-10 15,-1-2-3-15,-2 1 4 0,2 0-1 0,-2 1 2 16,0 1-4-16,-2 0 9 0,1 1-7 0,0 1 0 16,-2 1 1-16,1 2-5 0,-3 0 11 0,1 3-5 15,-11 1 17-15,23 0 16 0,-12 2 9 0,1 3 19 16,-1 0-11-16,3 2 1 0,-3 1 1 0,-1 2-8 16,1-1-26-16,-2 2 32 0,0-2-34 0,-1 3 28 15,0-1-37-15,-2 0 39 0,-2-1-37 0,1-1 33 16,-3 1-38-16,-2-10 37 0,2 17-37 0,-2-17 40 15,-7 18-46-15,1-11 39 0,-3 2-45 0,-4-1 35 16,-1-3-36-16,-2 0 33 0,-2-1-40 0,-1-3 34 16,-1 1-41-16,0-4 18 0,0 1-37 0,1-3 32 15,0-1-52-15,1-1-9 0,4-1-31 0,-1-2-9 16,4 0-17-16,3-2-23 0,3-1-2 0,4 0-5 16,4-1-3-16,2-4-10 0,4 0-15 0,7-4 10 15,2-2-28-15,7-2 22 0,2 1 19 0,1-1 23 0,1 5 21 16,3-7 11-16,0 4 26 0,-1-1 18 15,0 2 25-15,-2-1 30 0,-1-1 18 0,-4 7 14 16,-2-3 19-16,0 2 31 0,-1-1 26 0,-3 2 24 16,0-2 1-16,-5 2-11 0,1 1 2 0,-4 2 12 0,0-3 7 15,-2 2-24-15,-2 1-7 0,-1-1 24 0,0 3 6 16,-2 0 6-16,0 2-3 0,-1 0-7 0,-2 10-23 16,5-16-8-16,-5 16-29 0,3-11-16 0,-3 11-6 15,0 0 11-15,0 0-10 0,0 0 39 0,-3 14-14 16,0-2 57-16,1 6-20 0,1 4 30 0,-1 5-10 15,1 1 5-15,2 6-17 0,0 1-21 0,1 2-8 16,-1 0-17-16,4 0-11 0,-1-2-11 0,0 1-7 16,1 5-8-16,0-9-5 0,1 0-3 0,1 0-41 15,-1-5 38-15,-1-2-36 0,1-3 37 0,-1-1-37 16,-1-3 37-16,1-4-35 0,-2-1 41 0,0-1-37 16,0-1 47-16,-1-3-12 0,-2-8 67 0,5 17-37 15,-5-17 31-15,4 8-54 0,-4-8 32 0,0 0-52 16,10 4 39-16,-10-4-47 0,0 0 36 0,9-8-52 15,-9 8 32-15,7-15-22 0,-7 15-11 0,6-21-10 16,-4 10-17-16,1-3-9 0,0 0 1 0,0 0 10 16,-1 3-10-16,0-3-3 0,1 2-4 0,0 1-4 15,-1 0-6-15,1 1-4 0,1 1 0 0,1 2 9 0,3 0 9 16,0 2 11-16,3 2 9 0,1 2 6 0,2 1 2 16,1 1 3-16,2 2 5 0,0 2 4 15,1 1 1-15,2-1 4 0,-1 3 3 0,-1 2 1 16,1-1 1-16,-2 1 11 0,-1 0-1 0,-3-1 5 0,0 1-2 15,-2-2 4-15,-2 2 3 0,1-1 8 0,-3-2 13 16,-2 2 4-16,1-1 7 0,-6-8 3 0,5 13-1 16,-5-13-34-16,1 14 39 0,-1-14-42 0,-6 9 33 15,6-9-45-15,-17 9 34 0,3-5-40 0,-2-1 37 16,-4-2-9-16,-3 0-54 0,-6-1 10 0,-1 0-90 16,-7 0-135-16,0-1-110 0,-1-2-137 0,-2 2-127 15,3-1-181-15,2 0-611 0,4-1-1013 0</inkml:trace>
  <inkml:trace contextRef="#ctx0" brushRef="#br0" timeOffset="97086.7904">28826 8105 503 0,'0'0'408'0,"0"0"-110"0,0 0-14 0,0 0-37 15,0 0-23-15,0 0-17 0,0 0-28 16,0 0-26-16,0 0-18 0,0 0-16 0,0 0-14 16,0 0-13-16,0 0-17 0,0 0-4 0,0 0-3 15,0 0-9-15,0 0-8 0,0 0 3 0,0 0 2 0,0 0-3 16,9 2 5-16,-9-2 2 0,0 0 1 15,0 0 1-15,0 0 2 0,0 0 3 0,0 0-4 16,0 0 4-16,0 0 0 0,0 0-2 0,0 0-5 0,0 0-4 16,0 0-6-16,0 0-9 0,0 0-5 0,0 0-1 15,0 0-6-15,0 0-2 0,0 0-5 0,0 0 0 16,0 0 0-16,0 0 0 0,0 0-2 16,0 0 7-16,0 0 0 0,0 0 0 0,0 0 0 0,0 0-2 15,0 0-5-15,0 0-2 0,0 0 0 0,0 0-2 16,0 0-2-16,0 0-10 0,0 0 7 0,0 0-4 15,0 0 1-15,0 0 3 0,0 0-5 0,0 0 0 16,0 0-3-16,0 0 1 0,0 0-7 0,0 0 4 16,0 0 0-16,0 0 4 0,0 0-2 0,0 0-1 15,0 0-4-15,0 0 4 0,0 0-4 0,0 0 5 16,0 0-3-16,0 0 2 0,0 0 0 0,0 0 0 16,0 0-1-16,0 0-3 0,0 0 1 0,0 0 4 15,0 0-3-15,0 0 2 0,0 0-3 0,0 0 3 16,0 0 2-16,0 0 7 0,0 0-3 0,0 0 7 15,0 0 3-15,0 0 0 0,0 0 4 0,0 0 2 16,0 0 5-16,0 0-1 0,0 0 3 0,0 0-1 16,0 0-1-16,0 0 0 0,0 0 3 0,0 0 1 0,0 0 0 15,0 0 2-15,0 0 0 0,0 0 1 0,0 0-2 16,0 0 11-16,0 0-10 0,0 0 4 16,0 0-4-16,0 0 0 0,0 0-3 0,0 0 15 0,0 0-13 15,0 0 23-15,0 0-22 0,0 0 29 0,0 0-28 16,0 0 35-16,0 0-45 0,0 0 26 15,0 0-41-15,0 0 27 0,-6-7-51 0,6 7 44 16,0 0-39-16,-16-3 32 0,16 3-34 0,-22-2 28 0,7 4-35 16,-4-2 41-16,-1 4-34 0,-4 0 31 0,-3 1-37 15,-3 3 32-15,1-2-31 0,-1 4 36 0,1-1-43 16,2 1 38-16,5-2-30 0,1 3 25 0,4-1-25 16,0 1 26-16,5-3-28 0,0 2 31 0,3-1-29 15,3 0 5-15,1 0 1 0,5-9 3 0,0 18 5 16,2-8-4-16,7-1 4 0,0 2 0 0,7 0 0 15,2-1 0-15,2 2 26 0,5-1-30 0,1 2 22 16,1-2-26-16,0 2 26 0,1-2-27 0,-2 0 24 16,1 1-28-16,-2 1 31 0,2-1-33 0,-3 0 35 15,1 3-28-15,-3-2 26 0,-3-1-35 0,0 0 29 0,-1-1-36 16,0 2 40-16,-4-1-29 0,1 0 25 0,-4-1-20 16,-1-2 42-16,0 1-24 0,-4-2 64 0,-1 1-52 15,-5-9 46-15,4 16-33 16,-4-16 44-16,-6 15-40 0,-4-6 42 0,-4-2-33 0,-3 1 37 0,-6-1-44 15,-3-3 44-15,-6 3-58 0,-2-2 31 16,-3-2-44-16,-3 0 37 0,-1-1-47 0,0-1 39 0,-2-1-47 16,3 0 35-16,1-1-43 0,0-1 37 0,7 1-38 15,5-1 28-15,0 0-60 0,7 1-9 0,-1-1-123 16,6-2-80-16,1 2-64 0,5-2-100 0,9 4-52 16,-5-7-7-16,5 7-55 0,8-9-137 0,3 5-461 15,3-2-748-15</inkml:trace>
  <inkml:trace contextRef="#ctx0" brushRef="#br0" timeOffset="97520.2965">29093 8307 809 0,'12'-13'891'0,"-2"2"-150"16,0 0-96-16,-3 2-48 0,-1 0 17 15,0 2-105-15,-6 7-18 0,11-14-105 0,-11 14-21 16,7-9-111-16,-7 9-13 0,0 0-52 0,0 0 46 0,0 0-62 15,0 0 53-15,7 11-102 0,-9 1-13 16,2 0-14-16,-1 5-19 0,-1 1-14 0,1 3-14 16,0 2-4-16,0 2-14 0,0 0 78 0,1 2-105 15,0-2 77-15,1 1-95 0,0 0 52 0,1-2-40 0,0-1 2 16,1 0-40-16,-1-5 10 0,1-1-76 0,1-1 47 16,0-1-47-16,0 0 44 0,2-4-44 0,-2-1 45 15,3-2-32-15,-2 0 49 0,3-2 2 0,-8-6 2 16,15 7-4-16,-15-7-1 0,19-3-3 0,-10-2-17 15,1 0-2-15,2-4 1 0,-1 0-1 0,-1-3 8 16,3-1-33-16,-2-2 54 0,-1 3-32 0,-1-1 46 16,-1 1-27-16,-1 2 47 0,0 2-37 0,-2-2 44 15,0 4-37-15,-5 6 41 0,8-13-32 0,-8 13 34 16,7-8-38-16,-7 8 47 0,0 0-36 0,11-4 58 0,-11 4-36 16,0 0 36-16,11 6-40 0,-11-6 37 15,11 11 1-15,-2-5-4 0,1 2-9 0,0 2-5 16,4-2-3-16,2 4-7 0,2-2-46 0,0 0-69 15,1 2-103-15,0-3-57 0,0 1-101 0,0-2-77 0,-5 1-46 16,2-2-39-16,-4-1-114 0,3-2-552 16,-5 0-803-16</inkml:trace>
  <inkml:trace contextRef="#ctx0" brushRef="#br0" timeOffset="98976.6773">29817 8531 56 0,'4'-10'871'0,"-4"10"-175"16,5-17-52-16,-5 17-44 0,5-12-60 0,-5 12-47 15,2-11-22-15,-2 11-116 0,0 0-12 0,1-11-65 16,-1 11 11-16,0 0-53 0,0 0 34 0,0 0-68 16,-11 4-4-16,11-4-58 0,-6 8 28 0,6-8-64 15,-4 13 24-15,4-13-60 0,-2 16 25 0,2-16-55 16,2 20 40-16,0-8-64 0,3-2 45 0,1 2-60 16,2-1 20-16,1 0-86 0,1-1 15 0,1 0-14 15,-1-1-14-15,1 0-2 0,1-3 0 0,-2 0 2 16,-1-2 4-16,3-1 9 0,-12-3 3 0,18 3 14 15,-18-3 10-15,20-4 10 0,-11-1 0 0,-1-2 7 16,1-2 9-16,-2-2 4 0,1-1-1 0,-1-3-29 16,-1 0 50-16,0-1-26 0,-2 0 44 0,1 0-19 15,-1 2 58-15,2 0-21 0,-4 2 38 0,1 3-45 16,1-1 33-16,-4 10-63 0,4-15 30 0,-4 15-43 0,5-9 36 16,-5 9-37-16,0 0 47 0,9 5-30 0,-9-5 36 15,9 17 0-15,-5-3-2 0,0 3 4 16,0 4-7-16,0 1-1 0,-1 2-3 0,0 2-9 0,-1 2-5 15,-1 1-1-15,-1 5-10 0,-1-1-38 0,-1 3 45 16,1-1-44-16,-1-1 44 0,1 0-49 0,-1-1 3 16,0-6 5-16,-2 4 2 0,0-6 32 0,-1 0-37 15,-2-1 41-15,-3-4-47 0,-1-2 40 0,-3-2-42 16,0-1 36-16,-4-3-42 0,-1-4 31 0,-2 0-47 16,-2-4-9-16,-1-1-22 0,-3-5-11 0,-1-2-24 15,-3-3-17-15,0-2 5 0,1-3-13 0,2-1-10 0,2-2 4 16,3-2 9-16,4-1 15 0,4 2-9 15,6-2-6-15,2 0 15 0,5 1 9 0,3-1 4 16,5-1 17-16,4-1 3 0,7-2 5 0,5-3-3 16,6-1 2-16,4 2 14 0,5 0 6 0,2 1 1 15,9-4-3-15,3 2 8 0,1 0 2 0,0 2 13 16,0-1 9-16,-2-1 7 0,-8 7 15 0,-2-1 13 16,1 0 26-16,-4 0 18 0,-3 1 9 0,-1-1 16 0,-6 3 23 15,-2 1 29-15,-2-2-26 0,-2 2 9 16,-3 2-13-16,-3 0 0 0,-1-1-6 0,-3 3-1 0,-1 0-3 15,-1-1-7-15,-1 4-12 0,-3-2 0 16,-1 2-19-16,-4 8-2 0,4-13-7 0,-4 13-9 0,-3-11-2 16,3 11-6-16,-11-4-1 0,11 4-3 0,-20 2-2 15,7 0-6-15,-2 4 13 0,1 0 1 0,-1 3-5 16,1 1-10-16,3 2 11 0,0 1-3 0,3 0 4 16,2-1 0-16,3 3-2 0,3 0-4 0,1-1 11 15,4 3-12-15,3 0 0 0,1-1 4 0,4 0-10 16,0-1-19-16,2-3-16 0,-1 1-5 0,2-1 1 15,-2-3 8-15,0 0 7 0,-2-3 1 0,2 0 7 16,-1-4-1-16,-2 0 15 0,-11-2-7 0,23-2 7 16,-13 0-1-16,1-4 2 0,-2-2 1 0,0-1-1 15,0-1 7-15,-2-2-2 0,0-1 8 0,-2 0 18 16,0 1 5-16,1-3 10 0,-3 4-1 0,0 0-5 16,-1 0 15-16,0 1-14 0,-2 10 9 0,1-17-22 15,-1 17 24-15,-1-15-28 0,1 15 27 0,0 0-38 0,-1-14 23 16,1 14-29-16,0 0 29 0,0 0-31 0,0 0 32 15,0 0-38-15,-13 4 26 0,13-4-29 16,-2 10 29-16,2-10-35 0,2 16 33 0,-2-16-4 16,7 16-10-16,-4-6-23 0,3 0-30 0,1-1-21 0,3 1-23 15,-2-2-20-15,2 0-10 0,0 0-9 0,1-3 5 16,-2 1 3-16,2-1 7 0,1-3 11 0,-1 1 9 16,1-2 12-16,-12-1 11 0,22 0 11 0,-22 0 7 15,23-6 15-15,-13 2 5 0,1-1 11 0,-1-2-3 16,0-1 18-16,1 0 15 0,-3 2 19 0,-1-2 15 15,0 1 22-15,0-1 24 0,-7 8 5 0,11-11 8 16,-11 11-1-16,9-9-7 0,-9 9-15 0,9-9-13 16,-9 9-13-16,0 0-16 0,8-9 0 0,-8 9-10 15,0 0 6-15,0 0 7 0,15 0-3 0,-15 0-4 16,9 5 0-16,-9-5-4 0,8 8-4 0,-8-8-3 16,11 14-1-16,-6-7-4 0,1 1-5 0,0 0 7 15,0 1-9-15,0-2-4 0,0 2 2 0,1-2-10 16,-2-1 21-16,1 3-14 0,-1-2-5 0,-5-7-7 15,10 13-11-15,-10-13 0 0,9 8-1 0,-9-8 7 16,9 9-1-16,-9-9 7 0,11 4-2 0,-11-4-3 16,15 2 3-16,-15-2-4 0,17-3 3 0,-6 0 5 15,-1-1-2-15,3-2 7 0,-1 0-4 0,1-1 0 0,0 0 1 16,0 0 5-16,-1 0 4 0,-1 1 15 16,0 0 31-16,-1 0 14 0,-3 2 6 0,-7 4 5 15,15-9 15-15,-15 9-36 0,13-6-7 0,-13 6-17 16,10-5-5-16,-10 5-6 0,0 0-3 0,17-1 0 0,-17 1-5 15,11 5-2-15,-11-5-1 0,12 10-1 0,-3-3 5 16,-2 1-4-16,0 1-5 0,0 1-1 0,2 0 1 16,-1 2-4-16,-1 0 4 0,0-1-4 0,1 0-6 15,-3-2-3-15,1 1-1 0,-1-1 1 0,-1-2-1 16,1 0 9-16,-5-7-7 0,9 14 1 0,-9-14 9 16,9 8 34-16,-9-8-16 0,12 5 8 0,-12-5-31 15,18-2 51-15,-8-1-15 0,2 0 52 0,1-1-21 16,2 0 75-16,-1-2-23 0,1 0 44 0,-1 0-28 0,2 1 12 15,0 1 9-15,2-2-13 0,-1 3 6 16,3 0-5-16,1 0 0 0,1 2-14 0,5 1-63 0,2 1-65 16,1 1 0-16,6 2 0 0,0 1 0 0,9 1 0 15,-2 1 0-15,4 0 0 0,0 2 0 0,1-1 0 16,-1 0 0-16,1 1 0 0,-3-1 0 0,-2-1-169 16,-8-2-193-16,-2-1-78 0,-6-1-76 0,-5-2-56 15,-3 0-146-15,-3-2-184 0,-5-2-532 0,-3-1-1043 16</inkml:trace>
  <inkml:trace contextRef="#ctx0" brushRef="#br0" timeOffset="100421.3982">2552 6332 352 0,'0'-12'538'0,"0"12"-144"0,0-20-6 0,0 20-61 16,-1-21-3-16,1 21-82 0,-3-20-11 0,3 20-8 15,-2-18 17-15,2 18-12 0,-1-16-12 0,1 16-33 16,-3-12-24-16,3 12-31 0,0 0-25 16,-4-16-24-16,4 16-18 0,0 0-14 0,0 0 12 0,0 0 13 15,0 0 23-15,1 22 33 0,-1-1-1 0,1 6 46 16,1 7-54-16,-1 10 48 0,-1 5-45 16,0 5 26-16,2 5 10 0,0 12 3 0,1 4-1 0,3 1-4 15,1 5 27-15,0 3-35 0,5 4-7 0,-1 4 22 16,6 22-29-16,1 5 54 0,2 2-23 0,0 4-16 15,1-1-21-15,1 5-88 0,0 5 12 16,0 2 88-16,1 5-102 0,-3-1 81 0,-1 2-97 0,1 0 10 16,-2-1-3-16,-1-2-17 0,-1-1-12 0,0-4 0 15,1-2 0-15,-1-3 0 0,1-3 0 0,-1-5 0 16,2-4 0-16,1-9 0 0,-5-20 0 0,2-3 0 16,-2-6 0-16,1-4 0 0,-3-4 0 0,-1-7 0 15,0-3 0-15,-3-13-2 0,-1-2-49 0,-2-2-6 16,0-9-12-16,-1-2-17 0,-1-1 18 0,-3-6-68 15,1-2 12-15,-1-4-63 0,-1-1 16 0,0-1-56 16,-1-1 15-16,0-3-28 0,-2-2-29 0,1-2-7 16,3-10-77-16,-5 15-50 0,5-15-25 0,-7 8-6 0,7-8-96 15,0 0-88-15,-4-10-396 0,4 10-621 0</inkml:trace>
  <inkml:trace contextRef="#ctx0" brushRef="#br0" timeOffset="105023.2323">2604 6410 296 0,'0'0'328'0,"0"0"-54"0,6-8-37 0,-6 8-33 16,0 0-30-16,0 0-32 0,0 0-26 0,0 0-26 15,5-9-3-15,-5 9-17 0,0 0-9 0,0 0-11 16,0 0 2-16,-6-9 1 0,6 9 9 0,0 0 7 15,-8-7 46-15,8 7-57 0,0 0 38 0,-9-10-53 16,9 10 45-16,-7-6-45 0,7 6 48 0,-8-6-44 16,8 6 28-16,-9-7-25 0,9 7 25 0,-7-7 1 15,7 7 26-15,-7-6-15 0,7 6 22 0,-6-7-14 16,6 7 14-16,0 0-5 0,-9-7-10 0,9 7-8 16,0 0-6-16,-6-7-15 0,6 7-11 0,0 0-12 15,0 0-3-15,-5-8-16 0,5 8-7 0,0 0-3 16,0 0-2-16,5-10-5 0,-5 10-1 0,12-10 7 15,-2 6-11-15,2 0 1 0,5-2 1 0,6-2-2 0,8 1 5 16,3-2-3-16,11-1 8 0,6 0-9 16,4-2 8-16,12 0-4 0,3-1 8 0,5 0-2 0,1 1-6 15,5-1-4-15,1 1-2 0,1 0-7 0,2 0 4 16,0 0-2-16,-2 1-1 0,-1 1-3 0,-2-2 2 16,-1 1-1-16,-1 3-5 0,-3-2 8 0,-2 2 0 15,-1 0 0-15,-3 0-1 0,0 0 5 0,-11 1-4 16,2 1-6-16,-1-1 10 0,-1 1 1 0,0 0 2 15,-1-1-5-15,-1 1 6 0,0-1-2 0,-1 1-11 16,-1 0 12-16,-2-1-11 0,1 1 15 0,-2-1-10 16,-1 0 5-16,-2 0-6 0,-3 1 5 0,-7 2-5 15,-3-2 9-15,-6 1-10 0,-3 2 10 0,-3 0-9 16,-3 1 10-16,-1 0-11 0,-4-1 17 0,-1 2-2 16,-2-1 9-16,-1 0-7 0,-11 2 4 0,19-2-10 15,-19 2 0-15,14-2-3 0,-14 2 8 0,14-2-10 16,-14 2 5-16,0 0-7 0,16-1 9 0,-16 1-11 15,0 0 8-15,15-1-10 0,-15 1 8 0,0 0-5 16,17-1 6-16,-17 1-6 0,15-1 3 0,-15 1-3 16,17-3 7-16,-17 3-5 0,23-1 6 0,-9 0-8 0,-2 1 7 15,4-2-7-15,1 1 10 0,1 0-6 16,1-1 5-16,2 2-2 0,1-3 7 0,0 2-2 16,3-1 5-16,2 0-1 0,1-1-4 0,1 2 7 0,0-1-5 15,2-1-1-15,-1 2-5 0,0-2 6 0,0 2-6 16,0-2 7-16,4 0-3 0,0 0 5 0,0-1 2 15,0 1 7-15,1-1 10 0,2 0-5 0,-2 0 3 16,1-1-5-16,1 2 0 0,0-1-8 0,0-1 11 16,2 3-11-16,-1-3 0 0,2 1 3 0,6 1-8 15,-1-3 8-15,4 1-6 0,1 0 22 0,4-1-13 16,2-1 14-16,3 0-14 0,11-1 6 0,0 1-13 16,2-1 10-16,0 0-17 0,-1 1-3 0,3-2 4 15,-1 2 11-15,1-1-19 0,-1 1 19 0,1 0-25 16,0 0 24-16,-1 1-19 0,2 0 11 0,-2 0-16 15,-1-1 2-15,-1 2 1 0,-10 0-1 0,1 2 9 16,0-1-5-16,9 0 0 0,-9 1 2 0,1-1-1 16,10 1 17-16,-10 1-23 0,12-2 4 0,-12 2-3 0,10-1 2 15,-10 1 0-15,1-1 1 0,10 0-1 0,-11 1-8 16,10-1 12-16,1 0-2 0,-11 0-1 16,9-3-1-16,-10 4-4 0,0-1 4 0,1 0-2 15,-2 0 5-15,-1 1-2 0,0 0-2 0,-3-2 0 0,0 1 2 16,-3-1 0-16,0 1-1 0,0-1 1 0,-2 0-2 15,-2 1-1-15,0-1 0 0,-2 0 1 16,1 0-3-16,-10 1 4 0,9 0 1 0,-1-2-1 0,2 0-2 16,-3 1 1-16,2-1 1 0,-2-1-7 0,2 1 7 15,0-1 13-15,-3 2-18 0,2 0 3 16,-2-2-1-16,2 0 0 0,-1 0-2 0,-3 1 4 0,-4 0-2 16,6 1 2-16,-6 0-2 0,1 0 3 0,-2 0-1 15,1-1-5-15,2 1 6 0,-3 0-1 0,2 0 2 16,-2-2-3-16,1 3 1 0,-2-1 1 0,0 0-3 15,1 1 4-15,0-2-2 0,0 2 0 0,-1 0 11 16,0-3-13-16,1 4 11 0,1-3-14 0,1 2 2 16,-2 0 0-16,2-1 1 0,8 1-1 0,-4-2 1 15,4 3 1-15,-8-1-3 0,1 0 5 0,-1 0-1 16,1 1 0-16,2 0-3 0,-3-2 13 0,2 4-13 16,0-1 12-16,0-1-12 0,0 2 11 0,1 0-13 15,-2-1 12-15,2 1-13 0,-1 0 14 0,2-2-16 16,-2 4 12-16,2-2-11 0,-2 1 6 0,2-1-2 0,0 0 0 15,-1 1-1-15,6-1 3 0,3 1 2 16,-10-1-1-16,10 0-3 0,-2 0 14 0,-1 0-12 16,3 0 8-16,-8 0-10 0,6 0 15 0,2-1-15 0,-1 0 11 15,1 1-13-15,0-1 15 0,1 1-19 0,-1 0 6 16,2 0 10-16,-2 0-15 0,2 0 3 0,-2 0 13 16,2 1-12-16,2 0 10 0,-3 0-6 15,3 0 5-15,-1 0-10 0,-1 2 12 0,1-1-14 0,-1 0 13 16,1 0-15-16,-1 0 9 0,2 0-4 0,0 1 0 15,1-2 2-15,-2 0 0 0,3 2 2 16,-1-1-8-16,1 0 11 0,-2 0-2 0,2 0-4 0,-2-1 4 16,-1 2 8-16,-1-1-9 0,-1-1-2 0,1 2 3 15,1-1-3-15,-2 0 5 0,-1 0-4 0,0-1 0 16,1 1-2-16,-3 0 0 0,2 1 5 0,-2-1-1 16,-2-1-2-16,-5 1 1 0,-2 0-1 0,0-1-3 15,0 1 4-15,-3 1-2 0,0-2 2 0,0 0 0 16,-1 1 0-16,-2-1 2 0,-4 1-4 0,0-1 3 15,-2 0-1-15,2 2 3 0,-3-2-4 0,-1-1-1 16,0 1 4-16,0 1-5 0,0 0 4 0,0-1 0 16,0 0 1-16,-1 1-2 0,-2-1-3 0,3 1 6 15,-1-1-6-15,1 0 5 0,0 2-1 0,0-1-1 0,1-1-1 16,-1 0 0-16,-1 1 2 0,1 0-5 16,-1-1 5-16,0 1 0 0,-4 0-1 0,0-1 1 15,0-1 0-15,0 2-1 0,-4-1-4 0,1 2 7 16,-3-3-5-16,-2 1 0 0,-1 0 0 0,-13-1 1 0,25 2-1 15,-25-2-2-15,23 3 6 0,-13-2-4 0,-10-1 2 16,23 6 0-16,-13-4 3 0,2 2 0 16,-1-1-4-16,0 1 4 0,0 0 3 0,0 1 0 0,3 0-1 15,-3 1 2-15,1-1 1 0,2 2-3 0,-1 0 6 16,0 2 0-16,-1-2 5 0,1 0-5 0,0 2 3 16,-2 0-7-16,2 0 2 0,-1 0 1 0,1 1-4 15,1 0-2-15,-2 1 4 0,3 1 5 0,-2-1-2 16,2 2 4-16,0 0 25 0,0 0-20 0,0 0 3 15,3 1 3-15,-1-1 1 0,3 4-2 0,0-2 4 16,0 1-9-16,2 0 18 0,0 0-18 0,-2-2 11 16,3 1-23-16,-2 1 29 0,-3-4-28 0,1 1 16 15,0 0-22-15,-2-1 13 0,1 1-24 0,-2-1 22 16,1 0-14-16,-3 0 3 0,-1-1-6 0,-1-2 3 0,0 3 2 16,-1 0-6-16,-2 0 6 0,0 0-2 0,0 1 3 15,-1-1 16-15,0 1-19 0,0 0 14 16,-2 0-24-16,0 2 33 0,0 0-26 0,0 1 20 0,0 0-22 15,0 0 23-15,-1-1-27 0,1 3 29 0,-1-2-21 16,2 2 21-16,0 0-26 0,0 1 28 16,-1-1-29-16,0-2 30 0,2 2-33 0,-2 0 25 0,2 0-25 15,-1 0 32-15,0 0-26 0,2 0 23 0,-2 1-36 16,1-1 45-16,-2-4-37 0,3 4 32 0,-1 0-30 16,-1-4 26-16,2 1-27 0,-2 0 25 0,-1-1-30 15,1 0 27-15,0 1-23 0,0-1 28 0,0 1-32 16,0-1 32-16,-1 1-31 0,0-1 1 0,1 2 6 15,-1-3 0-15,-1 1 2 0,1 1 2 0,-1-1 0 16,1 0 3-16,-2 1 4 0,0 0-6 0,0-2 4 0,0 1 2 16,-1 1-3-16,1-1 26 0,-2 1-30 15,2 0 30-15,-2-1-32 0,1 1 28 0,-1 0-38 16,2 0 46-16,-2 2-35 0,0-3 33 0,1 3-37 0,0-2 42 16,0 2-30-16,0 0 32 0,0-1-41 15,0 3 47-15,0-2-43 0,0 0 33 0,0 1-38 16,1-2 34-16,-1 2-33 0,0-1 33 0,1 1-34 15,1 1 34-15,-1-3-35 0,0 3 35 0,1 1-35 16,0-1 37-16,0 0-39 0,1 0 39 0,0-1-43 0,-1-2 40 16,0 1-35-16,1 1 28 0,-1-1-34 0,1-1 9 15,0-1-3-15,0 2-4 0,-1-1 17 0,1 0-2 16,0-1 4-16,2 2-2 0,-1 3 1 0,0-2-6 16,0-1 6-16,1 1 2 0,0 1 33 0,-1-3-41 15,0 1 32-15,2 0-28 0,-1 2 25 0,-1-3-38 16,1 3 32-16,0-2-34 0,0 1 37 0,-1-3-43 15,0 0 40-15,0 1-39 0,0-1 38 0,-1 0-37 16,1-1 36-16,1 3-38 0,-1-5 39 0,-1 3-39 16,0-1 37-16,0 0-41 0,2-2 42 0,-2 2-39 15,0-1 35-15,-1-2-37 0,1 2 40 0,0-2-40 16,-1-1 40-16,-1 1-40 0,1-2 40 0,-1 1-44 16,0-2 41-16,1 1-40 0,0 0 41 0,-5-9-34 15,7 15 34-15,-7-15-36 0,7 15 36 0,-7-15-41 16,6 14 39-16,-6-14-37 0,5 12 39 0,-5-12-38 15,7 11 38-15,-7-11-37 0,5 13 39 0,-5-13-37 0,6 12 37 16,-6-12-35-16,5 11 38 0,-5-11-42 16,6 13 43-16,-6-13-41 0,7 12 48 0,-7-12-38 15,6 10 36-15,-6-10-38 0,6 12 34 0,-6-12-37 0,6 12 37 16,-6-12-37-16,5 8 31 0,-5-8-34 0,6 11 1 16,-6-11 3-16,5 8 36 0,-5-8-40 0,4 10 2 15,-4-10 2-15,5 7 2 0,-5-7 2 0,4 9 5 16,-4-9 32-16,0 0-38 0,5 11 32 0,-5-11-39 15,3 9 7-15,-3-9 4 0,5 9 4 0,-5-9-3 16,4 11 11-16,-4-11 1 0,4 10 4 0,-4-10 5 16,4 12 0-16,-4-12-4 0,5 12 1 0,-5-12 5 15,7 14 5-15,-7-14 3 0,9 16-2 0,-9-16-7 16,7 16-1-16,-7-16 0 0,9 15 3 0,-4-6-2 16,0 0-3-16,1 0-1 0,-1 1-1 0,0-2-4 15,-1 2 2-15,2-1-4 0,-1 1 0 0,2 0 0 16,-1 0-6-16,0 1 2 0,-1-2-1 0,1 2-1 15,2 0 1-15,-2 1 0 0,0-1-2 0,1-1 0 16,1 2-2-16,-1 0 2 0,-1-2-2 0,0 2 0 0,0-1 2 16,3 1 37-16,-3-1-46 0,1 2 41 0,0-1-43 15,1-1 35-15,-1 3-42 0,-1-3 42 16,1 1-46-16,0 0 49 0,0 1-49 0,-1-1 44 0,0 0-42 16,1-1 43-16,0 2-45 0,0-1 49 0,-1 0-51 15,-1-1 44-15,1 2-43 0,1-1 8 0,-1 0 3 16,0-1-1-16,-1 2 1 0,0-1 4 0,-1-2 1 15,1 2 1-15,-1-1 1 0,0 0 6 0,0-1-8 16,0 1 4-16,0 1 0 0,-1-3 0 0,1 2 0 16,0 1 1-16,-1-2 0 0,0 0 1 0,1 1-1 15,-1 1 14-15,0-2-15 0,0 1 2 0,0 1 1 16,0-1-2-16,-1 0 2 0,2-1-2 0,-1 2 2 16,-1 0-1-16,1-1 1 0,0 0 1 0,-1 1-4 15,1 0 7-15,0 1-3 0,0-2-1 0,0 2 1 16,0-2 3-16,1 3 0 0,-1 1-3 0,1-1 6 15,0 1-4-15,-1 0 42 0,0-1-53 0,1 2 48 16,0-1-58-16,1 0 56 0,-1 1-55 0,1-1 47 0,-1 2-52 16,0-2 54-16,0 1-57 0,1 2 55 15,1-2-55-15,-2 0 49 0,1 1-50 0,0-2 50 16,-1 3-50-16,1-1 48 0,-1 0-50 0,2 1 6 0,-1 2 2 16,0 0 4-16,0 0 3 0,0-1 2 0,-1 1 2 15,3 0-2-15,-3 1 4 0,1-1 0 0,-2 0 12 16,2 1-11-16,-1 0 10 0,1-1-11 0,-1 2 4 15,-1-1-4-15,1 1 4 0,0 0-1 0,-1 0 6 16,1 1-6-16,0 0 0 0,-1 2 3 0,2-3-6 16,-2 2 49-16,1 0-57 0,-1 0 53 0,0 1-58 15,0-2 51-15,1 2-52 0,-1-1 46 0,-1 0-50 16,2 0 4-16,-1 1 4 0,-1-1 3 0,0 0 4 16,-1 1-8-16,1-1 11 0,0 0 0 0,-2 1 0 15,2 0 0-15,-3-2 3 0,2 1 5 0,-1 0-4 16,1 1 11-16,-1-6-17 0,0 1 8 0,1 0-6 15,0 0 4-15,-1 1 1 0,0-2-1 0,1-1 3 16,0 1-4-16,-1-2 0 0,1-1-1 0,0-1 4 16,-1 0 3-16,0-2-5 0,0-1 1 0,0 1 0 15,0-1-2-15,0-12 1 0,0 21-2 0,0-21-7 16,0 18-3-16,0-18-4 0,0 15 2 0,0-15-5 16,-1 13 3-16,1-13-4 0,-1 12 7 0,1-12-1 0,0 0 2 15,-1 14 1-15,1-14 0 0,0 0 5 0,-3 13 0 16,3-13 1-16,-5 7 2 0,5-7 2 15,-7 6-3-15,7-6 0 0,-10 6 0 0,10-6 0 0,-11 6 2 16,11-6-3-16,-12 7 4 0,12-7-3 0,-17 6 9 16,17-6-11-16,-19 6-1 0,10-2-2 0,-1-1-3 15,-2 0 0-15,0 0-2 0,0 0 2 0,-4 0 3 16,0 1-4-16,-2-1-2 0,0 0-3 0,0-1-4 16,-2 0 3-16,0 0-3 0,-1 1 1 0,-4 0 0 15,-1-1 3-15,-1-1 2 0,-1 1 2 0,1-1-3 16,-3 0 1-16,-1 1 2 0,-7-2 2 0,0-1 34 15,-2 1-37-15,-4-1 12 0,-6 0 27 0,-3 0-39 16,-2 1 1-16,-4 1 1 0,0-2 5 0,-4 1 5 16,-2 0-4-16,-13 0-3 0,-4-2 7 0,-3 4 0 0,0-2 0 15,-3 1 1-15,-2-1 2 0,-1 2-4 16,-1-3 4-16,-3 3 0 0,-1 0 0 0,-4 2 3 16,0-3-1-16,0 2 3 0,-1 0 34 0,-1-1-40 0,-1 2 5 15,-1-2-3-15,-2 2 39 0,-1 2-42 0,-2-4 33 16,1 3-40-16,-2-1 39 0,0 0-40 0,-21 1 4 15,2 0 37-15,17-3-42 0,-19 2 38 16,1 0-40-16,19-1 32 0,2-1-34 0,-23 2 4 0,21-2 36 16,-19 1-40-16,21 0 40 0,0 0-42 0,0 0 34 15,2 0-34-15,-3-1 7 0,2 1 31 0,0 1-37 16,-4-1 38-16,-16 1-38 0,20 1 33 0,0-2-36 16,1 0 36-16,-4 1-36 0,4-1 37 0,-24 1-36 15,22-1 35-15,-20 2-35 0,19-1 35 0,1 0-37 16,-2-1 7-16,-19 0 37 0,19 0-41 0,-19 2 37 15,22-1-39-15,-1 0 38 0,2 0-34 0,1-3 31 16,-1 5-37-16,2 0 40 0,-2 0-36 0,0 1 35 16,2-2-36-16,0 2 42 0,3-1-43 0,1 1 38 15,0-1-37-15,2 3 39 0,1-3-40 0,0 2 38 16,0 0-38-16,1 1 41 0,1 1-41 0,1 0 36 16,3-1-34-16,-1 0 5 0,2 1 3 0,0-1-1 15,0 1 3-15,1 0 3 0,1-1 0 0,-1 1 2 0,1 0 1 16,1-3-1-16,0 2 2 0,0 0 1 0,-1 1 2 15,1-1-1-15,0 1 0 0,-2-1-2 16,2-1 0-16,0 0-1 0,1 2 2 0,0-2-2 0,4-1 3 16,-1 2 2-16,1 0-5 0,2-2 5 0,0 2 32 15,0-1-44-15,2-1 36 0,-1 0-38 0,2 2 34 16,0-3-41-16,3 2 38 0,-1-1-36 0,1 0 33 16,1 0-35-16,0 1 37 0,-2-1-34 0,2 2 34 15,0-2-40-15,-1 2 41 0,1-2-41 0,0 2 38 16,2 0-34-16,1-2 31 0,0 2-34 0,2 0 42 15,-1-2-44-15,1 2 41 0,-2 0-6 0,2-3-1 16,-1 4-5-16,1-1-1 0,-2 1 4 0,3-2-8 16,-1 2 1-16,2-2 0 0,9 1-3 0,1-2-1 15,-7 4 0-15,6-3-1 0,1-1 4 0,0-1-4 16,0 1 1-16,2-1 0 0,-1 1-2 0,0-1 4 16,2 2-2-16,1-1-1 0,0-3 0 0,2 4 0 15,3-2-2-15,-1 1 2 0,3-1 1 0,1 0-3 0,7-2 2 16,1 2-1-16,0-1 0 0,1 0 1 0,2-2 0 15,2 3 3-15,3-2-4 0,1-2-1 16,0 3 5-16,3-3 0 0,-1 0-1 0,4-2-1 16,-3 3-2-16,4-2-1 0,0 1 3 0,-1-1 2 0,1 0-4 15,1-1 2-15,-1 0 5 0,0 0-7 0,2 0 0 16,-2 0 1-16,0 0 2 0,1-1-4 0,0 0 3 16,1 0 4-16,-1 0-8 0,0 1 2 0,1-1 2 15,0-1 3-15,0 1-4 0,2-1 6 0,-1 1 1 16,1 0-8-16,0-1 2 0,2 2 0 0,1-3 0 15,0 2-2-15,0-1 1 0,2-1 0 0,-2 1 0 16,2-1 1-16,0 1 1 0,1 0 3 0,0-1-4 16,0 1 3-16,11 2-1 0,-19-6-1 0,19 6 3 15,-18-8-1-15,18 8 4 0,-15-9-5 0,7 4 6 16,0-1-5-16,2-1 0 0,0 0-3 0,1 0 2 16,-1-1 15-16,0 0-4 0,2 0 3 0,0-1-3 15,0 1-4-15,0-2 0 0,1 1-1 0,0-1-3 16,0-1-1-16,0 0 1 0,-1-2 4 0,0 1-5 15,1-1 0-15,0-1 5 0,-1 0-1 0,1 0 4 16,0-2-8-16,-1 0-35 0,1 0 42 0,-4-5-33 16,3 0 40-16,-1 2-41 0,0-2 52 0,-1 0-10 0,-1-1-1 15,1-1-1-15,0 0-3 0,1 0-7 0,-1-2 4 16,1 1 2-16,-2-5-9 0,1-1-1 0,1-1 1 16,0 0-2-16,0-1-2 0,0-2-2 0,1 1-1 15,0 1 1-15,1 0-10 0,0-2-11 0,0 5-19 16,0 1-62-16,1 1-34 0,-1 2-64 0,0 2-37 15,-1-1-47-15,1 3-62 0,1 2-44 0,0 2-44 16,0 2-32-16,0 2-48 0,1 0-158 0,0 1-474 16,1 12-762-16</inkml:trace>
  <inkml:trace contextRef="#ctx0" brushRef="#br0" timeOffset="106476.7176">7425 6413 148 0,'-1'-16'488'0,"1"0"-68"0,-1 2-83 0,1 1 10 15,0-1-20-15,0-1-7 0,-1 3-21 0,1-2 14 16,0 1-19-16,0 1-6 0,-1 1 24 16,1 11-19-16,-1-22-39 0,1 22-50 0,-1-19-31 0,1 19-15 15,-1-16-2-15,1 16-35 0,-1-14 13 0,1 14-38 16,-1-12-6-16,1 12-31 0,0 0-1 0,0-13-29 15,0 13 2-15,0 0-27 0,0 0 17 0,0 0-18 16,0 0 18-16,0 0-24 0,0 0 15 0,13 7-11 16,-7 5 31-16,4 6 0 0,-1 3 13 0,3 6 15 15,3 6 3-15,0 4 9 0,3 2 3 0,0 6 4 16,2 6-27-16,1 3 42 0,0 4-26 0,0 5 35 16,0 2-33-16,1 2 28 0,-2 3-4 0,1 0 6 0,0 4-7 15,1 0-39-15,1 2 44 0,0 2-37 16,2 0-1-16,6 19 62 0,-1-2-65 0,0 0 50 0,2 1-73 15,0 0 58-15,0-2-71 0,2 4 5 0,1 1 10 16,-1 3-3-16,2-2 6 0,-1 3 1 16,2-1-4-16,-2-1-8 0,1 0-12 0,-1 1 18 0,1 1-12 15,0 1 16-15,2 0-3 0,-1-2 3 0,-1-2-12 16,1-2-26-16,-1 0 0 0,1 0 0 0,-1 0 0 16,-2-1 0-16,0-2 0 0,-2-1 0 0,-6-15 0 15,1-1 0-15,-1 2 0 0,-1-3 0 0,0 0 0 16,1 0 0-16,-2-4 0 0,0 1 0 0,-1-2 0 15,0-3 0-15,1-3 0 0,-1-1 0 0,-1-5 0 16,0-1 0-16,0-6 0 0,-1-2 0 0,-3-10 0 16,0-2-61-16,-1-3-47 0,-1-2-1 0,-3-7-27 15,-1-2-28-15,-2-4-47 0,-1-4 17 0,-2-2-17 16,0-2 44-16,-2-1-13 0,0-3 23 0,-5-9-82 0,5 12-71 16,-5-12-77-16,0 0-34 0,0 0-22 15,0 0-50-15,0 0-43 0,-14-9-130 0,6 0-274 16,1-1-517-16</inkml:trace>
  <inkml:trace contextRef="#ctx0" brushRef="#br0" timeOffset="107459.8174">12675 5785 171 0,'0'0'424'0,"-9"-9"-95"0,9 9 11 16,-7-9-79-16,7 9 18 0,-7-8-35 15,7 8-37-15,-6-9 46 0,6 9-21 0,-7-8 13 16,7 8-23-16,-5-7 3 0,5 7-9 0,0 0-2 0,-6-8-11 16,6 8-13-16,0 0-18 0,-5-7-16 0,5 7-16 15,0 0-17-15,0 0-22 0,0 0-22 0,-8-6-18 16,8 6-12-16,0 0-18 0,0 0-4 15,0 0-4-15,-6 8 9 0,6-8 3 0,-4 19 2 0,2-4 9 16,0 2 19-16,-2 7-12 0,3 2 19 0,-1 7-13 16,2 3 11-16,-2 3-17 0,2 7 51 0,2 2-50 15,0 2 42-15,1 3-8 0,1 1-36 0,3 10 46 16,2 1-24-16,0 2 26 0,1 0-35 0,4 2 8 16,0 1-1-16,2 3 39 0,-1 2-51 0,1 2 36 15,2 0-35-15,0 0 41 0,0 4-45 0,0 0 7 16,2 3 17-16,3 16 2 0,-1 1-5 0,-2 0 55 15,-2-13-85-15,3 13 68 0,1 1-81 0,-5-16 9 16,4 18-3-16,2-1 8 0,0 2 4 0,-2-1-4 16,2-1 8-16,0 1-18 0,-2-2-7 0,2-2-12 15,0 3 29-15,0-1-31 0,-4 0-18 0,4-1 0 0,-5-15 0 16,2 17 0-16,-2-17 0 0,3 17 0 16,-6-17 0-16,1 3 0 0,-1-1 0 0,2 0 0 0,-4-1 0 15,0 0 0-15,3-2 0 0,-3-1 0 0,1-1 0 16,1-2 0-16,-3 0 0 0,3-1 0 0,1-4 0 15,-2-1 0-15,2-3 0 0,1-3 0 0,-1-3 0 16,0-3 0-16,2-3 0 0,-1-6 0 0,-3-8 0 16,0-2 0-16,0-3 0 0,-2-3 0 0,-3-7 0 15,1-3-99-15,-2-2-78 0,-3-5-24 0,-1-3-15 16,2-2-14-16,-4-4-34 0,0-2-61 0,-2-10-91 16,-2 13-118-16,2-13-46 0,0 0-34 0,0 0-128 15,-14 0-452-15,9-7-804 0</inkml:trace>
  <inkml:trace contextRef="#ctx0" brushRef="#br0" timeOffset="109343.9113">3085 7583 146 0,'-18'3'196'0,"18"-3"-58"16,-18 2-21-16,18-2-26 0,-18 0-26 0,18 0-12 16,-19 0-7-16,19 0-9 0,-20 0-9 0,20 0-8 15,-22 0-3-15,22 0-9 0,-23-2 6 0,23 2-8 16,-23 0-1-16,23 0-2 0,-25 0 3 0,25 0 0 15,-23 0-3-15,23 0-3 0,-21 0 6 16,21 0-5-16,-18 0 1 0,18 0-11 0,-16-3 18 0,16 3 25 16,-14-1 4-16,14 1 1 0,-11-4-17 0,11 4 1 15,-10-4-11-15,10 4 3 0,-9-8-5 0,9 8 4 16,-7-7-2-16,7 7 7 0,-7-6 4 0,7 6 6 16,-8-8 4-16,8 8 10 0,-6-7 0 0,6 7 7 15,0 0-13-15,-9-9 7 0,9 9-16 0,0 0 15 16,-9-7-16-16,9 7 19 0,0 0-10 0,-11-6 20 15,11 6-23-15,0 0 27 0,0 0-20 0,-7-8 24 0,7 8-29 16,0 0 36-16,0 0-26 0,0 0 36 16,0 0-33-16,-7-5 49 0,7 5-44 0,0 0 47 0,0 0-49 15,0 0 46-15,0 0-53 0,0 0 41 16,0 0-39-16,0 0 36 0,0 0-31 0,0 0 39 0,0 0-17 16,4-10 1-16,-4 10-16 0,0 0 25 0,13-5-12 15,-13 5 14-15,16-5-30 0,-6 3 19 0,3-1-22 16,2-1 24-16,2-1-12 0,4 0 12 0,3 0-6 15,2-1 6-15,4-1-12 0,3 0 1 0,2 0-19 16,7-1 4-16,0-1-12 0,1 1-2 0,2 1-12 16,1-1 3-16,2 1-4 0,0 0-6 0,2 0-4 15,2-1 3-15,-1-1-8 0,1 2 0 0,0-1 2 16,-2 0-5-16,1-1 5 0,-1 0 5 0,-1 0 5 16,-2 2 1-16,-1-2 9 0,-1 0-5 0,-2 2 4 15,0-2 4-15,-7 2-12 0,0 1 3 0,-1-2-1 16,0 2-2-16,-1-1-8 0,0 2 4 0,-1-1-9 15,2 1 10-15,-2 1-12 0,0-2 5 0,1 0-6 16,-1 0 4-16,1 0-5 0,0 0 3 0,2-1-8 0,0 1 8 16,9-1-6-16,-2-2 4 0,0 0-3 15,1 0 4-15,3-1-8 0,-1-1 1 0,4 1 4 16,1 0 3-16,9-6-5 0,3 4 5 0,0-2-9 16,2 0-1-16,0-1 4 0,-1 2 1 0,1 0 1 0,-1 1-1 15,-9 2 3-15,-1-1-4 0,0 2 0 0,0-2 0 16,-2 2 3-16,0-1-1 0,0 1-1 0,0 1 0 15,-1 0-1-15,0-1 2 0,1 0-6 0,-2 1 4 16,1 0 3-16,1-1-2 0,-1 1 0 0,3 0-1 16,0-1 0-16,2 0-4 0,10-2 7 0,3 0-3 15,0 1 0-15,4 1 0 0,-1 1-2 0,3-2 3 16,2 2-2-16,0-1 3 0,1 1 0 0,-1 1 0 16,1 0-2-16,0-1-3 0,-2 1 5 0,0 1-3 15,1 2 3-15,-3-2 1 0,0 0-3 0,-1 2 1 16,-3-1-3-16,-9 1 2 0,0 0 2 0,-1 0-2 15,0 1 2-15,-1-1 1 0,0 1 1 0,-1-1-6 16,2-2 2-16,-1 3 0 0,2-2 0 0,0 1 0 16,10-2 0-16,-9 2-3 0,9-1 2 0,-9 2 2 0,-1-1 1 15,1 0-3-15,-1 1 3 0,-1-1-1 16,0 2 1-16,-1-1-4 0,-1 0 1 0,0 1 3 16,-2-1-5-16,-1 2 4 0,-3 0 1 0,1-2-1 15,-2 2-1-15,-1 0 1 0,-1 0 2 0,-6-1-3 0,-1 1 0 16,1-2 4-16,-2 3-4 0,3-2 0 15,-3 0 1-15,2 1 0 0,-1 0 1 0,-1-1-3 16,3 1 2-16,-3-1-2 0,1 1 2 0,7 0-3 0,-7 1 2 16,1-2 4-16,0 0-5 0,-2 1 2 0,1 1-1 15,-2-1 2-15,-2 1-7 0,1 0 3 0,-7 0 0 16,-2 1-1-16,0-1 4 0,-5 1-4 0,-1 0 2 16,-3 0 1-16,-2 1-2 0,0-2-7 0,-1 0-12 15,-6 1-7-15,-12-1-6 0,23 1 7 0,-23-1 5 16,13 2 3-16,-13-2 4 0,0 0-1 0,0 0 1 15,0 0 0-15,-7 12 5 0,7-12-3 0,-18 6 3 16,8-3 2-16,-1-1 1 0,-2 1 3 0,2 0-2 16,-1 1-1-16,-2-2 4 0,2 2 4 0,-1-3-3 15,1 2 2-15,0 0 0 0,0-2-5 0,1 2 2 0,11-3 4 16,-21 4 1-16,21-4-2 0,-16 2-3 16,16-2-22-16,-14 3-46 0,14-3-69 0,-13 1-83 15,13-1-57-15,0 0-94 0,-18 1-167 0,18-1-393 16,-13-2-509-16</inkml:trace>
  <inkml:trace contextRef="#ctx0" brushRef="#br0" timeOffset="109711.4413">10116 6547 278 0,'0'0'325'0,"5"10"-108"16,-5-10-41-16,0 0-52 0,0 0-29 0,0 0-53 0,7 7-38 16,-7-7-40-16,0 0-34 0,0 0-29 15,5 6-233-15,-5-6 209 0</inkml:trace>
  <inkml:trace contextRef="#ctx0" brushRef="#br0" timeOffset="111692.2446">10250 6744 65 0,'0'0'332'0,"0"0"-67"0,0 0-40 16,0 0 6-16,0 0-10 0,9 5-22 0,-9-5-17 15,0 0-21-15,0 0-21 0,15 3-11 0,-15-3-35 16,0 0 3-16,15 5-7 0,-15-5-5 0,11 4-9 16,-11-4-13-16,14 6 24 0,-14-6 22 0,19 6-21 0,-10-1 16 15,2-1-1-15,2 0 7 0,0 1-8 16,5-2 4-16,-3 0-13 0,3 2 6 0,1-2-20 15,2-1-6-15,3 1 1 0,2 0-25 0,-1-1 5 16,3 0-25-16,0 1 14 0,1-1-24 0,1 0 14 0,1 1-24 16,5-2 13-16,-1 1-15 0,3-1 15 15,1 2-21-15,1-3 17 0,2 2-18 0,0 0 12 0,8-1-16 16,-1 2 3-16,3-3-6 0,0 2 7 0,-1-2 0 16,1 1-2-16,0 0 15 0,1 0-14 0,-3 0 16 15,-1 0-21-15,-6-1 18 0,-1 0-16 16,2 1 14-16,-2 1-20 0,-2-1 17 0,1 0-14 15,-1 2 3-15,-2-1 2 0,3-1-3 0,-3 0 0 0,0 2-5 16,2 0 9-16,0-3-5 0,0 2 5 0,0 1 1 16,1-2 3-16,1 2-2 0,-2-1-1 0,3-1 0 15,-3 1-3-15,-1 1 5 0,0-2-2 0,-2 0 2 16,-1-1 16-16,-5 2-22 0,1-1 3 0,-3 0-6 16,0 0 6-16,-3 0 0 0,0 0 0 0,-2 0-2 15,-3-1 3-15,0 2 0 0,-2-2-5 0,1 1 5 16,-2-1 3-16,-2 0-3 0,-1 0 0 0,-1 0 7 15,-1 1 1-15,1-1-3 0,-1 0 9 0,-13 0 0 16,25 2 3-16,-25-2 3 0,21 0 8 0,-21 0 8 16,17 0 0-16,-17 0 12 0,16 1 2 0,-16-1 8 15,14 0 2-15,-14 0 1 0,0 0 8 0,18 0 1 16,-18 0 12-16,0 0-19 0,13-1 13 0,-13 1-10 16,0 0 4-16,0 0-6 0,14 0 2 0,-14 0-2 15,0 0 0-15,0 0-7 0,0 0-3 0,0 0 10 16,13 1-23-16,-13-1 24 0,0 0-21 0,0 0 24 0,0 0-28 15,0 0 24-15,0 0-30 0,0 0 22 0,0 0-25 16,0 0 29-16,0 0-35 0,14-1 40 0,-14 1-46 16,0 0 34-16,0 0-43 0,0 0 37 15,0 0-42-15,0 0 30 0,13 1-40 0,-13-1 40 16,0 0-38-16,13 0 34 0,-13 0-36 0,14 2 36 0,-14-2-18 16,23-2 10-16,-10 4-35 0,3-2 33 0,2 0-34 15,4 0 32-15,-1 0-36 0,3 1 40 0,3-1-40 16,0 2 35-16,2-1-37 0,-2 1 37 0,2-1-34 15,-1-1 36-15,1 1-38 0,0 1 39 0,-3 0-39 16,3-1 36-16,-1 0-32 0,1 0 33 0,0 0-38 16,0 2 48-16,1-3-46 0,-1 0 38 0,0 1-33 0,2-1 40 15,-1 2-36-15,1-2 41 0,0 0-35 16,-1 0 36-16,1 0-37 0,1 0 48 0,-1 0-53 16,0 0 36-16,-1 0-40 0,1-2 39 0,-2 2-36 15,-1 0 36-15,-2 0-36 0,-2 0 37 0,-1 0-34 0,-2 0 43 16,0 2-39-16,-4-2 37 0,1 0-31 15,-3 0 38-15,-1 0-33 0,-3 1 41 0,-11-1-31 16,21 0 42-16,-21 0-30 0,17 0 43 0,-17 0-37 0,16 0 41 16,-16 0-38-16,0 0 42 0,17 0-36 0,-17 0 62 15,0 0-59-15,15 0 8 0,-15 0 2 16,0 0 7-16,0 0-2 0,13-1 1 0,-13 1 7 0,0 0 5 16,0 0 7-16,0 0 18 0,0 0-42 0,14 0-60 15,-14 0 0-15,0 0 0 0,0 0 0 0,0 0 0 16,0 0 0-16,0 0 0 0,0 0 0 0,10-2 0 15,-10 2 0-15,0 0 0 0,0 0 0 0,0 0 0 16,0 0 0-16,0 0 0 0,0 0 0 0,0 0 0 16,0 0 0-16,0 0 0 0,0 0 0 0,0 0 0 15,0 0 0-15,0 0 0 0,0 0 0 0,0 0 0 16,0 0 0-16,0 0 0 0,12-1 0 0,-12 1 0 16,0 0 0-16,0 0 0 0,0 0 0 0,0 0 0 15,0 0 0-15,0 0 0 0,0 0 0 0,0 0 0 0,0 0 0 16,0 0 0-16,0 0 0 0,0 0 0 15,0 0 0-15,0 0 0 0,0 0 0 0,0 0 0 16,0 0 0-16,0 0 0 0,0 0 0 0,0 0 0 0,0 0 0 16,0 0 0-16,0 0 0 0,0 0 0 0,0 0 0 15,0 0 0-15,0 0 0 0,0 0 0 16,0 0 0-16,0 0 0 0,0 0 0 0,0 0 0 0,0 0 0 16,0 0 0-16,0 0 0 0,0 0 0 15,0 0 0-15,0 0 0 0,0 0 0 0,0 0 0 0,0 0 0 16,0 0 0-16,0 0 0 0,0 0 0 15,0 0 0-15,0 0 0 0,0 0 0 0,0 0 0 0,0 0 0 16,0 0 0-16,0 0 0 0,0 0 0 0,0 0 0 16,0 0 0-16,0 0 0 0,0 0 0 0,13 0 0 15,-13 0 0-15,0 0 0 0,13-2 0 0,-13 2 0 16,19-1 0-16,-6 1 0 0,1-1 0 0,5 1 0 16,0-1 0-16,2 1 0 0,0 0 0 0,5-1-12 15,0-2-24-15,3 0 11 0,-1 0-5 0,8-1 1 0,1-2-4 16,-1 1-3-16,11-1-5 0,-4-1 7 15,2 3-5-15,0-4 0 0,-1 2 2 0,-6 2 16 16,-3-1-7-16,3 0-2 0,-2 0 5 0,0 1-1 0,-2 1 4 16,1 0 5-16,0 0 3 0,-1 1 0 0,1-2 4 15,1 3 9-15,1 1-9 0,-1 0 1 16,-1 0 1-16,-1 0 4 0,3-2-2 0,-1 2 4 0,-3 0-3 16,1 0 2-16,3 0 1 0,-1 2 2 0,-3-2-2 15,0 0-1-15,4 0 4 0,-5 0-1 0,0 0 2 16,0 0-2-16,0 0 0 0,-1 0 0 0,-1 0-1 15,0 0 2-15,0 0-3 0,0 0 4 0,-1 0-1 16,0 0 1-16,0 0-3 0,-1-2 4 0,1 1-2 16,-1-1-1-16,0 1 0 0,-1 0 1 0,0-1 0 15,-1 0-1-15,1 0 2 0,0 0-2 0,0 0 0 0,0 0-2 16,0 0 2-16,-1-1 0 0,1 2-1 16,-2-1 1-16,2 0-1 0,0 1-1 0,0-1 0 15,-1 0 2-15,0 2-2 0,0-2 4 0,-4 2-3 0,0 0 1 16,1-1 0-16,-2 1 1 0,2 0-3 15,-1 0 2-15,-1-1 1 0,5 2-1 0,-4-1-1 16,0 0 2-16,-2 1 0 0,2-1-3 0,0 0-2 16,0 0 6-16,-1 0-1 0,1 0-2 0,0 2 1 0,-1-2 2 15,1 2-4-15,0-2 5 0,-2 1-2 0,1-1 0 16,-1 0 1-16,-1 1 0 0,0-1 1 16,1 0-2-16,-5 1 5 0,1-1-2 0,-1 0-3 0,0 0 5 15,-1 0 8-15,1 0-8 0,-2 0 5 0,-1 0-1 16,2 0 1-16,-14 0-4 0,25 0 1 0,-25 0 2 15,23-1-4-15,-23 1 4 0,23-1-7 0,-23 1 1 16,23 0-3-16,-10-1 2 0,-13 1-2 0,23-2 0 16,-11 0 2-16,-12 2-4 0,25-1 1 0,-12 0 1 15,-1 1-1-15,1-2 0 0,-1 0-1 0,0 1 1 16,1 0 0-16,0 1-1 0,1-2 7 0,-1 1-4 16,-1-1-4-16,1 1 4 0,-13 1-1 0,23-1-2 15,-23 1 6-15,19-2-1 0,-19 2 1 0,17-2-3 16,-17 2-1-16,13-2 3 0,-13 2-5 0,14-1 0 15,-14 1-1-15,0 0-1 0,16-1 2 0,-16 1 2 16,0 0-4-16,16-2-1 0,-16 2-20 0,0 0-20 16,13-2-36-16,-13 2-45 0,0 0-42 0,0 0-62 0,15-3-59 15,-15 3-71-15,0 0-131 0,0 0-125 16,7-8-152-16,-7 8-664 0,-5-6-1040 0</inkml:trace>
  <inkml:trace contextRef="#ctx0" brushRef="#br0" timeOffset="112628.0611">20532 6114 102 0,'-2'-15'465'0,"0"1"-115"0,-1 1-43 0,1-3 9 15,1 0-40-15,0-1-21 0,0 1-15 0,-1-1-32 16,1-1 46-16,-1 1-44 0,0 0-20 0,0 0 26 16,-1-1 3-16,0 1 10 0,0-1-45 0,0 3 2 15,-1-2-8-15,0 2 15 0,2 1 7 0,-1 3-21 16,1 0-22-16,-1 2-39 0,3 9-26 0,-3-16-27 15,3 16-17-15,-3-12-12 0,3 12-7 0,0 0-1 16,0 0-10-16,0 0 0 0,-12 11-1 16,9-2 7-16,1 7 11 0,0 4 21 0,2 6-9 0,0 8 56 15,2 9-3-15,1 7 69 0,4 3-39 0,0 13 41 16,3 4 1-16,0 1-25 0,4 4 45 0,0 5-58 16,2 1 8-16,0 5-5 0,4 17-8 0,0 1 70 15,-1-1-84-15,0 2-7 0,0 0 23 0,-2-1-32 16,0 5-31-16,-3-1-68 0,1 2 0 0,-3 1 0 15,-5-16 0-15,0 1 0 0,1 19 0 0,-4-15 0 16,0 17 0-16,-2-19 0 0,0 2 0 0,1 2 0 16,-3-7 0-16,3 5 0 0,1 20 0 0,1-2 0 15,-3-18 0-15,0-1 0 0,0-1 0 0,0-3 0 16,0-4 0-16,1-1 0 0,-2-6 0 0,3-2 0 16,-1-4 0-16,1-5 0 0,1-2 0 0,-2-18 0 0,-1 1 0 15,2-4 0-15,-2-4 0 0,0-10 0 0,-1-4 0 16,0-5 0-16,0-6-259 0,-1-4-184 0,0-17-97 15,-2 20-109-15,2-20-86 0,0 0-96 0,0 0-671 16,-9-15-1129-16</inkml:trace>
  <inkml:trace contextRef="#ctx0" brushRef="#br0" timeOffset="113626.8348">20868 6067 324 0,'-6'-11'357'16,"2"0"-26"-16,0 1-66 0,0 0-19 0,1-1-72 15,-1 0 21-15,1-3-66 0,-1 1 5 0,-1-2-17 16,2 1 39-16,-1 1-66 0,1-4 24 0,-1 3-27 15,0-1 38-15,0-1-27 0,0-1 5 0,-1 1-26 16,0-1 8-16,0 2-36 0,0-1 43 0,-1 0-13 16,1 0 13-16,-1 0-15 0,0 1 7 0,1 1-5 15,-1-1 7-15,1 2-23 0,-1-1 4 0,1 2-12 16,0 0 0-16,2 0-16 0,-1 2-5 0,-1-1-9 0,1 1 11 16,-1 0-6-16,1 1 13 0,0 0-14 15,4 9 2-15,-7-17-14 0,7 17 2 0,-7-15-8 16,7 15-5-16,-5-11 1 0,5 11 4 0,-7-13-5 15,7 13 6-15,-7-11-8 0,7 11 2 0,-6-10-1 16,6 10-5-16,-7-9 0 0,7 9 5 0,-6-9-2 0,6 9 1 16,-5-7 0-16,5 7-1 0,0 0-3 0,-8-10 5 15,8 10-4-15,0 0-3 0,-6-8 3 16,6 8-1-16,0 0 2 0,-6-7-2 0,6 7-1 16,0 0 0-16,-9-5 0 0,9 5 0 0,0 0 0 15,-9-4-3-15,9 4 6 0,0 0-5 0,-12-2 2 16,12 2 0-16,0 0 0 0,-16 0 0 0,16 0 0 15,0 0-3-15,0 0 4 0,-15-1 0 0,15 1-4 16,0 0 6-16,0 0-1 0,0 0 1 0,-14 0 5 16,14 0 4-16,0 0 7 0,0 0 1 0,0 0 8 0,0 0 9 15,0 0 22-15,0 0 22 0,0 0 9 16,18-2 0-16,-3 2 1 0,7 0-2 0,16-1 4 16,13 0-11-16,8 1-2 0,19-3-3 0,11 3-11 15,12 0 10-15,11 0-3 0,31 1-15 0,5 1-11 16,7 0-5-16,5 2-4 0,6 0-11 0,4 0-2 0,0 1-2 15,0 2-26-15,3-1 26 0,-1 0-4 0,-5 0 1 16,-5 0-2-16,-8-4 2 0,-9 4-6 16,-9 0 0-16,-27-1-2 0,-7 1 0 0,-8-4-3 0,-9 3-2 15,-7-3-2-15,-17 1 8 0,-5-1-8 0,-7-1-3 16,-9 2 4-16,-3-2 0 0,-8-1-2 0,-2 0-5 16,-6 1-12-16,0-1-27 0,-3 0-25 0,-2-1-31 15,-2 1-24-15,-1 0-21 0,-1 0-19 0,-12 0-25 16,21 0-45-16,-21 0-26 0,17 0-82 0,-17 0 16 15,13 0-63-15,-13 0-38 0,0 0-95 0,14 1-347 0,-14-1-414 16</inkml:trace>
  <inkml:trace contextRef="#ctx0" brushRef="#br0" timeOffset="114576.8071">24231 5634 146 0,'0'0'239'0,"-21"-3"-42"0,21 3-22 0,-16 0-27 16,16 0-8-16,-18-3-18 0,18 3 5 0,-17 0-18 15,17 0 10-15,-14-2-25 0,14 2 9 16,-14-1-38-16,14 1 22 0,-13-2-34 0,13 2 37 0,-12-1-30 16,12 1 34-16,0 0-39 0,-15-2 36 0,15 2-52 15,0 0 42-15,-12-4-33 0,12 4 35 0,0 0-34 16,0 0 51-16,-12-6-42 0,12 6 32 0,0 0-47 16,0 0 25-16,-2-10-42 0,2 10 30 0,9-8-30 15,-2 2 36-15,4-1-6 0,4 0 50 0,5-2 4 16,10-3 31-16,12-3 7 0,7 1 19 0,18-5-10 15,10-2-9-15,12 0-17 0,27-2-18 0,8-1-16 16,7 1-14-16,4-1 8 0,7 3-33 0,5-2-11 16,3 3-9-16,-1-1-5 0,2 0-7 0,-2 3-7 15,-1 3-1-15,-2-2 0 0,-5 3-9 16,-5 1 5-16,-8 1-12 0,-25 3 2 0,-3 0 6 0,-4 2-8 16,-7 0 2-16,-4 1-2 0,-4 0 6 0,-20 3-7 15,-3-2 9-15,-7 2-10 0,-3 0 4 0,-10-1-7 16,-2 1 10-16,-7 1-9 0,-4 0 7 0,-2 1-5 15,-1-1 11-15,-4 0-13 0,-2 1 7 0,-3 0-15 16,1-1 3-16,-3 0-17 0,-11 2-10 0,21 0-20 16,-21 0-28-16,15-1-24 0,-15 1-34 0,13-1-18 15,-13 1-55-15,0 0 5 0,16-1-37 0,-16 1 44 16,0 0-27-16,11 3-15 0,-11-3-8 0,0 0-39 16,10 6-67-16,-10-6-337 0,0 0-199 0</inkml:trace>
  <inkml:trace contextRef="#ctx0" brushRef="#br0" timeOffset="115045.6513">27120 5106 82 0,'-15'-2'397'0,"3"1"-75"0,0-2-30 0,1 1 14 0,0-1-58 16,11 3 13-16,-18-6-66 0,18 6 32 15,-14-5-41-15,14 5 2 0,-11-6-52 0,11 6 3 0,0 0-29 16,4-12 28-16,8 6-8 0,7-1 28 0,11 0-5 16,13-3-5-16,13 3 15 0,18-2-7 15,12 0-19-15,8 3-14 0,9-1-23 0,25-1-7 0,9 2-12 16,2-2-7-16,3 0-22 0,-1-1-13 0,0 1-2 15,-1-2-6-15,-1 1-11 0,0 0-4 0,-5 1 0 16,-6-1-1-16,-22 3-10 0,-5-1 2 0,-3 0-6 16,-5 2 1-16,-4-1-1 0,-6 1 1 0,-5-1 2 15,-4 2-1-15,-17 0 7 0,0 1-7 0,-6-2-1 16,-3 2 3-16,-6 0-2 0,-4-1 2 0,-3 1-5 16,-2-1 2-16,-6 1 3 0,0-1 1 0,-2 2-9 15,-4-2-11-15,-3 2-20 0,-1 0-29 0,-3-1-37 16,-1 2-40-16,-2 0-41 0,-11 1-50 0,18-3-26 15,-18 3 13-15,16-1 13 0,-16 1 19 0,0 0 7 16,0 0 1-16,0 0-8 0,0 0-22 0,0 0-38 16,-20 1 27-16,6 0-32 0,-4-1 37 0,-1 2-214 15,-3-2 73-15</inkml:trace>
  <inkml:trace contextRef="#ctx0" brushRef="#br0" timeOffset="117662.8287">29946 4801 194 0,'-23'-3'201'0,"2"2"-37"15,0-2-2-15,3 1-9 0,-1-1 4 0,1 0 6 16,4 2 16-16,1 0 13 0,1-1 9 0,1 0-6 15,11 2-7-15,-18-2 16 0,18 2-80 0,0 0-10 16,-10-6 3-16,10 6 9 0,0 0 17 0,19-2 11 16,-4 1-1-16,8 2 0 0,8 0-6 0,11 1-15 15,11 3-18-15,6-2-9 0,11 2-13 0,2 0-5 16,2 0-9-16,-3 0-2 0,1-2-5 0,1 2-9 16,0-3 2-16,5 3-11 0,0 0 44 0,3 0-76 15,2 0 51-15,-1 0-70 0,-2 1 56 0,-2-1-68 16,-3 1 63-16,-3-2-68 0,-11-1 57 0,-2 0-68 15,-3-1 63-15,-2-1-66 0,-4 0 72 0,-7 0-73 0,-3 0 67 16,-2-2-65-16,-5 0 65 0,-2 1-62 0,-1-1 63 16,-2-1-61-16,-1-1 77 0,-2 1-57 0,-3-3 84 15,-3 4-63-15,0-3 70 0,-3 2-78 0,1-1 68 16,-4 0-71-16,4 1 72 0,-6-1-74 0,1 2 73 16,-1-2-75-16,-11 3 73 0,21-4-94 0,-10 2 72 15,0 0-78-15,1 1 74 0,-12 1-82 0,22-3 78 16,-8 2-81-16,-14 1 83 0,23-2-86 0,-23 2 80 15,22 0-74-15,-22 0 66 0,19 0-75 0,-19 0 74 16,15 0-71-16,-15 0 76 0,16 0-80 0,-16 0 75 16,15 2-73-16,-15-2 72 0,17 3-69 0,-17-3 74 0,18 5-75 15,-18-5 74-15,16 7-75 0,-16-7 75 0,18 7-75 16,-8-3 82-16,2 4-79 0,2-2 93 16,2 2-77-16,4 3 76 0,1-1-74 0,2 3 72 0,3 0-69 15,0 1 67-15,2-2-73 0,-2 2 66 0,-1-1-74 16,-2-1 69-16,-2 0-62 0,0 0 60 0,-2-2-68 15,0 0 73-15,-2 1-75 0,-4-3 70 0,-1-1-73 16,2 0 70-16,-5 0-67 0,0-2 64 0,0 0-63 16,-1 1 63-16,-8-6-71 0,13 7 67 0,-13-7-62 0,11 7 71 15,-11-7-72-15,9 8 73 0,-9-8-66 16,7 5 63-16,-7-5-66 0,8 5 68 0,-8-5-70 0,0 0 69 16,8 12-67-16,-8-12 71 0,0 0-67 0,7 11 65 15,-7-11-62-15,6 7 63 0,-6-7-61 16,4 12 67-16,-4-12-62 0,6 13 13 0,-6-13 4 0,6 19 6 15,-3-9 6-15,1 1 3 0,0 3 7 0,1 1 4 16,-1 2 7-16,3-2-11 0,-1 6 53 0,0 0-70 16,0-1 54-16,0 2-57 0,2 0 44 0,-3 3-56 15,1-1 49-15,-1-1-54 0,0 3 54 0,2-2-57 16,-1 4 56-16,-1-3-58 0,-2 0 51 0,1 0-53 0,0 0 50 16,-2 0-51-16,1-1 57 0,2 1-62 0,-3-2 14 15,1 1-3-15,-2-1 9 0,1 1-4 0,-1-4 6 16,-1 3 1-16,1-3-3 0,-1 1 5 0,0 0 0 15,1 0 2-15,-3 3 9 0,0-1-1 0,0 1-5 16,0-2 7-16,0 2-5 0,-1-1 5 0,-2 0-3 16,2 0 55-16,-1 1-63 0,0-1 52 0,0-1-53 15,-1 1 50-15,2 1-42 0,-4-2 42 0,3 1-53 16,-1-2 52-16,2 1-61 0,-2 0 55 0,1 1-55 16,0-2 51-16,-1 0-53 0,1 1 52 0,-1-2-49 0,2 1 5 15,-1 1 5-15,1-4 3 0,0 2 4 0,0 1 0 16,0-2 6-16,-1 0-2 0,2 0 0 0,0 0 1 15,-1 3-2-15,0 1 6 0,1-4-1 0,0 2 1 16,-1 2-3-16,1-1-1 0,0 0-1 0,0-2 0 16,0 3 0-16,-2 0 5 0,2-1-5 0,0 2 1 15,0-1 1-15,-1-1-1 0,0 2-1 0,1-2 47 16,-1 1-51-16,1-2 37 0,-1 2-47 0,1 0 42 16,0-3-45-16,-3 3 42 0,3-3-40 0,-1 1-3 15,1 1 11-15,-1-1-1 0,1-1 12 0,0 2 0 16,0-3 8-16,0 1 0 0,2 1-2 0,-2-1 4 0,2 0-4 15,-1 1-3-15,0-2 3 0,1 1-2 0,0 1-29 16,-1-1 30-16,1 0-2 0,0-1-13 0,0 1 15 16,0 0-2-16,0 0-3 0,0 1-2 0,-1-3-2 15,1 1-2-15,0 2 7 0,-1-2-10 0,1 0 0 16,0 2 2-16,-1-3-5 0,0 1 7 0,1 0-5 16,-1 0 4-16,-1-1-1 0,2 2-3 0,-1-2 2 15,1 1-1-15,-1-2-3 0,1 1 3 0,0 0-2 16,0-1 5-16,0 1-3 0,0-1 1 0,0 0-2 15,0 0-3-15,1 0 7 0,0-1-4 0,-1 0-3 16,2-2 2-16,-2 0-2 0,1 1 9 0,-1-1-4 0,0-1-7 16,1 1 2-16,0-1 1 0,-1 1 1 0,0-3-4 15,0 2 4-15,0 1 2 0,0-3-4 16,0 1 2-16,0 0-1 0,-1 0-2 0,0-1 5 0,1-11-34 16,0 23 36-16,0-23-29 0,-3 23 35 0,3-23-31 15,-1 24 34-15,1-24-4 0,-1 20 0 0,0-7-1 16,0-1 2-16,0 0-5 0,0-1-3 0,-1 2 2 15,1-1-2-15,-1 1 5 0,1 0-3 0,0 0 4 0,-1 2-4 16,0 1 6-16,0 0-3 0,1 0 2 16,-1 2-1-16,0 0 1 0,0-2 1 0,0 3 3 15,1 0 5-15,-2 0 2 0,1 0 0 0,-1 5 2 0,2-3 2 16,0 1 4-16,-1 1-3 0,1 1 2 0,0 0 1 16,0-1-5-16,1 2 0 0,-1-2-28 0,0-1 29 15,1 2-31-15,-1 2 30 0,1-1-31 0,0 0 43 16,-1 0-41-16,1 2 32 0,0-1-32 0,0-1 34 15,0 1-39-15,-1 1 34 0,0-1 0 0,1 0-5 16,-1 0 4-16,0 1-13 0,1-1 1 0,-1 1 3 16,0-1-4-16,0-1 1 0,1 0-3 0,-1 0-1 0,0 0 1 15,0 0-4-15,0-1-2 0,0-1 7 0,-1-2-23 16,2-1 18-16,-2 1-30 0,2-1 34 16,-1 0-31-16,-1-1 38 0,1 0-37 0,0-1 36 0,-1 1-34 15,1-3 39-15,0 1-33 0,-1 0 29 0,1-1-35 16,-1 0 34-16,0-3-30 0,1 0 37 0,-1-1-41 15,1 1 35-15,0-1-32 0,1-12 40 0,-2 23-36 16,2-23 28-16,-3 20-31 0,0-10 35 0,3-10-35 16,-1 16 37-16,1-16-38 0,-3 13 33 0,3-13-29 15,-2 14 35-15,2-14-34 0,-2 11 28 0,2-11-35 16,0 0 35-16,-2 12-33 0,2-12 34 0,0 0-36 0,-3 11 33 16,3-11-32-16,0 0 35 0,0 0-33 0,-3 8 23 15,3-8-33-15,0 0 37 0,0 0-34 0,-8 7 42 16,8-7-39-16,0 0 1 0,-20-1 8 0,20 1-4 15,-20-1 8-15,8-1-6 0,-5-1 0 0,-1 2-1 16,-3-2-3-16,-4 1 2 0,0 0-10 0,-4-1 0 16,-4 0 2-16,-4 1 3 0,0-1 0 0,-1 1-3 15,0-2 3-15,-3 3 6 0,1 0-1 0,-1 0 5 0,-2 1-1 16,2 0 2-16,-2 0 4 0,0 0-1 16,0 2 4-16,-7-1-37 0,1-1 39 0,-2 3-33 0,0-1 42 15,0-1-4-15,-3 1-1 0,-1 1-1 0,-1-2-3 16,-1 1-3-16,-3 1-2 0,2-2-38 0,-3 2 39 15,-1-1-35-15,0 0 41 0,0-1-32 0,-13 3 43 16,1-4-42-16,-4 1 45 0,1-1-38 0,-4 0 38 16,-1-1-37-16,-1-1 41 0,0-1-36 15,-2 1 37-15,0-2-37 0,-1 0 7 0,-2 0 34 0,-2-2-42 16,0 1 45-16,-1 1-37 0,-1 0 36 0,0-3-41 16,1 1 39-16,0-1-39 0,1 2 6 0,-1-2 36 15,0 1-38-15,0-2 35 0,1 2-37 0,2 2 37 16,0-2-38-16,2 0 39 0,1 1-36 15,2 1 32-15,1 0-39 0,-1-1 40 0,3 2-37 0,-2 0 37 16,1 0-34-16,3 0 31 0,0 2-34 0,1 0 34 16,0-1-34-16,3 0 34 0,9 1-40 0,-3 0 9 15,-6 1 3-15,0-3 38 0,10 3-42 16,-15-2 41-16,5 1-43 0,8-2 36 0,1 1-40 0,2 1 41 16,0-1-41-16,0-1 40 0,2 2-37 0,1 0 4 15,-1-2 1-15,3 1 4 0,0 0 33 0,2-2-33 16,-1 3 29-16,3-1-39 0,0-1 39 0,1 2-38 15,1 0 39-15,0-1-41 0,3 0 38 0,-3 1-37 16,2 0 36-16,0-2-33 0,0 1 30 0,3 1-34 16,-3-2 36-16,2 0-34 0,6 3 41 0,2-2-44 15,-3-1 37-15,3 2-36 0,-1 0 34 0,0-1-36 16,1 0 40-16,0 1-39 0,2 0 40 0,-3-1-39 16,3 1 36-16,0-1-34 0,-3 1 32 0,4 0-33 15,-2-1 34-15,0 1-36 0,-1-1 37 0,2 1-27 16,-1-3 25-16,2 3-36 0,-2-2 38 0,1 0-36 15,1 0 35-15,0 1-38 0,-1-1 39 0,0-1-34 0,0 1 33 16,2 0-36-16,-1 1 38 0,-1 0-37 16,1-1 35-16,0 0-39 0,2 1 42 0,-3 0-37 15,0-1 35-15,1 1-39 0,1 1 41 0,-1-1-39 16,1 2 37-16,0-3-37 0,5 3 39 0,-2 0-41 0,1-1 36 16,0 1-34-16,-1-1 34 0,-2-3-37 15,3 4 35-15,0 0-34 0,0 0 37 0,0 0-39 16,1 0 37-16,0 2-37 0,0-1 38 0,-1 0-35 15,1 0 37-15,-1 0-39 0,0 0 37 0,0 0-37 0,-4 0 39 16,-2 1-40-16,1-2 36 0,0 1-38 16,0 0 37-16,-1 0-36 0,0 0 37 0,2 1-39 0,-1-2 34 15,-1 1-38-15,1 1 33 0,0-1-41 0,0 1 30 16,0-1-38-16,0 0 42 0,1 1-41 0,-2-1 43 16,0 1-43-16,1-1 44 0,-1 2-41 0,0-1 41 15,1 1-31-15,0 0 41 0,1 1-39 16,-1 0 36-16,0-1-34 0,2 1 35 0,-2 2-33 0,1-2 35 15,1 2-38-15,-1-1 41 0,-1 0-34 0,1-1 32 16,0 2-34-16,0 0 4 0,1-1 5 0,0 0 1 16,0 2 5-16,-2-2 3 0,3 1-3 0,-1-1 1 15,1 1 8-15,-1-1-2 0,0 1-2 0,1 0 4 16,-3-2-1-16,2 1 3 0,0-1-8 0,-1 2 5 16,0-2 0-16,2 0 1 0,-2 0 1 0,0 2-3 15,2-3 3-15,0 1-1 0,-1 0-2 0,2-1 3 16,-2 2-16-16,1-2 21 0,2 1-7 0,2-1 3 15,2 1 3-15,-5 1-2 0,5-2 12 0,0 1-17 16,0 1 1-16,1-2-3 0,-2 1 1 0,1 0 2 0,0 0 1 16,0 0-6-16,1-1 10 0,-1 0-3 0,1 0 0 15,1 0 2-15,-1-2-3 0,3 0 1 16,2 1-3-16,-1 0 0 0,1-1 0 0,0 0 2 0,1 0 2 16,0 1-2-16,0 0-3 0,1-2 6 0,1 1-6 15,4-1 2-15,-1 2-2 0,4-2-1 0,12 0-10 16,-24 2-19-16,24-2-3 0,-19 1-16 0,19-1-21 15,-15 0-23-15,15 0-25 0,-13-3-54 0,13 3-76 16,-7-6-82-16,7 6-64 0,0 0-51 0,4-14-179 16,7 6-559-16,1-1-797 0</inkml:trace>
  <inkml:trace contextRef="#ctx0" brushRef="#br0" timeOffset="119195.3958">26342 5329 249 0,'0'0'331'16,"10"-3"-58"-16,-10 3-6 0,0 0-62 0,0 0 5 16,8-8-13-16,-8 8-4 0,0 0-12 0,0 0-9 15,4-7-37-15,-4 7-6 0,0 0 2 0,0 0-13 16,0 0-10-16,0 0-14 0,0 0-14 0,5-7-15 15,-5 7-10-15,0 0-6 0,0 0-2 0,0 0 2 16,0 0 3-16,0 0 3 0,0 0 8 0,0 0 9 16,0 0-2-16,0 0 1 0,0 0-8 0,0 0-9 15,0 0-13-15,0 0 4 0,0 0 4 0,0 0-1 0,0 0 2 16,0 0 7-16,12 7 12 0,-12-7 9 0,4 13-5 16,-4-13-7-16,6 20 22 0,-3-5-6 15,1 0 2-15,-2 3 6 0,0 7 4 0,0 0-8 16,-1 1-2-16,1 3 0 0,-2 4 7 0,0 2-3 0,0 0-2 15,0 1 15-15,0 1-42 0,0 1 36 0,-2 1-24 16,2 6 9-16,0 1 31 0,0 1-34 16,2 0 38-16,1 2-44 0,-1 1 18 0,2 0 17 0,1 1 5 15,-1 2-5-15,3 0-2 0,2 9-37 0,0-2 40 16,0 0-37-16,5 1 31 0,-3-2-44 0,2 0 1 16,3 0 35-16,-3 0-48 0,3 0 45 0,-1 0-60 15,-1 0 47-15,2-3-52 0,-4-8 51 0,3 8-53 16,-3-7 51-16,1-2-60 0,0 0 9 0,-1 0-4 15,1-2 5-15,-2 2 1 0,0 0-6 0,0-2-3 16,-1 0 3-16,-2-1 3 0,-1-1 68 0,0 0-82 16,-3 0 80-16,3-3-86 0,-4-3 87 0,-1-2-97 15,0 0 81-15,0-2-88 0,0 1 14 0,-2-2-4 16,0-3 8-16,2-1 5 0,-2-1-2 0,0 1-1 0,0-3 2 16,-2 3-7-16,2-2 0 0,0-1 0 15,0 0 0-15,-2 0 0 0,2 0 0 0,-2 0 0 16,2-1 0-16,-2 0 0 0,2 1 0 0,-2-2 0 0,2 2 0 15,-1 0 0-15,-1-1 0 0,2-1 0 16,0-2 0-16,0 1 0 0,0-1 0 0,0 1 0 0,0 0 0 16,0-2 0-16,0 1 0 0,0 0 0 15,3-1 0-15,-3-1 0 0,2 1 0 0,-2-2 0 0,2 2 0 16,-2-2 0-16,2 0 0 0,0 0 0 0,-2 0 0 16,2-1 0-16,0-1 0 0,-1 1 0 15,1 0 0-15,-2-1 0 0,2 1 0 0,-2-2 0 0,2 1 0 16,0 0 0-16,1 0 0 0,-2-1 0 0,1-1 0 15,-2 0 0-15,2-1 0 0,-2 1 0 0,2 3 0 16,0-5 0-16,0 2 0 0,0-1 0 0,-1 0 0 16,1 0 0-16,0 1 0 0,0-3 0 0,0 2 0 15,0-2 0-15,0 1 0 0,-1 0 0 0,2 0 0 16,-1-2 0-16,0 0 0 0,0 1 0 0,-2-11 0 0,2 20 0 16,1-10 0-16,-3-10 0 0,4 20 0 15,-4-20 0-15,4 19 0 0,-4-19 0 0,2 17 0 16,-2-17 0-16,3 18 0 0,-3-18 0 0,4 17 0 0,-4-17 0 15,5 18 0-15,-5-18 0 0,3 17 0 16,-3-17 0-16,4 16 0 0,-4-16 0 0,4 18 0 16,-4-18 0-16,2 18 0 0,-2-18 0 0,5 19 0 15,-5-19 0-15,4 18 0 0,-2-8 0 0,-2-10 0 0,6 20 0 16,-6-20 0-16,4 19 0 0,-4-19 0 0,2 20 0 16,-2-20 0-16,2 19 0 0,-2-19 0 0,2 19 0 15,-2-19 0-15,0 19 0 0,0-19 0 0,0 20 0 16,0-20 0-16,0 17 0 0,0-17 0 0,-2 17 0 15,2-17 0-15,0 14 0 0,0-14 0 0,0 13 0 16,0-13 0-16,-2 11 0 0,2-11 0 0,0 0 0 16,0 13 0-16,0-13 0 0,0 0 0 0,0 0 0 15,0 0 0-15,0 12-296 0,0-12-131 0,0 0-73 16,-6-6-139-16,6 6-106 0,-8-14-228 0,1 2-491 0,-1-2-1082 16</inkml:trace>
  <inkml:trace contextRef="#ctx0" brushRef="#br0" timeOffset="131000.6739">10092 11635 668 0,'2'-14'478'16,"-1"1"-103"-16,-1 13-77 0,-1-21-64 0,-1 10-51 15,0 1-25-15,-1 0-6 0,-3 1-8 0,2 2 14 16,-4 0-18-16,2 0 3 0,0 0-28 0,6 7-8 16,-16-7-26-16,16 7 3 0,-21 2-2 0,8 3 17 15,-4 6-11-15,-3 5 28 0,-4 7-23 0,-3 5 16 16,1 5-29-16,-6 9 17 0,-1 3-27 0,1 2 7 16,1 3-28-16,1 0 14 0,3-2-4 0,2 4-7 15,4-2-10-15,5-8-15 0,4-1-16 0,3 2 15 16,3-8-19-16,5-1 19 0,4-2-26 0,5-2 25 15,2-3-26-15,5-3 21 0,4 0-28 0,4-5 27 16,7 0-30-16,0-6 23 0,1-2-31 0,4-5 21 16,0 1-36-16,3-6 15 0,2-1-24 0,0-2 6 15,5-4-31-15,1 0 15 0,-4-4-8 0,0 1 27 16,-4-2-15-16,-6-1 31 0,-2 0-14 0,-4-2 27 16,-2 1-17-16,-3-2 26 0,-4 0 25 0,-3 1 17 15,-2-3-3-15,-4 4 5 0,-2-1 15 0,-1-1 2 16,-2 0 12-16,-2 2-3 0,-1 0-2 0,0-1 19 0,-2 2 5 15,1 1-4-15,-1-1 6 0,0 3-10 0,2 9-10 16,-3-17-10-16,3 17-22 0,-2-13-10 0,2 13-7 16,0 0-5-16,0 0-15 0,0 0 23 0,0 0 40 15,13 8-47-15,-6 1 43 0,1 3-56 0,2 4 39 16,0 1-44-16,3 3 36 0,1 1-45 0,2 3 4 16,-2-1 1-16,2 0-24 0,0 2 21 0,0-3 0 15,1 0 1-15,1-1-8 0,0 0-9 0,-2 0-11 16,0-5 0-16,-2-1-2 0,3-2 1 0,-4 1 10 15,-2-6 2-15,0 1-17 0,-3-1 30 0,0-2-3 16,-8-6 8-16,12 8-1 0,-12-8 6 0,0 0-3 16,0 0-20-16,9-4 18 0,-9 4 1 0,0 0 4 15,-2-18 4-15,2 18 0 0,-6-17 1 0,3 5-2 16,-1 0-2-16,1 2 0 0,0-2-1 0,1 2-1 0,0-2 36 16,3-1-51-16,1 2 18 0,3-2-61 15,3 0 3-15,2 1-76 0,5 0-15 0,2-1-58 16,3 4-66-16,-1 1-57 0,4 1-59 0,0 2-117 0,2 2-67 15,-5 0-449-15,1 3-622 0</inkml:trace>
  <inkml:trace contextRef="#ctx0" brushRef="#br0" timeOffset="132003.1362">11105 12349 1554 0,'-7'-9'742'0,"2"0"-164"15,1 0-94-15,4 9-55 0,-4-18-3 0,4 18-82 16,-1-17-12-16,1 17-82 0,2-16 8 0,-2 16-59 16,5-13-13-16,-5 13-56 0,12-12-1 0,-5 6-51 15,3 3 7-15,2-1-35 0,2 3 7 0,0 1-39 16,5 2 25-16,0 3-28 0,2 2 11 0,0 1-32 16,0 3-20-16,0 3-19 0,1 2-18 0,-3 1-17 0,-4-1-10 15,0-1 5-15,-4 2 8 0,-1-3 5 16,-3 3 14-16,-2 0 18 0,-2-3 8 0,-2 0 7 15,-3-2 2-15,-4 2 9 0,0-3 3 0,-2 1 0 0,-3-1 13 16,-3-2 7-16,-3 0 9 0,-2-3-9 16,-3-1 10-16,-1-2 1 0,1-1 7 0,-1-2-8 15,-2-2 3-15,0-3 0 0,2 0-12 0,0-4 20 0,2 1-5 16,4-3-2-16,1-1-7 0,6 0-7 0,3-1 33 16,3 0-46-16,3 0 38 0,5-3-46 0,3 1 31 15,5-2-52-15,6 0 30 0,5-2-60 16,9-1 26-16,1 1-35 0,4 2 12 0,3 0-38 0,2 0-10 15,1 3-7-15,-2-3-10 0,2 4-17 0,-3 1-5 16,-2-1 17-16,-5 2 18 0,-2 2 22 0,-1-2 18 16,-3 1 15-16,-6 1 11 0,-1 1 19 0,-5 0 33 15,-1 1 53-15,-2-1 8 0,-2 2 22 0,-5-1 11 16,-5 7-6-16,9-13-4 0,-9 13 14 0,0 0-16 16,-4-17 6-16,4 17 0 0,-10-8-13 0,10 8-7 15,-15-6-18-15,15 6 0 0,-14-5-9 0,14 5-6 16,-14 0-25-16,14 0 19 0,-15 6-8 0,15-6-4 15,-12 11 33-15,12-11-54 0,-6 15 41 0,6-15-43 16,0 21 38-16,1-7-46 0,4-1 38 0,3 2-54 16,4 2 26-16,3 2-60 0,5 0 28 0,-2-1-45 0,6 1 17 15,3 0-30-15,2 2 17 0,-3-5 16 16,0-1 5-16,-1 1 1 0,1-1 1 0,-2-2 15 0,0 1 4 16,-7-3 4-16,2-1 10 0,-6-1-17 0,-1-2 32 15,-2 1 8-15,-1-2 9 0,-9-6 1 16,10 10-1-16,-10-10 2 0,0 0 0 0,-2 13 3 0,2-13-8 15,-10 5 8-15,10-5-3 0,-15 4-2 0,15-4-4 16,-18 1-8-16,18-1 6 0,-20-2-16 0,20 2 17 16,-19-6-9-16,11 1-23 0,8 5-11 0,-14-12-19 15,14 12-29-15,-8-14-21 0,8 14-12 0,0-19-5 16,2 7-7-16,4-2 1 0,1-2-4 0,2-1-1 16,2-1-3-16,3-1-7 0,-1-3 14 0,1 1 33 15,1-1 8-15,-2 1 29 0,0 3 21 0,-1 0 48 16,-2 0 27-16,-1 4 46 0,-1 0 1 0,-1 3 47 15,0-1-15-15,-3 3 17 0,1 0-31 0,-5 9 5 16,5-13-37-16,-5 13 4 0,2-11-30 0,-2 11 10 0,0 0-15 16,-7-7-1-16,7 7-11 0,0 0-5 15,-14 1-4-15,14-1-6 0,-8 6-3 0,8-6-4 16,-5 11-3-16,5-11 0 0,0 13-1 0,0-13-1 16,8 18-2-16,2-6 11 0,2 1-12 0,5 0-15 15,3 2-14-15,5 1-14 0,-2-2-10 0,4 1-9 0,-1-1-7 16,3 0-20-16,-1 0 38 0,1-1-11 0,4 2 29 15,-3-2-10-15,-1 0 31 0,-2-1-25 0,0 0 33 16,-2-2-13-16,-3-1 38 0,-4-1-10 0,-2 1 37 16,-1-2 14-16,-4-2 3 0,1 1 32 0,-3-1 7 15,-9-5 1-15,14 10 1 0,-14-10-18 16,2 8 0-16,-2-8-9 0,-8 9-9 0,0-3-6 0,-3-2-8 16,-3 1-10-16,-4 1-10 0,-4 0-9 0,-1-1-2 15,-1 0-9-15,-3 1-21 0,2-2-31 0,0 2-44 16,2-1-45-16,4-2-72 0,-1 1-27 0,3-1-111 15,4 0-91-15,4-1-108 0,9-2-157 0,-14 4-311 16,14-4-602-16</inkml:trace>
  <inkml:trace contextRef="#ctx0" brushRef="#br0" timeOffset="132567.7101">12992 11718 1327 0,'-4'-22'758'0,"-1"-1"-128"0,0 3-128 0,1 3-80 16,-1 2-49-16,1 1-44 0,1 3-27 0,-1 0-89 15,4 11 7-15,-4-14-33 0,4 14 47 0,0 0 4 16,0 0-12-16,-6 18-22 0,6-1-19 0,6 8-23 16,-2 8-21-16,5 9-14 0,0 6-18 0,7 10-16 15,1-2-3-15,6 4-23 0,-5 6 2 0,0 2-26 16,5 0-9-16,1 0-6 0,-1 0-6 0,-1-1-9 15,0-3 3-15,1-3-5 0,-3-3-3 0,3-4 14 16,-9-12-19-16,1-4 15 0,-1-4-20 0,-1-6 10 16,-4-4-18-16,0-4 27 0,-4-5-14 0,1 0 16 15,-2-4-15-15,1 0 16 0,-5-11-17 0,4 14 11 16,-4-14-15-16,0 0 15 0,0 0-19 0,0 0 1 16,-15-4-18-16,8-6-10 0,-5-5-12 0,-1-2-12 15,-3-7-10-15,-3-7-24 0,-2-3-15 0,1-4-18 0,0-2 5 16,-5-8 6-16,2 1 13 0,4 5 39 0,-2 2-9 15,3-1 37-15,1 3-24 0,2 1 17 16,2 4 1-16,5 7 6 0,0 3 3 0,0 3-5 0,5 3-7 16,3 4-4-16,0 0 9 0,2 4 4 0,5 0-4 15,3 3 17-15,3 3 1 0,0 2-1 16,7 2 38-16,5 2-58 0,0 3 28 0,5 5-58 0,1 0 56 16,2 4-44-16,-1 2 32 0,-1 1-33 0,-4-2 6 15,-5 1 2-15,1-2 9 0,-2 2 3 0,-6-4 4 16,-3 0 17-16,-2-1-1 0,-5-1 14 0,1-1 4 15,-6-10 2-15,-6 19 6 0,-5-10-28 0,-1-1 36 16,-7 0 0-16,-4-1-3 0,-2-1-5 0,-7-1-2 16,-1-2-1-16,-1-1-23 0,3 1-4 0,1-1-28 15,1-1-40-15,6-1-72 0,4 0-58 0,1 0-106 16,7-1-66-16,11 1-47 0,-12-5-63 0,12 5-536 16,7-7-653-16</inkml:trace>
  <inkml:trace contextRef="#ctx0" brushRef="#br0" timeOffset="132934.0845">13553 12246 632 0,'6'-9'696'0,"-6"9"-115"0,5-15-76 15,-5 15-60-15,5-13-22 0,-5 13-30 0,3-12-30 16,-3 12-6-16,4-10-102 0,-4 10-6 0,4-8-83 16,-4 8 20-16,7-6-68 0,-7 6 15 15,16-2-60-15,-16 2 30 0,20 1-56 0,-6 2 30 0,1 2-52 16,-1 2 30-16,3 2-50 0,2 0 37 0,-2 2-37 15,1 1-6-15,-1 3-6 16,-2 0 7-16,3 3-21 0,1-1 16 0,-4-1-8 0,0 0-3 0,-3-1-2 16,1 0-2-16,-2-1-1 0,0-3 11 0,-2-1 1 15,-2 0 10-15,0-2 23 0,0-2 55 0,-7-6 36 16,8 8 5-16,-8-8 2 0,0 0 18 0,0 0-9 16,0 0-9-16,5-8 1 0,-5 8-12 0,-5-20-20 15,1 7 0-15,0-3-29 0,0-1 2 0,-2 0-24 16,4-5 6-16,-2 3-18 0,3 1 11 0,1-1-22 15,0 3-3-15,1-2-4 0,1 2-4 0,2 2-15 16,3 0-27-16,0 1-47 0,0 2-56 0,4 1-60 16,3 2-48-16,1 3-43 0,5-1-47 0,-1 5-92 15,0 0-69-15,4 3-46 0,2 1-165 0,-2 0-511 16,-1 2-828-16</inkml:trace>
  <inkml:trace contextRef="#ctx0" brushRef="#br0" timeOffset="133250.8473">14342 12262 326 0,'0'0'803'0,"-10"-10"-96"0,10 10-84 0,-4-13-99 16,4 13-25-16,-3-17-13 0,3 17-66 0,1-19-17 0,-1 19-53 15,4-19-27-15,-2 9-64 0,5 2-26 0,0 0-63 16,0 2-5-16,4 1-50 0,1 2-6 0,0 0-37 16,2 3 6-16,0 3-32 0,2 0 9 0,-1 3-24 15,1 3 10-15,0 1-21 0,0 1 11 0,-1 2-20 16,-3 0-8-16,1 1-2 0,-2 2-4 0,-2-5-7 15,-2 3-2-15,1-2-6 0,-3-1-1 0,-1-1 1 16,-1-1 9-16,-3-9-2 0,2 16 5 0,-2-16 1 16,-9 12 4-16,9-12 1 0,-15 9-2 0,3-5-2 15,1-4 1-15,-4 0-3 0,-4-4 15 0,-1 1-20 0,-2-4-15 16,0-1 26-16,0-1-26 0,0 0-1 0,5-2-57 16,0-2-3-16,2 0-46 0,6-2 17 0,2 0-51 15,3-1-21-15,4 0-19 0,4-2-41 16,6-3-58-16,3-3-18 0,10-3-32 0,3-1-53 0,4 0-16 15,1 0-73-15,5 1-487 0,4-6-577 0</inkml:trace>
  <inkml:trace contextRef="#ctx0" brushRef="#br0" timeOffset="133885.6845">14919 11647 163 0,'11'-19'660'0,"-4"-1"-79"0,0 1-77 0,-2-1-26 16,-1 2-69-16,-1 0 8 0,-2-1-27 0,-1 2-20 15,1-2 3-15,-2 3-49 0,0 0-9 0,1 3-8 16,0 0-21-16,-1 2-48 0,1 11-41 0,0-19-52 15,0 19-22-15,4-12-20 0,-4 12-5 0,11-2 8 16,-2 6 6-16,5 3 6 0,1 5-30 0,4 7 9 16,1 3-21-16,0 7-15 0,1 5-7 0,-2 4-10 15,-2 3-10-15,-1 2-5 0,-1 1-7 0,0 2-4 16,-1 1-3-16,-2-1 8 0,1-1-29 0,-2 0 1 0,1-2-14 16,-2-1 3-16,-1-2-27 0,2-3 3 0,-3-6-21 15,0-3-5-15,-2-4-18 0,-1-3 8 16,3-2 10-16,-4-3 15 0,0-3 14 0,0-1 12 0,-1-2 3 15,-3-10 6-15,6 12 17 0,-6-12-13 0,0 0 25 16,0 0-22-16,0 0 26 0,10-6-30 0,-10 6 28 16,-1-15-17-16,1 15 19 0,-7-18-23 15,1 8 26-15,-1-1-10 0,-2-1 22 0,-3 4-18 0,1 0 4 16,-9-1-5-16,0 1 1 0,-4 3-1 0,-1 1-3 16,-3 2 8-16,0 1-2 0,-2 3 1 0,1 0 10 15,0 2-15-15,5 2 19 0,-1 0-26 0,2 2 17 16,2 1-20-16,4 0 17 0,1 3-17 0,5-3-2 15,2 2 0-15,0 0 1 0,6-1-1 0,1 1 1 16,4 0-8-16,1-1-15 0,7 1-11 0,0-1-30 16,3-1-14-16,4-1-15 0,2 0-27 0,1 0-18 15,1-4 6-15,-2 0-2 0,1-1-4 0,2-1 9 16,0-1 7-16,-1-2-2 0,4-3 15 0,0 0 4 16,0-1 11-16,-1-3 17 0,2-3 11 0,-1-1 18 15,0-3 13-15,-2 0 7 0,-1-2 14 0,-3-1 7 16,-4 3 40-16,0-1 21 0,-4 1 20 0,0 2 13 15,-4 1 8-15,0-1-8 0,-4 1-9 0,-1 2-3 0,-2 10 37 16,0-19-20-16,0 19-14 0,-5-17 5 0,5 17-7 16,-9-12-18-16,9 12-9 0,-9-6-3 15,9 6-16-15,0 0-3 0,-14 0-1 0,14 0-3 0,-6 8 22 16,6-8-28-16,-2 12 25 0,2-12-29 0,6 17 20 16,-1-7-22-16,4 0 13 0,0 2-21 0,2-2 18 15,3-1-24-15,3 2 18 0,1-2-36 0,2 2-31 16,1-2-75-16,1-2-6 0,2 0-92 0,-2-1-73 15,2-2-101-15,1 1-79 0,1-2-78 0,-1 0-105 16,-3-2-530-16,0 0-801 0</inkml:trace>
  <inkml:trace contextRef="#ctx0" brushRef="#br0" timeOffset="134135.0517">16137 12025 563 0,'-6'-13'763'0,"6"13"-189"0,-5-11-87 16,5 11-101-16,-5-7-10 0,5 7-46 0,0 0 7 16,-7-10-28-16,7 10-28 0,0 0-27 0,0 0-33 15,0 0-28-15,-13 5-20 0,13-5-26 0,-5 9-18 16,5-9-22-16,-6 14 27 0,6-14-50 0,-3 16 18 0,3-16-36 16,-1 18 19-16,1-18-40 0,2 20 15 15,1-9-32-15,2-1 26 0,2 1-41 0,0 0 5 16,2 1-87-16,3-5-25 0,1 2-96 0,4 1-80 0,0-3-81 15,3 1-71-15,2-2-83 0,-1-2-77 0,3 1-627 16,0-3-817-16</inkml:trace>
  <inkml:trace contextRef="#ctx0" brushRef="#br0" timeOffset="134338.6585">16834 11965 655 0,'0'0'470'0,"-7"-9"-102"0,7 9-48 0,-7-9-24 16,7 9 7-16,-11-7-35 0,11 7 5 0,-12-7-37 16,12 7-1-16,-13-7-62 0,13 7-5 0,-12-3-52 15,12 3-4-15,-11-2-38 0,11 2 3 0,0 0-36 16,-13-2 15-16,13 2-34 0,0 0 13 0,0 0-46 16,0 0-16-16,0 0-75 0,0 0-73 0,0 0-76 0,0 0-150 15,0 0-99-15,0 0-390 0,0 0-450 0</inkml:trace>
  <inkml:trace contextRef="#ctx0" brushRef="#br0" timeOffset="135201.3506">15571 12009 204 0,'0'0'677'0,"4"-15"-108"15,-4 15-77-15,2-16-28 0,-2 16-76 0,3-14 1 16,-3 14-38-16,1-15 10 0,-1 15-32 0,0-12-34 15,0 12-62-15,0 0-38 0,1-16-35 0,-1 16-34 16,0 0-16-16,0 0 35 0,0 0 23 0,0 0-19 16,-8 13-15-16,5-3 11 0,-1 3-5 0,1 2 1 15,0 2-7-15,1 0 4 0,1 1-34 0,0 4 14 16,2-2-28-16,1 4 2 0,-1 0-29 0,3-1-7 16,2-1-12-16,-2 0-5 0,4 0-7 0,-3-3-7 15,4 0-1-15,1 0-4 0,0-2-5 0,1-3 0 0,1 0-6 16,0-3-7-16,0-2-22 0,1-1-18 0,0-4-18 15,0 0-3-15,0-2 5 0,1-2-1 0,-1-2 4 16,3 0 8-16,-1-4 3 0,1-2 25 0,-1-2-6 16,1-3 14-16,-3-3-11 0,2-2 23 0,-2-4-20 15,-1-1 16-15,0-2-10 0,-3-1 5 0,-2 4 20 16,0-1 9-16,-3-1 13 0,0 2 7 16,-2 3 8-16,1 3-2 0,-5-2-1 0,3 5-6 0,-2-1-5 15,1 2-9-15,0 12-4 0,-1-20-8 0,1 20-4 16,-4-10 9-16,4 10-3 0,0 0 2 0,0 0 4 15,-15 5 5-15,15-5 6 0,-7 12-4 0,7-12-5 16,-3 21 14-16,2-8-16 0,3-1 7 0,1 5-14 16,1 0 6-16,3 1-5 0,3 1-1 0,1-1-11 15,0-1-15-15,3 1-57 0,0-2-55 0,2-1-95 0,0-2-45 16,2 0-94-16,0-1-76 0,0-2-105 0,0 0-64 16,-2-4-163-16,0 0-641 0,-1 0-1004 15</inkml:trace>
  <inkml:trace contextRef="#ctx0" brushRef="#br0" timeOffset="135919.87">16484 11909 734 0,'0'0'609'0,"0"0"-151"0,-2-13-55 0,2 13-51 16,0 0 7-16,-7-12-22 0,7 12 14 0,-8-6-53 15,8 6-15-15,0 0-54 0,-14-3-10 0,14 3-24 16,-11 4-18-16,11-4-8 0,-15 10 7 0,7-3-9 16,-1 2-5-16,0 1-10 0,-1 1 2 0,1 2-13 15,-1 4-16-15,-3-1-24 0,3-1 4 0,-2 2-35 16,3 0 9-16,0 1-33 0,0-1 13 0,2 0-27 0,2 0-5 16,1-1-7-16,1-1 13 0,2-2-20 15,2 1 5-15,2 2-7 0,2-3-5 0,4-1 19 16,2-1-22-16,3 0-3 0,6-2-14 0,1-2-16 15,1-1-12-15,4-2 11 0,2-2-28 0,2-2 15 0,5-2-31 16,1-3 18-16,2-1-32 0,4-4 38 0,-1-3-41 16,-1-3 47-16,0-3-33 0,-3-5 49 15,0-2-32-15,-5-2 9 0,6-9 26 0,-5-2-10 0,-7 3 11 16,-3-3 4-16,-2-2-5 0,-2-1 16 0,-3-2 11 16,0 1 5-16,-4-1 44 0,-2 1-32 0,-1 0 44 15,-3 1-30-15,-2 6 12 0,-2 0 4 0,-2 2 10 16,0 5 9-16,0 1 9 0,-2 4 8 0,1 4-2 15,0 1-10-15,0 1-22 0,0 5-6 0,-1 2-12 16,2 11-5-16,-5-10 16 0,5 10 16 0,-13 6 12 16,5 3-9-16,0 4 16 0,-3 8 22 0,0 6-17 15,-2 9 5-15,0 2-20 0,1 4 3 0,1 0-18 16,1 4-11-16,3 0-7 0,3 2-2 0,2 2-2 16,3-3-13-16,3 0-4 0,3 0-3 0,2-2-7 15,3 0-29-15,0-4-8 0,-1-1-19 0,2-4 18 0,-3-7-14 16,-1-3 21-16,-1-6-6 0,-1 1 7 15,-2-6 8-15,1-1 9 0,-2-3 4 0,0-2 13 0,-4-9-14 16,5 9 14-16,-5-9-14 0,0 0 16 0,0 0-18 16,0 0 10-16,1-14-11 0,-1 14 14 0,-1-22-16 15,1 9 11-15,-1-4-12 0,2 0 3 0,0-2 2 16,1 1 2-16,0 0 3 0,0 0 13 0,2 0 11 16,1 0 3-16,0 2 15 0,4-2 2 0,1 2 3 15,3 0-1-15,3 1-5 0,6-1-4 0,4 0 4 16,7-1 5-16,4 2-26 0,3 3 0 0,4-2-2 15,2 2-5-15,3 4-6 0,-5-3 2 0,4 3-37 16,-2-1-34-16,2 1-45 0,-4 1-66 0,1 2-83 16,-8-1-64-16,0 1-51 0,-3-1-90 0,-5 2-70 15,-2 0-70-15,-2-1-225 0,-5-1-462 0,-2 0-892 16</inkml:trace>
  <inkml:trace contextRef="#ctx0" brushRef="#br0" timeOffset="138422.1194">18644 12028 490 0,'0'0'442'0,"0"0"-43"0,-3-12-53 0,3 12-26 15,-3-8 4-15,3 8-52 0,-3-13-1 0,3 13-23 0,-2-15 5 16,2 15-40-16,-1-18-17 0,1 18-45 0,1-22 6 16,0 10-47-16,2 2 12 0,1-5-39 15,1 2 6-15,3-1-36 0,1 2 14 0,2-4-31 0,2 3 9 16,1 2-28-16,2 1 23 0,1 1-26 0,0 1 19 16,1 5-25-16,1 2 18 0,1 1-24 0,0 3 22 15,1 2-24-15,1 1 16 0,-2 3-21 0,-1 3 23 16,0 1-23-16,-4 1 19 0,0 2-24 0,-4 0 16 15,-2 1-20-15,-3-1 22 0,-1 0-21 0,-5-1 21 16,-1 0 2-16,-5 0-2 0,-3 1-1 0,-3 1-3 16,-4-3 0-16,-4 1-2 0,-5-1-10 0,-2-2 6 0,-3-3-4 15,-1 0-3-15,-2-2-4 0,0-1-6 16,3-3 5-16,2-1-6 0,0-1-7 0,3-4-31 16,2-2-7-16,5-2-42 0,3-1-11 0,6-3-23 0,3-2-9 15,4-3-33-15,4-3 3 0,7-7-6 0,7-7-21 16,5-1 22-16,9-8-50 0,6-1 54 15,5-2 15-15,1 1 20 0,5-1 22 0,0-2-21 0,2 1 73 16,-1-1 41-16,2 1 35 0,-4-1 38 0,0 1 33 16,-3 2 16-16,-3 0 11 0,-5 2 22 0,-7 8 7 15,-2 2 42-15,-5 2 41 0,-2 1 14 0,-5 5 19 16,-3 5-35-16,-2 2 11 0,-2 2-40 0,-1 2-34 16,0 3-33-16,-2 2-9 0,-4 8-32 0,0 0 15 15,0 0-10-15,0 0 11 0,7 15-18 0,-7 1 3 16,2 11-18-16,1 8 2 0,3 11-6 0,2 7-34 15,3 15 7-15,2 3 2 0,4 5-15 0,-1 4 12 16,4 1-19-16,1 1-31 0,2 17-15 0,-2-16-49 16,-1 2-42-16,-1-3-9 0,0-2-27 0,-2-4 16 15,-2-4 3-15,0-7 28 0,-4-4 15 0,-3-13 40 0,-1-3 3 16,-3-9 26-16,-3-3-1 0,-2-5 45 16,-3-3 10-16,-2-1 38 0,-1-4-6 0,-3-2 26 15,-2-4 5-15,-3 0-2 0,-1-4-7 0,-2-3-6 0,-1-2-31 16,-2-4-8-16,0-1 23 0,-4-4-33 0,-5-4 14 15,1-1-27-15,0-5 21 0,-3-4-31 16,2-4 6-16,4-3-46 0,4-4-23 0,5-2-29 16,6 2-27-16,5-4-36 0,6-1-22 0,9-4-40 0,4-2-49 15,9 2-57-15,9-9-30 0,6 0-541 0,7 0-463 16</inkml:trace>
  <inkml:trace contextRef="#ctx0" brushRef="#br0" timeOffset="138720.5131">20994 11172 148 0,'3'-19'794'0,"-1"0"-168"0,-3 2-101 0,-2 0-74 16,-3 0-49-16,-2 2-30 0,-3 1-40 0,-4 3-16 16,0 3-44-16,-7 4-25 0,-5 3-37 0,-8 7-13 15,-8 5-2-15,-4 7-31 0,-10 10 12 0,-1 4-47 16,-2 7-20-16,0 5-6 0,0 6 9 0,-6 13-44 15,13-9-12-15,3 3 17 0,7 0-48 0,4-2 30 0,6 0-41 16,8-1 27-16,8-10-34 0,6 1-1 16,5-3 4-16,6-5 2 0,4-2-4 0,6 2 0 15,8-2 22-15,4-3-26 0,6-3 22 0,4-4-54 0,7-4 7 16,2-3-82-16,4-2-1 0,3-4-80 0,1-3-46 16,1-2-46-16,-1-4-61 0,-7-1-35 15,-1-4-34-15,5-3-152 0,-4-1-102 0,-2-6-293 0,-3-1-537 16</inkml:trace>
  <inkml:trace contextRef="#ctx0" brushRef="#br0" timeOffset="139969.9413">20511 11860 651 0,'-33'-1'685'0,"2"0"-141"0,3 1-35 15,5-1-68-15,3 0 6 0,1 0-57 0,3-1-52 16,4 2-83-16,12 0-48 0,-14-7-52 0,14 7-19 15,0 0-36-15,10-15-11 0,4 8-35 0,8-1-33 16,7 0-78-16,5 0-37 0,3 2-59 0,7-1-44 16,-7 1-55-16,2 1-18 0,-2 1-9 0,0 1-36 15,-3 0-19-15,-4-1-12 0,-3 1 4 0,-2 1 8 16,-2-2 18-16,-4 1 89 0,-3-1 127 0,0-1 95 0,-4 0 90 16,-2 0 83-16,-3-3 42 0,-1 3 28 0,-6 5 15 15,7-15 39-15,-7 15 26 0,3-13 43 16,-3 13-10-16,-1-15 9 0,1 15-16 0,-1-13-32 0,1 13-11 15,-2-11-23-15,2 11-40 0,0 0-46 0,-2-12-34 16,2 12-32-16,0 0-10 0,0 0 25 16,0 0-8-16,0 0-6 0,0 0-16 0,4 12-20 15,-4-12-11-15,6 20 23 0,-2-8-57 0,0 1 25 0,0 2-46 16,0 0 29-16,0 2-45 0,0-1 30 16,-1 0-50-16,0 1-37 0,1-1-19 0,-1 1-43 0,-1-2-59 15,0-2-20-15,0-1-9 0,1 1-24 0,0-2-33 16,-1 0 14-16,-2-11-13 0,5 18 50 0,-5-18 16 15,5 10 35-15,-5-10 2 0,0 0 35 0,15 3 1 16,-15-3 33-16,12-9 0 0,-4 2 24 0,-1-4 8 16,2 0 45-16,-1-1 29 0,1-1 44 0,-1-1 0 15,1 1 36-15,-2 1-5 0,2-1 28 0,-2 3-1 16,-1 1 12-16,0 1-20 0,-2 0-14 0,3 0-19 16,-7 8-11-16,11-9-11 0,-11 9-5 0,10-6 12 15,-10 6-1-15,14-2 1 0,-14 2 2 0,16 5 0 16,-6-1-8-16,-1 2-8 0,2 1-9 0,1 1-8 15,-1 0-14-15,0 1 5 0,1 2-4 0,-1-1-5 0,1-1-3 16,-1 2-3-16,0-1-17 0,0 1 14 16,-1-3-8-16,-2 2-10 0,0-3-17 0,0 0-7 15,-2-1-8-15,-6-6-2 0,11 12 11 0,-11-12 8 0,10 7-5 16,-10-7-16-16,7 6-11 0,-7-6-16 0,0 0-9 16,9-5 12-16,-9 5-9 0,7-9 14 0,-1 1-28 15,0-1 11-15,0-4-11 0,2 0 35 0,1-4-13 16,3 0 16-16,-1 1 12 0,1-2 27 0,-1-1-17 15,0 0 25-15,1 1-16 0,-1 0 28 0,-1 1 2 16,1 2 40-16,-4 1 11 0,0 3 27 0,-1-1 6 16,0 3-6-16,-1 1-7 0,-5 8-14 0,6-13-13 15,-6 13-10-15,6-11-14 0,-6 11-14 0,7-8 0 16,-7 8-1-16,0 0-8 0,11-3 2 0,-11 3-1 16,9 4-1-16,-9-4-1 0,15 7 13 0,-7-4-20 0,2 3 11 15,0-1-14-15,4 1-16 0,-1-2-4 16,1 1-13-16,1 0-14 0,1-1-20 0,-1-2 5 15,-1 0-15-15,1-1 16 0,0-2-23 0,-2-1 30 16,3-2-14-16,-2-3 24 0,1 1 0 0,-2-4 29 16,0-3-13-16,-1-3 20 0,-3-1-14 0,0-3 30 0,-2-2 14 15,-2-3 5-15,-4-3-17 0,0-5 32 16,-1 0-11-16,-3-2 18 0,-1-2 34 0,-2-4-12 0,0 7 32 16,0 2 16-16,0 1 18 0,1 6-28 15,-1 3 41-15,2 4-62 0,1 1 10 0,1 3-56 16,-1 4 23-16,3 10-41 0,0 0 41 0,0 0-25 0,0 0 59 15,4 9-50-15,0 7 40 0,4 7-37 0,-1 7 1 16,1 9 11-16,1 6-3 0,2 4-5 0,-1 13 2 16,-1 3-12-16,0 2 25 0,-2 1-44 0,-1 1-5 15,0 1-4-15,0-1-1 0,1 0 17 0,0 0-20 16,0-1-18-16,1-4-12 0,0-10-6 0,-2-2-9 16,0-2 7-16,0-4 8 0,-1-4 2 0,0-7 0 15,-1-3 7-15,-1-6 1 0,1-2-3 0,-2-6 9 16,0 1 19-16,1-4 35 0,-3-2 15 0,0-13-9 15,1 16-9-15,-1-16-8 0,0 0-7 0,0 0-4 16,0 0-5-16,0 0-6 0,-1-21-5 0,-1 5-7 16,0-3-12-16,-1-5-24 0,-1-7-6 0,1-2-40 0,-1-3-22 15,0-8-21-15,1-1-18 0,2-2 15 16,1-2 8-16,3 1 6 0,2-2-18 0,3 2 12 0,2 1 3 16,4 4 13-16,0-1 8 0,3 8 7 15,0 4 8-15,-1 5 11 0,-2 5 7 0,4 4-8 0,-2 4 30 16,1 3-9-16,0 7 22 0,-1 0-11 0,-1 5 27 15,3 2-25-15,-2 3 21 0,2 4-5 0,-1 3 18 16,-3 2-15-16,1 1 19 0,-3 2-15 0,-1 0 20 16,-1 1-17-16,-2 1 18 0,-2 0-20 0,-1 0 22 15,-2-3-15-15,-1-1 11 0,-1 1-12 0,-1-4-2 16,-1 0 26-16,-3-2-4 0,-2 0-5 0,-4 1-26 16,-3-3 21-16,-4 0-15 0,-5-2-45 0,-2-1-75 15,-2 0-116-15,-2-2-101 0,-1-2-136 0,0-2-783 16,-2 0-870-16</inkml:trace>
  <inkml:trace contextRef="#ctx0" brushRef="#br0" timeOffset="142099.9528">23682 11528 211 0,'0'0'433'0,"0"0"-149"15,0 0-4-15,0 0-81 0,0 0 12 0,-13-2-29 16,13 2 19-16,0 0-27 0,0 0-12 16,0 0-18-16,0 0-42 0,0 0 27 0,0 0-37 0,-13 0 10 15,13 0-24-15,0 0 6 0,0 0-13 0,0 0 5 16,0 0-4-16,0 0 18 0,0 0-6 0,0 0 17 16,0 0-12-16,0 0 18 0,0 0-10 0,0 0 16 15,0 0-21-15,0 0 14 0,0 0-23 0,0 0 16 16,0 0-34-16,0 0 20 0,0 0-35 0,0 0 23 15,0 0-29-15,0 0 17 0,0 0-29 0,0 0 16 16,0 0-30-16,0 0 11 0,0 0-17 0,0 0 16 16,0 0-24-16,0 0 16 0,0 0-20 0,0 0 19 15,0 0-27-15,0 0 23 0,0 0-21 0,0 0 20 16,0 0-18-16,0 0 17 0,0 0-24 0,0 0 15 16,0 0-12-16,0 0 21 0,0 0-24 0,0 0 22 15,0 0-23-15,0 0 24 0,0 0-22 0,0 0 21 16,0 0-22-16,0 0 20 0,0 0-19 0,0 0 20 15,0 0-24-15,0 0 21 0,0 0-18 0,0 0 22 16,0 0-22-16,0 0 23 0,0 0-24 0,0 0 19 16,0 0-15-16,0 0 24 0,0 0-24 0,0 0 23 15,0 0-3-15,0 0-24 0,-9-4 17 0,9 4-10 0,0 0 19 16,0 0-21-16,0 0 21 0,0 0-22 0,0 0 23 16,0 0-25-16,0 0 27 0,0 0-9 15,0 0-1-15,0 0-2 0,0 0 1 0,0 0-5 0,0 0-2 16,0 0 6-16,7-7-2 0,-7 7 0 0,0 0-3 15,0 0 2-15,0 0-1 0,0 0-10 0,0 0 11 16,0 0-1-16,0 0 0 0,0 0-1 0,0 0 3 16,0 0-1-16,0 0-23 0,0 0 28 0,0 0-5 15,0 0 2-15,0 0-3 0,0 0 2 0,0 0 1 16,0 0-4-16,6-6 2 0,-6 6-2 0,0 0 1 16,0 0 1-16,0 0-4 0,0 0-1 0,0 0-17 15,0 0 22-15,0 0 2 0,0 0-4 0,0 0 0 16,0 0 0-16,0 0 0 0,0 0 3 0,0 0-1 15,0 0-17-15,0 0-2 0,0 0 24 0,0 0-3 16,0 0-6-16,0 0 6 0,0 0-2 0,0 0 0 16,0 0-3-16,0 0-17 0,0 0 25 0,0 0-10 15,0 0-15-15,0 0 24 0,0 0-23 0,0 0 24 16,0 0-20-16,0 0 22 0,0 0-22 0,0 0 20 0,0 0-19 16,0 0 20-16,0 0-17 0,0 0 17 15,0 0 0-15,0 0-21 0,0 0 24 0,0 0-3 16,0 0 0-16,0 0-20 0,0 0 21 0,0 0 1 0,0 0-13 15,0 0 10-15,0 0-20 0,0 0 24 0,0 0-5 16,0 0 1-16,0 0-25 0,0 0 22 0,0 0-19 16,0 0 26-16,0 0-2 0,0 0-23 0,0 0 19 15,0 0-26-15,0 0 16 0,0 0-14 0,0 0 25 16,0 0-30-16,0 0 26 0,0 0-20 0,0 0 24 16,0 0-30-16,0 0 25 0,0 0-24 0,0 0 8 15,0 0-39-15,0 0-2 0,0 0-42 0,0 0 4 16,-15-1-17-16,15 1 6 0,-12-2-21 0,12 2 1 15,-12-1-8-15,12 1 17 0,-13-2-2 0,13 2 22 16,0 0-16-16,-15-2 5 0,15 2 2 0,0 0-8 16,0 0 24-16,-13-1-9 0,13 1 28 0,0 0 11 15,0 0 25-15,0 0-11 0,-12-3 31 0,12 3-4 16,0 0 18-16,0 0-2 0,0 0 16 0,0 0-3 16,0 0 12-16,0 0 4 0,0 0-9 0,0 0-4 0,0 0 4 15,0 0 9-15,0 0-2 0,2-10 7 16,-2 10-11-16,0 0 12 0,0 0-10 0,0 0 17 15,0 0-13-15,13-2 8 0,-13 2-14 0,0 0 14 16,0 0-22-16,0 0 18 0,13 2-14 0,-13-2 17 0,0 0-10 16,0 0 12-16,0 0-15 0,13 0 18 0,-13 0-7 15,0 0 16-15,0 0-3 0,0 0 14 16,0 0-5-16,0 0 14 0,0 0-8 0,0 0 11 0,13 0-18 16,-13 0 22-16,0 0-19 0,0 0 17 0,0 0-24 15,0 0-1-15,0 0-1 0,0 0 13 0,0 0-26 16,0 0 16-16,0 0-31 0,0 0 18 0,0 0-28 15,0 0 19-15,0 0-31 0,0 0 25 0,0 0-22 16,0 0 17-16,0 0-24 0,0 0 26 0,0 0-26 16,0 0 9-16,0 0-7 0,0 0 20 0,0 0-25 15,0 0 19-15,0 0-17 0,0 0 22 0,0 0-22 16,0 0 20-16,0 0-20 0,0 0 20 0,0 0-17 16,0 0 19-16,0 0-28 0,0 0 29 0,0 0-21 15,0 0 23-15,0 0-22 0,0 0 23 0,0 0-19 0,0 0 16 16,0 0-17-16,0 0 21 0,0 0-24 0,0 0 20 15,0 0-22-15,0 0 23 0,0 0-28 16,0 0 28-16,12 0-25 0,-12 0 26 0,0 0-27 16,0 0 20-16,0 0-20 0,0 0 20 0,0 0-21 0,0 0 25 15,0 0-23-15,0 0 16 0,0 0-14 16,0 0 21-16,0 0-22 0,0 0 22 0,0 0-24 16,0 0 23-16,0 0-22 0,0 0 22 0,0 0-21 0,0 0 25 15,0 0-23-15,0 0 27 0,0 0-25 16,0 0 26-16,0 0-25 0,0 0 26 0,0 0-29 15,0 0 24-15,0 0-23 0,0 0 27 0,0 0-26 0,0 0 29 16,0 0-30-16,0 0 18 0,0 0-16 0,0 0 20 16,0 0-24-16,0 0 22 0,0 0-24 0,0 0 25 15,0 0-29-15,0 0 25 0,0 0-24 0,0 0 18 16,0 0-40-16,0 0 5 0,0 0-45 0,0 0-6 16,0 0-45-16,0 0-23 0,0 0-47 0,0 0-19 15,0 0-36-15,0 0-93 0,0 0-1 0,0 0-52 16,0 0-419-16,0 0-350 0</inkml:trace>
  <inkml:trace contextRef="#ctx0" brushRef="#br0" timeOffset="142954.2808">24017 11526 718 0,'10'-7'581'0,"-2"2"-119"0,-8 5-52 15,11-11-77-15,-11 11-41 0,6-12-23 0,-6 12 5 16,1-15-66-16,-1 15 18 0,-4-14-54 16,-2 6 4-16,-1 1-40 0,-3-1 0 0,-2 2-25 0,-2 1-15 15,-2-1-3-15,-2 5-8 0,-2 1-1 0,-1 1-10 16,-4 5-1-16,0-1-14 0,-4 5-14 0,2 0 0 16,1 5-9-16,2-1-1 0,1 1-19 0,4 4 12 15,3-1-20-15,5-1 10 0,1 3-11 0,4-1 11 16,4 0-16-16,3 0 15 0,4 0-12 0,4 2 6 15,7 1-11-15,3-3 3 0,3 0-16 0,8 0 7 16,-2-5-32-16,6 0 1 0,-2-2-33 0,0-4 20 16,0 0-31-16,-1-3 25 0,-3-1-18 0,-1-4 34 15,-3 0-12-15,-1-3 36 0,-1-2-22 0,-2-3 35 16,-1-1-10-16,-5-6 38 0,0 1-8 0,-5-5 42 16,-1-1-17-16,-3-2 26 0,-3 1 19 0,-1-2 31 15,-1 2 19-15,-1 1 16 0,-1 0 47 0,0 1-10 16,0 2 9-16,1 2-22 0,-3-1-23 0,2 5-27 15,0 0-25-15,2 11-22 0,-3-17-21 0,3 17-9 16,-2-11-15-16,2 11 15 0,0 0-23 0,0 0-3 16,0 0-4-16,0 0-3 0,-2 16-1 0,4-7-4 15,1 3-1-15,2 1-2 0,1 1-3 0,1 0 2 16,3 4-4-16,0 0 31 0,1-1-64 0,2-1 6 0,-1 1-63 16,2-1 9-16,1 0-72 0,2-3-13 0,1 1-8 15,2 0-11-15,1-4 7 0,-3 1 20 0,3-3 5 16,0-2 37-16,-3-2 2 0,1-1 38 0,-4-2-2 15,3-3 34-15,-1-2-10 0,0-2 25 0,1-3-11 16,-2-3 22-16,2 1-9 0,-4-3 32 0,1-1 26 16,-2 1-4-16,-2-1 36 0,1-1 1 0,-3 4 9 15,0-1 6-15,0 1-2 0,-2 1 5 0,1 0 9 16,-3 4-5-16,0 0-15 0,-5 7-12 0,10-14-15 16,-10 14-11-16,7-7-5 0,-7 7 8 0,0 0-4 15,13-3-8-15,-13 3 5 0,10 7-5 0,-10-7-4 16,11 14-2-16,-4-7-4 0,0 3-8 0,0-1-3 15,1 3 0-15,-1 0 1 0,2-1 29 0,-3 1-38 16,1-1 33-16,2 1-39 0,-2-1 25 0,0-3-55 16,-1 1 25-16,1-1-40 0,-1-2 36 0,-6-6-24 15,14 9 36-15,-14-9-28 0,14 1 48 0,-14-1-40 16,15-8 34-16,-7 2-27 0,0-5-1 0,0-1 3 16,0-4 5-16,-2-3-10 0,0-1 22 0,0-3-6 0,1 1 35 15,-3 1-4-15,1-1 27 0,-1 5 9 0,-1 1 25 16,0 1-13-16,0 3-18 0,-1 1-9 0,2 1-15 15,-4 10-11-15,4-15-4 0,-4 15-5 16,8-11 1-16,-8 11 2 0,11-2-1 0,-11 2-5 0,18 3 16 16,-4 5-21-16,2-2 5 0,3 4-11 0,4-1-15 15,4 4-35-15,1-1-57 0,1 2-57 0,0-1-35 16,2 1-58-16,1 1-81 0,-3-2-55 0,0 1-68 16,-2-3-87-16,0 1-78 0,-3-3-529 0,-3-2-769 15</inkml:trace>
  <inkml:trace contextRef="#ctx0" brushRef="#br0" timeOffset="143404.9775">25956 11094 281 0,'17'-47'730'15,"-5"7"-103"-15,-3 2-56 0,-3 4-27 0,-3 3-51 16,-1 3 16-16,-2 3 22 0,0 0-62 0,0 6-32 16,0 1-27-16,-2 3-57 0,2-3-64 0,-1 6-65 15,1 12-39-15,-2-15-13 0,2 15 10 0,0 0-22 16,0 0-15-16,-2 15-14 0,2 2-10 0,2 5-16 15,3 9-11-15,2 8-17 0,2 4-16 0,2 2-13 16,1 3-2-16,1 8-15 0,3 0-19 0,-1 3 24 16,1-1-28-16,-2-1 10 0,2 0-16 0,-3-9 0 15,0-2-24-15,1-1-20 0,-1-2-4 0,-1-4-12 0,-2-3-3 16,-1-6-6-16,1-4-6 0,-4-5-4 0,1-2 8 16,-3-3 12-16,1-2 17 0,-1-3 10 15,1-1 7-15,-5-10 4 0,2 8 4 0,-2-8 10 0,0 0-7 16,0 0 1-16,0-16 0 0,-4 3 3 0,-5-4-5 15,2-3 3-15,-4-7-2 0,-3 1 0 0,-3-5 18 16,-2-1-16-16,-1 1 3 0,4 8-4 0,-6-4 1 16,-3 3 1-16,3 4 0 0,-5 4-1 0,-2 3 2 15,-2 3-2-15,-3 5 3 0,0 2 1 0,-5 6 0 16,3 2 5-16,-4 6 16 0,2 5-12 0,1 3-3 16,6 5 0-16,7 1 5 0,4 1 2 0,7 1 1 15,5-1-3-15,6 0 2 0,6 1-2 0,8 1-3 16,6 4 10-16,9-2-97 0,6-2-29 0,13 1-115 15,0-4-51-15,7-3-44 0,-6-6-75 0,2-2-37 16,-1-2-43-16,2-2-52 0,-2-3-42 0,2-3-126 16,-8-5-281-16,5-2-572 0</inkml:trace>
  <inkml:trace contextRef="#ctx0" brushRef="#br0" timeOffset="144988.9055">27409 10966 272 0,'15'-40'803'0,"-1"3"-139"15,-3-2-51-15,-3 7-118 0,-2-2-17 0,-4 3-45 16,0 4-11-16,-1 2-2 0,-1 0-46 0,0 2 23 16,0 5-84-16,0 4-29 0,-1 0-101 15,-1 3-9-15,2 11-73 0,0-12 14 0,0 12-58 0,0 0 30 16,-2 12-45-16,2 5 16 0,0 8-1 0,6 11 34 16,1 9-40-16,2 5 26 0,5 11-50 0,1 2 31 15,1 1-42-15,-1 0 34 0,2-2-42 0,1 1 3 16,-1-2-2-16,0-2-2 0,-2-3 32 0,-1-11-42 15,-3 0 36-15,0-3-46 0,1-2 39 0,-6-8-48 16,2-2 33-16,-3-5-36 0,-1-3 35 0,0-4-38 16,0-2 47-16,-2-2-41 0,0-3 39 0,-2-11-34 15,-2 14 36-15,2-14-42 0,0 0 38 0,-10 3-37 16,2-8 38-16,-1-4-39 0,-2-2 38 0,-5-4-35 16,-2-5 0-16,0-1-2 0,-5-4-7 0,0-1 1 0,-2 1 0 15,0 0 3-15,-2 3 2 0,-2 2 4 16,-3 0-2-16,0 3 4 0,-6 2 3 0,-3 4 2 15,-3 1 3-15,-2 4 1 0,-2 2-1 0,7 4 0 0,-8 3 0 16,4 1 4-16,2 3-3 0,7 1 5 0,5 1-4 16,2 3-2-16,4 1 5 0,6-1 1 15,6 3 1-15,2 1 37 0,7-2-42 0,4 0 35 0,5 2-41 16,5 2 35-16,11 2-48 0,10 1 11 0,3-2-74 16,4 0 14-16,6-3-63 0,2-1-9 0,4-2-23 15,1-2-27-15,1-3-3 0,2-3-35 0,1-2-27 16,2-3-23-16,-1-4-4 0,11-4-1 0,-13-1 23 15,11-6 31-15,-5-1 17 0,-3-3 67 0,-3-3 27 16,-11 2 32-16,-3-2 25 0,0 0 58 0,-5-1 14 16,-4 1 59-16,0-1 22 0,-10 4 16 0,-1 0 2 15,-3 0 2-15,-6 2 7 0,-2 1-7 0,-3 2-14 16,-4 2-5-16,-3-2-10 0,-5 2-3 0,-3 0-7 16,-3 2-6-16,-5 0-5 0,-1 2-5 0,-3 1-9 0,1 3-2 15,3 3-1-15,1 1-6 0,0 1 18 16,2 2-12-16,-1 3 19 0,3 2-21 0,1 3 10 15,3-1-16-15,1 5 17 0,4 0-11 0,2 1-18 16,5 2 4-16,0-1-9 0,3 2 2 0,3 1-11 16,3 0 13-16,2 1-16 0,3-3 7 0,-1-1-29 15,4-1 14-15,1-2-20 0,0 0 7 0,-1-6-22 0,4 2-1 16,0-3-2-16,2-3-4 0,-3-1 7 0,3-2 8 16,2-2 9-16,-4-3 8 0,5-5 35 0,-2-3-6 15,2-6 45-15,-1-5-14 0,0-3 11 0,-3-6-18 16,-3-4 13-16,5-12 8 0,-6-3 7 0,1-5 8 15,-4-3 7-15,-3-5-11 0,-2-2 15 0,-2-2-10 16,-2 2 9-16,-3 0 43 0,-3 2-34 0,0 11 46 16,-1 4-3-16,-3 3-9 0,0 11 14 0,-1 5-17 15,1 4-24-15,-2 1-22 0,2 6-24 0,-1 2-17 16,0 6-10-16,1 11-5 0,0 0-3 0,0 0-2 16,0 0 1-16,-6 16-28 0,7 4 55 0,0 14-38 15,3 12 43-15,2 5-46 0,0 15 35 0,2 4-5 16,-1 1-8-16,1 2-40 0,-1 1 42 0,-1 1-34 15,-1 1-1-15,-2 0 36 0,0 2-42 0,-1-3 31 16,1 0-62-16,0-3 15 0,-1-4-54 0,-1-11 44 16,0-3-26-16,0-2 36 0,-1-3-30 0,0-9 8 15,0-4 8-15,0-2 4 0,0-6 0 0,0-5 13 16,0-3 4-16,0-2 10 0,0-2 8 0,0-4 7 16,0-12 0-16,-1 15 4 0,1-15 1 0,0 0 2 15,0 0 4-15,0 0 27 0,-4-8-42 0,1-4 33 16,0-5-42-16,3-6 38 0,-2-2-44 0,2-3 40 0,2-7-39 15,1-1 32-15,5-7-40 0,2-1 18 16,2 0-54-16,4 0-10 0,7-5 3 0,0 0-3 16,5 4 15-16,2 2 32 0,-2 9-19 0,0 3 32 15,5 3-26-15,-1 3 32 0,1 4-27 0,0 4 32 16,-2 5-38-16,-1 3 48 0,1 4-34 0,-3 3 23 16,1 2-26-16,-2 4 36 0,2 3-24 0,-1 4 25 15,-4 3-18-15,-2 2 30 0,-1 3-23 0,-3-1 31 16,-3 3-32-16,-4-1 30 0,-2 0-29 0,-2-1 32 15,-3-2 4-15,-2 0 14 0,-3 0-20 0,-2-2 7 0,-2 0 0 16,-4-2-6-16,-4 1-1 0,-4-4-6 16,-4-1-1-16,-3-2-37 0,-4-4 37 0,-1 0-36 15,-2-4 37-15,-2-1-38 0,0-2 34 0,2-2-36 16,5-1 39-16,4 2-35 0,4 0 37 0,2-2-55 16,3 1 38-16,5 0-48 0,8 6 13 0,-3-13-27 0,3 13 30 15,16-15-31-15,-1 8-8 0,8-2-26 0,6-1-4 16,4 0-6-16,6-4-11 0,3 2 17 0,1-2-10 15,1-1 13-15,2 1-12 0,-1-3 18 16,2 0-28-16,4-5 6 0,-6 1 2 0,3-6 14 16,-1-1 11-16,-4-4 9 0,-2-2 4 0,-2-4 16 0,-4-1 8 15,-3-7 17-15,-4 0-5 0,-1-3 21 0,-6 1 4 16,-3 3 16-16,-2 1 8 0,-2-1 8 0,-2 1 8 16,-1 0 9-16,-3 3-7 0,-2 7 2 0,-2 3 8 15,-1 6-11-15,-1 2-6 0,1 5-12 16,-3 4-4-16,-2 0-5 0,2 14 8 0,-6-12 30 0,6 12 38 15,0 0 24-15,-17 8 3 0,7 4 21 0,0 6-7 16,-2 9 44-16,-3 7-53 0,2 7 17 16,-2 2-23-16,3 5-19 0,1 1-14 0,-1 10-15 15,5-7-12-15,2 0-38 0,1 1 31 0,2 1-33 16,2 0-4-16,1-2 30 0,2 1-40 0,0-4 31 0,2-3-38 16,1-4 35-16,-1-8-8 0,-1-4 5 0,1-6-6 15,-2-2 9-15,0-5 53 0,-1-3 19 0,1-3-10 16,-3-11-10-16,5 8 11 0,-5-8-49 0,8-4 43 15,-2-5-43-15,0-5 51 0,3-5-41 16,2-6 43-16,7-6-45 0,4-2 40 0,5-3-7 0,10-6-6 16,6 2-19-16,8 1-7 0,5 2-1 0,6 3-4 15,4 1-5-15,7 6-4 0,5 2-10 16,5 4-2-16,5 3-7 0,5 4-2 0,4 2-24 0,4 3-27 16,-1 5-34-16,2 1-48 0,2 3-24 0,-2 1-119 15,0 2-2-15,2 3-104 0,-4 0-105 0,-3 2-145 16,-5 0-49-16,-3 1-196 0,-7 0-393 0,-8-4-866 15</inkml:trace>
  <inkml:trace contextRef="#ctx0" brushRef="#br0" timeOffset="147106.93">11616 13571 397 0,'8'-13'525'0,"1"2"-90"16,-4 3-64-16,1-3-37 0,-4 1-9 0,1 0-30 15,-3 10-16-15,1-19-33 0,-3 7-16 0,0 1-5 16,-2 3-30-16,-1-1-29 0,-2 1-29 0,-2 1-24 16,-4 1-11-16,-1 3-16 0,-4 3-5 0,-2 2-5 0,-5 4 2 15,-8 4 4-15,-5 8 10 0,-3 4 14 16,-9 9-3-16,0 5 7 0,-2 4-2 0,2 5-4 15,-1 4-26-15,1 3 16 0,1 1-3 0,6-2-17 0,2 0-16 16,4-1-17-16,6-1-1 0,7-2-11 0,5-7 1 16,6-2-28-16,4-4 28 0,7-3-36 15,3-3 29-15,5 3-23 0,4-4 20 0,4 0-31 0,8-1-5 16,3-4-18-16,5-2-29 0,4-4-21 0,3-3-38 16,-1-6-16-16,4-2-66 0,-2-2-39 0,2-1-42 15,-1-4-37-15,1-1-28 0,-2-2-57 16,-2-2-73-16,-4-4-93 0,-3 0-270 0,-1-2-386 0</inkml:trace>
  <inkml:trace contextRef="#ctx0" brushRef="#br0" timeOffset="147306.8979">11168 14087 65 0,'-26'-3'683'0,"1"0"-165"0,1-1-129 15,4 3 34-15,1-3-10 0,2 3-34 0,4-1-40 16,0-1-41-16,0 1-48 0,13 2-51 0,-17-2-40 15,17 2-32-15,-11-4-25 0,11 4-27 0,0 0-13 16,14-11-20-16,1 7-40 0,10-3-41 0,7-2-38 0,12 1-49 16,3-1-57-16,3 1-26 0,0 0-35 0,1 0-37 15,1 1-66-15,-3 0-41 0,0 1-442 16,-5 0-370-16</inkml:trace>
  <inkml:trace contextRef="#ctx0" brushRef="#br0" timeOffset="148391.7091">11730 13895 462 0,'0'0'526'0,"-4"-9"-111"0,4 9-29 15,-6-12 0-15,6 12-13 0,-9-9-17 16,9 9 0-16,-8-10 1 0,8 10-58 0,-5-8-38 0,5 8-63 16,0 0-37-16,-9-6-33 0,9 6 19 0,0 0 12 15,-5 7-26-15,5-7 9 0,-2 13-30 16,2-13-4-16,2 18-33 0,-2-6 12 0,2 0-24 0,1 3-28 16,-1 0 15-16,1-1-14 0,-1 3-3 0,2-3-4 15,-1 1-9-15,0 0-8 0,0-1-26 0,1 0-5 16,2-2-46-16,-2-1-33 0,-1 1-13 0,1-3-11 15,0 1-13-15,1-3 4 0,0-1-11 0,-5-6-9 16,12 11-6-16,-12-11 4 0,15 1-1 0,-15-1 1 16,19-7-11-16,-8 1 16 0,-2-3 20 0,3-1 14 15,1-4 24-15,-1-1 27 0,-1 1 21 0,1-2 27 16,0 2 38-16,-3 1 33 0,-1 0 29 0,1 2 37 16,-1 0 19-16,-3 2 10 0,1 2-8 0,0 0-22 15,-6 7-26-15,10-13-22 0,-10 13-13 0,8-10 6 16,-8 10 9-16,10-2 4 0,-10 2-3 0,13 1-9 15,-13-1-2-15,15 8-13 0,-5-2-4 0,-3 1-12 16,3 1-3-16,2 0-6 0,-1 2-5 0,0-1-4 0,1 3-6 16,-1-4 2-16,0 3-4 0,-1-1-3 0,1 0-2 15,-1 1-11-15,0-3-19 0,-1 0-13 0,-1 0-12 16,0-1-8-16,-8-7 0 0,10 10 7 16,-10-10 8-16,9 9-2 0,-9-9-23 0,0 0-31 0,9 4-6 15,-9-4-17-15,0 0 3 0,6-10 2 0,-6 10 22 16,2-13 19-16,-2 13 12 0,4-21 15 15,-4 11 9-15,2-4 8 0,0 1 2 0,-2 0 11 0,1-3 27 16,1 1 3-16,0 1 33 0,0 1 22 0,-2 0-2 16,2 0 14-16,0 1 37 0,-2 1-28 0,2-1 12 15,-1 3-24-15,-1 9 23 0,2-19-22 0,-2 19 0 16,3-14-29-16,-3 14-7 0,2-13-12 0,-2 13 8 16,0 0-24-16,4-11 17 0,-4 11-23 0,0 0-12 15,13-5 11-15,-13 5 14 0,14 4-19 0,-14-4 3 16,17 7-3-16,-5-3 0 0,-1 0-3 0,2 3 1 15,2 0 2-15,-1-2-5 0,1 2-16 0,0-1-6 16,1 1-16-16,-1-2-13 0,1 1-1 0,-2-1-3 16,2 0-3-16,-5-1 8 0,-1-1-1 0,2-1 10 0,-12-2 11 15,18 3 0-15,-18-3 12 0,16-3 5 0,-16 3 3 16,15-7 4-16,-9 0 4 0,0-1 11 16,-3-2 29-16,0-2-21 0,0-2 32 0,-1-3-18 0,-2-2 25 15,0-1-18-15,-2-2 21 0,-1-2 21 0,2-1 12 16,-1 2 16-16,1-1 24 0,-1 4 10 0,0 1 43 15,0 1-20-15,-1 2 62 0,1 1-42 0,2 2 12 16,-3 2-73-16,3 11 5 0,-2-17-64 0,2 17 21 16,0 0-37-16,0 0 57 0,0 0-26 0,0 0 41 15,2 16-39-15,1 2 45 0,0 7-33 0,1 7 2 16,0 11 48-16,0 4-69 0,3 3 48 0,0 4-78 16,0 9 50-16,2 2-73 0,-3-2 56 0,6-1-77 15,-3-2 0-15,0-9 6 0,5 9-2 0,-5-15 6 16,1 2-4-16,0-4 67 0,-1-2-83 0,-1-4 65 15,-1-5-72-15,2-5 72 0,-4-5-72 0,-1-4 54 16,0-1-62-16,-1-2 76 0,1-3-67 0,-2-2 69 16,-2-10-78-16,3 14 78 0,-3-14-81 0,0 0 71 15,0 0-93-15,0 0-4 0,3-11-8 0,-5-1-13 0,1-4-1 16,0-3-31-16,-1-6-13 0,2-3 19 16,-2-7-45-16,0-2 38 0,2-2-48 0,2-6 39 15,0-4-16-15,1 4 49 0,4-2-22 0,0 4 50 0,1 2-25 16,4 4 22-16,-3 5-17 0,2 3 0 0,3 4 6 15,-1 4-4-15,5 2 12 0,-3 2 3 0,1 9 12 16,2-1 5-16,-2 6 9 0,2 3 37 16,2 3-31-16,1 6-2 0,0-1 10 0,0 7-2 0,2 0-2 15,-4 4-1-15,-2-1 5 0,1 1 4 0,-5-2-1 16,0-1 8-16,-1 2-1 0,-1-2 9 0,-1 0-13 16,0-2 7-16,-5-1 1 0,-1-2-2 0,0 0 12 15,-4-11-1-15,2 18-2 0,-2-18 4 0,-8 16-1 16,-1-7-2-16,-7-2-1 0,-2 0 4 0,-7-1-10 15,0-1-31-15,-2 1-47 0,-2-2-51 0,0-1-78 16,2-1-103-16,3 2-75 0,3-4-191 0,3 0-529 16,7 0-728-16</inkml:trace>
  <inkml:trace contextRef="#ctx0" brushRef="#br0" timeOffset="148673.8535">13254 13783 1231 0,'-7'-21'826'16,"1"2"-110"-16,-1 0-107 0,3 4-75 0,-3 0-15 15,4 1-125-15,1 2-26 0,2 12-71 0,2-20 27 16,-2 20-34-16,10-11 49 0,-10 11-57 0,20-3-13 16,-4 8-13-16,4 3-12 0,7 9-65 0,4 3 15 15,0 7-63-15,1 3 16 0,7 7-105 0,-3 3-42 16,1 0 0-16,-5 0 0 0,2 1 0 0,-3-1 0 15,-4-5 0-15,0-2 0 0,-2 0 0 0,-3-1 0 16,1-1 0-16,-3-2-290 0,-3-7-114 0,-1 0-6 16,-3-5-36-16,-3 0-71 0,-1-3-41 0,-2-2 18 15,-3-2-39-15,-4-10-139 0,2 11-454 0,-2-11-784 16</inkml:trace>
  <inkml:trace contextRef="#ctx0" brushRef="#br0" timeOffset="148873.9851">13794 13822 171 0,'2'-19'721'0,"-2"5"-130"0,2 2-117 0,-2 12-90 16,0-19-44-16,0 19 13 0,-5-8 24 15,5 8-32-15,-13 2-10 0,4 3-46 0,-4 3-30 16,-3 4-13-16,-4 6-55 0,-5 5-7 0,0 4-57 0,-2 0 1 16,0 4-51-16,0 0 7 0,0 1-46 0,5 1 25 15,0 0-66-15,1-1-61 0,8-5-88 0,4 0-78 16,2-4-108-16,5 1-91 0,4-5-220 0,7 1-585 15,-2-2-843-15</inkml:trace>
  <inkml:trace contextRef="#ctx0" brushRef="#br0" timeOffset="150512.7084">14926 13650 1476 0,'2'-27'832'16,"1"3"-185"-16,-2 3-120 0,0 3-81 15,1 2-71-15,-2 2-58 0,2 0 2 0,-2 2-31 16,0 12-28-16,0-20-30 0,0 20-37 0,0-13-1 16,0 13 14-16,0 0 17 0,0 0-57 0,12 11 38 0,-5 3-64 15,-1 6 37-15,3 8-77 0,-1 3-7 16,4 8-6-16,-1 0 74 0,-1 5-102 0,1 0 73 0,-3 1-92 15,3 2 78-15,-2-2-96 0,0 1 58 0,-2-1-74 16,3 0 60-16,-4-5-90 0,3-1 57 0,-3-8-37 16,0-2-19-16,0-5-5 0,-1-3-26 0,-1-3-4 15,0-1 60-15,-1-3-61 0,1-2 76 0,-2-2-65 16,-2-10 50-16,8 14-96 0,-8-14 48 0,0 0-64 16,0 0 33-16,0 0-42 0,10-8 34 0,-10 8-10 15,-5-25 3-15,-1 6 0 0,-4-1 5 0,-3-4 11 16,-3-3 11-16,-6-1 7 0,-2-1 12 0,-3 4 6 15,-3 1-24-15,-3 3 43 0,-3 0-28 0,0 5 42 16,-7 3-35-16,3 1 43 0,-6 5-29 0,7 3 36 16,-4 3-32-16,0 3 46 0,-2 3-3 0,-1 2 5 15,4 4 0-15,0 2-5 0,6 1-4 0,4 2 4 16,8 0-3-16,2 2-2 0,3-1 7 0,8 0-8 16,3 2 2-16,7-3 2 0,2 1 1 0,7 1-32 0,5 0 31 15,8 1-37-15,10-1 34 0,7-1-42 0,3-2 23 16,4-3-63-16,6-2 18 0,1-1-67 0,4-3-3 15,1-1-28-15,0-2-28 0,0-3-27 16,0-1-21-16,-3-5-5 0,1 0-15 0,7-7 1 0,-9 1-16 16,6-6-1-16,-3-3-47 0,-3-3 86 0,-2-3 0 15,-3-1 71-15,-4-3 44 0,-8 4 37 0,-3 2 43 16,-3-3 43-16,-3 1 45 0,-4 2 17 0,-7 4 29 16,-2-2 6-16,-4 4 13 0,-4 1 21 0,-3 3-4 15,-2 1 24-15,-5-1-35 0,-2 2-12 0,-3 1 2 16,-6 0 2-16,0 5-18 0,-4 2-3 0,1 3-20 15,-2 2-3-15,0 3-15 0,-1 3 4 0,-1 2 7 16,2 3-9-16,2 3 6 0,0 3-24 0,4 0 26 16,3 2-17-16,4 3 29 0,3 0-18 0,2-2 14 15,6 2-5-15,4 0-7 0,5 3-8 0,2-2-17 16,6-2-5-16,4 2-9 0,5-4 2 0,0-1-14 16,3-3-4-16,-1-4-6 0,0 0-11 0,2-5-16 15,-1 0-20-15,1-2-19 0,-5-1-32 0,1-3 19 0,-2-3-8 16,0-1 16-16,1-5 3 0,-1-1 18 15,-2-5-9-15,1-7 2 0,-2-3-2 0,-1-3 5 16,-3-5 11-16,-4-1 4 0,0-7 12 0,-5 1 8 0,-4-3-9 16,1-4 11-16,-3-2 11 0,-2-1 11 0,-4-1-2 15,0-1 47-15,-3 1-36 0,-1 1 51 0,-2 1-24 16,-2 5 44-16,1 1-15 0,1 10 32 0,-1 2-41 16,2 7 30-16,0 4-62 0,1 3 24 0,-1 3-49 15,0 6 28-15,5 8-36 0,-12-3 48 0,5 9 6 16,-1 7 13-16,1 5 4 0,1 6 5 0,0 7 19 15,4 5-31-15,2 3 43 0,5 9-36 0,0 4 5 16,5 9 39-16,2 4-60 0,3-1 49 0,0 2-74 16,3-2 50-16,0-1-76 0,-1 1 65 0,0-4-64 15,-2-5 36-15,-3-8-66 0,-1 2 4 0,-2-5 0 0,1 0 0 16,-4-3 0-16,0-8-2 0,-2-2 51 16,-2-5-65-16,0-1 54 0,-2-5-53 0,0-1 62 15,0-2-61-15,-1-3 58 0,0-3-56 0,1-11 60 16,-5 17-62-16,5-17 56 0,-10 7-53 0,10-7 6 0,-12-3 1 15,12 3 2-15,-13-15-16 0,7 3-9 0,-3-4 10 16,3-4-65-16,1-5 21 0,-1-6-46 16,3-2 26-16,1-3 3 0,2-4 5 0,3-6-48 0,2-1 49 15,1 1-21-15,4 0 48 0,2 3-25 0,0 1 20 16,4 5 16-16,-1 0 0 0,3 5 13 16,1 2 1-16,-1 6 6 0,2 4-2 0,1 3 9 0,2 3 5 15,3 4 1-15,-3 2 2 0,2 6 6 0,1 0 4 16,1 4 27-16,-1 2-28 0,0 2 27 0,3 3-32 15,-2 2 37-15,0 3-34 0,-3 0 39 0,-1 0-43 16,0 2 47-16,-5 1-14 0,-2-2-5 0,-4-1 0 16,-3 0 2-16,-2-3-6 0,-4 1-2 0,-3-12-3 15,-3 21-2-15,-2-12-4 0,-5 1 1 0,-3-2-7 16,-6 0-5-16,-2-2-15 0,-5-1-20 0,-2-2-13 16,-2-1-9-16,-2-2-17 0,-1 0 33 0,2-4-11 15,3 3 35-15,2 1-10 0,5-2 12 0,3 2-15 16,4-1 7-16,14 1-12 0,-18-2 26 0,18 2-12 15,0 0 22-15,0 0-18 0,18-3 10 0,0 2-3 16,7-2-7-16,3 0-8 0,6-1 0 0,2-2 8 16,5-2-10-16,2-2 6 0,-3-2 12 0,-1-1 1 15,0-3 3-15,-2-2 0 0,-3-2-1 0,-2-2 11 0,-3-2 13 16,-2-3-2-16,-4-3 7 0,-3-2-10 0,-2-3 14 16,-4-2 1-16,-3 1 3 0,-2-3-3 0,-4 3 11 15,-3 1-2-15,-1-2 23 0,-4 0-24 0,0 2 18 16,-2 1-10-16,0 3 41 0,1 6-25 0,0 5 32 15,1 1-48-15,0 3 7 0,0 7-36 0,3 9 30 16,-9-11-25-16,9 11 44 0,-13 7-40 0,5 4 50 16,-1 7 11-16,0 3-4 0,1 8-34 0,3 3 42 15,3 5-37-15,0 1-1 0,4 7 5 0,2 4 25 16,3-2-39-16,0 3 20 0,3-1-44 0,0-2 36 16,1-1-46-16,1-1 41 0,0-3-46 0,0-3 36 15,-1-3-44-15,-2-6 42 0,0-2-45 0,-2-5 36 16,0-2-53-16,-2-5 37 0,0-1-35 0,-1 0 40 15,1-4-33-15,-2-1 41 0,-3-10-40 0,2 11 38 16,-2-11-36-16,0 0 35 0,0 0-39 0,0 0 39 16,-13-6-34-16,6-1 40 0,-1-5-41 0,1 0 37 15,-2-2-36-15,3-2 42 0,1-1-39 0,2 1 40 0,1-3-57 16,3 1 58-16,2-1-37 0,4 0 35 16,5-5-31-16,5 4-2 0,8-4 4 0,4 3 1 0,5 0 6 15,3 1-2-15,2 1 3 0,5 4-7 0,1-1 5 16,2 3-21-16,-1 1-52 0,3 2-88 0,-2 0-74 15,0 0-133-15,-3 1-157 0,-1 0-158 0,-9 0-846 16,-2 1-1163-16</inkml:trace>
  <inkml:trace contextRef="#ctx0" brushRef="#br0" timeOffset="151740.9859">18948 13847 460 0,'-7'-8'420'16,"-1"2"-66"-16,2-1-61 0,6 7-32 0,-13-11-25 16,13 11-17-16,-9-7-10 0,9 7-24 0,-8-9 7 15,8 9-15-15,-8-6-2 0,8 6-16 0,0 0 6 16,-8-7-19-16,8 7-2 0,0 0-11 0,-7-6 19 16,7 6-24-16,0 0 19 0,0 0-29 0,-6-6 16 15,6 6-22-15,0 0 7 0,0 0-17 0,0 0 2 16,0 0-14-16,-9-5-7 0,9 5 1 0,0 0-13 0,0 0-9 15,0 0-12-15,0 0-1 0,0 0 1 16,0 0-17-16,0 0 3 0,0 0-4 0,-7-5-4 16,7 5 1-16,0 0-17 0,0 0 6 0,0 0-25 0,0 0 22 15,0 0-1-15,0 0-4 0,0 0 1 16,0 0-13-16,0 0 9 0,0 0 0 0,0 0 1 16,0 0-2-16,0 0 0 0,0 0-1 0,0 0-2 0,0 0 0 15,0 0 5-15,0 0 8 0,0 0 3 16,0 0 0-16,0 0 0 0,0 0 2 0,0 0 6 15,0 0-5-15,0 0 3 0,0 0 2 0,0 0-9 0,0 0-8 16,0 0 4-16,0 0-9 0,0 0 5 0,0 0-1 16,0 0-3-16,0 0-9 0,0 0 8 0,0 0 3 15,0 0 20-15,0 0-33 0,0 0 0 0,0 0-1 16,0 0-3-16,0 0 6 0,0 0 3 0,0 0-8 16,0 0 8-16,0 0-9 0,0 0 12 0,0 0-14 15,0 0 47-15,0 0-45 0,0 0-2 0,0 0 2 16,0 0 26-16,0 0-41 0,0 0 39 0,0 0-28 15,0 0 28-15,0 0-28 0,0 0 27 0,0 0-26 16,0 0 26-16,0 0-27 0,0 0 26 0,0 0-29 16,0 0 30-16,0 0-26 0,0 0 25 0,0 0-30 15,0 0 36-15,0 0-33 0,0 0 34 0,0 0-37 16,0 0 29-16,0 0-27 0,0 0 32 0,0 0-30 16,0 0 25-16,0 0-25 0,0 0 24 0,0 0-25 15,0 0 31-15,0 0-31 0,0 0 5 0,0 0 22 0,0 0-21 16,0 0 23-16,0 0-23 0,0 0 29 0,0 0-35 15,0 0 5-15,0 0 5 0,0 0-2 16,0 0 6-16,0 0 42 0,0 0-50 0,0 0 3 0,-6-6 27 16,6 6-27-16,0 0 27 0,0 0-29 0,0 0 30 15,0 0-29-15,0 0 30 0,0 0-33 0,0 0 33 16,0 0-34-16,0 0 27 0,0 0-33 0,0 0 40 16,0 0-34-16,0 0 32 0,0 0-34 0,0 0 35 15,0 0-33-15,0 0 49 0,0 0-39 0,0 0 44 16,0 0-13-16,0 0 55 0,0 0-24 0,0 0-15 15,0 0-8-15,13-8-5 0,3 2-13 0,5-1 1 16,9 0 27-16,12-2-42 0,5-1 36 0,6 1-44 16,13-2 30-16,1 0-39 0,4 0 37 0,0 2-38 15,2-1 34-15,1 0-39 0,-1 1 38 0,-2 1-50 0,-2 0 30 16,-12 3-60-16,-5 0 1 0,-3 1-67 0,-11 0-2 16,-3 0-44-16,-8 2-31 0,-3 0-19 15,-4 0-34-15,-6 1-51 0,-14 1-54 0,19-2-22 0,-19 2-11 16,0 0-59-16,0 0-68 0,0 0-483 0,-18 7-602 15</inkml:trace>
  <inkml:trace contextRef="#ctx0" brushRef="#br0" timeOffset="151991.1249">19280 13879 115 0,'-26'15'617'0,"1"-3"-129"0,5-2-110 0,1 1 55 0,1-1-16 16,4-3-31-16,1 1-2 0,0-2-9 0,4 0-6 15,0-2-3-15,9-4-50 0,-15 8 2 16,15-8-35-16,0 0-37 0,0 0-35 0,0 0-24 0,0 0-29 16,17 1-17-16,-1-5-54 0,7 0 19 0,4 1-53 15,6-2 27-15,4 0-56 0,7-2 39 0,2 1-50 16,2 2 33-16,1-3-51 0,3 1 42 0,1 1-44 16,-1-1 32-16,0 1-66 0,0 0-11 0,-4 2-82 15,-3-3-45-15,-7 3-53 0,-4-1-79 0,-6 1-86 16,-5 1-58-16,-5 1-50 0,0-2-186 0,-6 0-475 15,0 0-780-15</inkml:trace>
  <inkml:trace contextRef="#ctx0" brushRef="#br0" timeOffset="153008.9585">21513 13404 498 0,'0'0'434'0,"-13"-1"-97"0,13 1-4 0,0 0-52 0,-13-1 41 15,13 1-25-15,0 0-5 0,-11-5-31 16,11 5-27-16,0 0-30 0,-8-6-21 0,8 6-6 16,0 0 5-16,-4-8-5 0,4 8-12 0,0 0-21 0,-1-13-12 15,1 13-15-15,3-11 5 0,-3 11-9 0,9-13-14 16,-1 6-17-16,2-4-12 0,5 2-1 15,5-2-15-15,6-1-7 0,5 0 1 0,8 0-9 16,5-1-6-16,2 4 0 0,5-1-18 0,1 3 15 0,3 2-19 16,1 1 10-16,0 2-17 0,0 2 12 0,-3 4-13 15,-1 0 7-15,-2 3-11 0,-5 2 8 16,-4 0-1-16,-8 2-5 0,-5 0 0 0,-2 1 3 0,-7 0 3 16,-5 1-3-16,-3 0 4 0,-5 0 5 0,-5-1-20 15,-4 2 19-15,-3 2-13 0,-6-1 15 0,-5 4-19 16,-2-1 14-16,-3 0-20 0,1-4 20 0,-3 4-11 15,1-2 13-15,-1-1-14 0,2 2 13 0,2-6-14 16,2 1 8-16,1-1-19 0,1 1 15 0,2 0-10 16,3-2-1-16,0-1-11 0,1 1-6 0,2 0 5 15,2 1-1-15,2-1-2 0,3 1 13 0,1-11 31 16,2 22-41-16,4-10 5 0,1 1 8 0,5 1 1 16,4 0-5-16,3 1 7 0,5-1 6 0,3 2-2 15,6 0 0-15,3 2 0 0,0 0 2 0,3-2 3 0,-1 1 0 16,1 0 3-16,-2 0 1 0,-2-2 1 15,-1 2-1-15,-7-3-6 0,0 1 12 0,-5-3-6 16,-2-1 2-16,-4 1 2 0,-2-3 6 0,-4 0 13 0,-2 1 13 16,-3-1 7-16,-5-9 7 0,2 14 5 0,-2-14 13 15,-11 15 7-15,-1-8 0 0,-5 0-6 0,-5 0 2 16,-4-1-6-16,-7-2-9 0,-3 1-13 0,-2-1-4 16,-1 0-12-16,-8-1-7 0,-2-1-5 0,0 1-5 15,-1-2-3-15,1-1-13 0,4 0-24 0,-3-1-25 16,8 1-25-16,0-3-37 0,3 0-66 0,8 0-54 15,3-1-68-15,2 0-137 0,6-2-65 0,4 0-176 16,2-1-584-16,6 0-868 0</inkml:trace>
  <inkml:trace contextRef="#ctx0" brushRef="#br0" timeOffset="154826.7136">23324 13318 50 0,'0'0'183'0,"0"0"-35"15,0 0-45-15,0 0-19 0,0 0-13 0,0 0 2 16,0 0 10-16,0 0 12 0,0 0 17 0,0 0 15 16,0 0 12-16,0-12-14 0,0 12 20 0,0 0-30 15,0 0 38-15,0 0-29 0,0 0 55 16,0 0-39-16,1-12 36 0,-1 12-42 0,0 0 40 0,0 0-18 15,0 0 22-15,0 0-6 0,0 0 15 0,0 0 4 16,0 0-5-16,0-11-10 0,0 11-7 0,0 0-15 16,0 0-25-16,0 0-23 0,0 0-16 0,0 0-15 15,0 0-5-15,0 0 5 0,0 0 12 0,0 0-3 16,13 0-3-16,-13 0-4 0,12 8 15 0,-5-2 7 16,5 4 37-16,3 2 12 0,3 1 21 0,6 3 6 15,6 6-10-15,6 2-3 0,10 5-50 0,5 3 28 16,5 2-56-16,4-1 24 0,4 3-53 0,2 1 23 15,3 0-47-15,-1-1 26 0,0 0-9 0,-2 1-11 16,-4-1-5-16,-4-4-9 0,-5-1-6 0,-4-2-8 16,-11-5-41-16,-3-3-33 0,-3-1-44 0,-7-3-63 15,-3-2-73-15,-5-4-50 0,0 1-53 0,-6-2-67 16,-1 0-59-16,-4-1-71 0,-6-9-147 0,2 11-491 0,-2-11-794 16</inkml:trace>
  <inkml:trace contextRef="#ctx0" brushRef="#br0" timeOffset="155128.6467">24325 13403 944 0,'2'-17'732'15,"-1"2"-110"-15,0 2-130 0,-1 1-78 0,0 12-45 16,-1-21-38-16,1 21-41 0,-1-18-42 0,1 18-49 15,-4-14-42-15,4 14-27 0,-7-10-22 0,7 10-22 16,-16-1-6-16,6 5-1 0,-6 1-15 0,-1 7-4 16,-5 5-8-16,-5 4-4 0,0 4-2 0,0 5-15 0,-2 1 23 15,-1 1-30-15,0 0 14 0,-3 10-16 16,-1-2-9-16,2 2 28 0,0-1-37 0,4-7 25 16,1 0-30-16,2 0 15 0,1-1-30 0,1-2-3 0,1 0-34 15,3-1-33-15,2-5-59 0,3-2-58 0,0-1-66 16,3-3-92-16,2-2 10 0,0-3-88 15,3 1-53-15,3-6-128 0,1 1-251 0,2-10-423 0</inkml:trace>
  <inkml:trace contextRef="#ctx0" brushRef="#br0" timeOffset="155675.8969">24810 13402 260 0,'8'-16'657'0,"-2"2"-181"0,0 0-48 0,-3 0-57 15,1 0 11-15,-1-1-34 0,1 3-16 0,-3 0-11 16,2 0-9-16,0 1-36 0,-1 1-43 0,2-1-41 16,-1 1-36-16,3 1-28 0,0 1-31 0,4-1-18 15,3 1-14-15,2 1-12 0,4 0-12 0,4 1-8 16,2 3-4-16,1 1-6 0,1 0-3 0,1 2-6 0,1 1 0 15,-3 0-6-15,3 1 1 0,-2 2 1 16,0 1-11-16,0-1 7 0,-1 3-3 0,-1 0 0 16,3 1-2-16,-5-1 1 0,3 5-1 0,-5-1-2 0,-2 1 1 15,2 3 0-15,-5 0 1 0,-3 0 4 16,-2 1 9-16,-1 0 5 0,-6 2 15 0,-2-1 13 16,-2 3-9-16,-4 1 30 0,-5 2-15 0,-4 3 23 15,-5 5-22-15,-5-2 25 0,-1 1-29 0,-4-1 26 0,-1 1-39 16,-1-1 26-16,2-1-48 0,0-2 42 0,5 1-11 15,0-2-3-15,7-3-6 0,2-1 13 0,4-4-3 16,4 1 18-16,4-3 5 0,4 1 24 0,8-2 1 16,5-2-10-16,12 1-5 0,12-1-7 0,7-3-5 15,7-2 0-15,5-2 3 0,7-2-7 0,9-2 2 16,-7-1-6-16,10-1 1 0,-5-4-10 0,1 1-11 16,2-3-44-16,-6 0 44 0,-12 0-45 0,-1 0 41 15,-3 0-45-15,-3-2 45 0,-5 1-51 0,0 1 52 16,-9 0-54-16,-3 1 45 0,-3-1-48 0,-5 2 50 0,-1 1-53 15,-6 1 39-15,0-2-82 0,-3 2-7 16,-1 0-106-16,-3 1-33 0,-11 2-78 0,19-2-43 16,-19 2-36-16,0 0-41 0,11 2-62 0,-11-2-19 15,0 0-79-15,0 0-133 0,-9 8-378 0,9-8-700 16</inkml:trace>
  <inkml:trace contextRef="#ctx0" brushRef="#br0" timeOffset="157543.2178">27708 13434 365 0,'-16'-7'304'0,"3"2"-13"16,-1-1-21-16,0 0-2 0,0-1-77 0,0 1 38 15,2 0-44-15,-2 0 37 0,2 0-63 0,0-1 24 16,1 1-18-16,2 2 16 0,0-1-16 16,0 0 19-16,9 5-11 0,-13-9 0 0,13 9-12 0,-10-9-9 15,10 9-24-15,-9-7-21 0,9 7-15 16,0 0-17-16,0-11 1 0,0 11 4 0,13-8 9 16,3 3-11-16,3-1-4 0,5 2-10 0,9 0-11 15,4-2-6-15,1 1-10 0,9 0-9 0,5 1 0 0,2 0-10 16,2-1-2-16,2 3-1 0,3-3-5 0,-1 2-6 15,15-1-46-15,-3-1-29 0,-9 4-35 0,-1-2-34 16,-2 0-17-16,-3 2-52 0,1-2-26 0,-6 0-56 16,-11 0 16-16,-3 1-68 0,-8 1-12 0,-4-1-36 15,-5 1-409-15,-5-1-324 0</inkml:trace>
  <inkml:trace contextRef="#ctx0" brushRef="#br0" timeOffset="157745.6104">28052 13515 472 0,'-17'12'396'0,"4"-4"-73"0,-1 1-5 15,3-1-28-15,3-2-9 0,-1 1-5 0,9-7-1 16,-8 9-15-16,8-9-24 0,0 0-27 0,4 10-27 16,-4-10-37-16,17 3-19 0,-6-3-23 0,9 0-23 15,1 0-14-15,8 0-13 0,3-1-22 0,7-1-25 16,2 1-70-16,13 0-54 0,0-2-93 0,4 1-8 15,2 0-101-15,-1-1-81 0,6 1-478 0,9-3-436 0</inkml:trace>
  <inkml:trace contextRef="#ctx0" brushRef="#br0" timeOffset="158226.8095">30399 12896 562 0,'23'-30'544'0,"-7"5"-130"0,-3 0-20 16,-3 0-32-16,-3 5-10 0,-3-1-49 0,-1 3-28 16,-5 0-38-16,-1 0-23 0,-2 1-30 0,-3 0-24 15,-3 2-25-15,-4 2-17 0,-3 3-17 0,-5 2-13 16,-3 4 0-16,-4 3-9 0,-8 4-4 0,-7 2-17 16,-2 6 13-16,-2 5-14 0,-9 4 10 0,1 7-18 15,0 2 2-15,0 5-3 0,3 3 2 0,0 3-11 16,4 3 2-16,1 3-5 0,5 2-1 0,2 3 22 15,5 1-26-15,6 2 35 0,4 3-40 0,6-2 27 16,9-5-42-16,5-3 4 0,5 3-2 0,6-2-2 16,5 1 7-16,8 5-8 0,5-1-2 0,7-4-5 15,4-5 4-15,6-1-1 0,3-5-1 0,5-5 2 16,2-2 36-16,3-4-55 0,1-4 25 0,-7-6-45 16,2-3 21-16,-1-1-32 0,-1-5 14 0,-1-1-22 0,-7-4 27 15,1-3-13-15,-4-1 46 0,-1-5-44 0,-2-3 29 16,-3-1-20-16,0-2 29 0,-6-4-20 15,-3-2 2-15,-4 3 9 0,-5-2 0 0,-2-3 8 0,-3 0 1 16,-5 1 4-16,-5 1 19 0,-1-2-25 0,-6 0 27 16,-7-2-33-16,-2 3 30 0,-9-1-31 0,-5 1 23 15,-5 3-25-15,-3 2 27 0,-1 2-30 0,-5 4 30 16,2 2-31-16,-1 0-5 0,7 5-38 0,0 0-45 16,3 3-59-16,2 0-64 0,3 4-48 0,6 0-70 15,2 0-13-15,4 4-107 0,2-1-145 0,4 0-296 16,4-1-465-16</inkml:trace>
  <inkml:trace contextRef="#ctx0" brushRef="#br0" timeOffset="169332.2513">30656 13193 235 0,'-10'-3'310'0,"10"3"-49"0,0 0-22 0,-11-4-7 16,11 4 1-16,0 0-61 0,-12-6 37 16,12 6-64-16,0 0 21 0,-9-5-73 0,9 5 25 0,0 0-49 15,0 0 33-15,-8-9-43 0,8 9 34 0,0 0-54 16,0 0 17-16,0 0-41 0,-1-10 43 0,1 10-59 15,0 0 44-15,9-9-49 0,-9 9 42 0,12-6-54 16,-12 6 52-16,19-4-52 0,-8 2 45 0,5 0-49 16,0-2 39-16,3 2-58 0,2 1 28 0,0-1-64 15,5 1-18-15,0 0-38 0,-1 1-35 0,-1 0-56 16,-2 0-63-16,1 0-328 0,-2 0-127 0</inkml:trace>
  <inkml:trace contextRef="#ctx0" brushRef="#br0" timeOffset="169548.2549">30709 13289 424 0,'-10'4'330'0,"10"-4"-53"0,-16 5-27 16,16-5-26-16,-11 5-6 0,11-5 35 15,-10 3-54-15,10-3 33 0,0 0-64 0,-11 3-5 16,11-3-65-16,0 0 4 0,0 0-42 0,0 0 11 0,0 0-39 15,17-1-11-15,-17 1-10 0,24-3-15 0,-9 2-19 16,4 0-24-16,1 0-18 0,2 0-17 0,4-1-24 16,-3 1-42-16,0 0-32 0,0 1-71 15,0 0-103-15,0-2-233 0,-4 1-98 0</inkml:trace>
  <inkml:trace contextRef="#ctx0" brushRef="#br0" timeOffset="169997.838">30916 13050 538 0,'-4'-9'386'0,"4"9"-33"15,-8-13-104-15,8 13 17 0,-5-12-76 0,5 12 26 16,-4-10-65-16,4 10 15 0,-5-10-44 0,5 10 12 15,0 0-59-15,-6-10 21 0,6 10-58 0,0 0 20 16,0 0-47-16,-3-12 27 0,3 12-31 0,0 0 30 16,0 0-37-16,0 0 30 0,0 0-37 0,0 0 19 15,0 0-17-15,18 1 32 0,-18-1-41 0,17 3 36 16,-7 0-31-16,4 0 26 0,1 0-33 0,4 1 34 0,3 1-38 16,2 1 37-16,1 0-35 0,1 0 36 0,3 2-44 15,-1 0 43-15,-3 1-34 0,-3-2 1 0,0 0 1 16,-1 2 0-16,-3 0-4 0,0 0 13 15,-4 0-1-15,-1 0 1 0,-2 1 10 0,-1 1 6 0,-1 0 5 16,-4 0 6-16,-1 1 9 0,-1-1 10 0,-3 2 14 16,-1-1-3-16,-1 0 4 0,-3 1-2 0,-1 1-3 15,-2-1-4-15,0 1-4 0,-2 1-2 0,-2-1-11 16,1-1-2-16,-2 2-5 0,-1-2-3 0,0 1-3 16,0-3-1-16,-1 1 0 0,0-1-14 0,2-1-16 15,-1-2-38-15,2 3-54 0,0-4-43 0,0 2-34 16,2-2-44-16,1 1-70 0,1-2-85 0,8-6-358 15,-9 8-247-15</inkml:trace>
  <inkml:trace contextRef="#ctx0" brushRef="#br0" timeOffset="170765.1619">31497 12933 281 0,'0'0'368'0,"1"-15"-71"0,-1 15-28 15,-1-15-35-15,1 15-12 0,0-14-5 0,0 14 26 16,0-14-75-16,0 14 20 0,-2-13-46 0,2 13 16 15,0 0-39-15,-1-16-16 0,1 16-43 0,0 0 11 16,0 0-31-16,-3-9 33 0,3 9-6 0,0 0 20 16,0 0-11-16,-2 11 22 0,2-11-3 0,-2 14 10 15,2-14-11-15,-2 21 4 0,0-10-17 0,0 3-8 16,0 0-13-16,-1 1 0 0,1 1-18 0,0-1-4 16,-1 1-10-16,0 1-5 0,1-2-4 0,-1 1-5 15,0-1 0-15,0-1-4 0,1-2 2 0,-1 1-4 0,0-2-3 16,1 0 2-16,2-11-3 0,-4 18 0 15,4-18-2-15,-3 14 5 0,3-14 0 0,-3 13 1 16,3-13 0-16,0 0 1 0,-5 11-5 0,5-11 0 16,0 0 3-16,0 0-6 0,0 0 1 0,-9-9 1 0,9 9-3 15,-3-15-5-15,3 15-6 0,0-22 4 16,1 8-12-16,1-1-3 0,0-2 3 0,0-1 4 16,1 0-6-16,1-2 8 0,0 1-5 0,0-1 1 0,1 0 3 15,-1 2 3-15,1 1 2 0,-1 4 4 0,1 0 6 16,-2 1-7-16,1 2-3 0,-1 1-3 0,-3 9 2 15,6-13 1-15,-6 13 0 0,7-8 4 0,-7 8-2 16,0 0 4-16,14 3 1 0,-14-3 3 0,12 13 8 16,-6-5-5-16,2 4 15 0,0 1-14 0,-1 2 8 0,3 0-10 15,1 3-3-15,0 1 1 0,3 4 4 16,2-1-8-16,0 0 6 0,2-2-2 0,1 2-1 16,1-2 3-16,0-1-4 0,1-2 53 0,-2-1-61 0,-1-4 48 15,1 0-55-15,-3-2 56 0,0-2-56 0,-2-2 58 16,1-4-59-16,-3 1 60 0,-12-3-51 0,24-1 66 15,-13-3-54-15,1-2 3 0,-1-2 16 0,-2-3-23 16,1-1-1-16,-3-3 0 0,1-3 2 0,-1-2-1 16,-2-1 1-16,1 1 1 0,-2-4-1 0,-1 1-1 15,0-1 0-15,-1 1-1 0,-1-1-1 0,1 0 1 16,0 4 54-16,-2 1-66 0,1 0 58 0,0 1-66 0,-1 1 65 16,0 3-66-16,1 2 58 0,0 0-87 0,-1 12 15 15,0-19-96-15,0 19-41 0,2-14 25 16,-2 14 29-16,0 0-44 0,2-11 1 0,-2 11 3 0,0 0 3 15,0 0-9-15,8 10-16 0,-8-10-20 0,5 18-17 16,-1-4-46-16,0 0-81 0,0 3-289 0,0-2-144 16</inkml:trace>
  <inkml:trace contextRef="#ctx0" brushRef="#br0" timeOffset="171133.9713">32167 13132 106 0,'0'0'538'0,"4"-11"-109"0,-4 11-53 16,1-12-27-16,-1 12-13 0,3-12-15 0,-3 12-48 0,5-14-40 16,-5 14-28-16,4-12-20 0,-4 12-31 0,3-10-34 15,-3 10-27-15,0 0-18 0,9-9-15 0,-9 9-16 16,0 0-6-16,17 0-7 0,-17 0-9 0,15 6-5 16,-6 0-4-16,-1-1-7 0,0 3 0 0,1 1 2 15,-1 1 40-15,-1 0-49 0,0 2 40 0,-1-1-57 16,-1 0 49-16,-2 1-48 0,-1-2 48 0,-2-10-50 15,2 21 51-15,-2-21-53 0,-5 20 49 0,1-12-50 0,-2 0 54 16,-2 0-55-16,0-2 55 0,-2-2-52 16,-2 0 56-16,-1-1-56 0,-2-1 45 0,1-1-45 0,-2-1 55 15,1-1-53-15,-2-2 65 0,2 0-45 0,-1-1 59 16,3 1-45-16,0-3 64 0,3 0-69 0,1 0 1 16,2 0-4-16,0-2-7 0,3 0-20 0,4 8-24 15,-2-18-26-15,4 8-27 0,2 0-34 0,4-1-50 16,0 1-28-16,3 0-3 0,2 1 3 0,0 1-19 15,1 0-40-15,2 0-49 0,1 3-87 0,0-1-250 16,2 2-162-16</inkml:trace>
  <inkml:trace contextRef="#ctx0" brushRef="#br0" timeOffset="171365.2957">32605 13134 154 0,'0'0'551'0,"0"0"-115"0,0-13-65 16,0 13 0-16,-3-11 12 0,3 11-21 0,-4-12 27 16,4 12-99-16,-3-12-39 0,3 12-26 0,-3-12-40 15,3 12-35-15,-3-9-30 0,3 9-24 0,-2-11-26 16,2 11-17-16,0 0-28 0,-3-10-37 0,3 10-45 16,0 0-34-16,0 0-22 0,0 0-37 0,0 0-42 15,-4-8-15-15,4 8-15 0,0 0-22 0,0 0-51 16,0 0-29-16,0 0-101 0,-2 11-255 0,2-11-189 0</inkml:trace>
  <inkml:trace contextRef="#ctx0" brushRef="#br0" timeOffset="172132.1277">32881 13152 259 0,'0'0'472'0,"0"0"-62"16,-2-13-71-16,2 13 9 0,0 0-67 0,2-16 40 16,-2 16-84-16,4-9 19 0,-4 9-91 0,7-11 17 15,-7 11-79-15,11-12 26 0,-1 7-77 0,-1 1 32 16,-9 4-60-16,21-5 39 0,-8 2-56 0,1 1 43 15,0 1-59-15,-1 2 49 0,1-1-51 0,-2 4 44 16,1-2-5-16,-2 3-7 0,-1 1-1 0,0-2-11 0,-2 3 5 16,-8-7-1-16,10 15-4 0,-10-15 0 0,8 13-2 15,-8-13 1-15,2 15 4 0,-2-15-5 0,-2 12 1 16,2-12 3-16,-12 11-4 0,12-11 5 0,-17 9-5 16,6-6 0-16,0-1 2 0,-3-1-4 0,2 1-1 15,12-2 1-15,-25 0 1 0,25 0 0 0,-23-3-2 16,23 3 4-16,-17-2-2 0,17 2-3 0,-12-6-1 15,12 6-6-15,-7-8-5 0,7 8 4 0,1-11-14 16,-1 11-5-16,11-17-42 0,0 9 55 0,4-4-51 0,-2-1 58 16,4-1-56-16,3-3 6 0,2 0 10 15,1 1 1-15,-1-3 58 0,5-4-53 0,0 2 53 0,1-2-3 16,-1 0-4-16,0-1-7 0,0 1 1 0,0-2-2 16,-3 0 8-16,0 0 8 0,-1-1 2 0,-5 3 28 15,0 0 4-15,-4 1 42 0,1 1-8 0,-5 2 20 16,-1 1 19-16,-2-1-21 0,-2 4-3 0,-1 2 24 15,0 0-16-15,-1 1-18 0,-1 2-18 0,-2 10-21 16,5-16-10-16,-5 16-6 0,0 0-8 0,0 0 4 16,0 0 7-16,0 0 6 0,-10 6-57 0,7 6 60 15,-1 3-74-15,0 6 72 0,1 3-74 0,0 2 74 0,0 7-75 16,0 2 69-16,1 1-63 0,1 8 71 0,0 2-79 16,-1 1 78-16,0 2-78 0,0 1 77 0,0-1-81 15,-4 1 82-15,3 1-86 0,-1-1 73 0,-2 0-84 16,1-2 64-16,-1-1-76 0,0-4 69 0,-2 0-69 15,0-4 70-15,0-6-59 0,1-2 74 0,0-3-64 16,0-5 66-16,0-2-65 0,1-2 81 0,1-3-49 16,0 1 108-16,0-6-48 0,-1 0 110 0,1-4-63 0,5-7 20 15,-11 9-42-15,11-9-5 0,-14 2-9 16,14-2-1-16,-14-6-3 0,7 1-13 0,0-4-10 16,2-2 53-16,1-2-76 0,4-2 51 0,1-1-75 0,4-1 33 15,3-2-107-15,6-5-4 0,4 0-88 16,4-1 51-16,4 2-35 0,2 2-50 0,-3 4-46 0,1 1-47 15,0 2-57-15,-1 3-41 0,-2 0-21 0,-1 4-62 16,-2 0-447-16,-4 1-510 0</inkml:trace>
  <inkml:trace contextRef="#ctx0" brushRef="#br0" timeOffset="173684.6929">31771 13608 594 0,'0'-17'482'16,"1"2"-66"-16,-1 3-16 0,0-2 3 0,1 1-16 0,-1 13-2 16,0-21-7-16,0 21-42 0,1-16-57 0,-1 16-54 15,0-14-54-15,0 14-36 0,0 0-33 0,0 0-3 16,0 0 1-16,0 0 9 0,0 0-12 0,9 12-12 16,-7 1-2-16,0 3-8 0,1 3-41 0,0 3 34 15,0 1-38-15,0 2 29 0,0 3-40 0,-1-1 24 16,0 0-7-16,0 1-6 0,0-2-7 0,-1 0-4 15,1-1-4-15,-1 0 1 0,1-1-7 0,-1-4 1 16,0-1-3-16,0-1-3 0,0-3-3 0,0 0-6 16,-1-3-2-16,1-1 1 0,-1-11 0 0,1 19 12 15,-1-19-1-15,0 14-1 0,0-14-3 0,0 0 9 0,0 0-6 16,0 0-15-16,0 0-3 0,0 0 1 16,-9-14-2-16,3 1-1 0,3-2-19 0,-2-5-12 0,-1-2 3 15,1 0-8-15,1-3 24 0,-2-6 1 0,1-1-5 16,2 1-2-16,-2-2 3 0,4 0 7 0,0 5 9 15,1-1-6-15,2 1 1 0,2 0 3 0,1 1-1 16,1 2 5-16,1 1-4 0,1 3 0 0,3 1-1 16,0 3 0-16,4 1 69 0,1 3-79 0,3 3 62 15,0 1-70-15,3 3 66 0,-1 4-69 0,-1 1 65 0,5 3-67 16,0 3 69-16,0 2-67 0,-2 2 69 0,2 5-71 16,0 2 73-16,-3 2-75 0,-1 1 9 0,-3 0 2 15,-1 0 1-15,-5-1 2 0,-2 0 1 0,0-2 7 16,-4 0 4-16,-3-1 4 0,-3-2 1 0,0-1 2 15,-3 2 2-15,-3-2-3 0,-2-2 1 0,-3 1-5 16,-1-3-10-16,-2 0-1 0,-1-2-16 0,-2 0-2 16,0-1-1-16,0-2-17 0,1-1-7 0,1-1-11 0,1-1 6 15,1 0 10-15,0 0-16 0,2-2 6 16,11 2 15-16,-21-4 10 0,21 4 6 0,-17-2 8 16,17 2 2-16,-12-3 0 0,12 3 3 0,0 0 2 0,-15-2 6 15,15 2 6-15,0 0-2 0,0 0 6 16,0 0 7-16,0 0 3 0,-2 12 17 0,2-12 15 0,11 13 7 15,-6-4-1-15,4 1 0 0,0 2 4 0,5 1 52 16,0 3-67-16,4 2 51 0,1-1-66 0,1 1 51 16,1 0-60-16,2 0 47 0,-1-3-60 0,0 1 54 15,0-1-58-15,-3-3 54 0,0-1-62 0,1 1 59 16,-4-3-61-16,-2-1 50 0,-2 0-54 0,0-2 64 0,-1-3-66 16,-2 1 54-16,-9-4-62 0,18 3 55 15,-18-3-53-15,14-2 53 0,-14 2-53 0,14-7 49 16,-14 7-50-16,9-13 51 0,-5 3-48 0,1 2 57 0,-1-1-58 15,0-1 54-15,2-1-51 0,-1 2 54 0,0-1-56 16,0 2 57-16,2 0-55 0,-1-1 55 0,1 4-53 16,0-3 52-16,1 4-55 0,1 0 52 0,-9 4-49 15,17-5 49-15,-17 5-54 0,18 0 57 0,-18 0-53 16,18 4 60-16,-8-1 1 0,-2 3 9 0,0 2-9 16,0 0-6-16,0 1-2 0,-1 2 1 0,-1 1 1 15,0 1-1-15,-1-3-4 0,0 2-1 0,-1-2 1 0,-2 2-7 16,1-2 6-16,-1 0-3 0,-2-10 1 15,2 18 7-15,-2-18 1 0,1 15 15 0,-1-15 1 16,-3 11 2-16,3-11 1 0,-6 11-1 0,6-11-62 0,-11 6 56 16,11-6-57-16,-14 1 63 0,14-1-67 0,-21-3 65 15,8-1-66-15,-1 0 58 0,0-3-57 0,-2 0 63 16,2 0-62-16,0-4 61 0,2 3-62 0,1-3 53 16,1 2-79-16,3-2 40 0,1 0-63 0,2 1 42 15,3-1-54-15,1 11 50 0,4-22-54 0,1 11 47 16,3 0-50-16,4 0 12 0,-1 1 56 0,4 1-47 15,-1 3 55-15,4-1-46 0,-2 1 59 0,1-1-48 0,-1 3 54 16,1-2-46-16,0 5 55 0,-3 0-47 0,0-1 60 16,-1 1 5-16,-13 1 7 0,23 3 23 15,-23-3-8-15,22 2 1 0,-13 3 0 0,-9-5 7 0,18 7 0 16,-11-2 9-16,-7-5-1 0,13 11-11 16,-13-11-10-16,10 14 8 0,-10-14 5 0,9 14 3 0,-9-14 8 15,6 17-81-15,-6-17 72 0,7 17-18 0,-4-8-5 16,-3-9-6-16,6 18-3 0,-2-10-1 0,-4-8-11 15,6 17-2-15,-6-17-4 0,8 14 0 0,-8-14 3 0,7 13-12 16,-7-13 8-16,6 11-2 0,-6-11-4 16,6 8-2-16,-6-8-11 0,8 7-23 0,-8-7-20 0,0 0-19 15,18 0 1-15,-18 0 7 0,14-4 12 16,-14 4 3-16,17-8 11 0,-8 3 5 0,0 0 12 0,-2 0-2 16,1 0 9-16,-8 5 7 0,14-7 5 0,-14 7 13 15,11-7-4-15,-11 7-1 0,9-5 3 0,-9 5-7 16,0 0 5-16,13-4 6 0,-13 4 10 0,0 0 9 15,13 3 4-15,-13-3-5 0,9 7 3 0,-9-7-5 16,11 11 4-16,-5-5 1 0,1 1-3 0,0-1-3 16,2 1 0-16,0 1-1 0,1-1-4 0,3 2 4 0,-2-3-6 15,1 1-11-15,3 0 0 0,-2-1-2 16,1-1 3-16,-1 1-4 0,1-4 2 0,-3 2 5 16,0-2-2-16,-11-2 5 0,23 1 9 0,-23-1-8 0,22-4 26 15,-13 1 13-15,0-3-10 0,1-1-7 0,-3 0-10 16,3-5-73-16,-5 2 81 0,0 0-77 0,-1-1 77 15,-1 1-77-15,-1 0 76 0,0-2-75 0,-3 0 75 16,1 12-77-16,-2-20 71 0,2 20-86 0,-6-18 42 16,6 18-93-16,-9-15 21 0,9 15-99 0,-10-10 9 15,10 10-54-15,-9-5-65 0,9 5-17 0,0 0-21 16,-13-2-34-16,13 2-45 0,0 0-403 0,0 0-348 0</inkml:trace>
  <inkml:trace contextRef="#ctx0" brushRef="#br0" timeOffset="174067.3455">33559 14025 485 0,'13'-3'428'16,"0"-1"-10"-16,-2 1-54 0,0-2-3 0,1 0-2 15,-3 0-26-15,1 0-8 0,-1-1-6 0,-1 0-39 16,0 1-40-16,-2-1-38 0,-6 6-30 0,12-11-27 16,-12 11-41-16,8-9-22 0,-8 9-17 0,4-9-17 15,-4 9-8-15,0 0-10 0,-6-10-2 0,6 10-11 16,-11-6 9-16,11 6-24 0,-14-1-12 0,14 1-7 15,-17 1-2-15,17-1-6 0,-16 5 0 0,16-5 16 0,-17 8-22 16,17-8 6-16,-12 11 10 0,12-11-7 0,-10 14 7 16,10-14 1-16,-5 16 3 0,5-16 2 0,1 16 0 15,-1-16 8-15,5 19-8 0,-2-9 2 0,3 0 7 16,-1 0-3-16,1 1 5 0,2 0-7 0,0 0 2 16,0 1-1-16,0-1 3 0,1 1 1 0,-1-2-4 15,-1 2 1-15,1-1 0 0,1 0 2 0,-2 0-1 16,-1-1 4-16,1 1-2 0,0 0 1 0,-2-3 5 15,-1 2 1-15,0-1 11 0,-4-9-3 0,6 17-1 16,-6-17 6-16,3 15-1 0,-3-15 6 0,-3 12-9 16,3-12-1-16,-8 12 1 0,0-7-5 0,-3 0-3 15,-2-2-45-15,-4 1-61 0,-2-3-80 0,-3 0-113 0,-5-1-94 16,-3-2-144-16,-5-1-485 0,0-1-619 0</inkml:trace>
  <inkml:trace contextRef="#ctx0" brushRef="#br0" timeOffset="179835.1038">21545 14952 253 0,'-13'-3'453'0,"1"-1"-117"16,-1 2-5-16,1-3-86 0,-1 2 33 0,-1-2-69 15,1-1 37-15,-1 2-56 0,4 0 34 0,-1-1 0 16,1 2-5-16,3-3-31 0,7 6-14 0,-15-9-26 15,15 9-17-15,-8-10-33 0,8 10-7 0,-3-11-21 16,3 11-4-16,3-11-10 0,-3 11-2 0,8-12-15 16,-1 6 3-16,2 0-18 0,1-1 1 15,1-1-5-15,2 2 3 0,1 0-3 0,1 1 2 0,2-2-12 0,3 0 5 16,2 2-7-16,1 0 4 0,2-2-7 16,-1 4 3-16,2-2-1 0,0 3 0 0,0-3-3 15,-1 4-3-15,-4 1 1 0,1-1 2 0,-2 2-4 0,-2 0 4 16,1 2 0-16,-3 1 6 0,0 1 8 0,-2 0 3 15,0 2 2-15,-2 0-1 0,-1 1 5 0,-2 2 1 16,-2 0 5-16,-2 1-4 0,-1 0 6 0,-2 1-9 16,-2-1 1-16,0 2-10 0,-2-2 3 0,0 1-11 15,-1 0 9-15,-1 1-13 0,1-1 4 0,-1-2-6 16,0 2 5-16,1-2-9 0,-1 1 9 0,-1-3-11 16,2 2 9-16,-1 1-9 0,1-3 0 0,3-8 0 15,-3 17 2-15,3-17-2 0,-2 15-1 0,2-15 4 16,1 16-1-16,-1-16 2 0,5 16 2 0,0-9-4 15,1 2 2-15,2-1-5 0,2 0 1 0,1 2 1 16,2-1-1-16,0 0 2 0,1-1-2 0,1 3 2 16,0-2-2-16,0 0 3 0,0 1 19 0,-2 0-24 15,-1-2 2-15,2 2-2 0,-3 0 2 0,1-1 7 16,-1 1 6-16,-2 1 4 0,1-1 1 0,-1-1 8 0,-2 1 1 16,-1-1 4-16,-1 2 2 0,1-1 2 0,-2 3 7 15,0-3 5-15,-2 1 0 0,-1-1-11 16,1 2 5-16,-2-12-7 0,-1 21-4 0,-1-8 5 15,-1-3 6-15,-1 1 7 0,-5 0 1 0,2 0 9 0,-2 0 14 16,-2-3 6-16,-4 2-10 0,-2-2-5 0,-4 1-12 16,-4-3-13-16,-5 3 33 0,-3-5-49 15,-3 2 32-15,-3-4-48 0,-3-1-4 0,0 1-30 0,-8-4-45 16,0 1-61-16,1-3-39 0,3 0-86 16,5 1-99-16,4-1-54 0,3-2-110 0,7 2-205 0,3-4-327 15,4 1-673-15</inkml:trace>
  <inkml:trace contextRef="#ctx0" brushRef="#br0" timeOffset="180918.6681">23357 15425 303 0,'-9'-7'271'16,"9"7"-37"-16,0 0 0 0,-11-6-42 0,11 6 5 16,-10-3-38-16,10 3 18 0,-11-4-49 0,11 4 27 15,-11-3-57-15,11 3 32 0,-12-4-42 0,12 4 30 16,-10-3-34-16,10 3 44 0,0 0-35 0,-11-4 25 16,11 4-23-16,0 0 24 0,-11-4-24 0,11 4 13 15,0 0-17-15,0 0 11 0,0 0-15 0,-11-1 6 16,11 1-6-16,0 0 6 0,0 0-16 0,0 0 10 0,0 0-13 15,0 0 0-15,0 0-7 0,-10-3-2 16,10 3-12-16,0 0-1 0,0 0-4 0,0 0-2 0,0 0 0 16,0 0-5-16,0 0 8 0,0 0-9 0,0 0 4 15,0 0-7-15,0 0 5 0,0 0-20 16,0 0 22-16,0 0-19 0,0 0 4 0,0 0-2 16,0 0-4-16,0 0-1 0,0 0-2 0,0 0-3 0,0 0-3 15,0 0-3-15,0 0 2 0,0 0-4 0,0 0 0 16,0 0-4-16,0 0 1 0,-10-4-4 0,10 4 1 15,0 0 1-15,0 0 0 0,0 0-2 0,0 0 3 16,0 0 1-16,0 0 4 0,0 0-3 0,0 0 5 16,0 0 4-16,0 0-3 0,0 0 4 0,0 0 3 15,0 0 2-15,0 0-3 0,0 0 1 0,0 0 2 16,0 0-7-16,0 0 12 0,0 0-3 0,0 0 2 16,0 0 2-16,0 0-2 0,0 0 0 0,0 0-5 15,0 0 7-15,0 0-6 0,0 0-4 0,0 0 0 16,0 0-1-16,0 0-3 0,0 0-9 0,0 0-7 15,-9-5 9-15,9 5 0 0,0 0-4 0,0 0 1 16,-13-4-2-16,13 4-1 0,0 0 6 0,-13-4-8 16,13 4 3-16,0 0 0 0,-12-4-2 0,12 4 0 0,0 0-2 15,-12-4 4-15,12 4 3 0,-11-4-1 16,11 4-5-16,-11 0 1 0,11 0 0 0,-15-3 4 16,15 3 3-16,-15-2-3 0,15 2 4 0,-15-1-10 15,15 1 9-15,-13-2-11 0,13 2 12 0,-17-2-12 0,17 2 14 16,-16-1-30-16,16 1 38 0,-16-2-17 0,16 2 24 15,-13 0-19-15,13 0 20 0,-13-2-17 0,13 2 16 16,0 0-18-16,-15-2 17 0,15 2-25 0,0 0 29 16,-12 0-16-16,12 0 33 0,0 0-23 0,0 0 24 15,0 0-36-15,0 0 38 0,0 0-14 0,23-8-41 16,1 3 28-16,11-1-2 0,13 2 0 0,6 0-37 16,8-1 31-16,13 2-31 0,3-1 31 0,4-1-24 15,3 3 27-15,0-1-35 0,0 0 36 0,0 1-25 16,-1-2-43-16,-3 2 10 0,-3-2-27 0,-4 1 7 0,-12-1-14 15,-3 1-7-15,-5 1-2 0,-3 2-10 16,-12-3-10-16,-2 1-16 0,-8 0-16 0,-3 0-34 16,-5-1-47-16,-4 1-87 0,-3-1-43 0,-14 3-51 15,14-4-70-15,-14 4-560 0,0 0-637 0</inkml:trace>
  <inkml:trace contextRef="#ctx0" brushRef="#br0" timeOffset="181287.8521">23857 15144 553 0,'-3'-13'733'0,"-1"0"-151"0,2 2-75 0,0 0-65 16,1-1-38-16,-1 0-23 0,1 0-29 0,-1 0-19 15,0 1-18-15,2 11-8 0,-2-21-8 0,2 21-33 16,-3-15-48-16,3 15-45 0,-1-14-38 0,1 14-33 15,0 0-27-15,-3-12-16 0,3 12-12 0,0 0-11 16,0 0-2-16,-1 15 1 0,1-15-2 0,1 23 1 16,0-5 0-16,0 0-2 0,1 5-36 0,1 1 52 15,0 2-47-15,1 0 38 0,2 5-6 0,1-1-6 16,0 1-4-16,0-1-5 0,2-1-1 0,2 1 24 16,0-1-34-16,0-1 28 0,1-2-40 0,0 1 28 15,0-4-64-15,-2-2 3 0,0-2-65 0,0-1 7 16,-3-4-72-16,1 0 1 0,-1-1-40 0,0-2-23 0,-2-1-27 15,0-1-23-15,0-2-14 0,-5-7-23 0,8 14-12 16,-8-14 39-16,8 11-57 0,-8-11-36 16,9 6-44-16,-9-6-469 0,13 0-457 0</inkml:trace>
  <inkml:trace contextRef="#ctx0" brushRef="#br0" timeOffset="182086.8039">24823 15072 440 0,'-10'-8'501'16,"0"0"-143"-16,1 0-20 0,1 0-32 0,1 1 39 15,-3-2-39-15,4 1 13 0,-2 1-33 0,3-1-30 16,-3 1-18-16,4 0-9 0,-2-1-21 0,6 8-43 16,-7-17-21-16,7 17-34 0,-2-13-12 15,2 13-20-15,2-15-3 0,-2 15-23 0,7-18 2 0,-1 10-18 16,0-1 11-16,3 0-15 0,1-1 15 0,0 2-27 16,2-1 12-16,0 1-20 0,2 0 14 0,-1 2-13 15,3 0 10-15,1 1-20 0,1 2 15 0,0-2-17 16,2 3 13-16,1 0-14 0,-2 2 13 0,2 3-16 15,4 0 20-15,-5 2-22 0,3 1 17 0,-1 2-13 16,-3 1 19-16,2 3-14 0,-4 1 16 0,0 1-10 16,-1 3 18-16,-5-3-21 0,0 4 28 0,-2 2-20 15,-2 2 3-15,-4 1-1 0,-2 3 5 0,-2 1 1 0,-2 5 2 16,-5 1-4-16,-4 6-1 0,-2 1-4 16,-2-1 34-16,-3-1-45 0,-2-1 44 0,-1 1-46 15,0-2 40-15,-1-2-41 0,0 0 42 0,1-5-64 0,2 0 58 16,2-5-43-16,3-2 46 0,3-2-26 0,0-4 53 15,3 1-33-15,2-5 47 0,3 1-13 16,1-1 60-16,3-12-36 0,8 17 22 0,5-9-46 0,5-1 28 16,8-2-35-16,7 0 26 0,6-1-43 0,3-2 25 15,8-1-34-15,-1-1 30 0,4-2-30 0,-1-1 35 16,-3 0-36-16,3-1 32 0,-2 0-38 0,-2-1 26 16,0-1-39-16,-3 0 31 0,0 0-30 0,-9 0 21 15,-2 2-28-15,-1-2 30 0,-1 0-29 0,-5 1 28 16,-3 0-32-16,-1 0 29 0,-3 1-35 0,-1 1 30 15,-2-2-34-15,-1 2 27 0,-5-1-35 0,0 2 31 16,1-1-32-16,-12 3 13 0,19-4-53 0,-19 4 5 16,14-6-48-16,-14 6 13 0,13-1-53 0,-13 1 16 15,0 0-60-15,14-3 11 0,-14 3-61 0,0 0-10 0,11-4-53 16,-11 4-43-16,0 0-37 0,0 0-45 16,0 0-3-16,0 0-36 0,0 0-56 0,-4-9-551 15,4 9-680-15</inkml:trace>
  <inkml:trace contextRef="#ctx0" brushRef="#br0" timeOffset="183356.9875">27241 14959 126 0,'0'0'304'0,"-18"2"-60"0,18-2-20 16,-17 1-14-16,17-1-10 0,-17 3-10 0,17-3-5 15,-18 1-10-15,18-1 32 0,-22 0-50 0,22 0 37 16,-18-1-46-16,18 1 34 0,-21-3-10 0,21 3 11 16,-20-4 0-16,20 4 26 0,-20-6 14 0,20 6 5 15,-18-7 5-15,18 7-2 0,-14-8-49 0,14 8 4 16,-8-10-64-16,8 10 3 0,2-11-50 0,4 3 13 15,3-3-40-15,9 1 23 0,2 0-33 0,17-4-8 16,5 1 22-16,4 1-37 0,7 1 24 0,12-1-35 0,3 2 23 16,3 1-19-16,-1 3 12 0,-1-1-32 15,-8 3 20-15,-1 1-36 0,-3 1 4 0,2 1-34 16,-3 0-15-16,-2 2-24 0,-4-1-20 0,-6 1-26 0,-6 2-24 16,-2-1-35-16,-7-2-52 0,-4 4-7 0,-3-4-38 15,-4 3 40-15,-2 0 10 0,-5-1-22 16,-11-2-54-16,9 10-71 0,-9-10-339 0,0 0-240 15</inkml:trace>
  <inkml:trace contextRef="#ctx0" brushRef="#br0" timeOffset="183671.4529">27535 15100 305 0,'-28'8'416'15,"1"2"-77"-15,4-2 2 0,2-1-81 0,3-2 27 16,2 0-57-16,0 0 43 0,6-1-29 0,-1 0 11 15,-1 0-16-15,12-4-21 0,-16 6-6 0,16-6-25 16,-12 4-16-16,12-4-15 0,0 0-9 0,0 0-14 16,0 0-22-16,14 5-9 0,-1-6-9 0,6 1-2 15,3-2-20-15,7 1 1 0,10 0-25 0,-1-1 15 16,6 2-33-16,6 0 13 0,2-2-25 0,-3 1-3 16,5 1-5-16,-4-2 2 0,1 2-4 0,1-1 18 15,-2-1-20-15,-8 2 12 0,1-1-17 0,-2 0 14 0,-4 1-21 16,-5 0 18-16,0-2-22 0,-4-2 0 0,-1 4-21 15,-9-1-2-15,3-1-27 0,-3 2-23 0,-5-1-22 16,0 0-43-16,-1 0-26 0,-12 1-75 0,20-1-5 16,-20 1-34-16,15-4 16 0,-15 4-74 0,0 0-53 15,12-3-474-15,-12 3-430 0</inkml:trace>
  <inkml:trace contextRef="#ctx0" brushRef="#br0" timeOffset="185092.5398">15712 15214 378 0,'0'0'507'0,"0"0"-47"16,6-10-124-16,-6 10-13 0,0 0-29 0,5-11-9 15,-5 11-54-15,0 0-14 0,0 0-52 0,5-10-16 16,-5 10-45-16,0 0-10 0,0 0-14 0,0 0 28 15,7 7 28-15,-7-7 4 0,5 22-3 0,-3-4-2 0,-1 7-10 16,-1 1-21-16,-3 8-2 0,0 3-29 16,-4 6-1-16,1-1-16 0,-2 2-6 0,0-2 6 15,-1-3-28-15,2 0 21 0,-1-7-32 0,2-1 11 16,1-1-17-16,0-4 7 0,1-3-12 0,-1 0 9 0,1-2-13 16,2-4 3-16,-1 0-1 0,1-2-3 0,0-3 1 15,0-1-1-15,0-2 7 0,2-9-1 0,-3 19 8 16,3-19 3-16,-2 11 0 0,2-11-4 0,0 0-10 15,0 0-1-15,0 0-10 0,0 0 3 0,3-17-16 16,2 4 0-16,-2-5-4 0,2-5-16 0,1-6 1 16,1-4-6-16,0-6 3 0,1-3 2 0,0-2 8 15,2 0 1-15,1-2 3 0,-1 0 4 0,3 0 6 16,-1-1 4-16,2 2 0 0,0 1 4 0,1 3 1 16,-1 4 12-16,0 3 26 0,-3 7-2 0,0 4-1 15,-2 4-9-15,-2 4-2 0,1 1-5 0,0 6 13 16,0 1 4-16,-8 7 30 0,17 0-4 0,-7 5 9 15,2 4-2-15,1 4 1 0,0 6-10 0,1 4 0 16,3 10 2-16,-1 2 0 0,1 4-5 0,-2 0-11 0,2 3-7 16,0 0-3-16,2 1-1 0,2 8-13 15,0-2-17-15,-1-9-49 0,0 1-42 0,0-2-66 16,2-2-51-16,0-3-50 0,-2-3-77 0,1-2 6 16,-3-4-97-16,-2-3-86 0,-2-5-479 0,-3-3-593 0</inkml:trace>
  <inkml:trace contextRef="#ctx0" brushRef="#br0" timeOffset="185304.8271">15894 15648 238 0,'-19'-12'805'0,"3"2"-163"0,-2 0-133 0,5 0-95 15,0 3-38-15,1 1-28 0,3 0-34 0,1 1-58 16,8 5-48-16,-16-9-49 0,16 9-29 0,-6-9-31 15,6 9-21-15,5-7-14 0,4 2 2 0,6 1-35 16,7-1-37-16,3-1-45 0,9 2-57 0,4-2-31 16,1 3-96-16,8-3-7 0,1 4-64 0,-5 1-22 15,0-1-71-15,-1 2-67 0,0-1-313 0,-3 0-298 16</inkml:trace>
  <inkml:trace contextRef="#ctx0" brushRef="#br0" timeOffset="185720.7145">16510 15527 507 0,'2'-12'578'0,"-2"12"-119"0,0 0 2 0,-2-13-38 16,2 13-22-16,-2-12-19 0,2 12-33 16,0-11-7-16,0 11-51 0,0-14-43 0,0 14-61 0,0 0-31 15,4-14-37-15,-4 14-22 0,7-7-18 0,-7 7-14 16,14-1-10-16,-14 1-7 0,21 6 1 16,-8 0-17-16,0 3 22 0,3 1-35 0,-1 2 22 0,1 1-29 15,-2 1 21-15,2 3-30 0,-3-2 21 0,1 1-30 16,-2 0 24-16,0-2-35 0,-1 1 19 0,-4-3-37 15,1 1 24-15,0-1-21 0,-3-3 18 0,-1 1-9 16,-1-1 16-16,-3-9-20 0,4 15 11 0,-4-15-19 16,-1 12-6-16,1-12-4 0,-5 8 6 0,5-8-11 15,0 0-28-15,-10 6-25 0,10-6-32 0,0 0-17 16,-11-7-18-16,11 7 6 0,-3-14-10 0,3 14-14 16,2-20 49-16,0 5-29 0,3 2 68 0,3-3-19 15,0 0 64-15,3-1-32 0,1 2 72 0,0-2-19 16,3 4 59-16,-1 0-1 0,1 1 53 0,0 1-6 0,0 3 19 15,-2 1 6-15,1 2 20 0,0 0 2 16,-1 4 6-16,-1 0 1 0,0 1 10 0,1 1-4 16,0 3-20-16,0 1 2 0,1 1-30 0,-2 1 1 15,1 0-25-15,-1 0-4 0,-1 2-17 0,2-2 0 0,-3 1-15 16,1 0 5-16,1-1-47 0,-3 3-56 0,-2-3-73 16,2-2-67-16,-3 4-97 0,-1-1 12 15,0-1-120-15,-5-7-120 0,2 12-398 0,-2-12-513 0</inkml:trace>
  <inkml:trace contextRef="#ctx0" brushRef="#br0" timeOffset="185921.2578">16964 15321 614 0,'-2'-16'744'0,"1"2"-154"0,0 2-86 16,-1 1-82-16,0 1-48 0,2 10-62 0,-3-21-62 15,3 21-56-15,-2-13-44 0,2 13-39 0,0-12-56 16,0 12-39-16,0 0-51 0,6-12-54 0,-6 12-63 16,0 0-51-16,17 2-48 0,-7 1-111 0,2 3-109 15,1-1-402-15,3 2-426 0</inkml:trace>
  <inkml:trace contextRef="#ctx0" brushRef="#br0" timeOffset="186154.5089">17449 15112 780 0,'4'-18'713'0,"-1"4"-78"0,-2 0-66 0,1 2-43 0,-2 12-59 16,0-21-37-16,0 21-74 0,1-20-76 15,-1 20-61-15,1-11-36 0,-1 11-10 0,0 0 0 0,0 0-3 16,0 0 7-16,5 11-31 0,-1 0-25 0,1 5-26 16,3 2-11-16,0 3-22 0,3 4-42 0,1 1 34 15,0 2-13-15,4 4-12 0,-2 0-50 16,2 1-52-16,-3-5-67 0,1 3-51 0,0-4-41 0,-3 0-59 15,2-2-34-15,-2 0-68 0,-2-6 27 0,1 2-45 16,-3-5 9-16,-2 0-12 0,-1-5-1 0,-2 0-18 16,-2-11-328-16,-1 15-273 0</inkml:trace>
  <inkml:trace contextRef="#ctx0" brushRef="#br0" timeOffset="186772.0643">17643 15552 697 0,'-20'-6'325'0,"10"0"26"0,-1-1-64 0,-1-3 39 16,1 0-5-16,-1 1 36 0,3-4-33 0,0 1 4 15,1-1-7-15,0 1-19 0,1-1-27 0,3 1-42 16,1-2-45-16,2 3-36 0,2-2-26 0,2 1-17 15,2-2-26-15,2 0-15 0,3 0-9 0,2 2-14 16,3-1-11-16,1 3-6 0,3-1-5 0,1 1-7 0,1 2-1 16,3 1-1-16,1 3-4 0,-2 0-6 15,2 1 0-15,-2 2 4 0,0 1-8 0,-2 0-1 16,1 1 2-16,-1 2 0 0,-2 0-1 0,1 1-2 0,-2-1 0 16,-1 2-2-16,-1 1 4 0,-3 0 17 0,-1 0 3 15,0 1 7-15,-1 0 8 0,-3 0-3 0,1-1 7 16,-2 3-15-16,-1-1 0 0,0 0-4 0,0 1-2 15,0 0-3-15,-1 0 6 0,1 0-2 0,1 2-8 16,1-1-2-16,1 0-2 0,0 0 0 0,2-1 0 16,0-1-1-16,0 1-1 0,2-3-7 0,0 1-7 15,2-4-9-15,-1 1-4 0,1-2-14 0,-1-2 0 16,-2-2 4-16,5-2 7 0,-1 0 5 0,2-5-1 16,0-3 5-16,-2 0 3 0,1-2 4 0,-2-1-1 15,1 0 4-15,-2-1 15 0,1 0 3 0,-2 1 5 16,1 2 15-16,-1 0 21 0,-3 3-18 0,1 0 10 15,-1 2-27-15,1 2 17 0,1 3-17 0,1 2 46 16,1 2-27-16,3 5 47 0,5 3-24 0,4 5 28 16,4 8-15-16,1 4-14 0,-1 3 6 0,-2 3-30 15,-2 3 29-15,3 8-51 0,-8-3 27 0,-2 2-42 16,-4 1-1-16,-2 1-28 0,-5 1-8 0,-1 0-14 16,-3 2 4-16,-2 0-1 0,-3 0 0 0,-4-1-5 0,-2 0 45 15,-5-2-40-15,0-3 45 0,-8-1-44 0,-2-2 59 16,-4-4-47-16,-5-4 51 0,-2-3-2 15,-6-4-6-15,-1-2 4 0,-3-5-3 0,-4-4 0 16,-1-5 21-16,-4-4-16 0,1-6-2 0,1-3 11 0,3-2-28 16,4-7 64-16,4-3-32 0,5-4 0 0,9-3 7 15,6-2-16-15,12-1-4 0,9 2-4 0,13-12-3 16,17-6 29-16,13-1-45 0,12 1 45 0,20-8-39 16,10 5 37-16,8 1-38 0,5 4 38 0,5 3-42 15,0 3 40-15,0 3-41 0,-20 8 3 0,-2 2 2 16,-1 2 3-16,-6 2-16 0,-2 4-33 0,-6 1-44 15,-5 0-54-15,-15 4-56 0,-4 1-67 0,-10 1-68 16,-8 4-95-16,-7 0 37 0,-2 3-59 0,-17 1-81 16,15-2-532-16,-15 2-687 0</inkml:trace>
  <inkml:trace contextRef="#ctx0" brushRef="#br0" timeOffset="187206.0278">19581 15339 731 0,'0'0'629'0,"0"0"-94"16,0 0-36-16,0-14-45 0,0 14-28 0,0 0-40 0,2-16-35 15,-2 16-35-15,4-13-50 0,1 5-11 0,0 0-52 16,3-2-13-16,2 1-61 0,3-1-4 0,4-1-24 16,5 1-20-16,4-2-18 0,6 2-14 0,9 1-12 15,2-1-47-15,3 4-65 0,1 0-46 0,1 0-59 16,0 3-49-16,-6 0-58 0,-1 3-58 16,-1 0-29-16,0 1-52 0,-3 1-79 0,-1 2-516 15,-8 1-631-15</inkml:trace>
  <inkml:trace contextRef="#ctx0" brushRef="#br0" timeOffset="187389.3144">20059 15437 72 0,'-30'11'702'0,"1"0"-127"15,2-2-89-15,5 0-15 0,1-2-51 0,5-1-3 16,0 0-6-16,4 0-28 0,0-3 17 0,3 0-102 16,9-3-7-16,-12 5-36 0,12-5-47 0,0 0-41 15,12 0-32-15,6 0-29 0,8-2-24 0,12-1-60 16,10-1-77-16,6-1-70 0,4 2-66 0,4-2-83 15,9 0-99-15,-9 2-93 0,0 0-178 0,-4 0-543 16,0-1-798-16</inkml:trace>
  <inkml:trace contextRef="#ctx0" brushRef="#br0" timeOffset="190039.7572">30449 14500 371 0,'18'-3'525'0,"-3"3"-112"0,-1-1-3 0,1-1-24 16,-3 1 3-16,-1-1-21 0,-11 2 0 0,21-2-9 15,-21 2-30-15,18-2-41 0,-18 2-36 0,10-3-50 16,-10 3-29-16,12-1-35 0,-12 1-17 0,0 0-25 16,14-2-24-16,-14 2-6 0,0 0-14 0,0 0-13 15,0 0-10-15,0 0-6 0,0 0-5 0,0 0-4 16,-21 0 4-16,21 0-7 0,-24 3-1 16,11-2-1-16,-5 1-2 0,0 0-1 0,-2-1-6 0,-2 2 8 15,-2-2-2-15,-1 2-5 0,-2 0-7 0,-1-1 5 16,1 3-11-16,-1-3 5 0,-1 3-3 0,-3-1-8 15,0 0 3-15,1 2 1 0,1 0 3 0,0 1 0 0,0 0-4 16,6 3 7-16,-5-2-3 0,0 3 25 16,0-1-28-16,0 5 4 0,1-2 25 0,2 1-22 0,-5 4 22 15,5 0-28-15,-2 1 20 0,4-1-19 0,1 1 22 16,1 0-2-16,0 0 0 0,3 1 4 16,-1 0-11-16,3 1 0 0,1-2-1 0,3-1 0 0,0-3 2 15,3 1-22-15,2 0 28 0,0-4-25 0,2 2 22 16,1-3-22-16,1 0 27 0,1-2-21 0,3-9 27 15,-2 18-8-15,2-18 11 0,2 12-26 0,-2-12 29 16,9 10-26-16,-9-10 29 0,18 5-38 0,-18-5 36 16,25 0-33-16,-8-2 31 0,3-3-28 0,2 2 40 15,3-3-51-15,1 2 31 0,1-2-4 0,5 0-2 16,0 0-3-16,0 2-1 0,-3 1 0 0,0 2 0 0,0 0-3 16,0 2 1-16,6 1-1 0,-3 4-2 15,-2 3 4-15,2 0 2 0,-3 2 2 0,0 4-26 16,-2 0 34-16,4 3-31 0,-6-1 40 0,-4 1-38 0,0 1 42 15,-3 0-42-15,-1 3 12 0,-4-6 3 16,-1 2 39-16,-3-2-36 0,-2-1 42 0,0 1-33 16,-4-1 56-16,-1 0-33 0,-2-4 56 0,-2 3-17 15,-5-2 57-15,-4 2 21 0,-5 0-13 0,-3-1-14 0,-9-1 42 16,-12 1-38-16,-5-4 32 0,-4 1-47 0,-7-4 17 16,-5-2-49-16,-15-1 27 0,-3-1-55 0,-4 0 10 15,-1-2-37-15,1 0-15 0,2-2 8 0,5 1-6 16,14 1-7-16,4 0 2 0,6-1-29 0,12 1-45 15,8 0-61-15,3 0-80 0,6 1-70 0,2-1-14 16,5 1-7-16,2-1-58 0,14 0-57 0,-17 3-50 16,17-3-55-16,0 0-89 0,0 0-648 0,-11-3-861 15</inkml:trace>
  <inkml:trace contextRef="#ctx0" brushRef="#br0" timeOffset="268118.7829">18094 7155 180 0,'0'0'180'15,"-11"-13"-51"-15,11 13-22 0,-8-11-11 0,8 11-14 16,-6-10 9-16,6 10 2 0,-8-11-19 0,8 11-13 15,-7-10-7-15,7 10-10 0,-6-9 0 0,6 9-6 16,-6-9-12-16,6 9 12 0,0 0-3 0,-7-10 3 16,7 10-15-16,0 0 2 0,-7-9-12 0,7 9 7 15,0 0-9-15,-5-8 1 0,5 8-3 0,0 0 6 16,0 0 2-16,-5-8 11 0,5 8-6 0,0 0 16 16,0 0-10-16,0 0 14 0,0 0-17 0,0 0 20 15,-5-9-17-15,5 9 12 0,0 0-16 0,0 0 13 0,0 0-18 16,0 0 19-16,0 0-26 0,0 0 24 0,0 0-24 15,0 0 14-15,0 0-16 0,0 0 16 16,0 0-20-16,0 0 19 0,0 0-25 0,0 0 19 16,0 0-18-16,0 0 23 0,0 0-27 0,0 0 27 0,0 0-26 15,0 0 30-15,0 0-26 0,-8-3 33 0,8 3-27 16,0 0 41-16,0 0-27 0,0 0 36 0,0 0-37 16,0 0 36-16,0 0-40 0,0 0 47 0,0 0-35 15,0 0 40-15,0 0-38 0,0 0 39 0,0 0-50 16,0 0 48-16,0 0-31 0,0 0 34 0,0 0-33 15,0 0 27-15,0 0-16 0,0 0 4 16,17 0 15-16,-17 0 22 0,17 3-2 0,-4-3-10 0,6 2-24 16,1 0 15-16,7 1-21 0,6 1-2 0,4 0-8 15,0-1-1-15,8 1-21 0,2 3 13 0,-1-2-18 16,1 0 10-16,1 0-13 0,-1 1 6 0,1-1-16 16,1 3 16-16,1 0-15 0,-2-2 15 0,3 3-13 15,-1-2 9-15,3 0-9 0,0 2 11 0,2-2-12 16,-1 2 18-16,2 0-10 0,2-1 20 0,8 1-11 15,0 2 6-15,3-2-10 0,0 3 4 0,0-2-10 16,1 0 11-16,-1 0-13 0,0-1 10 0,-4 0-7 16,-8-1 8-16,-3-2-9 0,-2 1 8 0,-1 0-13 15,-3-2 10-15,-3 0-8 0,-9-2 6 0,-1 1-13 0,-6-1 8 16,-2-1-7-16,-2 1 11 0,-4-1-13 16,-4 1 8-16,0-2-6 0,-3 0 12 0,-2 2-9 0,0-3 8 15,-12 0-12-15,20 2 11 0,-20-2-6 16,16 2 6-16,-16-2-9 0,14 0 3 0,-14 0-6 0,11 2 11 15,-11-2-13-15,0 0 13 0,14 3-7 0,-14-3 5 16,0 0-21-16,0 0 13 0,14 1-13 0,-14-1 9 16,0 0-17-16,0 0 10 0,0 0-16 0,13 1 8 15,-13-1-7-15,0 0 15 0,0 0-12 0,0 0 18 16,0 0-10-16,0 0 16 0,0 0-16 16,0 0 2-16,14-1-27 0,-14 1-6 0,0 0-36 0,0 0-1 15,0 0-46-15,0 0 4 0,0 0-60 0,0 0-11 16,-4-8-47-16,4 8-68 0,-8-5-121 0,8 5-206 15,-17-5-154-15</inkml:trace>
  <inkml:trace contextRef="#ctx0" brushRef="#br0" timeOffset="268619.749">19839 6999 42 0,'-5'-15'337'0,"5"15"-91"16,-3-10-31-16,3 10-30 0,-3-11 10 15,3 11-39-15,0 0 5 0,-3-10-36 0,3 10 11 16,0 0-41-16,0 0 16 0,-3-12-58 0,3 12 24 0,0 0-40 16,0 0 14-16,0 0-35 0,0 0 32 0,0 0-19 15,0 0 35-15,6-6-29 0,-6 6 33 16,9 5-34-16,-9-5 28 0,17 8-40 0,-6-1 41 15,3-1-40-15,4 5 33 0,2-1-36 0,2-1 32 0,4 6-43 16,2-1 39-16,5 4-41 0,0 0 35 0,1 1-46 16,1 0 42-16,-1 1-42 0,1 1 38 0,-2-2-46 15,0 1 33-15,-1-2-39 0,-1 1 45 0,-4-2-37 16,-2-2 33-16,-2 0-37 0,0 1 36 0,0-2-35 16,-4-2 37-16,-3 1-43 0,0-2 40 0,-3-3-41 15,-2 2 37-15,0-1-35 0,-1-2 41 0,-3 1-36 16,1-2 36-16,-8-6-34 0,10 11 41 0,-10-11-38 15,5 11 40-15,-5-11-34 0,-2 12 36 0,2-12-9 16,-8 14 0-16,1-6-2 0,0-2-7 0,-3 2 5 16,-1-1-6-16,-2 1 4 0,0 1-2 0,-3-3 0 15,1 1-1-15,-4 2-6 0,-2 0 7 0,2-3-3 16,-1 1-2-16,-3 0-1 0,2-2 0 0,-3 2 2 16,0-2-7-16,0 0 5 0,2 1 1 0,-3-1-5 0,2 1-3 15,4-3-18-15,1 2-29 0,1-1-36 0,0 2-34 16,2-2-35-16,1 0-34 0,0 2-41 15,2 0-41-15,3 0-64 0,9-6-319 0,-18 7-156 16</inkml:trace>
  <inkml:trace contextRef="#ctx0" brushRef="#br0" timeOffset="269436.2">18332 7219 9 0,'0'0'213'0,"-10"-10"-42"0,10 10-29 0,-7-12-4 15,7 12-28-15,-4-11-31 0,4 11 17 0,-3-9 5 16,3 9 10-16,-1-11-13 0,1 11 4 16,0 0-5-16,-2-16-19 0,2 16 4 0,0 0-18 0,1-16 26 15,-1 16-34-15,-2-12 11 0,2 12-33 0,-3-11 25 16,3 11-22-16,-5-12 11 0,5 12-28 16,-9-14 19-16,2 7-26 0,-1 1 31 0,1-1-23 0,-1 1 17 15,1 0-22-15,-1 0 28 0,0 0-30 0,8 6 27 16,-12-7-33-16,12 7 14 0,-10-6-31 0,10 6 34 15,-8-7-34-15,8 7 28 0,0 0-28 0,0 0 30 16,0 0-9-16,0 0 63 0,0 0-40 0,1 11 52 16,9-2-29-16,6 3 47 0,8 4-18 0,8 3 27 15,6 2-13-15,12 5 7 0,4-1-21 0,6 3 16 16,4 1-24-16,6-2 14 0,1 5-14 0,4-1 1 16,3 0-9-16,14 7-21 0,-16-7 2 0,2 4 12 0,11 5-18 15,-16-5 0-15,14 8 5 0,-14-4 3 16,13 4-11-16,-14-4 0 0,11 5-10 0,-11-6 2 15,-4 2-8-15,-1-2-1 0,-3 0-7 0,-3-3 8 0,-2 1-2 16,-5-4-5-16,-3-1-2 0,-4-1-5 0,-8-5-2 16,-3-2 0-16,-2-1-1 0,-1 0-2 15,-3-1-4-15,-6-3 3 0,-1-2-1 0,-2-2-4 16,-4 0-1-16,-1-2 18 0,-2-1-16 0,-1-3 13 0,-2 0-17 16,-1 1 16-16,-1-3-18 0,-1-2 14 0,-1 2-11 15,-7-6 17-15,14 11-19 0,-14-11 13 0,11 6-13 16,-11-6 19-16,13 5-23 0,-13-5 19 0,15 3-19 15,-15-3 15-15,13 3-32 0,-13-3-13 0,14 0-22 16,-14 0-39-16,0 0-35 0,16-3-35 0,-16 3-32 16,9-3-21-16,-9 3-5 0,0 0-6 0,10-8-31 15,-10 8-34-15,0 0-40 0,-2-11-98 0,2 11-182 16,-8-9-128-16</inkml:trace>
  <inkml:trace contextRef="#ctx0" brushRef="#br0" timeOffset="269987.2178">20584 8013 41 0,'-4'-7'334'0,"4"7"-95"0,-8-14-49 15,8 14-19-15,-8-13 13 0,8 13-17 16,-6-11 8-16,6 11-60 0,-7-12 33 0,7 12-31 15,-5-10 34-15,5 10-51 0,-5-10 36 0,5 10-57 16,0 0 20-16,-6-11-49 0,6 11 21 0,0 0-43 0,-4-8 28 16,4 8-44-16,0 0 35 0,0 0-34 0,0 0 44 15,0 0-27-15,0 0 54 0,0 0-37 16,11 7 19 0,-11-7-7-16,16 12 33 0,-7 1-19 0,2-4 25 0,5 5-20 0,-1 0 16 0,4 3-20 0,0 1 13 15,2-1-25-15,0 2 11 0,-1-1-7 0,1 1-4 16,1 0-6-16,0 0-10 0,0 0-1 0,0-1-4 15,0 3-7-15,-2-1 7 0,0 0-20 0,-2-1-3 16,-3-4-4-16,0 2-2 0,-2-4-8 0,-1 3 5 16,-2-4-3-16,-1-2 0 0,-1 2 0 0,-1-3-1 15,0 0 0-15,-1-2-7 0,-6-7 5 0,10 13 2 16,-10-13-8-16,6 11-1 0,-6-11-1 0,6 8 2 16,-6-8-4-16,0 0 5 0,-1 13-2 0,1-13-1 15,-6 8 1-15,6-8 1 0,-9 6 0 0,9-6-6 0,-11 4 6 16,11-4 3-16,-17 6-1 0,7-3-2 15,-2-1 4-15,-1 1-2 0,-2 0-3 0,-4-1 1 16,0 2 6-16,-2-2-3 0,-6 1 0 0,-2 0-17 16,-4 0 22-16,-3 0 0 0,-2 0-6 0,-1 0 3 0,-1 0 6 15,0 0-5-15,0-2-4 0,0 4 3 0,2-2-4 16,-1 0-4-16,3 1-10 0,2-2-15 0,4 2-28 16,2 0-45-16,1-1-34 0,4 0-23 0,2 0-26 15,2-1-44-15,2 1-64 0,2 0-35 0,2-1-77 16,1 0-316-16,12-2-229 0</inkml:trace>
  <inkml:trace contextRef="#ctx0" brushRef="#br0" timeOffset="271459.1249">18953 8825 197 0,'0'0'180'0,"0"0"-42"0,0 0-11 15,0 0-34-15,0 0 11 0,0 0-5 0,0 0-6 16,0 0 2-16,0 0-7 0,0 0-1 0,0 0-7 16,0 0 12-16,0 0-15 0,0 0 27 0,0 0-26 15,0 0 34-15,0 0-24 0,0 0 29 0,0 0-41 16,0 0 44-16,0 0-55 0,0 0 38 0,0 0-57 15,0 0 29-15,0 0-54 0,0 0 34 16,0 0-47-16,0 0 35 0,0 0-45 0,0 0 36 0,0 0-39 16,0 0 37-16,0 0-47 0,0 0 37 0,0 0-49 15,0 0 28-15,0 0-56 0,0 0 20 0,0 0-48 16,0 0-1-16,0 0-49 0,0 0-20 0,0 0-4 16,0 0 1-16,0 0 2 0,0 0-13 0,0 0-28 15,0 0-226-15,0 0 114 0</inkml:trace>
  <inkml:trace contextRef="#ctx0" brushRef="#br0" timeOffset="272924.5294">19057 8866 6 0,'0'0'154'0,"-12"-2"-18"0,12 2-35 15,0 0-28-15,0 0 1 0,0 0 0 16,0 0-12-16,-13-1-1 0,13 1-5 0,0 0-5 16,0 0-2-16,0 0-4 0,0 0-8 0,0 0 1 15,-13 0 2-15,13 0 12 0,0 0-6 0,0 0 8 16,0 0 0-16,-13 3 6 0,13-3 3 0,0 0 8 15,0 0-16-15,0 0 27 0,0 0-18 0,0 0 21 16,-13 0-18-16,13 0 28 0,0 0-21 0,0 0 20 0,0 0-32 16,0 0 37-16,0 0-42 0,0 0 35 0,0 0-44 15,0 0 37-15,-13-1-22 0,13 1 0 0,0 0-50 16,0 0 40-16,0 0-49 0,0 0 29 0,0 0 7 16,-11-3-43-16,11 3 46 0,0 0-44 0,0 0 40 15,0 0-47-15,0 0 47 0,0 0-46 0,0 0 43 16,-11-2-43-16,11 2 49 0,0 0-44 0,0 0 35 15,0 0-35-15,0 0 40 0,0 0-36 0,0 0 38 16,0 0-36-16,0 0 36 0,0 0-36 0,0 0 35 16,0 0-32-16,0 0 29 0,0 0-26 0,0 0 21 15,0 0-29-15,0 0 22 0,0 0-25 0,0 0 24 16,0 0-24-16,0 0 24 0,0 0-23 0,0 0 21 16,0 0-25-16,0 0 21 0,0 0-10 0,0 0 24 15,0 0-25-15,0 0 21 0,0 0-18 0,0 0 18 16,0 0-28-16,0 0 21 0,0 0-26 0,0 0 22 15,0 0-20-15,0 0 17 0,0 0-21 0,0 0 15 16,0 0-15-16,0 0 23 0,0 0-29 0,0 0 25 16,0 0-24-16,0 0 23 0,0 0-21 0,0 0 20 15,0 0-19-15,0 0 18 0,0 0-20 0,0 0 21 0,0 0-19 16,0 0 14-16,0 0-11 0,0 0 18 16,0 0-25-16,0 0 24 0,0 0-21 0,0 0 22 15,0 0-25-15,0 0 25 0,0 0-22 0,0 0 22 0,0 0-20 16,0 0 21-16,0 0-20 0,0 0 13 0,0 0-2 15,0 0 11-15,0 0-17 0,0 0 16 16,0 0-20-16,0 0 25 0,0 0-23 0,0 0 19 16,0 0-15-16,0 0 18 0,0 0-17 0,0 0 16 0,0 0-20 15,0 0 17-15,0 0-13 0,0 0 14 0,0 0-19 16,0 0 18-16,0 0-16 0,0 0 17 16,0 0-16-16,0 0 13 0,0 0-16 0,0 0 21 0,0 0-13 15,0 0 17-15,0 0-20 0,0 0 21 0,0 0-19 16,0 0 14-16,0 0-13 0,0 0 10 0,0 0-17 15,0 0 16-15,0 0-19 0,0 0 14 0,0 0-13 16,0 0 16-16,0 0-16 0,0 0 17 0,0 0-20 16,0 0 14-16,0 0-11 0,0 0 16 0,0 0-18 15,0 0 24-15,0 0-15 0,0 0 14 0,0 0-14 16,7-9 19-16,-7 9-12 0,13-7 16 0,-2 1-17 16,1 0 16-16,2-2-10 0,5-1 9 0,1-1-14 0,4-2 14 15,2-2-22-15,2-2 18 0,4-1-16 16,1-3 15-16,2 0-19 0,1-1 13 0,0-2 1 0,1-1-8 15,-1-1 1-15,2 1-1 0,1-2-2 0,-2 2-4 16,8-4 2-16,-5 4 4 0,-1-1-8 0,1 1 3 16,1 2-1-16,-1-1-4 0,0 1 0 15,-2 1 3-15,0 1-11 0,-3 1 12 0,-1 1-10 0,-3 0 14 16,-5 5-14-16,0 0 17 0,-3-1-17 0,-2 4 16 16,-1-2-16-16,-2 3 16 0,0 1-13 0,-4 0 15 15,1 1-16-15,-1 0 23 0,-1 1-21 0,-2-1 9 16,-2 3-13-16,1-2 20 0,-10 6-27 0,14-7 11 15,-14 7-26-15,13-6 18 0,-13 6-19 0,10-6 21 16,-10 6-16-16,0 0 19 0,12-6-17 0,-12 6 20 16,0 0-12-16,11-4 14 0,-11 4-15 0,0 0 19 15,0 0-11-15,9-4 13 0,-9 4-11 0,0 0 16 16,0 0-15-16,0 0 19 0,8-5-19 0,-8 5 20 16,0 0-18-16,0 0 17 0,0 0-5 0,0 0 1 0,0 0-17 15,0 0 12-15,0 0-25 0,8-6 6 16,-8 6-25-16,0 0 19 0,0 0-26 0,0 0 28 15,0 0-19-15,0 0 29 0,0 0-30 0,0 0 35 16,0 0-37-16,0 0 33 0,9-6-35 0,-9 6 41 0,0 0-32 16,0 0 36-16,10-2-29 0,-10 2 42 15,0 0-37-15,12-6 39 0,-12 6-35 0,0 0 40 16,12-5-42-16,-12 5 41 0,0 0-34 0,11-6 34 0,-11 6-30 16,0 0 35-16,12-6-37 0,-12 6 31 0,0 0-25 15,12-8 34-15,-12 8-40 0,9-5 35 0,-9 5-38 16,9-6 36-16,-9 6-34 0,10-6 32 0,-10 6-27 15,10-7 32-15,-10 7-37 0,13-5 35 0,-13 5-40 16,12-7 34-16,-12 7-33 0,10-4 18 0,-10 4-56 16,10-6 14-16,-10 6-53 0,0 0-3 0,9-4-70 15,-9 4-26-15,0 0-50 0,0 0-69 0,0 0-280 16,0 0-108-16</inkml:trace>
  <inkml:trace contextRef="#ctx0" brushRef="#br0" timeOffset="273504.422">20094 7782 261 0,'-10'-3'228'0,"10"3"-16"15,-14-7-23-15,14 7 15 0,-13-6-23 0,13 6 15 16,-10-6-34-16,10 6 17 0,-8-6-58 0,8 6 15 0,0 0-47 16,-10-7 24-16,10 7-51 0,0 0 23 0,0 0-48 15,0 0 32-15,0-12-46 0,0 12 35 0,11-5-14 16,-11 5 4-16,16-5 1 0,-4 2-47 16,2 0 33-16,5 0-1 0,5 0-7 0,3 1-4 15,4-1-5-15,8 2-6 0,0 0-4 0,10-1-40 0,-5 1 31 16,7 1 0-16,-1 1-2 0,0 1-34 0,-7-1 37 15,4 2-37-15,-7-2 36 0,-3-1-30 0,-6 2 40 16,-2 0-34-16,-3-1 37 0,-5 1-35 0,-1-2 37 16,-2 1-41-16,-4-1 39 0,0 0-30 0,-2 2 42 15,-12-2-37-15,21 1 43 0,-21-1-33 0,16 0 39 16,-16 0-36-16,15 2 42 0,-15-2-41 0,0 0 40 16,16 0-42-16,-16 0 35 0,0 0-42 0,12 2 40 15,-12-2-44-15,0 0 40 0,0 0-40 0,6 6 45 16,-6-6-35-16,-4 11 41 0,4-11-22 0,-10 16 31 0,1-6-21 15,-2 5 29-15,-3 1-5 0,-2 3 4 16,-4 3 4-16,-3 3 15 0,-2 2-14 0,1-1 15 16,-2 2-24-16,1-1 10 0,2 0-21 0,-1 0 8 15,3-1-13-15,2-2 1 0,3-2-4 0,0 0-8 0,3-1-1 16,1-3-6-16,1-3 1 0,2 3-8 16,0-4 0-16,1 0 8 0,2-2-8 0,0 1-4 15,2-3-3-15,-1 1-14 0,1-3-36 0,4-8-35 0,-9 17-41 16,9-17-24-16,-6 12-23 0,6-12-36 0,-6 10-70 15,6-10-107-15,-9 7-416 0,9-7-325 0</inkml:trace>
  <inkml:trace contextRef="#ctx0" brushRef="#br0" timeOffset="274174.1219">19173 8825 222 0,'0'0'237'0,"-9"-7"-26"0,9 7-5 15,-8-5-13-15,8 5-6 0,0 0-44 0,-10-8 0 16,10 8-53-16,0 0 13 0,-9-8-38 0,9 8 15 15,0 0-26-15,-8-7 24 0,8 7-34 0,0 0 22 16,-6-8-36-16,6 8 24 0,0 0-35 0,-7-6 27 16,7 6-35-16,0 0 32 0,-8-5-44 0,8 5 37 15,0 0-40-15,-10-3 32 0,10 3-37 16,0 0 32-16,-12-5-31 0,12 5 38 0,0 0-34 0,-14-1 36 16,14 1-36-16,0 0 31 0,-12-1-32 0,12 1 36 15,0 0-35-15,0 0 37 0,-13-1-31 0,13 1 47 16,0 0-36-16,0 0 48 0,0 0-38 0,0 0 51 15,0 0-49-15,0 0 50 0,0 0-15 0,0 0 33 16,21-3-24-16,1 3 27 0,9-1-11 0,10 2 14 16,13-1-23-16,7 2 8 0,16 1-25 0,5 3 10 15,5-2-22-15,1 0 7 0,1 2-12 0,-1 1 3 16,-1 0-20-16,-2-2 11 0,-4 1-21 0,-2 0 11 16,-2-2-15-16,-17-1 4 0,-2 1-10 0,-5-2 12 0,-2 0-16 15,-10-1 14-15,-2-1-16 0,-8 0 13 0,-2 0-8 16,-3 0 8-16,-3-1-13 0,-2-1 13 15,-3 2-11-15,0-1 13 0,-4 0-11 0,0-1 2 0,-14 2-2 16,24-1-4-16,-24 1-47 0,17-3-50 0,-17 3-77 16,13-4 3-16,-13 4-32 0,0 0 27 0,6-7-38 15,-6 7-9-15,0 0-40 0,-9-6-52 0,9 6-368 16,-11-5-193-16</inkml:trace>
  <inkml:trace contextRef="#ctx0" brushRef="#br0" timeOffset="274655.9016">20360 8606 294 0,'-11'-7'432'0,"11"7"-137"0,-8-6-29 16,8 6-87-16,0 0-11 0,0 0-39 15,0 0 26-15,3-14-45 0,-3 14 24 0,11-4-18 16,-11 4-24-16,19-1-35 0,-6 1 31 0,2 2-5 16,5 1-41-16,3 1 35 0,3 1-43 0,6 3 35 0,1 0-36 15,0 2 43-15,4 2-39 16,1 0 29-16,-7 0-30 0,0 0 33 0,-1-2-18 0,-1 2 12 0,-1 0-26 16,-1 0 21-16,0 2-13 0,0-1 18 15,-1-1-18-15,-3 2 10 0,-2-3-23 0,0-1 17 0,-3 1-9 16,2-1-5-16,-3 0 5 0,-2-2 0 0,-2 0-5 15,0 0 0-15,0-1-3 0,-3-1-4 0,-1 0-11 16,0 0 8-16,-2-2-6 0,2 1-8 0,-9-5 8 16,14 10 0-16,-14-10 3 0,12 10-3 0,-12-10 8 15,9 9 0-15,-9-9-9 0,5 10 16 0,-5-10 8 16,4 11 7-16,-4-11-4 0,-2 11-3 0,2-11-5 16,-7 12-4-16,1-5-7 0,-3-1-2 0,-1 3-3 15,-2-1-3-15,-2-1-3 0,-1 0-3 0,-2 2-3 16,-1 0-6-16,-2 1 17 0,0-1-33 0,2-1-17 15,-2 2-51-15,0-2-35 0,2 1-78 0,-1 0-41 16,2 0-47-16,0 1-79 0,3-2-80 0,-1-1-446 16,2 0-445-16</inkml:trace>
  <inkml:trace contextRef="#ctx0" brushRef="#br0" timeOffset="275555.636">19022 9808 308 0,'0'0'358'0,"0"0"-64"0,0 0-39 16,0 0-12-16,0 0-16 0,0 0-20 0,0 0-14 15,0 0-14-15,0 0-32 0,0 0-20 0,0 0-18 16,0 0-4-16,0 0-5 0,0 0-8 0,0 0 4 16,0 0-1-16,0 0-6 0,0 0-10 0,0 0-10 15,0 0-7-15,0 0-10 0,0 0-2 0,0 0-2 16,0 0-4-16,1-9 1 0,-1 9-2 15,0 0 1-15,0 0 0 0,0 0 0 0,0 0-7 0,0 0 6 16,0 0-5-16,0 0-4 0,2-12 0 0,-2 12 0 16,0 0 12-16,5-12-10 0,-5 12 4 0,7-13 0 15,-1 5 12-15,3-3-13 0,2-4-5 0,4-5 2 16,5-1-9-16,6-9-4 0,5-1-1 0,8-10-4 16,5-4-5-16,3-3-3 0,5-4-5 0,12-12-3 0,0 1 22 15,3-1-24-15,0 0-4 0,2 0-1 0,-3 1-7 16,0 1 6-16,-11 9-10 0,-2 1 7 15,0-1 0-15,-2 3 0 0,-4 0 1 0,1 3 4 16,-4 0-1-16,-2 4-5 0,-4 1 24 0,-1 2-21 0,-1 3-1 16,-8 6 1-16,-2 2-2 0,1 1 4 0,-3 1-6 15,-2 3 8-15,-1 2-11 0,-2 2 10 0,-2 1 0 16,-2 3 4-16,-2 0-11 0,1 3 1 0,-3 1 1 16,-2 0 8-16,1 3-4 0,-2-1 3 0,-2 2-12 15,0 1-1-15,-6 7-29 0,12-11-8 0,-12 11-29 16,7-9 5-16,-7 9-24 0,0 0-3 0,5-10-33 15,-5 10 44-15,0 0-21 0,0 0 22 0,0 0-41 16,0 0 43-16,-12 2-41 0,12-2 19 0,-9 5-50 16,9-5 21-16,-9 7-25 0,9-7 3 0,-9 9-31 15,9-9-7-15,-11 9-30 0,11-9-305 0,-9 7-41 0</inkml:trace>
  <inkml:trace contextRef="#ctx0" brushRef="#br0" timeOffset="276272.9078">20173 8128 128 0,'0'0'277'0,"-1"-15"-38"16,1 15-40-16,0-16 3 0,0 16 10 0,-1-14 2 16,1 14-50-16,0-11 1 0,0 11-67 0,0 0 19 15,-2-14-50-15,2 14 17 0,0 0-42 0,-2-11 25 16,2 11-56-16,0 0 40 0,0 0-32 0,0 0 30 16,0-12-34-16,0 12 35 0,0 0-35 0,0 0 39 15,0 0-34-15,0 0 53 0,0 0-24 0,5-9 26 16,-5 9-21-16,0 0 33 0,20-1-42 0,-7 1 15 0,2-1-33 15,3 1 20-15,4-2-33 0,4 0 16 0,2 0-29 16,1 0 24-16,6-1-27 0,0-1 23 16,1 2-31-16,0-1 30 0,0 0-38 0,2 1 37 15,-2-2-20-15,1 2 14 0,-2-1-31 0,0-1 36 0,-1 2-37 16,-5-1 30-16,0-2-25 0,-3 3 34 0,1-2-34 16,-4 0 38-16,-4 1-13 0,-1 0 43 0,-2-1 0 15,-2 2 30-15,-1 0-16 0,-1 0 8 0,-2-1-16 16,-10 3 4-16,17-4-33 0,-17 4 5 0,14-2-17 15,-14 2 4-15,0 0-22 0,11 1 16 0,-11-1-15 16,0 0 14-16,-5 14-10 0,-1-5 16 0,-3 2-9 16,-4 6 6-16,-1-1-8 0,-3 4 18 0,-1 2-10 15,-5 3 8-15,1 3 0 0,-1-1-4 0,2-1-6 16,-1 2 1-16,1-2 15 0,2 2-14 0,2-4-5 16,2 0-1-16,-1 1-3 0,2-2-2 0,1 0-1 0,3-3-2 15,0-1 1-15,1 0-10 0,1-2 8 0,2 0-7 16,0-4 3-16,1 2-37 0,-1-2-9 15,3-3-43-15,0 1-19 0,-1-2-51 0,4-9 12 0,-5 15-51 16,5-15-5-16,-4 11-88 0,4-11-70 16,0 0-436-16,-10 6-321 0</inkml:trace>
  <inkml:trace contextRef="#ctx0" brushRef="#br0" timeOffset="276939.0514">19034 9901 238 0,'0'0'256'0,"0"0"-27"0,-12-4-28 0,12 4-26 16,0 0-27-16,-13-4-26 0,13 4-10 0,0 0-7 0,-8-5 8 16,8 5 4-16,0 0-3 0,0 0-25 0,-10-4 26 15,10 4-30-15,0 0 3 0,0 0-12 16,0 0 16-16,0 0 2 0,0 0-10 0,-9-5 4 16,9 5-23-16,0 0 2 0,0 0-14 0,11-9 16 0,-11 9-7 15,18-8 17-15,-2 2-26 0,4-3 12 0,5 1 2 16,5-2 11-16,4 2-4 0,11-5-4 0,1 2-5 15,5-1-2-15,14-2-13 0,5 0 2 0,4 0-10 16,6-1-8-16,5-1-3 0,4-2-6 0,1 0-2 16,0-1-4-16,0-1-3 0,1-1-6 0,0 0-11 15,-1 1 14-15,-2-4-9 0,1 5 6 0,-5-1-13 16,-1 2 21-16,-6 0-2 0,-2-1 0 0,-5 4 1 16,-4-2-1-16,-4 2 6 0,-11 2 6 0,-3 2 9 15,-4 0 8-15,-4 0 2 0,-6 3-2 0,-3 1 2 16,-5-1-10-16,-3 2-7 0,-2 0 2 0,-3 1-6 15,-1 1-6-15,-4 1-5 0,-1-1-2 0,0 2-9 0,-3-2-21 16,-9 4-23-16,18-4-28 0,-18 4-31 16,12-4-41-16,-12 4-28 0,11-2-17 0,-11 2-9 0,0 0 4 15,0 0-11-15,0 0-52 0,0 0-30 0,0 0-66 16,0 0-395-16,-14-8-251 0</inkml:trace>
  <inkml:trace contextRef="#ctx0" brushRef="#br0" timeOffset="277438.7862">20764 9150 312 0,'0'0'400'0,"-11"-7"-73"0,11 7-41 15,-9-5-36-15,9 5-22 0,0 0-10 0,-9-8-12 16,9 8-30-16,0 0-35 0,0 0-28 0,-1-12-17 16,1 12-23-16,7-8-5 0,-7 8-7 0,16-7-1 15,-5 4-6-15,4-1-7 0,1 1-13 0,5 1-6 16,6-2 2-16,1 1-5 0,3 1-2 0,4 0 0 16,2 0-7-16,0 0-6 0,2 2 3 0,-1 0 0 15,0 0 2-15,0 0-9 0,0 0 0 0,-2 2 0 16,-1 1-1-16,-5-2 2 0,-1 0 8 0,-2 1-15 0,-5 0-5 15,-1-1 3-15,-2 2 0 0,-2-1 2 0,0 1-1 16,-4 0 4-16,0-1 1 0,-3 3 4 16,-1-1 4-16,1 1-4 0,-10-5 16 0,12 11 10 0,-12-11 9 15,6 17 9-15,-6-17 9 0,-2 19 24 0,-1-7 4 16,-3 2 10-16,-4 3 9 0,-1 2 15 0,-5 3-17 16,-5 6 1-16,-1-2-15 0,-2 0-2 0,0 4-10 15,-3 0-8-15,0-1-16 0,-1 0-9 0,1-1-7 16,1 1-7-16,0-1-5 0,2-2-4 0,1-1-5 15,3-4-4-15,3 0-3 0,-2-1 14 0,5-4-21 16,0 0 13-16,1-1-18 0,0 0-4 0,2-1-48 16,2-3-18-16,-1 0-64 0,1-1-24 0,2 1-54 15,0-3-42-15,0-1-36 0,0 2-90 0,7-9-15 16,-11 11-561-16,11-11-542 0</inkml:trace>
  <inkml:trace contextRef="#ctx0" brushRef="#br0" timeOffset="494155.6572">21546 7981 171 0,'0'0'199'0,"0"0"-44"0,0 0-16 0,0 0-3 0,0 0-4 16,0 0-10-16,0 0-8 0,0 0-21 0,0 0-21 16,0 0-20-16,0 0-9 0,0 0-10 15,0 0-6-15,0 0-2 0,8 5-3 0,-8-5 1 0,0 0-3 16,0 0 3-16,0 0 0 0,0 0-9 0,0 0 21 15,0 0-9-15,0 0 14 0,0 0-11 0,0 0 27 16,0 0-12-16,0 0 40 0,0 0-17 0,11 2 28 16,-11-2-39-16,13-2 24 0,-13 2-32 0,22-2 24 15,-7 0-49-15,3 1 32 0,4-1-45 0,4 1 32 16,1-1-41-16,2 2 40 0,1-1-43 0,1 2 31 16,0-1-32-16,1 0 33 0,0 0-35 0,0 2 31 15,-1-1-41-15,-1 1 42 0,-2-1-50 0,-1 2 37 16,-5-3-43-16,-1 3 29 0,-2-3-53 0,-2 2 41 15,-3-1-35-15,-1 0 26 0,0 0-33 0,-13-1 8 16,20 2-35-16,-20-2-18 0,17 2-46 0,-17-2-9 16,14 4-29-16,-14-4-79 0,13 3-191 0,-13-3 73 15</inkml:trace>
  <inkml:trace contextRef="#ctx0" brushRef="#br0" timeOffset="494888.7337">21695 9576 337 0,'0'0'255'0,"0"0"-34"0,0 0-23 16,0-13 13-16,0 13-40 0,0 0 14 0,0 0-32 15,-1-12 26-15,1 12-53 0,0 0 33 0,0 0-21 16,0 0-18-16,-1-12-52 0,1 12 27 0,0 0-33 15,0 0 39-15,0 0-32 0,0 0 37 0,0-13-29 16,0 13 27-16,0 0-21 0,0 0 4 0,0 0-34 16,9-8 5-16,-9 8-27 0,15-6 16 15,-2 2-12-15,3 1 1 0,3-1-2 0,6-1-6 0,1 2-4 16,2-2-5-16,2 2-5 0,-1 0-3 0,0 0-15 16,0 0 12-16,0 1-6 0,-2 2-8 0,-1-3-18 15,1 3-13-15,-7-1-17 0,1 0-29 0,0 1-17 16,-4 0-7-16,-2 0-14 0,-2 0-23 0,0-1-20 15,-13 1 7-15,19 0-52 0,-19 0-82 0,13-2-408 16,-13 2-205-16</inkml:trace>
  <inkml:trace contextRef="#ctx0" brushRef="#br0" timeOffset="496142.0658">13708 8100 41 0,'0'0'111'0,"0"0"-14"0,0 0-22 0,0 0 3 15,0 0-4-15,0 0 0 0,0 0 0 0,0 0-7 16,-6 6-2-16,6-6 2 0,0 0 0 0,0 0 1 16,0 0 1-16,0 0 1 0,0 0 1 0,0 0 8 15,0 0-9-15,0 0 9 0,0 0-10 0,0 0 12 16,0 0-13-16,0 0 9 0,0 0-29 0,0 0 21 15,0 0-30-15,0 0 20 0,0 0-21 16,0 0 16-16,0 0-28 0,0 0 23 0,0 0-28 0,0 0 25 16,0 0-28-16,0 0 26 0,0 0-20 0,15 0 32 15,-15 0-32-15,14-2 35 0,-14 2-33 0,24-4 11 16,-8 1-11-16,6-3 31 0,4 1-40 0,7-2 35 16,7-4-45-16,6 1 36 0,0 1-41 0,4-4 13 15,-1 2-15-15,3 0 39 0,2 1-43 0,-3 0 38 16,-1 1-45-16,-2 2 7 0,-10 1-53 0,-3 2 0 15,-6 2-53-15,-8 1-26 0,-2 2-24 0,-6 2-20 0,-5 2-37 16,-8-5-64-16,0 12-192 0,-7-3 44 16</inkml:trace>
  <inkml:trace contextRef="#ctx0" brushRef="#br0" timeOffset="496939.8128">14256 9501 230 0,'0'0'305'0,"0"0"-62"0,-4-11-51 16,4 11 1-16,-6-7-59 0,6 7 9 0,-8-7-30 16,8 7 12-16,-9-6-34 0,9 6 4 0,-9-6-36 15,9 6 11-15,-12-5-25 0,12 5 30 0,-12-4-29 16,12 4 35-16,-11-4-33 0,11 4 32 0,0 0-11 15,-14-4 0-15,14 4-1 0,0 0-12 0,-9-4-3 16,9 4-12-16,0 0-5 0,0 0-5 0,-8-5-6 16,8 5 0-16,0 0-2 0,0 0 0 0,0 0-1 0,0 0-11 15,6-8 11-15,-6 8-5 0,15-8 3 16,-3 4-3-16,3-3 1 0,3-1 1 0,2-1-11 16,7-2 12-16,0 2-4 0,4-3-1 0,-1 1-2 0,8-2-10 15,-6 3 9-15,1 1-8 0,1-1 5 16,-4 2 0-16,-2 1-5 0,-3 1 1 0,-2 0-8 15,-3 0 4-15,-4 4-5 0,0-3-2 0,-4 1-6 16,-1 2 2-16,-11 2-5 0,17-6-13 0,-17 6 4 0,11-2-6 16,-11 2-2-16,0 0-7 0,0 0-9 0,0 0-15 15,0 0-18-15,0 0-21 0,0 0-35 16,0 0-9-16,0 0-32 0,0 0-28 0,-12 1-31 0,12-1-310 16,0 0-56-16</inkml:trace>
  <inkml:trace contextRef="#ctx0" brushRef="#br0" timeOffset="497541.942">14708 10662 138 0,'0'0'354'0,"0"0"-77"0,0 0-49 0,0 0-27 0,0 0-20 15,0 0-50-15,0 0 26 0,0 0-24 0,0 0 28 16,0 0-47-16,0 0 18 0,0 0-7 0,0 0-10 15,0 0-4-15,0 0-4 0,9-5 8 0,-9 5-8 16,0 0 13-16,0 0-15 0,0 0 7 0,0 0-11 16,0 0 3-16,0 0-11 0,0 0 13 0,0 0-11 15,0 0 22-15,0 0-26 0,0 0 16 16,0 0-31-16,0 0 1 0,0 0-30 0,0 0 16 0,0 0-34 0,0 0 21 16,12-10-23-16,0 6 17 0,4-2-24 15,6 0 10-15,6-1-19 0,5-2 16 0,6-2-27 16,2 1 23-16,3-2-24 0,1 2 16 0,2 0-27 0,0 1 2 15,1-1-41-15,-3 1-17 0,0 1-49 0,-10 4-32 16,-2 0-39-16,-7-1-30 0,-4 4-12 0,-5 0-7 16,-3 1-42-16,-14 0-90 0,12 2-467 0,-12-2-375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27:10.6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4960 11415 105 0,'-8'-12'460'0,"1"3"-12"0,-2-2-93 15,2 0-19-15,0 1-16 0,1 1 46 0,-1-1-35 0,2 0-42 16,0 1-66-16,2 1-5 0,3 8-47 0,-8-15-27 15,8 15-38-15,-5-11-20 0,5 11-24 0,0 0 5 16,0 0-9-16,0 0 30 0,0 0-1 0,0 0 11 16,2 21-3-16,0-9 0 0,1 5 6 0,-1 2-7 15,0 6-8-15,0 2-4 0,0 1-2 0,1 4-7 16,-1 2-4-16,1 0 2 0,1-1-13 0,1 0-8 16,0-1-1-16,-1-1-6 0,1-1-5 0,0-5-1 15,-1 0 15-15,2-2-31 0,-2-2 2 0,0-4-10 16,0 0 11-16,-1-2-15 0,0-3 27 0,0 0-3 15,-1-2 71-15,-2-10 29 0,3 16 15 0,-3-16-22 16,0 0-26-16,2 12-16 0,-2-12-24 0,0 0-10 16,0 0-11-16,-7-12-6 0,3 4-7 0,-2-4-10 15,-1-2 0-15,-1-4-5 0,-1-3-5 0,-2-4 0 16,-1-2-5-16,1-2-4 0,-1-5-5 0,-2 0-45 16,2 0 40-16,1 3-29 0,2 0 41 0,0 2-2 15,0-1-2-15,1 2-9 0,2 3-1 0,1 3 1 16,2 1 1-16,0 3-2 0,1 0-5 0,3 5-5 0,1 1-18 15,3-1-7-15,1 3 6 0,3 1 6 0,4 2 5 16,0 3-6-16,1 2 3 0,2 2 2 16,4 0-16-16,4 6 26 0,0 1-18 0,5 2 22 0,0 1-20 15,0 3 17-15,0 0-22 0,-1 2 7 0,-1 1-8 16,-2-2 7-16,-1 1-5 0,-3-1 4 0,-3-2 8 16,-2 0 5-16,-2-4 6 0,-4 3-6 0,0-2 18 15,-3-2 2-15,-2 2 2 0,-5-9 1 0,2 16 1 16,-2-16 0-16,-9 16 0 0,-2-7-2 0,-1 0-4 15,-6-1-12-15,0 0-23 0,-3 0-22 16,0-1-25-16,1-2-22 0,1 0-15 0,3 0-31 0,0-3-42 16,4 2-71-16,0-3-9 0,12-1-68 0,-18 2-62 15,18-2-67-15,0 0-441 0,-9-8-489 0</inkml:trace>
  <inkml:trace contextRef="#ctx0" brushRef="#br0" timeOffset="1068.6429">5452 11530 139 0,'0'0'527'15,"0"0"-94"-15,0 0-61 0,0 0-33 0,0 0-18 16,0 0-16-16,0 0-24 0,-2 12-25 0,2-12-35 0,0 0-30 16,0 0-32-16,0 0-28 0,0 0-30 15,0 0-20-15,0 0-21 0,0 0-16 0,0 0-6 16,0 0-7-16,0 0-4 0,0 0-12 0,0 0 5 0,0 0-4 15,12 3-20-15,-12-3-2 0,18-5-11 0,-8 2-12 16,1-2-16-16,1-1-2 0,1 1-7 0,1-2-5 16,-3-1-4-16,2-1 3 0,-2-1 6 15,-1-1 3-15,1 3 19 0,-3-6-1 0,-1 3 2 0,-1 2 12 16,0 0 10-16,-3 0 11 0,-3 9 2 16,4-16 7-16,-4 16 5 0,-3-14-13 0,3 14-9 0,-8-11 22 15,8 11-20-15,-14-7 28 0,14 7-1 0,-19-3 10 16,19 3 9-16,-22 3-4 0,11 1-7 0,-2 0 4 15,-1 4-6-15,2 1 9 0,1 1-1 0,0 1-1 16,1 1 9-16,2 2-2 0,0 1-2 0,3 0-5 0,2 2-6 16,2-1 13-16,1 0-10 0,2 1 10 15,3-2-8-15,3 4 0 0,2-2-9 0,2-1 7 16,3-1-14-16,1-2 5 0,2-1-14 0,3-2 8 16,-1-1-10-16,2-2 5 0,1-1-15 0,-2-2-16 15,0-1-9-15,0-2-7 0,1-1-15 0,-2 0-3 16,0-5 9-16,3 1-1 0,-3-3 8 0,-1-2 5 15,-3-3 8-15,1-1 6 0,-3-2-1 0,-1-3 2 0,-1-1 9 16,-3-2 1-16,0-2 9 0,-3 1 2 0,-1-2 3 16,-3-1-1-16,-1-1 8 0,-2 0-11 0,-1 1 28 15,-2 0 2-15,1 0 24 0,-2 3-5 0,0-1 42 16,-1 3 5-16,2 4 0 0,-1 1-7 0,2 3-15 16,0 0-23-16,0 2-19 0,3 10-3 0,-4-13-13 15,4 13-6-15,0 0-3 0,0 0 5 0,0 0 0 16,0 0 11-16,0 18 6 0,2-8-4 0,2 3 8 15,0 3 3-15,-1 1 5 0,3 3-6 0,-1 0 8 16,3 1-12-16,-2 1-5 0,1-1-7 0,0 1-4 16,2-1-3-16,-1 1-4 0,0-3-3 0,0 1-15 15,1-1-45-15,-1-2-32 0,1 0-21 0,-3-2-28 16,2-1-36-16,-1-2-61 0,-1 0-55 0,0 0-21 16,0-3 51-16,-2 0-20 0,-4-9 34 0,8 11-38 15,-8-11-12-15,7 5-15 0,-7-5-12 0,0 0 47 16,0 0 48-16,8-8 56 0,-8 8 47 0,-2-13 72 15,2 13 53-15,-5-19 41 0,1 9 49 0,-2-2-4 16,0 0 82-16,-2 0 23 0,1 1 2 0,0 0-1 0,-1 0-19 16,-1 1 12-16,1 1 19 0,1 1 32 0,1 0 18 15,6 8-4-15,-12-14-8 0,12 14-56 0,-8-9-14 16,8 9-49-16,-7-9-12 0,7 9-46 0,0 0-1 16,-6-11-25-16,6 11-12 0,0 0-1 0,7-9-9 15,-7 9-3-15,18-6-5 0,-3 2-2 0,1-1-3 16,3 0-4-16,3 1-4 0,2-1-3 0,0 0-10 15,1 0-14-15,0 1-16 0,-1-2-10 0,1 1-12 16,-3 0-7-16,0 0 2 0,0-1-7 0,-4 0 5 16,-1 1 15-16,-2 1 13 0,0-4 12 0,-3 0-7 15,0 1 22-15,-4-2-9 0,-1 0 18 0,-1 1 1 16,-3-1 15-16,-3 9-12 0,3-17 6 0,-3 17-3 16,-4-20 13-16,4 20-1 0,-6-18 16 0,1 10-10 15,-1 2 10-15,0-2-20 0,-2 1 7 0,0 3-14 16,0 0 6-16,8 4-10 0,-19-6 6 0,19 6-11 15,-17 1 3-15,7 4-4 0,1-1 13 0,0 3-7 16,-1 2 11-16,3 1 8 0,0 2-1 0,0 0 3 16,2 1 3-16,0 0-1 0,2 1 3 0,2-1 2 0,0 0 0 15,2 0-5-15,0 1-6 0,3-1 2 0,2 2-2 16,0-3-1-16,3 1-3 0,1-2-5 16,3-1-20-16,3-1-48 0,3 0-56 0,2-2-78 15,1-2-45-15,3-1-80 0,1-1-112 0,2-2-535 0,-1-1-555 16</inkml:trace>
  <inkml:trace contextRef="#ctx0" brushRef="#br0" timeOffset="1455.0719">6719 11248 363 0,'0'0'484'15,"-11"-11"-8"-15,11 11-71 0,-11-9 8 0,11 9-61 16,-7-8-32-16,7 8-44 0,-5-6-38 15,5 6-57-15,0 0-33 0,-5-8-39 0,5 8-5 0,0 0-10 16,0 0-5-16,0 0-3 0,10 6-5 0,-10-6-1 16,15 10-2-16,-7-4-10 0,2 3-7 0,0-1-9 15,1 1-9-15,-1 1-5 0,1 1-5 0,0 0-5 16,0 0-6-16,2 1 16 0,-2 1-25 0,1 1 9 0,-2-3-18 16,0 1 16-16,0-1-23 0,-3 1-2 15,0-1-4-15,-1-3 3 0,-1 1-6 0,1-1 6 16,-6-8 5-16,6 14 2 0,-6-14 2 0,0 0-1 0,0 14 6 15,0-14 7-15,0 0 8 0,-13 5 3 16,13-5 25-16,-14-1-12 0,4-2 11 0,0-1-14 16,1-2 16-16,-1-2-1 0,-1-1-1 0,3-2-14 15,0-1-3-15,1-2-18 0,4-1-2 0,2 0-2 0,2-2-24 16,4-1-18-16,3-3-25 0,4-1-17 0,4 0-17 16,4 1-21-16,3 3-38 0,2 0-27 0,6 0-71 15,-6 4-6-15,0 1-71 0,-5 5-35 0,1 2-92 16,-5 1-477-16,-4 4-502 0</inkml:trace>
  <inkml:trace contextRef="#ctx0" brushRef="#br0" timeOffset="3977.6989">10430 10931 15 0,'0'0'325'0,"0"0"-75"15,-8-7-57-15,8 7-14 0,0 0-12 0,0 0 14 16,-7-10-30-16,7 10 28 0,0 0-64 0,0 0 52 16,-6-8-11-16,6 8-14 0,0 0-12 0,0 0-2 15,-5-10-8-15,5 10-6 0,0 0-9 0,0 0-6 16,-4-9-5-16,4 9-5 0,0 0 10 0,0 0 4 15,0 0-8-15,0-13-17 0,0 13-13 0,0 0-17 16,5-10 2-16,-5 10-9 0,8-7-7 0,-8 7-1 0,13-8-5 16,-5 2-2-16,1 2-10 0,2-2 3 0,2 1 1 15,0-1-2-15,1 2-5 0,0 0-4 0,-1 2-1 16,-1 0-7-16,1 1 2 0,-13 1-1 16,23 0-2-16,-23 0 0 0,22 3 4 0,-12 0-3 0,-2 1-2 15,-8-4 4-15,15 12 0 0,-15-12-1 0,8 14-5 16,-8-14 6-16,1 17 3 0,-3-5-5 0,-2-2 3 15,-1 2-2-15,-1 1 2 0,-2 0-6 0,-1-1 5 16,1 1-2-16,-2-1-5 0,0 0 4 0,0 1 4 16,0-1-4-16,-1-1-3 0,1 0 4 0,1-1-1 15,0 1-6-15,2-3 6 0,1 1-1 0,0-3-1 16,0 1-3-16,6-7 2 0,-9 13 3 0,9-13-3 16,-6 11 6-16,6-11 1 0,0 0 2 0,-2 11-8 15,2-11 8-15,8 5-1 0,-8-5-1 0,16 2-2 16,-4-3 1-16,4 0-2 0,2-2-2 0,5-2 0 15,1 2-18-15,2-2-37 0,2-1-47 0,3 1-29 16,0-2-38-16,-2 0-52 0,-2 3-94 0,0-3-88 16,-2 1-396-16,0 2-324 0</inkml:trace>
  <inkml:trace contextRef="#ctx0" brushRef="#br0" timeOffset="4683.885">11424 10747 501 0,'0'0'457'0,"13"-10"-67"0,-13 10-55 15,8-9-35-15,-8 9 15 0,8-7-50 0,-8 7-17 16,5-8-20-16,-5 8-11 0,0 0-36 0,8-8-5 16,-8 8-47-16,0 0-4 0,4-8-41 0,-4 8-1 15,0 0-32-15,0 0 3 0,0 0-26 0,0 0 9 16,0 0-22-16,-4-10 8 0,4 10-18 0,0 0 14 16,-15 0-25-16,15 0 22 0,-16 0-17 0,16 0 15 15,-15 1-23-15,15-1 17 0,-21 2-20 0,21-2 7 16,-23 4-11-16,11-1 15 0,1-1-19 0,-2 2 1 0,1-1 4 15,-1 1 0-15,1 0-3 0,0 1 3 16,0 0-3-16,2 2 5 0,-1-1-2 0,0 1 6 16,0 2 1-16,2-1 2 0,-1 1 3 0,0 0-3 15,2 1-1-15,-1 0 3 0,2-3 0 0,1 2-7 0,0 0 8 16,1-1-1-16,-1 0 3 0,3 1-2 0,3-9 2 16,-8 13-1-16,8-13-4 0,-4 12 5 15,4-12 0-15,-4 10 2 0,4-10 2 0,0 0-1 0,-3 13 2 16,3-13-10-16,0 0 10 0,3 10 0 0,-3-10 0 15,0 0-5-15,6 7 5 0,-6-7 2 0,0 0-8 16,13 3 3-16,-13-3 0 0,13-2-3 0,-13 2-9 16,16-3 3-16,-16 3-7 0,19-5-6 0,-8 1 9 15,1 0 3-15,-3 1 0 0,3 0-4 0,0-1 5 16,-1 1 1-16,2-1-4 0,-1 2 7 0,-1 0-1 16,1 0 1-16,-12 2-6 0,24 0 6 0,-24 0 0 15,21 2 0-15,-11 0 3 0,-10-2 3 0,19 7 1 16,-10-3-3-16,-1 1 7 0,-2 2-1 0,-6-7-4 15,11 12 4-15,-11-12 0 0,6 14 1 0,-6-14-4 0,2 15 3 16,-2-15 0-16,-5 15 1 0,5-15-3 16,-10 16 0-16,1-7 0 0,-2 0-3 0,-1-1 3 15,-3 1-2-15,-1 1-1 0,-3-2-2 0,0 1-14 16,-1-1-6-16,-1 0-12 0,-1-1-28 0,0 1-25 0,1-1-23 16,3-1-15-16,0-3-12 0,3 2-26 0,0 0-47 15,3-2-84-15,12-3-129 0,-18 2-309 0,18-2-235 16</inkml:trace>
  <inkml:trace contextRef="#ctx0" brushRef="#br0" timeOffset="5165.754">11985 10749 300 0,'12'-9'512'0,"-5"1"-83"0,-1 1-68 0,1 0-38 16,-7 7-49-16,10-14-4 0,-10 14-30 0,6-11-15 16,-6 11-47-16,4-11-20 0,-4 11-32 0,0 0-17 15,0 0-22-15,-2-13 0 0,2 13-17 0,0 0 14 16,0 0-14-16,-18 2 23 0,18-2-23 0,-13 7 26 16,6-1-19-16,-3 1 27 0,2 2-29 0,-1 0 25 0,-1 3-11 15,0-1 5-15,3 2-18 0,-3-1 9 0,1 3 2 16,1 0 11-16,1-1-9 0,0 2-3 15,1-1 3-15,3 0-9 0,-3 0-6 0,3 1-15 16,1-1 13-16,2-1-36 0,0-2 15 0,0 1-25 0,2 1 18 16,1-1-25-16,3 0 12 0,1-1-18 15,2-1 19-15,2 0-29 0,0 0 8 0,3-3-30 16,-1 1-3-16,1-2-24 0,1-1-1 0,2 0-4 0,0-1-5 16,-1-1-5-16,0-2 0 0,2 0 7 0,-5 0 10 15,1-2 1-15,-1 0 11 0,-13 0 9 0,25-1 3 16,-15-2 4-16,-10 3 5 0,19-6 4 0,-19 6-7 15,16-8 11-15,-16 8 2 0,7-9 4 0,-7 9 1 16,4-10-4-16,-4 10 1 0,0 0-4 0,-6-13 1 16,6 13 3-16,-12-8-3 0,12 8 1 0,-20-4-1 15,6 2 3-15,1 1-11 0,-3 1-24 0,1 2-36 16,-2-1-36-16,2 0-49 0,-1 2-53 0,1 1-53 16,1 0-41-16,3-1-43 0,2 0-55 0,-2 1-94 15,11-4-401-15,-12 7-455 0</inkml:trace>
  <inkml:trace contextRef="#ctx0" brushRef="#br0" timeOffset="7422.9551">14734 10734 296 0,'0'0'378'0,"-8"-8"-50"16,8 8-17-16,-7-6-67 0,7 6-5 0,-6-8-32 16,6 8-1-16,-8-9-3 0,8 9-36 0,-4-10-15 15,4 10-23-15,-3-10 3 0,3 10-15 0,-2-9 3 16,2 9-29-16,0 0 1 0,2-18-25 0,-2 18 1 15,3-12 11-15,-3 12-6 0,9-15-1 0,-3 8-9 16,-1 0 1-16,4-1 0 0,2 0-6 0,0 0 3 16,1-1 1-16,3 2-1 0,-1 0-12 0,4-2-4 15,2 1-5-15,-2 1-16 0,2 3 7 0,3-1-5 16,-1 1-2-16,-1 1-3 0,0 1-4 0,-1 2 7 16,2 3 2-16,1 0 21 0,1 2-25 0,-3 1 20 15,1 2-12-15,-2 1 18 0,0 2-25 0,-2-1 14 16,1 2-21-16,-2 1 10 0,-2-1-20 0,-1 1 18 0,-3-2-24 15,1 0 14-15,-4 1-12 0,-1-1 18 16,1 0-19-16,-3 1 17 0,-2-3-18 0,-3-9 20 0,4 20-26 16,-4-20 26-16,-4 19-19 0,0-9 14 0,-3-2-15 15,-2 2 14-15,-1-2-19 0,-3 2 0 16,0-3 5-16,-3 0 0 0,-2 2-1 0,1-3 2 0,-1-2 0 16,-3 2 1-16,2-3-3 0,-1-1 2 0,-2 0-1 15,0-2-1-15,1 0 3 0,-3-2 0 0,1-1 2 16,-1 0-1-16,2-3 23 0,-1 0-14 0,2-1 13 15,1-2-15-15,3 0 20 0,2 1-11 0,2 0 9 16,2-2-17-16,-1 1 10 0,4 0-15 0,2 2 10 16,6 7-23-16,-5-17 15 0,5 17-14 0,8-18 12 15,2 10-19-15,3-1 11 0,4 0-30 0,2-1 6 16,6 3-39-16,4-2 8 0,3 2-58 0,1 1-19 16,0 0-67-16,0 1-50 0,0 1-46 0,-3 2-63 15,-1 1-38-15,-1 0-88 0,-6 2-378 0,1 0-413 16</inkml:trace>
  <inkml:trace contextRef="#ctx0" brushRef="#br0" timeOffset="8398.5857">15571 10639 401 0,'-10'-14'528'0,"2"0"-88"0,0 0-5 15,-1-1 7-15,2 2-63 0,-1 0-43 0,1-1-19 16,0 0 10-16,-1 1-1 0,1 1-35 0,2 1-36 15,0-1-24-15,0 3-22 0,5 9-54 0,-9-15-23 16,9 15-40-16,-6-10-14 0,6 10-23 0,0 0-5 16,0 0 2-16,0 0 4 0,0 0-18 0,0 0 21 15,1 18-12-15,2-7 28 0,1 2-9 0,1 2 3 16,2 2 6-16,0 3 0 0,0 1-10 0,2 0-13 16,3 5 26-16,-1-1-51 0,1 1 31 0,-1 0-46 15,1-1 31-15,0 1-41 0,0-2 32 0,-2-1-38 0,1-3 34 16,-3-1-38-16,1 0 29 0,0-3-46 0,-3-1 14 15,0-2-42-15,-2-3 33 0,1 0-29 0,-1-1 42 16,-4-9-28-16,8 14 43 0,-8-14-30 16,4 11 32-16,-4-11-42 0,0 0 39 0,0 0-42 0,0 0 15 15,0 0-32-15,-7-6 27 0,7 6-37 0,-9-15 0 16,6 3-10-16,-1-1 10 0,2-4-3 0,-1 2-1 16,0-3 19-16,2 1 7 0,-1-2 5 0,2 1 0 15,0 1 5-15,0-2 13 0,1 3-11 0,1-1 10 16,1 0-2-16,2 2 10 0,1 1-14 0,2 2 8 15,1 1 3-15,2 1 8 0,2 1-8 0,0 2 9 16,3 2-7-16,0 3 13 0,3 0-11 0,-2 3 11 16,2 1-11-16,-2 3 12 0,1-1 2 0,2 5-6 15,-3 0 5-15,1 0-4 0,-1 2-3 0,1-1 9 16,-6 1-14-16,0-1 14 0,-2 0-16 0,-1 1 15 16,0-3-9-16,-4 3 9 0,-1-4-10 0,-4-7 10 15,2 15-17-15,-2-15 7 0,-9 16-17 0,0-10-1 16,-3 0-29-16,-1-1 6 0,-5-1-39 0,-1-1-6 0,-2-1-5 15,-1 0-9-15,-1-2 10 0,1 0 14 16,0-2 8-16,1 1 6 0,3 0 15 0,1-1-8 16,4 0-18-16,0 0-13 0,13 2-15 0,-17-4 15 15,17 4 8-15,0 0 21 0,0 0 14 0,0 0 7 0,0 0 9 16,10-8 6-16,-10 8 7 0,24-3 2 0,-10 3 10 16,3 0 7-16,2 0 7 0,2 0 12 15,0-2-2-15,-1 2 10 0,0-1-13 0,1 0 14 0,-1 1-8 16,1-3 6-16,-1 1-10 0,-1 0 11 0,1-1-10 15,-1-1 10-15,-1 1-3 0,0-3 16 0,-2 1-19 16,0-1 14-16,-2 0-18 0,1-2 10 0,-2 0-10 16,-2-2 23-16,1 1-29 0,-3-1 18 0,0 0-18 15,-1 0 16-15,-3 1-19 0,-2 0 15 0,-3 9-21 16,3-17 13-16,-3 17-18 0,-2-14 15 0,2 14-17 16,-10-11 16-16,10 11-16 0,-18-8 16 0,18 8-20 15,-21 0 23-15,21 0-14 0,-20 4 24 0,8 0-12 16,2 2 39-16,-1 3-16 0,1-1 25 0,2 3-10 15,1-1 16-15,2 4-12 0,3-3 15 0,0 1-15 16,2 1 11-16,2 0-23 0,2 0 11 0,2 1-19 0,3 0 8 16,5 3-23-16,1-4 8 0,5-1-41 15,4 0-30-15,2-2-73 0,2-1-56 0,1 0-51 16,-3-4-61-16,0 1-48 0,0-3-64 0,-2 1-61 0,-4-2-495 16,0-2-536-16</inkml:trace>
  <inkml:trace contextRef="#ctx0" brushRef="#br0" timeOffset="8756.6001">16491 10725 28 0,'-5'-17'593'0,"5"17"-98"0,-6-13-57 15,6 13 0-15,-3-13-30 0,3 13 0 0,-4-11-39 16,4 11-22-16,-3-10-77 0,3 10-34 0,0 0-61 16,-3-11-12-16,3 11-22 0,0 0 4 0,0 0-7 15,13 1 5-15,-13-1-9 0,18 8-15 0,-6-2-23 16,2 3-12-16,0-1-7 0,2 2-17 0,0 1-8 15,0-1 0-15,-2 3-20 0,0-1 5 0,1 0-18 16,-4-1 6-16,1 0-18 0,-3-1 10 0,0 1-21 0,0-3 8 16,-1 3-22-16,-2-4-8 0,0 0-2 15,-6-7 0-15,11 13 7 0,-11-13 2 0,5 11-7 16,-5-11 19-16,0 0-1 0,2 11 0 0,-2-11 5 16,0 0-1-16,0 0 1 0,-17 0-5 0,17 0-1 0,-13-7 1 15,4 3 3-15,-1-3-6 0,1 1 6 16,0-3-14-16,-1-1 2 0,2-1 3 0,1 3-14 15,0-4-28-15,2 3 17 0,2-2-14 0,0 1 5 0,3 10-35 16,-1-17 16-16,1 17-41 0,4-16 4 0,-4 16-37 16,10-14-25-16,-3 8-40 0,0 1-38 0,4 0-34 15,0 1-82-15,1 1-11 0,1 0-58 0,2 1-413 16,-1-1-385-16</inkml:trace>
  <inkml:trace contextRef="#ctx0" brushRef="#br0" timeOffset="9673.0379">17041 10656 553 0,'4'-9'470'0,"-4"9"-67"16,0 0-54-16,-2-15-19 0,2 15-47 0,-7-8-12 15,7 8-24-15,-13-11-8 0,13 11-50 0,-15-7-12 16,15 7-43-16,-14-5-10 0,14 5-29 0,-15 0 14 16,15 0-32-16,-15 5 16 0,15-5-24 0,-16 10 23 15,10-2-15-15,-1-1 9 0,1 2-20 0,1 1 12 16,0 0-25-16,2 1 12 0,-1 0-26 0,2 0 12 15,0-1-26-15,2-10 12 0,0 22-23 0,0-22 21 16,2 21-22-16,1-12 13 0,0 0-16 0,-3-9 15 0,10 14-25 16,-5-7 14-16,-5-7-14 0,13 11 16 15,-13-11-17-15,17 7 12 0,-17-7-18 0,15 2 17 16,-15-2-17-16,18-2 15 0,-18 2-13 0,17-6 20 0,-7 2-24 16,-2-2 19-16,-1-3-19 0,-1 1 10 0,1-1-11 15,-3-2 20-15,1 1-4 0,-2-2-16 0,0 2 20 16,-1-2-20-16,0 0 20 0,-2 12-20 0,1-20 20 15,-1 20-19-15,-1-18 17 0,1 18-21 0,-2-13 21 16,2 13-23-16,-4-12 20 0,4 12-19 0,-3-7 17 16,3 7-14-16,0 0 20 0,0 0-22 0,-11-4 26 15,11 4-16-15,0 0 19 0,-7 10 11 0,7-10-8 16,-1 12-2-16,1-12-1 0,1 14 0 0,-1-14-17 16,7 18 18-16,-2-10-17 0,0 2 14 0,2-1-14 15,1 2 7-15,2-2-11 0,-1 0 5 0,1-1-28 16,2 0 3-16,0-1-27 0,0-1 9 0,1 0-32 15,-2-2 28-15,1 1-19 0,-2-3 22 0,1 0-14 16,-11-2 20-16,21 0-17 0,-21 0 15 0,19-4-11 16,-11-1 20-16,-1 0-9 0,0-3 18 0,0-2-13 0,-2-2 24 15,-1-1-18-15,0-2 17 0,-1-2-12 16,-1-1 3-16,0-2-8 0,-1 0 17 0,0-4-7 16,-1 2 12-16,-1-2 3 0,0 0 22 0,-1 2 28 0,0 3 37 15,1 1 24-15,-1 2-1 0,0 0-2 0,0 3-12 16,0 2-18-16,1 1-16 0,1 10-10 0,-5-13 1 15,5 13 11-15,0 0 19 0,-13-4 12 16,13 4 6-16,-11 8-21 0,6 0 10 0,-1 1-25 0,1 3 17 16,0 2-26-16,2 0 20 0,1 1-35 0,0 2-9 15,2-2 6-15,1 3-3 0,1 0-12 0,1 0-1 16,2 2-1-16,1 0-4 0,1-1-10 0,1-1 38 16,-1 0-49-16,-2-3 5 0,3 0-43 0,-2-2 2 15,-1-1-14-15,-1-2-1 0,1-1-2 0,-1-1 22 16,-4-8 9-16,7 15 10 0,-7-15 4 0,5 9-1 15,-5-9-20-15,0 0-10 0,0 0-9 0,0 0-13 16,0 0 0-16,11-4-5 0,-11 4 9 0,0 0-23 16,2-15 21-16,-2 15-12 0,1-14 26 0,-1 14-9 15,2-12 29-15,-2 12-18 0,3-13 29 0,-3 13-19 16,7-11 22-16,-7 11-17 0,10-9 28 0,-10 9-19 0,12-9 22 16,-12 9-15-16,17-6 24 0,-17 6-17 15,16-2 25-15,-16 2-15 0,18 0 25 0,-18 0-11 0,21 2 29 16,-11 1-12-16,-1 0 21 0,-9-3-17 0,19 7 7 15,-10-2-17-15,-1 0 21 0,-8-5-21 16,16 11 5-16,-9-6-5 0,-1 1 12 0,1 2-17 16,0-2 6-16,-2 2-15 0,1-1 2 0,-1-1-4 0,-5-6 8 15,11 15-16-15,-11-15-7 0,9 12-53 0,-9-12-13 16,8 14-61-16,-8-14-69 0,8 13-57 0,-8-13-42 16,4 12-29-16,-4-12-71 0,2 10-125 0,-2-10-376 15,0 0-466-15</inkml:trace>
  <inkml:trace contextRef="#ctx0" brushRef="#br0" timeOffset="9873.9072">17551 10607 501 0,'-3'-13'747'15,"0"1"-122"-15,1 1-21 0,1 0-79 0,-1 1-78 16,0-2-51-16,2 12-43 0,-1-20-41 0,1 20-56 0,0-18-27 15,0 18-71-15,0-14-23 0,0 14-79 0,0-11-65 16,0 11-45-16,7-7-52 0,-7 7-44 16,0 0-62-16,17 1-79 0,-17-1-37 0,15 11-45 15,-8-3-25-15,-1 1-35 0,1 1-505 0,-1 2-513 0</inkml:trace>
  <inkml:trace contextRef="#ctx0" brushRef="#br0" timeOffset="10521.4028">17671 10693 263 0,'9'6'539'0,"-9"-6"-68"0,0 0-43 16,0 0-14-16,11-6 3 0,-11 6-43 0,0 0 19 16,10-10-23-16,-10 10-33 0,4-9-42 0,-4 9-39 15,8-7-39-15,-8 7-33 0,10-8-31 0,-10 8-35 16,12-8-16-16,-12 8-18 0,15-2-14 0,-15 2 1 16,17 0-6-16,-17 0-2 0,21 4-8 0,-12 0-5 15,2 1 1-15,1 1 7 0,-1 2-1 0,0 0-7 16,0 0-6-16,-1 0-7 0,-3-1-5 0,0 2-9 15,1-1 31-15,-3 0-35 0,-1 0 25 0,-4-8-44 16,4 17 38-16,-4-17-40 0,-1 14 33 0,1-14-35 16,-7 16 27-16,1-9-35 0,-1-1 33 0,0 0-35 15,-2 0 18-15,1-3-39 0,8-3 33 0,-19 7-50 16,19-7 31-16,-20 3-40 0,20-3 37 0,-17 0-31 16,17 0 8-16,-19-5-25 0,19 5-7 0,-15-8 1 15,9 1-25-15,-1 1 7 0,3-3-3 0,0 0 17 16,2 0-26-16,1-2 33 0,1 11 6 0,1-24-10 0,1 11 27 15,2-1-12-15,1 1 35 0,2-2-19 0,0 1 34 16,1 2-18-16,0-1 21 0,2 1-14 0,0 1 21 16,0 1-9-16,2 1 25 0,-1 1-11 15,0 2 27-15,3 0-9 0,-2 1 35 0,1 4 0 0,-1 0 13 16,-12 1-11-16,25 0 12 0,-13 2 3 0,1 0 5 16,-2 2 7-16,3 2 4 0,-2 1-9 0,0-1-9 15,0 0-6-15,-1 2-5 0,-1-1-1 0,1 1-6 16,-3-1-2-16,1-1-9 0,0 1-4 0,-1 0-16 15,-1-1 3-15,1 0 0 0,0 0-10 0,-8-6-1 16,13 9 4-16,-13-9-4 0,9 9-3 0,-9-9 10 0,10 6-1 16,-10-6-1-16,0 0-7 0,13 2-3 15,-13-2-4-15,10-4-3 0,-10 4 0 0,14-7-4 16,-7 1-10-16,0 0-5 0,1-1-2 0,1-2-7 0,0 0 7 16,0 1 4-16,0 0 24 0,-2 2-23 15,0 0 25-15,0 0-24 0,-7 6 25 0,14-9-28 16,-14 9 39-16,12-5-23 0,-12 5 11 0,14-2 15 15,-14 2-1-15,14 3 1 0,-14-3-3 0,16 5-6 0,-7-1 6 16,0 1 2-16,1 1-7 0,1 0-3 0,1 3-1 16,1-1-9-16,-1-1-61 0,2 1-51 0,0 0-57 15,2-1-95-15,-2 1-102 0,2-2-118 0,-1 1-175 16,-1-2-668-16,0 0-926 0</inkml:trace>
  <inkml:trace contextRef="#ctx0" brushRef="#br0" timeOffset="13607.0068">18839 10525 31 0,'0'0'474'15,"4"-10"-150"-15,-4 10-24 0,0 0-25 0,0 0-30 16,-2-14-23-16,2 14-10 0,0 0-39 0,-3-10-31 16,3 10-29-16,0 0-21 0,-8-10-13 0,8 10-15 15,0 0-15-15,-9-9-8 0,9 9 7 0,0 0-9 16,-11-8-4-16,11 8-6 0,-10-3-3 0,10 3 1 15,-12-2 8-15,12 2 6 0,-14-1 0 0,14 1 3 16,-19 4 1-16,9-1-3 0,-1 0-19 0,0 3 31 16,0-4-13-16,-3 4 1 0,1 2-4 0,0 1 7 15,0-2-11-15,1 2 7 0,-1 0-14 0,2-1 6 16,0 1-13-16,1 0-1 0,0-1-6 0,1 2 4 0,2-2-5 16,0 0 1-16,1-1-10 0,1 1 10 0,5-8-12 15,-10 13 5-15,10-13-8 0,-5 13 12 16,5-13-8-16,0 0 10 0,1 14-10 0,-1-14 8 15,8 10-9-15,-8-10 3 0,17 7-5 0,-6-4 6 0,1 1-9 16,0 1 8-16,3-1-8 0,-1 2 9 0,-1-2-11 16,2 1 4-16,-1 1 0 0,0 0 6 0,-1-1-13 15,0 0 2-15,-2 2-6 0,-1-1 5 0,0 0-5 16,-2 0 4-16,-1 0-2 0,-1 0 3 0,-6-6 1 16,12 11 3-16,-12-11-12 0,5 12 19 0,-5-12-3 15,2 12 4-15,-2-12-1 0,-2 10 2 0,2-10 0 16,-7 10-4-16,7-10 5 0,-15 11-5 0,5-7 2 15,-3 1 0-15,-3-1-3 0,-2 1-13 0,0-1-42 16,-5 1-60-16,-1-1-47 0,-3-1-79 0,2 1-125 16,-1-3-514-16,0 1-437 0</inkml:trace>
  <inkml:trace contextRef="#ctx0" brushRef="#br0" timeOffset="165802.0713">22767 9213 215 0,'0'0'294'0,"0"0"-59"0,0 0-39 0,0 0-21 0,0 0-13 16,0 0-25-16,0 0-1 0,-3-9 1 16,3 9 12-16,0 0-20 0,0 0 47 0,2-11-1 15,-2 11-41-15,0 0-13 0,1-13-11 0,-1 13 16 16,0 0-14-16,1-14 18 0,-1 14 2 0,0 0 30 0,0-15-12 15,0 15 20-15,0 0-33 0,1-13 10 16,-1 13-44-16,0 0 5 0,0 0-45 0,1-12 8 0,-1 12-30 16,0 0 13-16,0 0-21 0,0 0 59 0,0 0 32 15,0 0 19-15,6 11-22 0,-6-11 6 0,3 19 18 16,-1-7-21-16,0 3-1 0,0 2 8 0,0 2 12 16,-1 0 39-16,1 4-42 0,-1-1 19 0,1 1-50 15,-1 2 30-15,1-2-47 0,-1 1 16 0,1-1-40 16,0 2-1-16,-1 0-10 0,3-2-11 0,-2 2-5 15,1-3-12-15,0 0-3 0,1 0-6 0,-1-4 0 16,0 0-4-16,1 0-4 0,-1 0 1 0,1-4-5 16,1 2-1-16,-1-4-4 0,1 3-5 0,-3-5-28 15,1-1-20-15,-3-9-4 0,6 18-30 0,-6-18-20 16,3 12-5-16,-3-12-90 0,0 0-96 0,7 8-94 16,-7-8-90-16,0 0-23 0,0 0-41 0,7-8-121 15,-7 8-447-15,3-11-728 0</inkml:trace>
  <inkml:trace contextRef="#ctx0" brushRef="#br0" timeOffset="166086.0455">23172 9301 698 0,'8'-13'687'15,"-3"3"-90"-15,-1 0-101 0,0 3-52 0,-4 7-70 16,7-14-20-16,-7 14-64 0,5-10-13 0,-5 10-23 15,0 0-14-15,8-6-19 0,-8 6-20 0,0 0-13 16,8 7-25-16,-8-7-28 0,4 13-12 0,-4-13-10 16,3 21 19-16,-1-9-50 0,0 1 21 15,0 3-52-15,0-1 27 0,2 1-38 0,-1 2 14 0,1-1-46 16,1 3 34-16,1-1-42 0,2 0 23 0,1 0-82 16,0-1 0-16,2 0-69 0,1 0-25 0,-1-2-50 15,3 0-13-15,-2-2-82 0,0-1-42 0,-1-1-52 16,-2-3-100-16,1 1-78 0,-2-4-544 0,-2 0-729 15</inkml:trace>
  <inkml:trace contextRef="#ctx0" brushRef="#br0" timeOffset="166302.94">22973 9537 723 0,'-27'-6'779'0,"1"1"-129"0,2 0-137 0,1-1-35 15,2 0-43-15,2 1-12 0,4 1-3 16,0-2-75-16,2 1-7 0,3 1-92 0,-1-2-7 16,3 1-72-16,8 5 10 0,-9-10-62 0,9 10 3 0,0 0-53 15,8-14 18-15,4 10-51 0,6 0-17 16,7 0-33-16,4 0-44 0,8 1-35 0,4 1-13 16,9-1-50-16,0 2-26 0,1 0-66 0,1 1-40 0,-1 1-75 15,-1 0-30-15,-7-1-67 0,-1 2-119 0,-3-2-469 16,-1 0-668-16</inkml:trace>
  <inkml:trace contextRef="#ctx0" brushRef="#br0" timeOffset="167028.3853">23718 9337 495 0,'0'0'565'16,"5"-18"-82"-16,-5 18-39 0,3-14-28 0,-3 14 24 16,2-15-32-16,-2 15-6 0,2-14-31 0,-2 14-29 15,0-11-58-15,0 11-47 0,0 0-49 0,1-14-32 16,-1 14-23-16,0 0-10 0,0 0 0 0,0 0 25 0,0 0 0 15,6 10 2-15,-6-10-10 0,6 20-14 16,-3-7-11-16,3 3-9 0,0 2-14 0,2 3-9 16,-1-1-17-16,1 1-10 0,1 2-12 0,2 2-8 15,0-1-7-15,0 1-3 0,-1-5-6 0,0 1-5 16,-2-2-2-16,2-1-1 0,-2-1-2 0,-1-2-4 16,1 0 5-16,-3-3-7 0,0-3-1 0,0 1 2 15,-1-2 1-15,-4-8 4 0,6 14 1 0,-6-14-3 0,6 10 1 16,-6-10-5-16,0 0-1 0,0 0-1 15,0 0-1-15,0 0-5 0,-6-8-4 0,6 8-18 16,-8-18-4-16,3 6-12 0,-1-3-14 0,0-1-10 0,-2-4-3 16,2-2 8-16,0 1 5 0,0-3 9 0,1 0 7 15,-1 0 1-15,3 0 4 0,-1 2 4 0,2-2 8 16,2 4 7-16,0-1 0 0,2 2 3 0,3-1-4 16,1 0 6-16,3 3-1 0,1 1 1 0,5 2 0 15,1 2 6-15,3 1-2 0,2 4-2 0,1 1-5 16,2 1 7-16,-1 5 1 0,-2 0-3 0,4 5 4 15,-2-1 1-15,0 3 4 0,-1 2-4 0,-1-1 31 16,-2 3-35-16,-1 0 30 0,-1 0-32 0,-2 3 35 16,-1-3-40-16,-3 0 40 0,-2 0-42 0,1 1 38 15,-3-1-38-15,-1-2 27 0,-3 1-38 0,-3-10 37 16,2 18-36-16,-2-18 10 0,-4 15-41 0,-1-7 12 16,-3-2-44-16,-3-1-22 0,-2 0-12 0,-3-1-36 15,-2-1 20-15,-2-2-43 0,0 0 30 0,-2-1-17 16,1-2 41-16,-1 2-11 0,3-3 30 0,0 2 16 15,3-1 35-15,1 1-16 0,3 0 27 0,12 1-8 16,-21 0 25-16,21 0 7 0,-13 1 80 0,13-1 20 16,0 0 45-16,0 0 0 0,2 12 33 0,7-6 9 15,3 0 13-15,3 2 39 0,4 2-15 0,-1-1 59 16,5 2-42-16,2 1 40 0,2 0-60 0,0 1-5 16,2 0-10-16,1-1-6 0,0 1-22 0,5 0-9 15,-4-1-7-15,3-2-18 0,3 2-29 0,3 1-8 0,-2-3-26 16,3 2 1-16,-1-2-23 0,-2-1 4 15,-4 0-18-15,-1-1 2 0,-2-1-22 0,1 0-22 16,-9-2-28-16,-1 0-45 0,-5-2-34 0,2 1-33 0,-8-2-38 16,3 1-63-16,-14-3-70 0,17 2-91 0,-17-2-136 15,0 0-68-15,0 0-78 0,0 0-720 16,0 0-1032-16</inkml:trace>
  <inkml:trace contextRef="#ctx0" brushRef="#br0" timeOffset="169938.1768">28677 9300 83 0,'0'0'247'0,"0"0"-63"0,0 0-28 15,0 0-39-15,0 0-22 0,0 0-19 0,0 0-24 16,0 0-5-16,0 0-9 0,0 0-9 0,0 0-2 16,0 0-6-16,-10 3-4 0,10-3-4 0,0 0 0 15,0 0-5-15,0 0-8 0,0 0 30 0,0 0-2 16,-8 5 4-16,8-5-10 0,0 0 12 0,0 0-4 15,0 0 12-15,0 0-8 0,0 0 9 0,0 0-6 16,-8 7 10-16,8-7-18 0,0 0 27 0,0 0-24 16,0 0 33-16,0 0-25 0,0 0 18 0,0 0-22 15,0 0 27-15,0 0-26 0,0 0 28 0,0 0-27 16,0 0 31-16,0 0-39 0,0 0 32 0,0 0-4 0,0 0-6 16,0 0-7-16,0 11 3 0,0-11 0 0,0 0-8 15,0 0-6-15,0 0 10 0,0 0-13 16,0 0 1-16,0 0 11 0,0 0-2 0,0 0-5 0,0 0-4 15,0 0-1-15,0 0 0 0,0 0-5 0,0 0-5 16,0 0-4-16,0 0-2 0,0 0-8 0,0 0 0 16,0 0 3-16,0 0-1 0,0 0-1 0,0 0 1 15,0 0 1-15,0 0-6 0,0 0 10 0,0 0-2 16,0 0 1-16,10 6 2 0,-10-6 2 0,0 0 1 16,0 0-1-16,0 0 4 0,0 0 10 0,0 0 0 15,0 0 12-15,0 0 2 0,0 0-1 0,0 0-5 16,0 0 4-16,0 0-1 0,0 0-1 0,0 0-3 15,0 0-1-15,0 0-7 0,0 0-10 0,0 0 2 16,0 0-3-16,10-3-1 0,-10 3-3 0,0 0-4 16,0 0 0-16,0 0-13 0,0 0 9 0,0 0-4 15,0 0 3-15,0 0-1 0,0 0 1 0,0 0-5 16,0 0 6-16,11-3-5 0,-11 3-2 0,0 0 4 16,0 0 1-16,0 0-1 0,0 0 0 0,0 0 0 0,0 0 0 15,0 0-4-15,0 0 7 0,0 0 0 0,0 0-5 16,0 0-4-16,0 0 5 0,0 0 0 15,0 0-5-15,0 0 5 0,0 0 0 0,0 0-2 0,0 0-4 16,0 0 6-16,0 0-4 0,0 0-1 0,0 0 6 16,0 0 0-16,0 0-2 0,0 0-6 15,0 0 5-15,0 0 0 0,0 0-4 0,0 0 7 16,0 0-1-16,0 0 0 0,0 0-1 0,0 0 4 0,0 0 1 16,0 0 0-16,0 0 4 0,0 0 5 0,0 0-2 15,0 0-5-15,0 0 6 0,0 0-1 0,0 0-18 16,0 0 20-16,0 0-2 0,0 0-2 0,0 0-6 15,0 0 5-15,0 0-4 0,0 0 0 0,0 0-1 16,0 0-2-16,0 0 0 0,0 0-6 0,0 0 7 16,0 0-3-16,0 0-2 0,0 0 1 0,0 0 0 15,0 0 0-15,0 0-9 0,0 0 9 0,0 0-3 16,0 0 3-16,0 0 3 0,0 0-3 0,0 0-2 16,0 0 1-16,0 0 1 0,0 0-5 0,0 0 5 15,0 0 0-15,0 0 1 0,0 0-2 0,0 0 0 0,0 0 0 16,0 0-4-16,0 0 5 0,0 0 1 15,0 0 1-15,0 0-5 0,0 0 2 0,0 0 0 16,0 0-4-16,0 0 5 0,0 0 1 0,0 0-1 0,0 0-4 16,0 0 4-16,0 0 1 0,0 0-6 15,0 0 7-15,0 0-2 0,0 0 2 0,0 0-4 16,0 0 2-16,0 0-1 0,0 0-3 0,0 0 6 16,0 0 0-16,0 0 0 0,0 0-3 0,0 0 3 0,0 0-1 15,0 0-4-15,0 0 1 0,0 0-2 0,0 0-1 16,0 0-7-16,0 0 6 0,0 0-2 0,0 0-13 15,0 0 14-15,0 0 1 0,0 0 2 0,0 0-5 16,0 0 5-16,0 0 0 0,0 0-1 0,0 0 4 16,-15-2 1-16,15 2-4 0,-11-3-1 0,11 3 7 15,-14-3-1-15,14 3 3 0,-13-5 1 0,13 5 3 16,-15-3 4-16,15 3 7 0,-14-4 3 0,14 4-4 16,-17-5 6-16,17 5 6 0,-16-4 10 0,16 4 4 15,-17-4 1-15,17 4 0 0,-17-5-5 0,17 5 9 16,-15-3-3-16,15 3 1 0,-16-3-1 0,16 3 1 15,-13-2-2-15,13 2 6 0,-10-2 6 0,10 2 3 16,0 0 9-16,-15-4 7 0,15 4 10 0,0 0-13 16,-11-2-2-16,11 2 2 0,0 0-6 0,0 0-5 0,15-6-10 15,1 3-6-15,9 2-11 0,3-1 11 0,10 0-25 16,6 1-1-16,9 1-5 0,2 0 1 16,2 3-12-16,-1-1 7 0,2-1-11 0,-1 2 5 15,-2 0 4-15,-3-1-6 0,-4 1-9 0,-9-1 9 0,-2 0-14 16,-6-1 3-16,-5 0-10 0,-4 0-4 0,-2 0-12 15,-3-1-2-15,-2 0-9 0,-15 0-28 0,21 0-34 16,-21 0 0-16,0 0-7 0,0 0-8 0,0 0-4 16,0 0 19-16,-15-7 6 0,2 6 4 0,-4-3 14 15,-1 2 16-15,-2-1 12 0,0 1 8 0,1 1 4 16,-2-1-3-16,1-1 11 0,0 2 7 0,1 0 3 16,1-1 3-16,3 2 7 0,-1-2 6 0,3 2-7 15,0 0 5-15,0 0 1 0,13 0 0 0,-21 2-5 16,21-2 1-16,-18 4 7 0,18-4 15 0,-16 6 22 15,16-6 5-15,-11 13 13 0,7-3 19 0,2 1 21 16,0 3-14-16,2-1-6 0,-1 5 9 0,2 0 14 16,1 1-13-16,0 3-4 0,0 1-3 0,1-1-2 15,1 1-8-15,-1 0-12 0,0-2-7 0,1 2 4 16,-1-5-23-16,0 2 5 0,-2-4-13 0,2 1 11 16,-2 0-17-16,-1-4 12 0,0 0-12 0,0-1 10 15,-2 0-4-15,0-1 27 0,-2-1-3 0,-2-1 2 16,1-1-3-16,-2-2-5 0,-3 1 2 0,0-3-16 0,-2-1 10 15,-2 0-19-15,-4-2 4 0,-1-1-7 0,-2-2 3 16,-5-1-5-16,0-3 1 0,-4-1-11 16,1-1 13-16,1-1-9 0,3 1 5 0,5 0-6 0,0-1-6 15,5 4-20-15,0-3-17 0,3 3-24 0,2 0-31 16,3 1-24-16,7 4-10 0,-5-12-19 0,5 12-25 16,10-5-32-16,2-1-51 0,2 5-40 0,5 1-48 15,2 0-86-15,6 0-88 0,1 1-349 0,1-1-422 16</inkml:trace>
  <inkml:trace contextRef="#ctx0" brushRef="#br0" timeOffset="170377.2964">29518 9609 333 0,'10'-6'580'16,"-1"-1"-52"-16,-3 1-70 0,-6 6 2 0,11-12-48 15,-11 12-38-15,5-15-37 0,-5 15-36 0,-1-12-31 16,1 12-30-16,-7-11-39 0,-1 5-22 0,0 2-31 15,-2 0-17-15,-3 3 3 0,0 1-35 0,-2 0-6 16,0 3-11-16,-1 1-13 0,-1 2-2 0,-1 3-22 16,1 1 3-16,1 1-21 0,2 2 11 0,0 1-27 15,3 0 17-15,2 1-16 0,1-2 14 0,4 1-21 16,0 2 17-16,4-4-18 0,0 2 12 0,2-1-16 0,2-1 29 16,0 2-51-16,3-1-2 0,0-2-2 0,0 1-7 15,2-4-1-15,1 1 11 0,-2-2 0 16,1-2-5-16,1-1 12 0,0 1 8 0,-10-5-7 0,18 2 11 15,-18-2-15-15,19-1 13 0,-19 1 3 0,19-8-24 16,-9 0-12-16,-1-1 1 0,1-1 8 16,-3 0 3-16,1-2 8 0,-1-1 1 0,0 1 4 0,-1-1 5 15,-1 1 9-15,-1 1 16 0,-1 1-4 0,0 0 6 16,-3 10 5-16,4-19 12 0,-4 19-3 0,5-13-1 16,-5 13-9-16,3-11-11 0,-3 11 2 0,0 0-6 15,3-11-5-15,-3 11 4 0,0 0-2 0,0 0-1 16,0 0-2-16,9 9 9 0,-9-9-20 0,10 13-28 15,-1-6-33-15,1 3-20 0,2-1-53 0,4 3-58 16,3 0-61-16,0-2-53 0,5 3-47 0,1-2-91 16,1 1-67-16,-1-1-441 0,3-1-550 0</inkml:trace>
  <inkml:trace contextRef="#ctx0" brushRef="#br0" timeOffset="171279.2699">30199 9703 68 0,'7'-14'592'0,"-1"1"-160"0,-2 2 6 15,-1 0-32-15,-1 0 9 0,-2 11-58 0,0-22-3 16,-2 12-13-16,-2 0-25 0,0 2-24 0,-1-2-31 0,-2 3-35 16,-1 2-30-16,-1 1-21 0,0 0-16 15,9 4-11-15,-21 1 7 0,9 2-12 0,-1 2-11 0,2 2-15 16,-2 1-4-16,1 4-6 0,3 0-15 0,-1 1-1 16,2 1-53-16,1 2 30 0,2-1-46 0,2 3 34 15,3-2-42-15,2 1 32 0,4 2-40 0,2-1 36 16,4 1-40-16,3 1 33 0,4-3-40 0,-1 0 40 15,4-3-45-15,-2-1 38 0,0-2-41 0,2-3 38 16,-1-2-36-16,-1-1 38 0,-2 0-43 0,1-4 47 16,-4-1-39-16,2-1 36 0,-1-4-35 0,1-1 31 15,-1-4-36-15,0-4 35 0,-2-1-3 0,2-6-4 16,-3-4-4-16,-2-3-4 0,0-2 1 0,-1-7 3 16,-3-1-1-16,0 5 6 0,-4-3 19 0,-1 2 12 15,0 0 10-15,-2 5 6 0,-1 1 11 0,0 2 22 16,-1 2-25-16,1 5 68 0,-1 1-72 0,1 1 33 15,0 3-72-15,-1 3 35 0,1 1-64 0,1 10 42 16,-3-12-49-16,3 12 62 0,0 0-54 0,0 0 55 16,-11 10-5-16,9 2 1 0,-2 4 2 0,2 3-12 0,-1 3 3 15,3 5-14-15,0-2 2 0,0 2-72 16,3 6 68-16,1 1-62 0,0-2 65 0,0-1-67 16,2 1 69-16,1-1-68 0,0 0 8 0,1-2 69 0,0-2-75 15,1-1 65-15,-1-4-73 0,-1-2 46 0,0-2-60 16,0-3 59-16,-1-2-54 0,-1-1 62 0,0-1-51 15,0-3 63-15,-5-8-52 0,12 12 55 0,-12-12-59 16,13 5 46-16,-13-5-48 0,17-7 43 0,-7-3-68 16,1 2 26-16,4-7-62 0,1-3 12 0,3-2-1 15,4-6-14-15,0 0 2 0,3 0 7 0,1-2 8 16,-1 4 36-16,1 1-27 0,-4 3 43 0,-2 2-32 16,0 1 45-16,-5 4-31 0,1 0 38 0,-2 3-30 15,-2 1 39-15,-2 1-40 0,0 0 36 0,-3 2-50 16,0 2 29-16,-8 4-28 0,12-7 33 0,-12 7-28 15,0 0 45-15,0 0-32 0,0 0 41 0,0 0-34 16,-18 11 7-16,3-2 8 0,-4-2 2 0,-3 4 0 16,-3 0 3-16,-1 0 2 0,2 1 4 0,-1 0-4 0,3 3 11 15,4-4-14-15,2 1 0 0,2 2-33 0,3-3 41 16,2 1-34-16,3 0 50 0,3-1-34 16,4 0 33-16,2-1-30 0,4 3 28 0,3-1-36 0,5-1 36 15,1 0-46-15,3-1 31 0,1 0-37 0,1-2 45 16,2 0-41-16,1-2 26 0,1-1-33 0,-2 0 38 15,2-4-28-15,-2 0 29 0,-1-2-22 0,1-2 35 16,1-2-1-16,-2-1 0 0,-1-2-8 0,-2-2 0 16,-1 0-3-16,-2-1 10 0,-1 0 9 0,-3 0-2 15,-1 0 6-15,-3 0 4 0,-1 0 12 0,-2 1 1 16,-5 10 37-16,6-15-38 0,-6 15 38 0,1-14-38 16,-1 14 30-16,-2-10-36 0,2 10 29 0,0 0-33 15,-8-6 7-15,8 6 14 0,0 0-2 0,-11 7-5 16,11-7 9-16,-9 10-1 0,9-10-5 0,-5 14-5 15,5-14-5-15,-4 19-5 0,4-19-3 0,1 21-8 16,0-10-3-16,1 0-40 0,1 1 27 0,0-2-57 16,2 1-52-16,-1 0-65 0,0-1-56 0,1-1-48 15,1 0-68-15,0 0-82 0,2-2-111 0,-8-7-51 16,11 10-208-16,-11-10-347 0,12 4-757 0</inkml:trace>
  <inkml:trace contextRef="#ctx0" brushRef="#br0" timeOffset="171432.6343">31396 9462 17 0,'-3'-15'839'15,"1"2"-186"-15,-1 3-105 0,0-1-57 0,3 11-77 16,-3-18-52-16,3 18-52 0,-3-14-57 0,3 14-39 16,-3-12-59-16,3 12-38 0,0 0-47 0,4-9-69 15,-4 9-73-15,0 0-146 0,13 3-62 0,-4 2-159 16,-1 2-634-16,1 0-688 0</inkml:trace>
  <inkml:trace contextRef="#ctx0" brushRef="#br0" timeOffset="171918.6987">31561 9651 674 0,'0'0'716'0,"0"0"-112"0,0 0-37 0,0 0-31 15,-11 4-57-15,11-4 21 0,0 0-81 0,0 0-25 16,0 0-72-16,0 0-4 0,0 0-92 0,0 0-15 15,0 0-77-15,0 0 9 0,9-6-64 0,-9 6 16 16,14 0-60-16,-14 0 10 0,21-2-52 0,-8 1 7 16,0 1-62-16,0-2 36 0,3 1-48 0,-1 0 35 15,2-3-65-15,-1 1 37 0,0-1-31 0,0-2 51 16,1 0-33-16,-2-1 42 0,-1-2 4 0,0 0-1 16,-1-1 8-16,-1 1 6 0,-2-1 11 0,0 0-2 0,-2-1-3 15,-2 3 4-15,-1-2-1 0,-1 3 9 0,-4 7 28 16,5-15-64-16,-5 15 29 0,-4-14 4 0,4 14-4 15,-12-11 4-15,2 8 1 0,-2 1 2 0,-2 2 0 16,-4 1-26-16,-1 2 38 0,-5 2-29 0,-2 2 40 16,-2 4-24-16,-2 0 57 0,2 3-39 0,0 2 4 15,1-1 10-15,3 2 16 0,0-1 11 0,3 0 22 16,2 2-1-16,2-4 25 0,5 2 10 0,-1 1 6 16,5-1 21-16,2-3 37 0,3 1 16 0,3-2 5 15,3 2-50-15,4-1 71 0,4 1-84 0,7-2 69 16,2-1-94-16,5 0 80 0,4-1-118 0,5-1 69 15,7 0-139-15,3 0 0 0,3-1 0 0,0-3 0 0,2 3 0 16,-3-3 0-16,2-1 0 0,-9-1 0 16,-1 0 0-16,0-2 0 0,-6 0 0 0,-1-1 0 0,0 0 0 15,-4-1 0-15,-1 0 0 0,-1-3 0 0,-4 2 0 16,-1 0 0-16,-3-1-201 0,-1-1-155 0,-2-1-132 16,-4 0-127-16,-1-1-145 0,-9 6-101 0,6-12-695 15,-6 12-1197-15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17:56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6361 5329 618 0,'-8'-13'474'0,"2"1"-17"0,1 0-112 16,-2 0-5-16,0 1-21 0,1 1-23 0,1-1-21 0,0 2-5 16,1 0-14-16,4 9-16 0,-8-15-10 15,8 15-50-15,-7-12-38 0,7 12-41 0,0 0-20 0,-5-8-19 16,5 8 2-16,0 0-2 0,0 11 7 0,0-11 9 15,4 23-4-15,-1-5 1 0,1 2 7 0,0 5-9 16,-1 0-9-16,1 6-5 0,0 3-4 0,-1 0-1 16,1-2-9-16,-1 1-5 0,1 0-10 0,1-1-1 15,-2-1-5-15,-1-4-4 0,2-1 7 0,-1-1-19 16,1-1 4-16,-2 0-13 0,1-5 14 0,0-3-19 16,-1 0 13-16,0-3-15 0,0-2 32 0,0 1-20 15,-2-12 19-15,2 17 6 0,-2-17 43 0,3 10-11 16,-3-10-16-16,0 0-15 0,0 0-9 0,0 0-13 15,-2-18-2-15,0 5-21 0,-1-3-9 0,-1-6-5 16,0-3-28-16,-1-5 4 0,0 0-5 0,-1-4 7 0,0-7 5 16,-2 0 0-16,2-2 13 0,-1 2-4 0,1 9 8 15,1-2 5-15,-1 2 4 0,2 6 8 16,0 2 7-16,0 3 4 0,2 4-4 0,-1 1-11 16,2 4 4-16,1 12 3 0,1-15 2 0,-1 15-1 0,0 0 14 15,13 0-1-15,-4 5 2 0,3 5 9 0,2 2-5 16,5 9-2-16,4 6-3 0,2 0 9 0,-2 4-11 15,2 2 4-15,3 1-4 0,-1-2 3 0,1 0-3 16,1-1-1-16,1 0 5 0,-1-3-14 0,2-2-7 16,-1-1 2-16,0-3 4 0,-1-3 0 0,-5-4-4 15,1-1 11-15,-4-5-3 0,-2-1 2 16,-1-3 2-16,-2-1 6 0,-2-3-1 0,-1-2 2 0,0-3 3 16,-2-4-4-16,-1-1 0 0,-4-5 11 0,-1-2 10 15,-3-4-5-15,-3-4-7 0,-3-6 10 0,-3-1-16 16,-6-5-5-16,0-1 5 0,-3 0-5 0,-1 2 32 15,-2 1-20-15,3 3 43 0,0 6-5 0,2 3-10 16,2 4-11-16,3 0-5 0,1 5-13 0,0 1-52 16,3 4-19-16,5 8-23 0,-6-11 9 0,6 11-5 0,0 0-41 15,0 0-57-15,13 12-59 0,-1 0-41 0,2 3-65 16,6 5-42-16,6 4-79 0,3 1-63 16,4 0-479-16,-2 0-598 0</inkml:trace>
  <inkml:trace contextRef="#ctx0" brushRef="#br0" timeOffset="1334.4661">7451 5628 137 0,'0'0'777'0,"7"-10"-173"0,-7 10-7 15,3-11-38-15,-3 11-49 0,-4-15-66 16,0 7-40-16,-2 0-28 0,-1 0-36 0,-2 1-30 16,-2 1-27-16,-1 0-67 0,0 3-33 0,0-1-35 0,-2 4-28 15,2 0-18-15,-2 4-19 0,-1 0-14 0,-1 3-12 16,2 2-1-16,0 2-19 0,0 1-6 0,5 1-8 15,-1-1-4-15,3 2-4 0,3 0 2 0,1 3 0 16,2-1-3-16,3 0-8 0,0 0-1 0,4 0-1 16,2 2-16-16,1-2-25 0,1 0-41 0,2-3 18 15,0 1-33-15,0-3 2 0,0-1-24 0,1-2-5 16,0-1 10-16,-1-1-13 0,-1-1 25 0,1-2 16 16,-12-3 9-16,21 0-1 0,-10-3 4 0,-1-2 5 15,-1-2 11-15,1-3 6 0,-2-1 7 0,-1-1 9 16,-2-1 13-16,1-1 18 0,-3-1 27 0,0 1 14 0,-2 2 35 15,0-2 20-15,-1 1 32 0,0 3 8 16,0 10 2-16,-2-22 0 0,2 22-6 0,-1-16-17 16,1 16-27-16,-1-13-17 0,1 13-16 0,-1-12-17 0,1 12-15 15,0 0-9-15,0 0-1 0,0 0-2 16,1-11-3-16,-1 11-2 0,0 0 0 0,6 9-19 16,-6-9-8-16,7 9-7 0,-7-9-5 0,11 12-11 0,-4-5-27 15,0-1-37-15,0 1-22 0,1-1 9 0,1 0-4 16,-1 0-7-16,0 0-10 0,0-2 9 0,-8-4 22 15,17 8 10-15,-17-8 20 0,16 2 24 0,-16-2 10 16,14-1 10-16,-14 1 5 0,17-7 10 0,-9 1 9 16,-1-2-3-16,-1 0 20 0,1-1 26 0,-1 0 19 15,1-1 31-15,-3 0 36 0,2 2 22 0,-6 8 26 16,8-13 9-16,-8 13 0 0,7-11-18 0,-7 11-28 16,5-8-29-16,-5 8-25 0,0 0-23 0,6-11-13 15,-6 11-10-15,0 0-6 0,0 0 0 0,11-1-4 16,-11 1-4-16,10 6 10 0,-10-6-16 0,12 10-1 15,-6-3-3-15,3 2 9 0,-1 0-4 0,0 1-4 16,1 0 0-16,0-1-2 0,-1 3 3 0,0-1-3 16,-1-2 1-16,0 2 5 0,0-1-4 0,-2-2-1 15,0 1-3-15,0-1 8 0,-5-8-4 0,9 14-6 16,-9-14 7-16,8 10-13 0,-8-10-3 0,5 10 3 0,-5-10 1 16,6 7 5-16,-6-7-1 0,0 0 2 15,9 6-3-15,-9-6-7 0,0 0-21 0,0 0-5 0,13-4 8 16,-13 4 6-16,10-6-3 0,-10 6-1 0,12-10 6 15,-5 3 16-15,-1 1-20 0,1-2-5 0,2-2 9 16,-1 0-3-16,0 0 2 0,2-1 6 0,-2-1 2 16,1 2 1-16,-1 0 0 0,1-1 22 0,-1 1-16 15,-1 0 0-15,0 1 6 0,0 1 0 0,-2 1 14 16,1 0-4-16,-6 7 13 0,9-12 2 0,-9 12-11 16,7-10-3-16,-7 10-5 0,7-9 7 0,-7 9-11 15,0 0-11-15,9-7 1 0,-9 7 2 0,0 0 4 16,0 0-5-16,17 1 6 0,-17-1 4 0,10 6-6 15,-10-6 4-15,11 9 6 0,-11-9-7 0,14 10 2 16,-8-2 0-16,1-1 5 0,0 1-5 0,0-1-7 16,0 0 9-16,0 1 3 0,1 0-6 0,-1 0 0 15,0-1 2-15,0 0-1 0,-1 0 0 0,-6-7 1 16,13 11 1-16,-13-11 3 0,11 12 2 0,-11-12-4 0,9 7 0 16,-9-7 2-16,8 7 6 0,-8-7 4 15,9 5 6-15,-9-5 11 0,0 0 1 0,10 7-1 16,-10-7 1-16,0 0 9 0,9 5-7 0,-9-5-7 0,0 0 0 15,0 0-8-15,10 5 0 0,-10-5-6 0,0 0-2 16,0 0 9-16,0 0-13 0,9 4 5 16,-9-4-5-16,0 0 1 0,0 0 1 0,0 0-3 0,0 0 3 15,0 0-2-15,0 0-4 0,0 0 1 0,8 4-2 16,-8-4 1-16,0 0-1 0,0 0 10 0,0 0-10 16,0 0-5-16,0 0 2 0,0 0 1 0,0 0 0 15,0 0 1-15,0 0 0 0,0 0 3 0,0 0-4 16,0 0 1-16,0 0-1 0,0 0 4 0,0 0 2 15,0 0-2-15,0 0 1 0,0 0 4 16,0 0 1-16,0 0 27 0,0 0-10 0,0 0 6 0,0 0-11 16,0 0-4-16,0 0-6 0,0 0-3 0,0 0-5 15,1-11-1-15,-1 11-1 0,0 0-5 0,-4-13 0 16,4 13 0-16,-4-9-20 0,4 9-26 0,-1-14-14 0,1 14-23 16,0-16 11-16,0 16-1 0,2-21 8 15,1 10 0-15,1 0 0 0,1-2 11 0,2-1-1 16,-1 3-8-16,0-2 22 0,1 2-2 0,2 1 28 15,-2 0-17-15,0 3 18 0,0-2-11 0,-1 2 12 0,-6 7-3 16,14-8 9-16,-14 8-6 0,13-8 10 0,-13 8-4 16,15-3 47-16,-15 3-2 0,14 0 8 0,-14 0 17 15,18 6 23-15,-18-6 13 0,16 9 7 0,-7-3 12 16,0 1-18-16,-2 0-12 0,1 2-11 0,1 1-7 16,0-2-6-16,0 3-12 0,0-1-9 0,-1 0-2 15,0 1-12-15,-1-1 0 0,3 0-8 0,-3 0 5 16,1 0-6-16,0 0-8 0,1 0 1 0,-1-1-11 15,-1-1-25-15,0 0-39 0,2-1-49 0,-1 0-58 16,0 0-56-16,2 0-41 0,-1-3-49 0,0 0-59 16,-1 1-57-16,-8-5-63 0,18 6-127 0,-18-6-597 15,13 0-828-15</inkml:trace>
  <inkml:trace contextRef="#ctx0" brushRef="#br0" timeOffset="1834.6686">8832 5614 545 0,'0'0'704'0,"0"0"-188"0,0 0-54 15,0 0-58-15,0 0 5 0,10-4 6 0,-10 4-22 0,0 0-34 16,0 0-49-16,0 0-58 0,0 0-43 0,0 0-40 16,0 0-19-16,0 0-29 0,14 0-19 0,-14 0-9 15,0 0-18-15,12 4-7 0,-12-4-16 0,11 2-3 16,-11-2-14-16,14 1-5 0,-14-1-5 15,15 3-2-15,-15-3-3 0,16 0-2 0,-16 0-4 16,15 0-8-16,-15 0-14 0,15-4-11 0,-15 4-21 0,15-6-2 16,-8 0-6-16,-7 6-18 0,13-12 7 0,-7 5 1 15,-2-1-8-15,-1-2 2 0,1 2 3 0,-4 8 10 16,3-21 10-16,-3 21 7 0,0-20 1 0,0 20 6 16,-5-18 2-16,5 18 6 0,-9-15-1 0,9 15 7 15,-9-12 3-15,9 12 1 0,-15-9 3 0,15 9 10 16,-19-1 13-16,5 4 14 0,0 2 18 0,-1 2 11 15,-2 1 8-15,0 4 13 0,1 0 2 0,-2 1 14 16,4 2 4-16,-2 1-13 0,4 0-5 0,0 0-5 16,2 2 12-16,2 0 18 0,3-4 1 0,1 3-4 0,2-2-4 15,4 1-14-15,4-2-5 0,3 2 6 16,4-2 2-16,3 0-9 0,8-2-9 0,1 0-12 16,1-5-9-16,3 1-3 0,1 0-6 0,-3-3-36 0,0-2 42 15,0 0-40-15,-1-1 42 0,0-1-47 0,-4-1 41 16,0 0-44-16,-1 0 39 0,-1-1-49 15,0-1 53-15,-1 1-55 0,-3-1 39 0,0 0-61 0,-3-1-2 16,-1 1-65-16,0-2-91 0,-1 2-97 0,-3-3-86 16,-8 5-127-16,13-7-98 0,-13 7-118 0,0 0-762 15,3-12-1101-15</inkml:trace>
  <inkml:trace contextRef="#ctx0" brushRef="#br0" timeOffset="3685.0744">11476 5213 429 0,'5'-15'411'0,"-1"2"-99"0,-2 1-26 0,0-2-63 15,-2 1 13-15,0-1-51 0,-2-1 24 16,1 0-64-16,-2-1 21 0,-1 2-23 0,-2-1 18 16,-1 0-47-16,-1 2 3 0,-1 0-40 0,-1 1 9 0,-2 1-27 15,0 3 6-15,-2 1-26 0,-3 2 29 0,-2 4-11 16,-3 2 11-16,-2 4-15 0,-7 6 10 0,-8 6-14 15,1 5 28-15,-10 9 6 0,1 3 5 0,-1 7 8 16,0 2-7-16,1 3-5 0,1 1-12 0,2 0-1 16,4 2 3-16,5-1-2 0,2-3-5 0,5-1-10 15,6-8 5-15,5-1-11 0,5-5-2 0,3 0 9 16,3-3 11-16,4-2 8 0,3-1-3 0,4 0 3 16,6-1 2-16,3-2-8 0,3-1-12 0,4-2-11 15,5-3-4-15,3-4-23 0,8 2-5 0,4-4-26 16,2-3-45-16,-3-2-67 0,2-2-63 0,1-1-56 15,-1-3-72-15,-1 0-35 0,-1-2-82 0,-4-1-102 16,0-3-518-16,-5-1-669 0</inkml:trace>
  <inkml:trace contextRef="#ctx0" brushRef="#br0" timeOffset="3884.7382">11155 5661 543 0,'-18'-1'599'0,"2"-3"-96"0,3 1-20 0,0 1-27 15,2-1-24-15,0 1-24 0,1-2-39 16,10 4-72-16,-13-7-61 0,13 7-58 0,-10-7-35 16,10 7-32-16,0 0-20 0,8-18-23 0,0 12-13 0,6-1-28 15,6-1-45-15,4 1-47 0,4 0-53 0,4 0-44 16,1 0-69-16,1 2-20 0,2 1-57 16,-1 0 19-16,0 1-64 0,-1-1-41 0,-6 2-3 0,0-2-369 15,-1 1-280-15</inkml:trace>
  <inkml:trace contextRef="#ctx0" brushRef="#br0" timeOffset="4968.5655">11617 5497 511 0,'0'0'442'0,"8"-11"-101"0,-8 11 28 16,0 0-3-16,4-12 13 0,-4 12-21 0,0 0-5 16,-4-13-7-16,4 13-23 0,0 0-51 0,-3-8-49 15,3 8-50-15,0 0-39 0,0 0-25 0,0 0-11 16,0 0-3-16,0 0-2 0,0 0-6 0,0 0 7 16,-1 13 7-16,1-13 3 0,1 15-18 0,-1-15-10 15,5 19-11-15,-4-8-12 0,0 1-5 0,1-1-10 16,0 1-9-16,0-1-4 0,0 0-7 0,0 0-2 0,-1 1 0 15,3-1 0-15,-4-11-13 0,2 19-12 0,-2-19-30 16,5 17-35-16,-5-17-22 0,4 14-4 16,-4-14 12-16,6 11 15 0,-6-11 15 0,7 7-2 15,-7-7-8-15,0 0-2 0,18-1 3 0,-18 1 1 0,17-8 3 16,-7 1 9-16,0-1 9 0,0-2 10 0,0 2 5 16,0-2 6-16,0 2 9 0,-4 1 11 15,1-1 24-15,1 1 20 0,-8 7 12 0,11-11 13 0,-11 11-6 16,9-10-5-16,-9 10-12 0,9-6-14 0,-9 6-11 15,7-6 1-15,-7 6 13 0,0 0 2 0,0 0-2 16,11 4 2-16,-11-4 0 0,6 8 11 16,-6-8-4-16,8 10-5 0,-8-10-12 0,10 13 4 0,-6-5 9 15,-4-8-21-15,9 15 0 0,-4-7-3 0,0-1 1 16,1 0-7-16,-2 1 0 0,-4-8-1 0,10 14-8 16,-10-14-16-16,9 10-16 0,-9-10-4 0,6 11-1 15,-6-11 14-15,7 6 8 0,-7-6 1 0,0 0-4 16,0 0-14-16,13 0-4 0,-13 0-4 0,8-9 8 15,-8 9-3-15,9-15-4 0,-3 5 7 0,-2-1 5 16,0-2 5-16,2 0 4 0,-2 0 4 0,1 1 4 16,-1 2 0-16,0-1 8 0,-1 0-2 0,1 2 3 15,1-2 8-15,-5 11 5 0,5-15 8 0,-5 15-3 16,6-12-6-16,-6 12-3 0,4-12-7 0,-4 12-3 16,0 0 2-16,7-11 0 0,-7 11 4 0,0 0 2 15,0 0 0-15,16 4 0 0,-16-4-2 0,11 6-1 16,-11-6 3-16,12 9-1 0,-12-9 0 0,13 11 1 0,-13-11-1 15,16 10-2-15,-16-10-2 0,16 8 6 0,-6-4-4 16,2-1 0-16,-3-1-5 0,5 0-10 0,-3-1-2 16,2-2-7-16,1-1-6 0,-1 1-2 0,3-5-3 15,-3 2 2-15,3 0-8 0,-3-4 1 0,2-1-23 16,-1-2 20-16,0-3 3 0,0 1 4 0,-2-3 5 16,-1-1 6-16,-1-2 6 0,-1-1 29 0,-3-2-8 15,2 0 20-15,-4-1 19 0,-2-1 20 0,0 0 17 16,-1-2 17-16,-2 1 12 0,-1-1 2 0,-2 1 29 15,0 0 41-15,-2 0-10 0,2 2 15 0,-3 1 54 16,3 2-5-16,-2 3-20 0,1 1-10 0,0 3-17 16,0 1-34-16,2 1-32 0,2 2-23 0,1 9-34 15,-6-14-16-15,6 14-8 0,0 0-5 0,0 0-4 16,0 0-1-16,-2 12 6 0,6 5-5 0,0 3-37 16,3 8 55-16,5 10-31 0,-2 4 57 0,0 5-59 0,4 13 54 15,-2 2-63-15,1 2 56 0,0 3-68 16,0-2 60-16,-4 1-67 0,0-2 66 0,-1-2-80 15,0-10 8-15,-4 0-4 0,3 0 0 0,-3-6 3 0,0-3 49 16,1-1-54-16,-2-9 53 0,-1-5-52 16,-2-3 49-16,2-3-49 0,-1-2 54 0,-1-4-54 15,1-2 63-15,0-2-50 0,-1-12 61 0,0 19-66 0,0-19 58 16,0 0-65-16,-5 8 65 0,5-8-67 0,-7-8 5 16,4 0-21-16,-1-4-21 0,0-4-25 0,0-5-21 15,1-3 26-15,-1-7-60 0,2-2 21 0,-4-3-8 16,4-8 2-16,0 0-6 0,2-1-6 0,-2-2 20 15,4 1 1-15,-2 8 33 0,2-6-5 0,0 6 30 16,4 3-10-16,-4 2 23 0,3 2-2 0,1 6 15 16,-2 1-3-16,2 2 8 0,2 2-3 0,-1 4-2 15,1 2 13-15,3 1-4 0,-1 4 2 0,3 3 9 16,1 0-4-16,-1 5 6 0,0 2 1 0,4 1-4 16,-1 2 5-16,1 3 5 0,-3 1-1 0,-1 1 1 15,0 0 0-15,1 1 0 0,-3 0 2 0,-3 1-1 16,2-2 3-16,-5 1 2 0,-1-1 2 0,-4-9 1 15,2 17 3-15,-2-17-9 0,-6 19 8 0,1-11-5 0,-7 0 3 16,0 2-15-16,0-3-50 0,-4-1-74 0,3 0-87 16,-3-1-101-16,3-2-102 0,-1-2-51 15,14-1-117-15,-19 0-465 0,19 0-675 0</inkml:trace>
  <inkml:trace contextRef="#ctx0" brushRef="#br0" timeOffset="5256.0922">13001 5209 591 0,'8'-15'740'15,"-2"3"-145"-15,0 0-24 0,-1-1-13 0,-1 4-32 16,0-1-10-16,-4 10-48 0,4-15-67 0,-4 15-68 16,6-12-65-16,-6 12-52 0,2-8-48 0,-2 8-30 15,0 0-19-15,0 0-5 0,0 0-15 0,0 0-7 16,2 15-6-16,-2-15-42 0,2 24 31 0,-2-7-40 15,2 0 44-15,-1 0-44 0,3 6 25 0,0 0-40 16,1 2 30-16,4 2-9 0,-2-1-10 0,2 1-4 16,1-2-8-16,0 1-28 0,-1-5-50 0,-1-1-49 0,0-1-31 15,1-2-80-15,-3-3-40 0,1-2-31 16,-3 0-25-16,1-2-13 0,0-1-21 0,-5-9-95 16,4 11-60-16,-4-11-169 0,0 0-394 0,0 0-684 0</inkml:trace>
  <inkml:trace contextRef="#ctx0" brushRef="#br0" timeOffset="5460.445">12856 5217 826 0,'-13'-14'693'0,"0"-3"-62"15,-1 3-52-15,1-2-49 0,2 0 12 0,4 2-55 16,0-1-63-16,1 2-69 0,2-1-52 0,3-3-48 16,1 4-63-16,3-2-38 0,3 1-34 0,7-2-25 15,4 2-20-15,8-2-18 0,4 4-13 0,8-1-17 16,4 1-59-16,1 5-72 0,1 0-56 0,-5 2-44 15,2 4-69-15,-3 1-59 0,-1 4-110 0,-3 1 13 16,-3 3-118-16,-3 4-96 0,-6-2-364 0,-4 4-608 16</inkml:trace>
  <inkml:trace contextRef="#ctx0" brushRef="#br0" timeOffset="6104.604">12998 5519 298 0,'-18'16'621'16,"3"-3"-74"-16,4-4-61 0,-1 1-24 0,3-2-36 15,1-1-20-15,0-1-30 0,8-6-31 0,-11 10-47 16,11-10-47-16,0 0-48 0,2 12-37 16,-2-12-29-16,19 4-32 0,-4-3-21 0,5-2-47 0,3 1-48 0,1-3-56 15,3 2-46-15,2-2-45 0,-1 0-43 0,1-1-37 16,2-1-35-16,3-2-17 0,-3-2-21 16,1 0-34-16,-1-2 48 0,-2 0 24 0,5-6 28 0,-3 0 29 15,-6 0 49-15,-2-1 72 0,-2-1 92 0,-2-2 51 16,-3 0 50-16,-3 0 51 0,-4 0 9 0,1-1 14 15,-4 2 45-15,-1 0 40 0,-1 3 25 0,-2-1 15 16,0 3-13-16,-2 1 1 0,2 0-17 0,-2 14-28 16,1-20-38-16,-1 20-10 0,0-18-49 0,0 18-17 15,3-12-43-15,-3 12 3 0,0 0-24 0,0 0 38 16,0 0-11-16,0 0 43 0,0 0-25 0,2 17 39 16,0-4-45-16,0 2 23 0,3 2-45 0,-1 4 33 15,0 1-50-15,3 1 25 0,0 5-9 0,2 0-8 16,0 1-20-16,2 0-6 0,-2 0-2 0,0-2-14 0,2 0-6 15,-2-2-8-15,-2-2-3 0,0-4 3 16,-1 0-2-16,-1-5-7 0,0 1 1 0,-3-3 6 16,2-2-3-16,0 1 7 0,-4-11 24 0,5 14 12 15,-5-14-39-15,0 0 34 0,0 0-41 0,0 0 40 16,0 0-44-16,0 0 43 0,-9-6-51 0,5-7 41 0,-1-2-49 16,-2-4 49-16,0-4-56 0,-1-7 37 0,-1-1-43 15,-1-7 38-15,0 0-40 0,1-2 34 0,-1-2-49 16,2 0 38-16,-1-4-3 0,2 4-5 0,0 1 3 15,0 1 0-15,3 7 2 0,0 0 1 0,1 2-1 16,1 6-3-16,2 3-8 0,0 4 0 0,2 1-2 16,0 1 3-16,3 1 1 0,1 4 2 0,6 1 2 15,1 5 2-15,6 3 3 0,3 2 2 0,5 5 3 16,6 4-5-16,8 7 7 0,-1 3 0 0,7 8-7 16,-8-3 0-16,3 7-1 0,-2 1-35 0,-1 4 41 15,-8-5-34-15,-3 0 45 0,-5 1-35 0,-2 0 45 16,-3 0-1-16,-7-4-4 0,-2 0 2 0,1 0 12 15,-6-3 1-15,0-1 0 0,-3-1-1 0,-4 1 4 16,-3-1-6-16,-6 1 1 0,-1-2-4 0,-6 0 0 16,-3-1-8-16,-4 0-9 0,-5-3-10 0,-2 0-50 15,5-4-97-15,-1-3-134 0,-1-1-126 0,-1-2-154 0,6-4-126 16,-2-2-924-16,4-2-1272 0</inkml:trace>
  <inkml:trace contextRef="#ctx0" brushRef="#br0" timeOffset="11389.4224">15183 5329 91 0,'-7'-12'584'16,"1"4"-121"-16,-1-1-91 0,2 0-65 0,0 2-17 16,-2-3-3-16,4 2-39 0,0-1-12 15,3 9 3-15,-8-15-15 0,8 15-20 0,-5-12-37 0,5 12-33 16,-4-10-36-16,4 10-24 0,0 0-9 0,0 0 0 16,0 0 0-16,0 0-2 0,8 8 4 0,-5 0 26 15,5 7-36-15,-2 4 0 0,0 2-3 0,1 2-2 16,-1 5-2-16,2 2-8 0,-2 0 13 0,1-1-6 15,-1 1 2-15,0 1 4 0,1-1-5 0,-1-2-7 16,1-3-12-16,-1-2 4 0,1-1 3 0,-2-3-7 16,0-3-15-16,-1-1 8 0,0 0-12 0,0-3 13 15,-2-2 12-15,2 0 37 0,-4-10 41 0,4 14-31 16,-4-14 4-16,0 0-17 0,0 0 13 0,0 0-45 16,0 0 19-16,0-12-42 0,-2-1 23 0,0-3-30 0,-4-5 30 15,2-2-41-15,-2-7 26 0,-2-1-34 16,1-6 27-16,-3-2-28 0,1-2 1 0,0 1 28 15,-1-2-26-15,1 0 22 0,1-1-6 0,-1-1 8 16,2 1-10-16,1-1-6 0,-1 1 0 0,3 0-1 0,0 0-4 16,0 7 6-16,2 0 0 0,2 6-5 0,0 2-1 15,4 2 0-15,1 1-1 0,-1 3-2 16,4 1-4-16,2 2 2 0,4 2-3 0,1 3 3 0,2 6 4 16,1 2-2-16,3 4 8 0,4 4-2 0,5 6 3 15,0 4 0-15,5 5 8 0,1 4 3 0,0 4-15 16,5 6 10-16,-1 5 4 0,-2-1-5 0,0 3 3 15,-1 0-27-15,-3 2 35 0,-1 0-26 0,-5-5 26 16,-2 2-28-16,-3 0 26 0,0-2-35 0,-3 1 33 16,-4-1-32-16,-2-1 22 0,-5-4-9 0,-3 0-18 15,-5-5 22-15,-3 0-6 0,-4 0 5 0,-5 0-25 16,-6-1-19-16,-6 0 5 0,-6-2-15 0,-1-2 2 16,-4-4 0-16,-3-3-4 0,5-4-8 0,-1-4 3 15,-1 0 9-15,3-4 1 0,2-1 7 0,0-2 7 16,1-3 5-16,2 2 12 0,3-1 2 0,3-1 3 15,3 0 2-15,1 1 4 0,3 1-4 0,2 1-3 16,11 2 5-16,-16-6 3 0,16 6-1 0,0 0 4 0,0 0 3 16,0 0 1-16,16-2-1 0,-1 3 0 0,6 1 6 15,8 0-1-15,6 1-5 0,6-1-7 0,7 2-14 16,2-2-17-16,3 2-8 0,1-2-13 16,1-2-10-16,-1 1-2 0,-1-2 1 0,1 1 0 0,-1-2 5 15,-3-2 1-15,-3-2 10 0,-1 2 8 0,-3-5 10 16,-10 1 9-16,-1-3 8 0,-3-1 7 0,-3-2-5 15,-3-3 12-15,-5 1 12 0,-2-1 9 0,-4 0 9 16,-2-1 13-16,-1 2 12 0,-4-1 5 0,-2 1 30 16,-2 0-16-16,-1 2 19 0,-2-1-35 0,-2 1-6 15,-1 1-10-15,-2 1 1 0,-1 1-8 0,0 1-4 16,-2 2-2-16,0 3 13 0,-1 1-18 0,0 1 19 16,11 3-22-16,-25 3 21 0,11 3-21 0,2 0 19 15,-1 3-18-15,2 3 16 0,2 1-15 0,2 3 16 16,1-2 1-16,3 3 5 0,1 0-5 0,4 1-2 15,2-1-4-15,4 2-2 0,3 1 0 0,1-2-5 16,6 1-4-16,1-1 2 0,1-3-3 0,3-2-4 16,4-2 0-16,-4-2 2 0,0-3-6 0,3-1-2 15,-2-2-2-15,-1-3-9 0,1-1-10 0,0-2 1 16,0-2-3-16,-1-4 3 0,2-4-1 0,-4-1 3 16,1-5 1-16,-3-2 2 0,-3-2 17 0,0-3-12 15,-4-2 17-15,-2-2-17 0,0-6-2 0,-4 2 10 0,-2-1 2 16,-2-2 4-16,-2-1 7 0,-1-6 0 15,-3 1 44-15,0 1-19 0,-2-1 13 0,-1 4 6 16,1 6 22-16,0 3 18 0,0 1 28 0,1 6 12 16,-2 2-5-16,3 5-18 0,1 1-36 0,-1 2-26 0,4 13-15 15,-5-13-8-15,5 13 3 0,0 0-10 16,0 0 8-16,-4 19 3 0,6-3 1 0,1 7 5 16,1 6-7-16,2 4 4 0,4 7 4 0,-1 5-32 0,2 2 11 15,2 13 38-15,1 1-43 0,1 4 48 0,-1 0-20 16,2-1-8-16,-1 0-41 0,2-4 39 0,-2 0-39 15,1-4 32-15,-5-8-35 0,2-3-1 0,-1-3 4 16,-2 0 7-16,-1-3-1 0,0-8 8 0,-3-2-12 16,-1-6 5-16,0-1 2 0,-1-5 1 0,0 0 1 15,-1-3 4-15,0-2 4 0,-1-2-2 0,-2-10 2 16,2 14-1-16,-2-14-3 0,0 0-3 0,0 0 3 16,-12-3-19-16,7-5-12 0,-1-4-6 0,-3-4 8 15,-2-9-54-15,2-3 11 0,-1-8-48 0,-2-4 20 16,4-4-9-16,0 1 35 0,1-2-16 0,0-1 35 0,2 2-8 15,0 0 35-15,3 8-20 0,1 0 7 16,0 3 24-16,2 4-19 0,1 4 26 0,1 1-20 16,1 1 15-16,4 2-16 0,0 4 20 0,3 3-17 0,3 1 13 15,0 6-16-15,2 0 30 0,2 3-22 16,2 4 5-16,0 3-1 0,3 3 17 0,0 2-15 16,4 3 14-16,-3 2-19 0,-2 1 16 0,-1 1-23 0,-3-1 9 15,-4 1-15-15,0 1 6 0,-4 0-3 0,-2-2-3 16,-4 1 8-16,-2-2 1 0,-3 0-4 0,-4 1 8 15,-2-2 3-15,-3 3 0 0,-4-2 1 0,-1-3 9 16,-2 2 3-16,3-4-6 0,-3-1 2 0,1-2 5 16,1 0-6-16,3-1-3 0,-1-2 0 0,13-2 3 15,-17 0-12-15,17 0-29 0,-10-3-26 0,10 3-24 16,0 0-14-16,9-17-13 0,0 8-10 0,3-2-19 16,5-2-18-16,4-3-15 0,1-2-10 0,7-2-14 15,-3-3 13-15,1 0 24 0,0-3 31 0,-2 0 20 16,-2-2 22-16,-1-1 21 0,-3-3 27 0,-2 0-1 15,-4-4 74-15,-3 1 7 0,-4 1 49 0,-3 0 3 16,-2-2 23-16,-3 0 20 0,-3 0 30 0,-2-4 9 16,-1 3 30-16,-3 1-11 0,0 7-9 0,0 4-16 15,-1 0 4-15,2 6-8 0,0 1-15 0,2 2-34 16,1 5-19-16,1 3-21 0,6 8-12 0,-14-7 7 0,14 7 19 16,-13 12 19-16,6 1-2 0,1 7-2 0,0 4-12 15,2 8 2-15,3 5-4 0,1 1-49 16,2 8 39-16,3 3-44 0,3 0 36 0,0 0-49 15,2 1 31-15,5 7-6 0,-3-8-7 0,2-2-4 0,0-1-8 16,1-4-3-16,-1-1-7 0,-2-4-20 0,2-1-10 16,-4-9-73-16,1 0 13 0,-4-6-17 15,0-2 29-15,-1-4-7 0,-1 1 30 0,0-5-13 0,-2 0 38 16,-3-11-16-16,3 15 21 0,-3-15-14 0,0 0 20 16,0 0-18-16,-11 2 20 0,11-2-17 0,-12-12 26 15,3 4-15-15,-3-4 22 0,1-3-41 0,0 0 43 16,0 1-15-16,2-2 70 0,1 2-23 0,1 0 56 15,2-1-9-15,1 0 45 0,3 2-53 0,2-2 24 16,3 0-50-16,5-2 23 0,3 1-49 0,2 0 29 16,7-1-46-16,4 2 31 0,1 1-42 0,3 1 31 15,2 1-41-15,0 0 32 0,1 3-72 0,-1 0-48 16,0 2-53-16,-5 1-42 0,-1 0-77 0,-1 1-58 16,-4 2-94-16,-2-2-51 0,-1 2-60 0,-4 0-120 0,-1 0-485 15,-12 3-750-15</inkml:trace>
  <inkml:trace contextRef="#ctx0" brushRef="#br0" timeOffset="39732.4579">17986 5159 42 0,'0'0'388'0,"0"0"-92"0,0 0-23 16,0 0-49-16,0 0 3 0,0 0-51 0,0 0 26 0,0 0-18 16,5-7-18-16,-5 7-10 0,0 0-25 0,0 0-17 15,0 0-5-15,0 0 5 0,0 0-4 16,0 0 9-16,-3-11 8 0,3 11-5 0,0 0 0 16,0 0-3-16,0 0-6 0,0 0-2 0,0 0-2 0,0 0-10 15,0 0-7-15,0 0-6 0,0 0-8 0,0 0-10 16,-3-10 3-16,3 10-7 0,0 0-1 0,0 0-1 15,0 0 5-15,0 0-4 0,0 0 4 0,0 0-4 16,0 0-1-16,0 0 0 0,0 0-4 0,0 0-5 16,0 0-1-16,0 0-6 0,0 0-3 0,0 0-2 15,0 0-13-15,0 0-5 0,0 0-4 0,0 0-4 16,0 0-2-16,0 0-4 0,-6-7 0 0,6 7 8 16,0 0-10-16,0 0-3 0,0 0 1 0,0 0 3 15,0 0 6-15,0 0 4 0,-5-7 5 0,5 7-4 16,0 0 3-16,0 0-3 0,-8-6-2 0,8 6 3 15,0 0-8-15,0 0 1 0,-6-7-2 0,6 7 0 16,0 0-1-16,0 0-1 0,-5-6-1 0,5 6-1 16,0 0-3-16,0 0 5 0,-6-7-5 0,6 7-8 15,0 0 7-15,0 0-3 0,0 0 0 0,0 0 0 16,-7-7-4-16,7 7 11 0,0 0-10 0,0 0-2 0,0 0-3 16,0 0-3-16,0 0-1 0,0 0 4 15,0 0 8-15,0 0-3 0,-2 12 1 0,2-12 6 16,1 15 1-16,-1-15 2 0,1 23 4 0,1-11-3 15,-2 2 11-15,1 2-1 0,0 1-1 0,0 1 2 0,1 1-15 16,-1 1 16-16,0-1-9 0,1 1 5 0,0 0-16 16,0 2 16-16,0-2-19 0,0-1 18 15,1 1-21-15,-2-1 23 0,2-1-21 0,0-1 17 0,-1 0-16 16,0 0 16-16,0-3-26 0,-1 0 22 0,0-2-11 16,1 1 11-16,-2-13-14 0,2 20 16 0,-2-20-15 15,2 17 11-15,-2-17-13 0,1 14 18 0,-1-14-14 16,0 0 18-16,1 16-19 0,-1-16 20 0,0 0-30 15,1 13 42-15,-1-13-31 0,0 0 20 0,0 0-19 16,2 13 16-16,-2-13-10 0,0 0 34 0,0 0-35 16,0 0 29-16,0 0-30 0,0 12 30 0,0-12-33 15,0 0 27-15,0 0-31 0,0 0 40 0,0 0-50 16,0 0 38-16,0 0-41 0,0 0 31 0,0 0-29 16,0 0 30-16,0 12-31 0,0-12 29 0,0 0-27 0,0 0 28 15,0 0-32-15,0 0 30 0,0 0-23 16,0 0 20-16,0 0-23 0,0 0 35 0,0 0-33 15,0 0 25-15,0 0-32 0,0 0 42 0,0 0-33 16,0 0 33-16,0 0-35 0,0 0 34 0,0 0-31 0,0 0 32 16,0 0-33-16,0 0 30 0,0 0-35 15,0 0 32-15,0 0-31 0,0 0 32 0,0-14-36 16,0 14 37-16,0-12-32 0,0 12 26 0,2-18-40 0,0 6 29 16,0-1-32-16,0-2 9 0,2-1-35 0,1-4 17 15,1-1-15-15,1 0-2 0,0-1 8 0,3 1 5 16,-2 1-2-16,2 2 11 0,1-2-6 0,0 1 1 15,0 1-2-15,0 1 13 0,0 1-4 0,0 0 13 16,-1 3-9-16,-2 2 0 0,1 0 11 0,1 1 0 16,-3 0 0-16,0 5 1 0,0-2-3 0,1 2 1 15,-8 5-1-15,13-8 8 0,-13 8 0 0,13-2 3 16,-13 2 9-16,14 6-10 0,-14-6 16 0,11 13-14 16,-6-2 13-16,2 1-7 0,-2 1 12 0,1 0-13 15,-1 1 15-15,-1 2-14 0,1 0-3 0,2 0 6 16,-4 0 0-16,3-1-1 0,-1 0 5 0,2 1-3 15,0-2 1-15,0 1 1 0,0 0 2 0,1-4-1 16,1 3 1-16,0-3-1 0,1-1 0 0,0 0 2 16,3-2-2-16,-1-1-5 0,2 0 2 0,1-2 4 15,2-2 4-15,-1 0-9 0,0-3 3 0,-1 0-17 16,3-1-5-16,-1-4-19 0,2 1 1 0,2-3-4 16,-2-2 19-16,1-1-19 0,0-1 24 0,-2-2-9 15,-1-1 16-15,0 0-11 0,-1 0 13 0,-2-1-6 0,-1 0 31 16,-2 0-12-16,-1 0 17 0,-1 1-8 0,-3 1 13 15,0 0 17-15,-1 1 9 0,-2 0-14 16,2 0 0-16,-3 0-8 0,-2 12 2 0,0-17-13 16,0 17-2-16,-2-16-2 0,2 16-6 0,-6-11-5 0,6 11-2 15,-8-9-5-15,8 9 11 0,-13-1-8 0,13 1 7 16,-20 8-4-16,8-1 12 0,-2 1 2 0,0 4-9 16,-1 1 3-16,1 2 7 0,0 0-7 0,1 1 14 15,2 0-10-15,-1 2 10 0,3 0-17 0,1-2 14 16,1 0-22-16,2-2 19 0,1 1-17 0,1 0 19 15,2-2-20-15,1-1 18 0,2 1-20 0,1-2 21 16,3 1-26-16,2-1 21 0,0-1-21 16,3-2 23-16,2-1-23 0,0 0 31 0,0-3-39 0,0 0 15 15,1-3-22-15,-1-1 34 0,0 0-33 0,0-3 21 16,-1-1-15-16,0-3 13 0,1-1-15 0,-3-2 24 16,0-2-37-16,-1-2 46 0,-2-1-25 0,-1-1 16 15,-1-1-16-15,-2 2 4 0,-1-2 6 0,1-1 3 16,-2 3 25-16,-1 1 8 0,0 0 15 0,-1 3 7 15,1-1 34-15,0 12-42 0,-1-19 17 0,1 19-50 16,-2-15 27-16,2 15-50 0,0-11 32 0,0 11-40 16,0 0 5-16,0 0-1 0,-6-8 5 0,6 8 2 15,0 0-5-15,-5 11 2 0,5-11 32 0,-2 10-38 16,2-10 35-16,0 15-38 0,0-15 36 0,4 15-35 16,0-5 31-16,0-2-34 0,2 3 31 0,1-3-51 0,1 4 28 15,0-3-64-15,4 0 10 0,-1-1-31 16,1 0 7-16,1-1-23 0,-1-1-7 0,3-2 1 15,-3 0-8-15,2-2 18 0,-1-1 14 0,1 0 9 0,-1-4 10 16,0-2 9-16,3-2 21 0,-3-1-8 0,2-4 26 16,-2-1-12-16,1-4 22 0,-4 3-14 0,0-4 39 15,0 0 0-15,-2 1 27 0,-2 1-4 16,0 2 17-16,-1-1 19 0,0 4 8 0,-1 1 32 0,-1-1-31 16,0 1 16-16,-3 10-51 0,5-15 17 0,-5 15-35 15,4-12 13-15,-4 12-41 0,3-9 27 0,-3 9-26 16,0 0 23-16,0 0-40 0,0 0 55 15,0 0-38-15,3 12 25 0,-3-12-25 0,3 15-3 0,-3-15 35 16,2 20-43-16,0-9 39 0,-1 2-33 0,1-1 26 16,0 1-33-16,1 2 31 0,0 0-27 0,1-1 23 15,0-1-29-15,0 1 28 0,1-1-40 0,-2-2 13 16,1 0-32-16,0-1 5 0,-1-1-33 0,-3-9 21 16,6 16-9-16,-6-16 26 0,4 12-16 0,-4-12 38 15,0 0-23-15,10 8-11 0,-10-8-2 0,0 0 0 16,12-6 8-16,-12 6-10 0,10-12 15 0,-2 5 1 15,-2-2 14-15,0 1-6 0,2-2 16 0,0 1-11 16,-1 1 9-16,-1 0 1 0,1 0 10 0,-2 1-7 16,-5 7 16-16,11-12-11 0,-11 12 13 0,8-8-16 15,-8 8 12-15,6-8-10 0,-6 8 10 0,0 0-17 0,10-9 13 16,-10 9-10-16,0 0 10 0,9-3-10 16,-9 3 8-16,0 0 5 0,0 0 9 0,15 2-11 15,-15-2 5-15,12 5-5 0,-12-5-7 0,9 6 12 16,-9-6 1-16,11 7-9 0,-11-7 10 0,12 6-11 0,-12-6 6 15,10 7-8-15,-10-7-3 0,10 6 0 16,-10-6-1-16,10 5-13 0,-10-5 5 0,9 3-16 16,-9-3 16-16,0 0 1 0,13 4 1 0,-13-4-20 0,0 0 12 15,16-5-23-15,-16 5 18 0,12-6-10 0,-12 6 21 16,11-7-16-16,-11 7 26 0,11-7-19 0,-11 7 22 16,10-9-19-16,-10 9 16 0,11-8-8 0,-11 8 17 15,8-7-17-15,-8 7 19 0,8-6-18 0,-8 6 15 16,6-6-18-16,-6 6 16 0,0 0-9 0,11-4 20 15,-11 4-17-15,0 0 20 0,12-2-15 16,-12 2 19-16,0 0-16 0,16 3 16 0,-16-3-15 0,12 3 17 16,-12-3-7-16,19 5 5 0,-19-5-10 0,22 3 7 15,-8-1-11-15,0-1 8 0,4 0-13 0,1 0 10 16,-1 0-12-16,2-1 11 0,-1 0-16 0,2-2 10 16,0 1-22-16,-2-1 15 0,1-2-15 0,3-1 13 15,-3-2-13-15,1 0 18 0,0-3-13 0,-3 1 10 16,1-3-8-16,-1-1 8 0,-4-3 10 0,2 1-4 15,-4-2 14-15,-1 1 15 0,-1-1 14 0,-2 0 19 16,-1 3 18-16,-3-1-4 0,1 2-3 0,-3 1 0 0,1 2-5 16,-3 10-6-16,1-19-12 0,-1 19-14 15,-4-17 3-15,4 17-17 0,-7-8 8 0,7 8-12 16,-19-1-9-16,4 4 4 0,-1 5 1 0,-5 2-1 16,-2 3-30-16,0 5 52 0,2 1-41 0,1 3 16 15,3-1 4-15,2 3 56 0,4 0-31 0,2-2 46 16,5 1-33-16,4-2 37 0,3 3-30 0,8 1 35 15,4-1-43-15,8 2 31 0,5-2-15 0,5-3-47 16,4-1 30-16,4-3-45 0,1-1 19 0,0-3-101 0,0 0-34 16,-2-5-101-16,-7-1-63 0,-2-2-102 15,-5 0-141-15,-6-5-172 0,0 0-844 0,-3-4-1165 16</inkml:trace>
  <inkml:trace contextRef="#ctx0" brushRef="#br0" timeOffset="42251.0198">22010 4828 58 0,'0'0'578'0,"-3"-14"-169"0,3 14-14 16,-4-13-96-16,4 13 3 0,-3-15-31 15,3 15 29-15,-6-16-11 0,6 16-20 0,-4-17-24 16,4 17 11-16,-4-17-11 0,4 17-18 0,-4-15-20 16,4 15-37-16,-4-14-22 0,4 14-3 0,-3-14-8 0,3 14-10 15,-4-9-23-15,4 9-22 0,0 0-19 0,-3-13-20 16,3 13-12-16,0 0 0 0,0 0-11 0,0 0 7 15,-2 11 16-15,2-11 7 0,0 27 18 16,1-8 19-16,0 6 5 0,0 3-5 0,1 4-5 16,0 3-2-16,2 1 12 0,1 5-41 0,1 1 29 0,0-2-38 15,1 1-2-15,2 0 28 0,0-1-38 0,0-2 26 16,2-1-43-16,-3-5 33 0,1-2-39 16,0-1 31-16,0-2-39 0,-1-5 34 0,-2-2-40 0,0 0 34 15,0-5-35-15,-1-1 37 0,-1-4-33 0,-1 2 51 16,0-4-10-16,-3-8 66 0,5 16-32 0,-5-16 24 15,0 0-54-15,0 0 26 0,0 0-50 0,0 0 34 16,-6-13-49-16,0-2 34 0,-2-5-48 0,-4-5 5 16,-1-8 32-16,-3-3-47 0,0-3 33 0,-1-3-6 15,-3-9-3-15,-1-2-5 0,0-1-4 0,2-1-8 16,-2-1 0-16,1 2 1 0,2 0 2 0,2 8 3 16,2 2-39-16,1 1 48 0,1 1-2 0,3 0-2 15,0 4 0-15,3 7-3 0,2 6 1 0,2 0 23 16,0 6-37-16,2 0 19 0,0 3-35 0,4 2 31 15,3 4-31-15,2 1 8 0,5 5 4 0,3 1 5 16,3 5 5-16,5 1-2 0,5 7 2 0,7 3-28 16,1 6 47-16,4 3-4 0,6 6 2 0,2 5-1 15,-2 1 0-15,1 5 0 0,0 0 1 0,-4 1 3 16,-1 2-4-16,-4 0 0 0,-1 1 5 0,-5-1-3 16,-2 0-2-16,-8-7 2 0,-1 0-38 0,-5 1 41 15,0-1-32-15,-5-2 37 0,-3-6-33 0,-4 3 34 16,-3-6-45-16,-2 0 46 0,-3-2-33 0,-3 2 36 15,-2-2-40-15,-7 1 43 0,0-1-9 0,-5-2-2 16,-2-1-3-16,-3-2-2 0,-2-2-5 0,-2-2-5 16,-1-2-36-16,-1-3 34 0,0-2-33 0,2-1 34 15,-1-3-53-15,1-1 7 0,2 0-24 0,4-2 45 16,1 1-31-16,2-1 36 0,3 0-42 0,2 1 26 16,1-1-53-16,13 1-2 0,-22-1-7 0,22 1 4 15,-13-2 14-15,13 2 20 0,0 0 15 0,0 0 1 16,0 0 15-16,0 0-6 0,24-1 9 0,-8 1-10 15,5-1-12-15,7 1-10 0,3-1-5 0,8-1-1 16,0-2-7-16,10-1-1 0,-1 0 2 0,2-2-2 16,1-1 7-16,-3-1 5 0,0-1 21 0,-2-2 4 15,-2-3 31-15,-3 0-18 0,-4-2 29 0,-2-1-23 16,-3-2 12-16,-3-1 12 0,-6 2 6 0,-3 0 14 16,-3 0 12-16,-2-2 12 0,-4 4-1 0,-3-2 5 15,1 1-1-15,-5 2 4 0,0-1 0 0,-2 1-9 16,-3 4-7-16,0-1-4 0,1 0-6 0,-4 3-7 15,0 0-2-15,-3 2-4 0,0 2-6 0,-2 2 1 16,9 4 0-16,-21-3 0 0,9 5-5 0,-2 3 10 16,2 1 2-16,1 3 4 0,-1 3-4 0,2 0 9 15,2 2 2-15,0 5 1 0,3-4-2 0,2 2 2 16,2 0-6-16,2 0 2 0,3 1 7 0,1 2-10 16,5-1 4-16,-1-1-8 0,4 0-2 0,3-2-4 15,2 2 1-15,-1-5-5 0,3-1 11 0,0-1-11 16,1-3 3-16,1-1-4 0,-2-1 9 0,-1-1-9 15,0-4 9-15,0-1-15 0,1-1 10 0,-1-4-6 16,1-1 4-16,0-2-7 0,-2-6-4 0,3-3-13 16,-1-4 1-16,-3-2 0 0,2-8 2 0,-4-2 4 15,-2-2-1-15,-3-2 9 0,-3-2-2 0,0-3 5 16,-5 4-1-16,-1 0 2 0,-3-8 2 0,-2 1 5 16,-2 0 2-16,-1 1 28 0,-1 2-9 0,-1 1 31 15,-2 2 2-15,1 3 14 0,0 6 7 0,0 2 29 16,2 6 15-16,1 2-2 0,0 2-30 0,1 3-19 15,0 2-22-15,2 4-17 0,4 9-7 0,-9-7-2 16,9 7 7-16,-12 8-2 0,6 4-23 0,0 9 60 16,1 2 0-16,2 10-5 0,2 3-2 0,1 10 6 15,3 3-10-15,2 3-6 0,1 0-9 0,3 13-6 0,3-2-41 16,1 2 45-16,0-1-46 0,-1-1 38 16,3 1-41-16,-2-1 41 0,-1-3-46 0,1-1 39 15,-2-10-40-15,-1-1 42 0,0-2-45 0,-1-1 43 16,-1-5-47-16,0-1 48 0,-2-7-50 0,0-4 43 0,-2-3-44 15,1-2 41-15,-2-3-38 0,0-3 41 16,1-2-42-16,-2-3 46 0,0 1-40 0,-2-13 58 16,4 18-56-16,-4-18 43 0,2 8-46 0,-2-8 40 15,0 0-55-15,0 0 30 0,3-15-53 0,-3 2 18 16,0-5-68-16,-1-7 23 0,1-4-6 0,0-6-47 0,0-3 25 16,0-8-34-16,0-1 36 0,1 0-8 15,-1 0 46-15,2-1-17 0,-2 2 51 0,2 0-7 16,-1 9 8-16,0 2 7 0,1 1 2 0,0 7 4 15,-1 3 5-15,1 4 5 0,-1 2 8 0,3 1-15 16,1 3-5-16,1 2 1 0,3 3 8 0,4 3-1 0,0 3 4 16,5 5 9-16,1 2-1 0,4 3 0 0,3 5-25 15,-1 4 30-15,1 1-19 0,1 4-5 16,-1 2-7-16,-5-2 0 0,-1 0-3 0,-2 2-15 16,-3-1-7-16,-6-1 1 0,-1-1-5 0,-2-1 1 0,-4-1 1 15,-2-2 20-15,-4 0 3 0,-3-3 10 0,-2 0-3 16,-5 2 6-16,-1-5 3 0,-5 1 3 0,0-4 4 15,-2 0 4-15,1-4 1 0,-3 0 0 0,3-2 6 16,1 0 7-16,1-2 17 0,1 0-1 0,4-1 1 16,2-2-9-16,4-1-1 0,8 5-10 0,-9-9-7 15,9 9-6-15,8-16-18 0,2 7-8 0,6-4-34 16,3 1-1-16,5-1-46 0,3-2 8 16,1 0-36-16,5-3 9 0,-1 1-14 0,1-1 5 0,-2-4 27 15,-1 2 17-15,-1-3 12 0,-2-2 19 0,-2 0-2 16,-4-2 41-16,-1-3 19 0,-5-1 19 0,-2 3 13 15,-5-4 34-15,-1 0 23 0,-4-2 26 0,-1-2 0 16,-3 1 24-16,-1 1-7 0,-2 1 47 0,-1 1-22 16,0 2 8-16,-1 0-12 0,-2 8 24 0,2 0-20 15,1 3 24-15,0 3-60 0,0 1 10 0,2 6-42 16,-3 1 1-16,6 8-47 0,0 0 44 0,-15 3-26 16,8 9 49-16,-2 7-1 0,0 10-8 0,0 9-8 15,3 2-8-15,0 6-13 0,3 3-9 0,2 1-37 16,3 3 26-16,3 0-33 0,0 0 30 0,3 0-39 0,1-1 32 15,1-3-38-15,1-1 37 0,0-3-44 16,1-2 35-16,-1-4-46 0,0-2 24 0,-1-8-19 16,-1-2-8-16,-2-5-10 0,1-3-8 0,-2-3 2 0,-1-1-26 15,-1-1 54-15,0-5 7 0,-1 1 2 0,-3-10-8 16,5 8-54-16,-5-8 37 0,0 0-34 0,0 0 40 16,1-12-34-16,-1 12 42 0,-5-21-37 15,0 6 41-15,0-1-30 0,-3-3 38 0,-1 0-30 0,-1-2 36 16,1 1-34-16,-3 1 12 0,3 1 9 0,-1 0 1 15,0 1 4-15,4 3 45 0,-1 1-30 16,1 1 32-16,2 2-44 0,2-2 35 0,2 12-45 0,2-20 35 16,5 11-38-16,4 0 15 0,7-2-81 0,4 3-38 15,8-2-68-15,5 3-76 0,7 0-84 0,3 1-111 16,2 0-72-16,-2 3-233 0,-6 0-407 0,-1 1-782 16</inkml:trace>
  <inkml:trace contextRef="#ctx0" brushRef="#br0" timeOffset="43850.829">24587 5048 1506 0,'0'0'759'15,"-9"-9"-96"-15,9 9 5 0,-3-9-39 0,3 9-72 16,0 0-62-16,-5-7-57 0,5 7-62 0,0 0-72 16,0 0-68-16,0 0-43 0,0 0-45 0,0 0-25 15,0 0-55-15,-6 11 31 0,6-11-54 0,-5 19 39 16,4-7-58-16,0 2 42 0,0 3-57 0,-1 0-4 15,1 1 5-15,0 1-6 0,0-1 5 16,1 3-5-16,0-1 42 0,0-1-52 0,1 0 46 0,1-2-59 0,0 0 34 16,-1-1-67-16,1-2 23 0,2 0-48 0,-1-3 31 15,-2 1-36-15,3-1 46 0,-4-11-23 16,6 14 51-16,-6-14-37 0,8 8 32 0,-8-8-44 0,0 0 41 16,20-4-39-16,-11-3 23 0,1-2-63 0,1-4 18 15,0-1 5-15,0-4 46 0,0 0-39 0,-1 0 49 16,2-1-37-16,-2 3 48 0,-4 1 1 0,1 2 3 15,0 0 5-15,-2 4 5 0,0-1 4 0,-1 3-7 16,-4 7-9-16,7-15 8 0,-7 15-16 0,7-7 3 16,-7 7 2-16,0 0-25 0,0 0 51 0,11 7-32 15,-11-7 39-15,7 13-43 0,-2-5 62 0,3 0-29 16,-2 3 0-16,3 0 28 0,2 2-39 0,2-1 34 16,1 2-40-16,2-3 36 0,2 2-41 0,1-2 38 15,1-1-43-15,0 1 35 0,3-3-47 0,1 0 30 16,-3-1-49-16,1-3 35 0,-2 1-38 0,-2-3 43 15,2 0-31-15,-2-3 39 0,-1-1-39 0,2-2 41 16,-2-4-35-16,1 0-1 0,1-4 14 0,-5-1 35 0,1-3-43 16,-3-1 44-16,-2-2-39 0,2-1 39 0,-5 1-4 15,1-1 17-15,-5 3 15 0,0 1 7 16,0 1-8-16,0 3-2 0,-3 12 1 0,-3-23-18 0,-1 14-5 16,-1 1 1-16,5 8 7 0,-15-5 2 0,15 5 8 15,-29 1 10-15,12 3-47 0,0 3 49 0,-4 3-50 16,1 0 51-16,2 2-49 0,0 1 53 0,3 2-59 15,-1-2 0-15,5 3 3 0,-1 0 2 0,2 1 0 16,5-2 53-16,-1 0-65 0,4 0 59 0,1-1-70 16,3 1 56-16,1-1-60 0,1 0 39 0,3-1-68 15,1-1 43-15,1-1-66 0,2-1 32 0,0-1-36 16,1-2 46-16,-1-2-32 0,1-1 50 0,1-2-33 16,-13-2 44-16,23-1-35 0,-10-2 40 0,1-2-28 15,-3-3 37-15,0-1-39 0,1-2 9 0,-1-4 7 16,0 0 34-16,0-1-25 0,-4 1 57 0,-1-1-30 15,-1 1 78-15,2 1-58 0,-4 1 92 0,0-2-73 16,-1 5 88-16,1-1-86 0,-3 11 80 0,4-19-124 16,-4 19-25-16,1-15 0 0,-1 15 0 0,3-11 0 15,-3 11 0-15,0 0 0 0,0 0 0 0,0 0 0 0,0 0 0 16,0 0 0-16,0 0 0 0,0 0 0 16,0 0 0-16,3 14 0 0,-3-14 0 0,5 17 0 0,0-8 0 15,-1 1 0-15,0-2 0 0,2 2-97 0,1-1-54 16,-2-1-18-16,5 2-30 0,-2-2 9 0,-1 0-46 15,3-2 23-15,-2 0 0 0,0-2 32 0,3 0 33 16,-11-4 22-16,17 0 32 0,-17 0 8 0,20-6 26 16,-9 0 9-16,-2-3 10 0,2-1 24 0,-2-4-9 15,2-1 55-15,-1 0-13 0,-2-3 69 0,1 2 34 16,-2-3 19-16,1 5 16 0,-2 1 20 0,0 1 22 16,-2 2-4-16,1 1-74 0,-2 1 27 0,-3 8-77 15,9-12 32-15,-9 12-70 0,4-11 37 0,-4 11-55 16,0 0 46-16,7-6-51 0,-7 6 58 0,0 0-58 15,10 10 69-15,-10-10-73 0,10 14 66 0,-5-7-72 16,-1 4 66-16,2-3-73 0,1 4 6 0,0-1 1 16,0 1 1-16,-1-1-4 0,1 1-2 0,-1 0-10 0,2-1-16 15,-4 0-11-15,1-3-1 0,0 2-17 0,-1-2 33 16,-4-8-41-16,11 13 42 0,-11-13-24 16,7 12 50-16,-7-12-36 0,5 7 44 0,-5-7-34 0,0 0 6 15,14 3-10-15,-14-3 24 0,0 0-2 0,14-8 40 16,-14 8-46-16,15-12 40 0,-7 6-44 0,-1 2 41 15,-1-2-42-15,1-1 42 0,0 1-38 16,-7 6 45-16,11-10-34 0,-11 10 48 0,9-7-43 0,-9 7 40 16,8-7-44-16,-8 7 42 0,0 0-51 0,10-9 39 15,-10 9-50-15,0 0 42 0,7-4-45 0,-7 4 47 16,0 0-41-16,0 0 42 0,14 3-40 0,-14-3 38 16,0 0-41-16,11 10 44 0,-11-10-49 0,6 7 42 15,-6-7-47-15,7 11 37 0,-7-11-43 0,7 7 31 16,-7-7-38-16,4 7 45 0,-4-7-36 0,5 9 5 15,-5-9 37-15,0 0-30 0,6 9 3 0,-6-9 46 16,0 0-36-16,9 6 3 0,-9-6 35 0,0 0-38 16,14-4 36-16,-14 4-39 0,13-7 44 0,-13 7-46 15,15-8 37-15,-15 8-35 0,17-8 41 0,-17 8-34 16,14-9 42-16,-14 9-35 0,15-9 50 0,-15 9-38 16,12-7 44-16,-12 7-43 0,8-6 42 0,-8 6-53 15,9-5 49-15,-9 5-56 0,0 0 41 0,16-6-47 0,-16 6 44 16,11-2-47-16,-11 2 43 0,17 1-44 15,-17-1 42-15,21 2-43 0,-9 0 46 0,1 1-47 16,3-2 45-16,0 0-46 0,4 3 51 0,0-2-52 0,0-1 49 16,1 1-47-16,1-1 45 0,2-1-45 0,1 0 44 15,0-1-47-15,0-2 52 0,-1 2-48 16,1-2 49-16,-2-1-49 0,0-2 59 0,-2-2-56 16,0-1 60-16,-1 1-66 0,-2-4 47 0,0-1 0 0,-3 0-5 15,1-2-4-15,-5-1 7 0,1-2-13 0,-3 0-5 16,0-1-3-16,-2 1 4 0,-3 0-5 0,-3 3 5 15,1-3-9-15,-5 4-6 0,-1-1-7 0,-1 3 1 16,-2 2 4-16,-4 2-1 0,-1 2 2 0,-3 4 3 16,-1 3-6-16,-3 2 4 0,-4 3-2 0,2 4 1 15,-3 4 4-15,0 0 2 0,5 4 3 0,2 1-46 16,0 0 52-16,4 0-36 0,2 0 50 0,4 0-39 16,1 1 59-16,5-2-43 0,1 1 16 0,1-1 18 15,5 1 5-15,3 0 9 0,5-1-4 0,3 0 0 16,4 1-8-16,1-5-8 0,0 2-2 0,3-3-3 0,0-2-7 15,-2-2 4-15,0-1-1 0,0 0-10 0,0-2 0 16,0-2-16-16,0 1-23 0,-4-2 7 16,-1 0-110-16,-2-2-23 0,-2 0-115 0,-1-1-83 0,1-1-96 15,-14 1-167-15,17-6-72 0,-17 6-242 16,9-6-435-16,-9 6-971 0</inkml:trace>
  <inkml:trace contextRef="#ctx0" brushRef="#br0" timeOffset="47451.6565">29053 4619 466 0,'-6'-28'687'0,"-2"-2"-145"0,0 1-56 16,-1 0-4-16,2 0-7 0,-1 2-35 0,0-3 16 15,0 4-80-15,2 2 4 0,0 2 16 0,-1 0-63 16,1 2 3-16,1 3-63 0,0 2-6 0,0 3-85 15,2-1-12-15,-1 3-67 0,4 10-5 0,-6-12-45 16,6 12 16-16,0 0-28 0,-13 11 21 0,7 4-36 16,-1 6 0-16,0 10-4 0,-1 9-28 0,3 4 35 15,0 6-1-15,4 3 3 0,1 3-11 0,3 0-3 16,2 10-2-16,3-3-3 0,2-2 0 0,0-10-41 16,0-1 48-16,2-4-44 0,-1-3 46 0,0-1-42 15,0-6 42-15,3-3-41 0,-6-6 41 0,-1-5-41 16,-3-6 50-16,1 0-42 0,-1-1 52 0,-1-3-18 15,2-2 82-15,-5-10-67 0,4 13 49 0,-4-13-71 16,0 0-4-16,0 0 58 0,5-8-75 0,-6-4 51 16,1-5-72-16,1-3 42 0,-2-8-34 0,2-7-6 15,-1-11-9-15,1-2-8 0,0-5-18 0,1 0 0 16,0-2 5-16,1-1-23 0,-1 0 51 0,2 2 10 16,0 0-3-16,0 4 33 0,0 0-31 0,0 6 36 15,-2 8-16-15,2 4 37 0,-2 6-29 0,1 3 29 16,-1 4-23-16,0 1-3 0,0 3-47 0,1 4 40 15,-3 11-30-15,9-13 32 0,-9 13-24 0,12 0 30 16,-2 5-25-16,2 4 33 0,3 5-35 0,2 6 2 0,0 2 2 16,4 6 9-16,0 3 2 0,-1 1 0 15,0 0 5-15,-1 1-5 0,-1 0-4 0,-1 1 2 16,-2-3-2-16,-1-4-21 0,-1 0 14 0,-1-3-70 16,-2-4 7-16,-2-1-30 0,-1-4 41 0,1-2-18 0,-2 0 52 15,-2-4-18-15,1 0 45 0,-5-9-28 0,9 10 34 16,-9-10-40-16,11-3 34 0,-4-5-33 0,2-4 2 15,3-5 4-15,2-5 0 0,1-3 0 16,0-1 6-16,2-3 14 0,-2 2-12 0,1 2 4 0,-4 0 5 16,2 2 1-16,-4 5 7 0,-2 0 21 0,0 4 3 15,0 3-3-15,-2-1-16 0,-1 4-11 16,0-1 0-16,-5 9 4 0,7-6-5 0,-7 6 5 16,0 0 1-16,10 13 8 0,-8-3 4 0,0 7-1 0,0 2 3 15,1 4-1-15,0 4-1 0,1 3 0 0,1 2-4 16,3 0 4-16,-1 0-1 0,3 5 0 0,3-1 7 15,0-1-9-15,4-2 3 0,-1-3-3 0,4-1 2 16,-4-5-1-16,4-3-3 0,-1-1 2 0,0-2-3 16,1-2-9-16,-3-3-2 0,2-3-2 0,-1-4 0 15,-2 0-4-15,2-3-7 0,0-2 3 0,1-1 1 16,1-4 4-16,0-1 29 0,0-5-33 0,1 2 34 16,-2-6-41-16,1-2 37 0,-2-2-33 0,-2 4 56 15,-2-3-53-15,0 0 51 0,-4 0-30 0,0 0 44 16,-3 3-17-16,-1 0 39 0,-3 1-48 0,-1 1 26 15,-2 12-37-15,-2-21 28 0,-2 13-35 0,-4 0 34 16,-5 3-30-16,-1 2 38 0,-3 1-36 0,-1 3 37 16,-2 1-37-16,0 2 3 0,-1 2-1 0,0 2-6 15,1 1 3-15,2 1 5 0,1 2-3 0,3-1-4 16,0 3 2-16,3-3-2 0,3 1 2 0,0 1 2 16,2-2 0-16,3 1 0 0,2 0-4 0,1-12 7 15,1 22-8-15,3-12-10 0,1 1-8 0,4-1-14 16,-2 0-24-16,2-2-15 0,0 0-2 0,1-3 8 15,-1 0 4-15,-9-5 10 0,18 6 9 0,-18-6-2 16,18-3 0-16,-8 0 31 0,-1-3-31 0,0-2 40 16,0-3-36-16,1-1 36 0,-2-1-28 0,-1-1 38 0,1 0-36 15,-2-1 44-15,0 2-9 0,-2 2 55 16,1 2-26-16,-1-1 27 0,-4 10-39 0,7-16 22 16,-7 16-31-16,5-11 17 0,-5 11-38 0,4-10 35 0,-4 10-43 15,0 0 33-15,0 0-30 0,0 0 28 16,0 0-26-16,-4 10 25 0,4-10-31 0,-3 12 37 15,3-12-35-15,-2 16 29 0,2-16-31 0,0 18 30 16,0-18-27-16,5 21 25 0,-1-10-38 0,2 0 18 16,1 1-58-16,3-2-34 0,1 0-10 0,0 0-14 0,2-2-16 15,2-2 0-15,0 1 5 0,2-2 24 0,0-2-10 16,-1-2 17-16,3-1 10 0,-5-1 51 16,3-2-30-16,-2-4 50 0,2-1-33 0,0-3 51 15,-2-4-44-15,0-1 49 0,-1-3-28 0,-2-1 59 0,-1-1-35 16,-2 1 32-16,-1 0 23 0,-2 1 35 0,0 2 22 15,-2 1-3-15,0 0 5 0,-1 2 6 0,-2 2 6 16,1 1 2-16,0 1-16 0,-2 10-20 0,3-16-23 16,-3 16-12-16,0 0-12 0,0-13-7 0,0 13-3 15,0 0 26-15,-6 7-32 0,6-7 32 0,-5 15-37 16,2-4 27-16,1 0-33 0,1 3 29 0,0-1-40 16,1 1 32-16,-1 1-40 0,2 3 38 0,-1-3-43 15,1 3 37-15,0-1-39 0,1-2 2 0,0 0 0 16,-1-2-1-16,1-1-3 0,-1 0-11 0,-1-12-15 15,3 21-20-15,-3-21-1 0,2 16 8 0,-2-16 2 16,2 14 10-16,-2-14 7 0,0 0-8 16,4 12-31-16,-4-12-28 0,0 0 22 0,0 0-48 0,13-9 30 15,-7 3-42-15,-2-4 42 0,3-1-46 0,1-1 18 16,0-2 20-16,0 0 60 0,-1 0-41 0,2 0 66 16,-1 2-46-16,-2 0 70 0,1 0-37 0,-1 5 23 15,-1-1 57-15,-5 8-46 0,8-14 33 0,-8 14-46 16,6-10 32-16,-6 10-41 0,0 0 40 0,8-8-32 15,-8 8 48-15,0 0-34 0,0 0 42 0,10 8-35 16,-10-8 26-16,5 8-33 0,-5-8 47 0,5 12-35 16,-5-12 34-16,8 13-45 0,-4-5 41 0,2 1-49 15,1-2 41-15,0 0-30 0,2 2 29 0,3-1-46 0,1-1 32 16,1 0-53-16,2-1 31 0,1-1-52 16,2-1 24-16,2-1-56 0,1-1 57 0,-1-1-73 15,3-2 39-15,1-1-40 0,1-1 45 0,0-1-21 16,-2-4 46-16,-1-1 8 0,3-2-30 0,-1-3 45 0,-2 0-32 15,-3-3 47-15,1 1-1 0,-5-1 35 0,-2 0-34 16,-1 3 56-16,-2-1-32 0,-2 1 51 16,-3 2-36-16,0 0 38 0,0 2-51 0,-4 0 25 15,-2 10-44-15,-1-14 30 0,1 14-39 0,-11-9 38 16,11 9-44-16,-21-3 42 0,7 4-37 0,-1 3 33 16,-3 2-33-16,-1 0 36 0,1 3-3 0,-1 1-2 15,2 1-9-15,0 0-3 0,2 0-2 0,0 2-3 16,4-2-1-16,0 1-3 0,1-1-5 0,3 0 0 15,0 0 0-15,3 0-3 0,-1-1-3 0,3 0-33 0,2-10 39 16,-1 17-48-16,1-17 27 0,3 17-51 0,3-9 37 16,0-2-47-16,1-1 37 0,2 1-9 0,1-3-10 15,-10-3-3-15,21 5-21 0,-21-5 40 16,23-3 12-16,-12 0 0 0,2-2-3 0,0-2 3 0,1-2 0 16,-2 0 7-16,-1-3 0 0,1-1 7 0,-1-3-2 15,-3 3 7-15,1-1 3 0,-2 1-31 0,-1 0 58 16,-1 1-39-16,-1 1 54 0,0 2-38 15,-1 0 46-15,-3 9-38 0,5-15 27 0,-5 15-46 16,4-12 40-16,-4 12-8 0,0 0-41 0,0 0 46 0,0 0 1 16,0 0 2-16,0 0-3 0,-16 5-3 15,16-5-3-15,-9 13-3 0,5-4-2 0,0 0-4 0,1 0-2 16,0 1 6-16,1 2-7 0,0-4-1 16,2-8 1-16,0 23 1 0,0-23-3 0,5 20 3 0,-1-10-4 15,1-1-7-15,4 2-13 0,1-3-2 0,1 1-9 16,0-1-2-16,3-3-4 0,1-1 3 0,0 0-1 15,0 0 3-15,0-2-1 0,0-2 4 0,1-1 10 16,0-3-4-16,1 2 9 0,-1-3 6 0,0-2-7 16,1-1 4-16,0-3 7 0,0-1-1 0,-2 0-3 15,-2-1 4-15,1-2 3 0,-2 0 8 0,-2 3 7 16,-2 1 17-16,-1-1-9 0,-2 3 8 0,0-1-2 16,0 2-8-16,-5 8-5 0,4-14-7 0,-4 14-1 15,0 0 2-15,-4-12-38 0,4 12 41 0,0 0 0 16,-19 1-6-16,19-1 2 0,-16 11-4 0,7-5 0 15,1 0 1-15,-1 2-2 0,0 3-2 0,1-3 0 16,3 3 2-16,-1-3-7 0,1 2 2 0,0-1 2 16,2 1-5-16,3-10 2 0,-4 19 3 0,4-19-9 15,0 14-33-15,0-14 24 0,4 14-6 0,-4-14 2 0,8 11-2 16,-8-11 5-16,9 9 0 0,-9-9 4 16,12 3 3-16,-12-3-2 0,15 2 3 0,-15-2 1 15,16-3 1-15,-6-2 2 0,-1-1 0 0,-1 0 0 0,2-2 0 16,0-3 1-16,0 3 0 0,-1-3 1 0,1 1-2 15,-3-1 4-15,1 1 11 0,-2 2-2 0,1 2 10 16,-7 6-18-16,9-14-12 0,-9 14-3 0,8-5-1 16,-8 5 4-16,0 0-1 0,10 7 6 0,-5 3 8 15,-2 4 4-15,-1 2 11 0,2 7 7 0,-2 2-1 0,-1 3 0 16,-1 5-35-16,-1 2 39 0,-2 1-33 16,-1 6-1-16,-2 1 4 0,-1-1 0 0,0-1 32 0,0 2-41 15,-2-2 32-15,-1-2-37 0,0-2 28 0,1-6-30 16,-2-3 35-16,-1-1-41 0,0-2 37 0,-2-2-33 15,0-6 36-15,-2-3-34 0,1-1 41 16,-3-2-39-16,3-5 40 0,-3-1-41 0,0-3 39 0,0-3-43 16,-1-3 35-16,0-1-45 0,-1-4 34 0,2-3-42 15,1-1 9-15,4-2-7 0,1-1-15 0,4-1-31 16,3 2-23-16,1-3-13 0,6-1-18 0,3-2 8 16,3-1-10-16,4-3 29 0,4 0-24 15,5-4 10-15,3 1-2 0,2-2-5 0,2 4 0 0,2-2 0 16,1 0 8-16,1 0 21 0,1 2 7 0,-1-1 66 15,-1 2-40-15,-2 0 64 0,-2 2-39 0,-5 3 84 16,-3 1-30-16,-2 0 87 0,-3 6-62 0,-2-2 76 16,-3 2-68-16,-2 1 4 0,-1 1-1 0,-1 1-4 15,-5 10-3-15,3-14-4 0,-3 14-8 0,-4-11 0 0,4 11 2 16,-12-4-10-16,12 4 11 0,-14 3 35 16,14-3-33-16,-19 8 3 0,11-1-3 0,-1 2 16 0,0 1 4 15,2 0-5-15,2 2-8 0,1 1-5 0,2 1-3 16,1-1-4-16,3 2-5 0,3 1-40 15,2 1 43-15,4 0-58 0,2 0-10 0,2-2-57 0,5 3-56 16,1-3-45-16,1 0-53 0,-3-3-63 0,2-2-37 16,-1 0-4-16,1-2-4 0,-1-2-15 0,-3-1 5 15,1-3-22-15,-3-1 58 0,1-2 2 0,-1-1 100 16,1-3 28-16,-2-1 118 0,1-3 27 0,-4-1 116 16,3-3 17-16,-2 0 70 0,-1-4 23 0,-2 4 39 15,0-1 50-15,-2 0-37 0,1-1 81 0,0 1-9 16,-1 1 46-16,-1-2-52 0,1 2 57 0,0 0-86 0,-1 1 69 15,1 2-104-15,-1-1-21 0,0 3-23 0,2-1-32 16,-2 4-24-16,2-1-13 0,-8 6-12 0,18-4-13 16,-18 4-1-16,21 4-9 0,-6 2 2 0,1 4 11 15,0 3-6-15,2 4 13 0,1 3 13 0,-1 3-19 16,-3-2-13-16,1 3-14 0,-3-1-3 0,-3 2-13 16,-2-3-11-16,-3 1-3 0,-2-2-37 0,-1-1 38 15,-2 0-43-15,0-1 37 0,-2 1-3 0,-2-3-5 16,1-1 9-16,-3 1-5 0,1-4 9 0,-2 0 13 15,0-2 8-15,-2-1-8 0,-1-2 44 0,1-3-22 0,-1-1 70 16,-1 0-17-16,11-4 62 0,-18 1 14 0,18-1-6 16,-16-6 5-16,16 6-167 0,-8-13-27 0,8 13 0 15,3-20 0-15,7 4 0 0,7-4 0 0,9-5 0 16,6-1 0-16,12-5 0 0,7 2 0 0,-1 2 0 16,3 2 0-16,0 2 0 0,-9 4 0 0,0 3 0 15,0 0 0-15,1 3 0 0,-2 1 0 0,-1 0 0 16,0 2 0-16,-7 2 0 0,-2 3 0 0,-7-1 0 15,-2 1 0-15,-6 2-206 0,0-1-202 0,-3 1-13 0,-3 0-186 16,-12 3-95-16,11-3-51 0,-11 3-123 0,0 0-462 16,-14-3-941-16</inkml:trace>
  <inkml:trace contextRef="#ctx0" brushRef="#br0" timeOffset="85566.1367">6869 6452 456 0,'-11'-2'367'0,"11"2"-23"0,-20-3-104 0,20 3 14 16,-18-5-67-16,18 5 44 0,-14-3-51 16,14 3 24-16,-14-4-38 0,14 4 1 0,-15-4-28 15,15 4 22-15,-11-3-25 0,11 3 2 0,0 0-37 16,-14-6-3-16,14 6-30 0,0 0-7 0,-10-3-26 0,10 3 7 15,0 0-16-15,0 0 10 0,0 0-15 0,9-9 14 16,5 6-5-16,6-2 13 0,11-1-9 16,14-2 6-16,7 0-14 0,18-1 6 0,4-1-11 0,7 2 0 15,2-1-11-15,4 1 2 0,2 3-15 0,-3-1-8 16,-4 3-35-16,-7 0-18 0,-14 2-49 0,-6 1-17 16,-12 1-53-16,-6 1 46 0,-7 0-13 0,-4 1 54 15,-6 0-20-15,-6 2 56 0,-4-1-40 0,-10-4 47 16,6 7-30-16,-6-7 48 0,-10 9-35 0,-1-6 39 15,-4 1-18-15,-2-1 43 0,-2-1-29 0,-3-1 40 16,-1 1-35-16,1-2 54 0,0 1-32 0,-1-1 65 16,1 0-32-16,3 0 47 0,-1-1-30 0,3 1 56 15,3 0-22-15,0 0 4 0,14 0-44 0,-23 0 16 16,23 0-37-16,-19 5 20 0,19-5-23 0,-12 10 45 0,12-10-1 16,-5 18 23-16,5-6-26 0,2 3 21 15,1 4-20-15,3 5 2 0,2 1-22 0,0 4 6 16,1 2-3-16,2 4-7 0,-3-2-3 0,4 3-7 15,-2 0 0-15,-2-4-2 0,1-2-11 0,-2-1 3 0,0 0-15 16,-3-5 17-16,1-2-16 0,-1-4 30 0,-1-1 3 16,-1 0 22-16,-1-3 19 0,-2-1 23 0,-1-1 6 15,-4 0 9-15,-1-1-12 0,-3-2-8 0,-4 1-13 16,-1-3-4-16,-6-1-4 0,-2-2-5 0,-2-2-11 16,-2-2-12-16,-2-2-5 0,1 0-7 0,-6-3-6 15,1-2-3-15,0-1-5 0,3-2-4 0,1-2-8 16,2 2-7-16,6-2-22 0,3 3-26 0,0-2-39 15,7 1-53-15,2 0-47 0,9 10-25 0,-2-16-23 16,7 9-16-16,8-2-69 0,7 1-90 0,3 2-532 16,10-2-530-16</inkml:trace>
  <inkml:trace contextRef="#ctx0" brushRef="#br0" timeOffset="85967.0579">8064 6938 38 0,'0'0'669'0,"-2"-11"-180"0,2 11-87 15,0-16-56-15,0 16-42 0,3-19-62 16,-1 9-8-16,1 0-1 0,0 1-15 0,-3 9-25 16,5-19-37-16,-5 19-39 0,8-14-23 0,-8 14-19 0,6-11-18 15,-6 11-15-15,9-6-6 0,-9 6-7 0,0 0-10 16,19 0 5-16,-19 0-7 0,16 7-5 0,-8 0-2 15,3 0-2-15,-1 3-1 0,-1-1-6 0,1 2 5 16,-1 0-1-16,-1 0-2 0,1 0-5 0,-3 1 6 16,0-3 0-16,-2 1-13 0,0 0 13 0,-4-10-8 15,3 18 18-15,-3-18-9 0,-4 18 13 16,-2-11-7-16,-3 1 10 0,-3 0-2 0,-3-2 11 0,-5 2-6 16,-3-3 8-16,-2-2-5 0,-2 0 6 0,-2-1-6 15,0-4 5-15,0 0-9 0,1-2 5 0,1-1 4 16,2-2-4-16,3 0-5 0,1-2 1 0,1-1-8 15,5-2-27-15,3 0-25 0,4 0-35 0,4 0-24 16,4-1-42-16,5 0-44 0,6-2-35 0,5 1-40 16,8-1-76-16,4 0-77 0,8 1-473 0,1 0-441 0</inkml:trace>
  <inkml:trace contextRef="#ctx0" brushRef="#br0" timeOffset="86383.5493">8493 6817 654 0,'0'0'519'0,"0"0"-90"0,0 0-33 0,-4 11-15 16,4-11-27-16,0 0-22 0,0 0-22 0,0 0-40 15,0 0-28-15,-6 8-65 0,6-8-37 16,0 0-27-16,0 0-28 0,0 0-21 0,0 0-13 16,0 0-16-16,13 6-20 0,-13-6-37 0,22 0-20 0,-7-1-26 15,4-2-23-15,1 1-19 0,5 0-1 0,0-2-5 16,0-1-8-16,0 2-6 0,-2-4 1 15,-1 1 12-15,1-1 11 0,-4-2 14 0,0 1 8 0,-1-4 6 16,-3 0 24-16,-2 3 15 0,-3-2-28 0,-1-2 62 16,-2 2-24-16,-2-1 69 0,-2 0-42 0,-3 12 58 15,-1-21 12-15,-1 10 46 0,-4 3-15 0,0-3 2 16,-1 4-25-16,-2 0 15 0,-4 2-5 0,0 2 12 0,-3 2-1 16,-2 4 3-16,-5 0 5 0,-2 6 13 15,-3 0-10-15,-6 7-1 0,0 2-6 0,2 2 7 16,1 2-19-16,1 1-1 0,3 2-18 0,2 0-10 0,7-2 2 15,1 0-12-15,4 0-2 0,3-2 1 16,4 1 5-16,4-3 1 0,3 0 11 0,4 2-6 16,9 2-10-16,3-2 3 0,11 0-8 0,6-4-6 0,7-3-2 15,2-1-7-15,5-1-13 0,-2-4-44 0,1-1-57 16,-2 0-47-16,-6-2-27 0,-2-2-60 16,-2 2-67-16,-6-2-110 0,-4 0-81 0,-1 0-167 0,-5-3-365 15,-6 1-612-15</inkml:trace>
  <inkml:trace contextRef="#ctx0" brushRef="#br0" timeOffset="87968.7181">11687 6673 87 0,'0'0'507'16,"0"0"-102"-16,-8 6-73 0,8-6-70 0,0 0-19 15,0 0-20-15,0 0-16 0,-8 5-27 0,8-5-4 16,0 0-11-16,0 0-12 0,0 0-12 0,0 0-17 16,0 0-20-16,0 0-17 0,-8 6-12 0,8-6-10 15,0 0-6-15,0 0 6 0,0 0 4 0,0 0 10 16,0 0 4-16,0 0 2 0,0 0-2 0,0 0-8 15,0 0 1-15,0 0-1 0,-8 4-6 0,8-4-7 16,0 0-6-16,0 0-5 0,0 0-5 0,0 0-4 0,0 0-6 16,0 0-3-16,0 0-4 0,0 0-3 0,0 0-5 15,0 0-1-15,0 0 1 0,0 0-3 16,0 0 1-16,0 0 1 0,0 0 1 0,0 0 8 0,0 0 6 16,0 0 2-16,0 0 6 0,0 0 6 0,0 0 5 15,0 0 6-15,0 0 3 0,0 0 1 16,0 0-4-16,0 0-10 0,0 0-12 0,0 0-4 15,0 0-14-15,0 0 8 0,0 0-9 0,0 0-5 0,0 0-6 16,0 0 2-16,0 0-4 0,0 0 0 0,0 0-6 16,0 0 7-16,0 0-8 0,0 0 5 0,0 0-4 15,0 0 1-15,0 0-3 0,0 0 7 0,0 0-8 16,0 0 8-16,0 0-6 0,0 0 0 0,0 0-4 16,0 0 6-16,0 0-10 0,0 0 13 0,0 0-1 15,0 0-2-15,0 0-4 0,0 0 7 0,0 0-4 16,0 0 3-16,0 0 1 0,0 0-2 0,0 0 3 15,-7 4-3-15,7-4-6 0,0 0 11 0,0 0-9 16,0 0 3-16,0 0-2 0,0 0 2 0,0 0-1 16,0 0 0-16,0 0-6 0,0 0 9 0,0 0-2 0,0 0-11 15,0 0 11-15,0 0 0 0,0 0-5 16,0 0 9-16,0 0-4 0,0 0-3 0,0 0 1 16,0 0-2-16,0 0-1 0,0 0-4 0,0 0-4 0,0 0 6 15,0 0-2-15,0 0-4 0,0 0 5 16,0 0-7-16,0 0-1 0,0 0 1 0,0 0 8 15,0 0-14-15,0 0 7 0,0 0-7 0,0 0-6 0,0 0 0 16,0 0 1-16,0 0 3 0,0 0 0 16,0 0 3-16,0 0 1 0,0 0-2 0,0 0 5 0,0 0 2 15,0 0-1-15,0 0 0 0,0 0 2 16,0 0 2-16,0 0-3 0,0 0 5 0,0 0 3 0,0 0 0 16,0 0-1-16,0 0 2 0,0 0 4 0,0 0-6 15,0 0 4-15,0 0 0 0,0 0 15 0,0 0-16 16,0 0-2-16,0 0 0 0,0 0-2 0,0 0 4 15,0 0-1-15,0 0 2 0,0 0 2 0,0 0-3 16,0 0-2-16,0 0 0 0,0 0 3 0,0 0 2 16,0 0 0-16,0 0-3 0,0 0-1 0,0 0 4 15,0 0 0-15,0 0 0 0,0 0 0 0,0 0 0 16,0 0-2-16,0 0 4 0,0 0 0 0,0 0-2 16,0 0 0-16,0 0 2 0,0 0-1 0,0 0 1 15,0 0 0-15,0 0-3 0,0 0 4 0,0 0 0 16,0 0 1-16,0-12 1 0,0 12 3 0,0 0 3 15,0 0-5-15,0 0 13 0,-4-10 5 0,4 10 8 16,0 0 11-16,0 0 6 0,-4-10 3 0,4 10 3 16,0 0 3-16,0 0 2 0,0 0-23 0,-3-10 4 0,3 10-22 15,0 0 0-15,0 0-18 0,0 0 19 0,0 0-16 16,0 0 17-16,2 13-4 0,-2-13 23 16,5 21-25-16,-3-7 43 0,1 2-34 0,1 2 24 0,1 3-30 15,-1 2 34-15,0-2-38 0,1 1 42 0,-3 2-46 16,2 0 27-16,-1 0-30 0,-1-2 28 0,2 1-35 15,-3 1 32-15,2-4-38 0,-2 0 33 0,1 0-37 16,-1-1-5-16,1-1-67 0,-2-2-48 0,2 2-73 16,0-2-52-16,1-1-46 0,1 0-64 0,2-2-27 15,2-2-72-15,2-1-112 0,1-5-486 0,3-3-680 0</inkml:trace>
  <inkml:trace contextRef="#ctx0" brushRef="#br0" timeOffset="88317.0671">12006 6992 529 0,'0'0'640'0,"-6"-18"-73"0,6 18-37 16,-6-20-51-16,4 8-93 0,1 1-17 0,0-1-39 0,1-1-17 15,1 1-32-15,2-1-51 0,0 0-40 16,0 1-37-16,3-2-31 0,2 1-27 0,1 1-14 16,3 1-19-16,1 2-12 0,1 0-14 0,-1 1-3 15,3 1-14-15,-2 3-6 0,4 1-2 0,-3 2 1 0,1 0-6 16,-3 3-3-16,5 0 3 0,-4 3-8 0,2 1 2 15,-3 1 6-15,-2 4-1 0,0-1-7 0,-2 2 4 16,-2 0 0-16,-3 3 4 0,-2 0 11 0,-2 2 7 16,-2 1 36-16,-2-1-19 0,-3 2 43 0,-1 2 18 15,-2 0-1-15,-1-3-2 0,0 1-8 0,-1 0-10 16,1-2 0-16,1-1-28 0,0-2-5 0,2 0-7 16,1-2-13-16,1-1-4 0,3 0-1 0,-3-1-1 15,4 0-2-15,2-10 7 0,3 18-11 0,4-9-5 16,4-2-8-16,5-1-48 0,4 0-74 0,7-2-73 15,0 0-89-15,5-4-62 0,5 0-75 0,1-5-49 16,2 0-88-16,6-3-134 0,-3-1-422 0,-1-4-728 16</inkml:trace>
  <inkml:trace contextRef="#ctx0" brushRef="#br0" timeOffset="88785.8799">12845 6925 93 0,'-2'-14'775'0,"2"4"-172"0,-4-2-17 16,2 1-67-16,0 0-36 0,0-2-68 0,1 1-36 0,0-1-47 15,1-1-28-15,0 2-16 0,0-1-59 0,0 1 7 16,2-1-75-16,2 1-11 0,2 0-57 0,-1 0 1 16,3 0-45-16,2 4 15 0,1-2-9 0,3 3-20 15,1 1-8-15,2 2-2 0,0 2-33 0,1 1 25 16,0 2-31-16,2 1 24 0,-1 2-30 0,0 2 25 16,2 2-27-16,-4 1 10 0,-1-1-17 0,-3 2 22 15,-1-2-17-15,-3 1 6 0,-1 1 17 0,0-1-10 16,-4 1 16-16,-4-10-12 0,0 20 20 0,-2-9-19 15,-5 1 17-15,-2 0-16 0,-2-2 20 0,-3 2-32 16,-3 1 29-16,0-1-22 0,0-1 21 0,-1-1-22 16,-1-1 22-16,2 1-20 0,3-3 18 0,1 0-35 15,4-1-15-15,-1-1-29 0,2 0-10 0,3 2 11 16,5-7 5-16,-8 11 7 0,8-11 6 0,0 0 12 16,2 18 10-16,-2-18-1 0,15 11 5 0,-3-4 1 15,1 0 6-15,1-2-2 0,1 2 7 0,2 0 1 16,0-1 3-16,1-1 1 0,2 2 0 0,0 0 2 15,-3-1-3-15,0 1 6 0,1-1-3 0,-2 0 2 0,0 1 2 16,-1 0 0-16,3 3 2 0,-4-2-2 0,2-1 5 16,-3 1 4-16,1 1 1 0,-3 0 4 15,-1 0 4-15,2-1 7 0,-5-2 2 0,1 1 13 0,-1 1 0 16,-7-8 2-16,8 13 1 0,-8-13-5 0,-2 12-5 16,2-12-4-16,-13 14-1 0,0-6-10 0,-9 0-7 15,-5 1-7-15,-5 0-37 0,-10 0-55 0,-4-2-79 16,-2 2-110-16,0-3-95 0,1 0-135 0,6-4-789 15,3-1-901-15</inkml:trace>
  <inkml:trace contextRef="#ctx0" brushRef="#br0" timeOffset="90368.5564">16636 6461 245 0,'0'0'557'0,"0"0"-176"0,-5 7-38 0,5-7-53 16,0 0-83-16,0 0 32 0,-6 8-53 0,6-8 36 0,0 0 1 16,0 0-6-16,0 0-11 0,0 0-8 0,-6 8-18 15,6-8-15-15,0 0-18 0,0 0-17 0,0 0-12 16,0 0-13-16,0 0-15 0,0 0-1 0,0 0-5 16,0 0-9-16,-7 6-6 0,7-6-7 0,0 0-5 15,0 0-14-15,0 0-5 0,0 0-11 0,0 0-1 16,0 0-4-16,0 0-4 0,0 0-7 0,0 0-3 15,0 0 1-15,0 0-2 0,0 0-1 0,0 0-1 16,0 0-1-16,0 0-5 0,0 0 4 0,0 0 1 16,0 0-1-16,0 0 3 0,0 0-1 0,0 0 2 15,0 0 1-15,0 0 2 0,0 0 9 0,0 0-1 16,0 0 5-16,0 0 4 0,0 0 2 0,0 0 3 16,0 0 3-16,0 0 4 0,0 0-9 0,0 0 0 15,0 0-5-15,0 0 1 0,0 0-2 0,0 0-2 16,-6 7 0-16,6-7-7 0,0 0 1 0,0 0-6 0,0 0 2 15,0 0-1-15,0 0-3 0,0 0 5 16,0 0-7-16,0 0 0 0,0 0 4 0,0 0-9 16,0 0-1-16,0 0 0 0,0 0 18 0,0 0-22 0,0 0 1 15,0 0 3-15,0 0-4 0,0 0 0 0,0 0-5 16,0 0 14-16,0 0-3 0,0 0-6 16,0 0 4-16,0 0-1 0,0 0-7 0,0 0 1 0,0 0 3 15,0 0-7-15,0 0 10 0,0 0 0 0,0 0 5 16,0 0-2-16,0 0-5 0,0 0 3 0,0 0 0 15,0 0-3-15,0 0 1 0,0 0 1 16,0 0 1-16,0 0-3 0,0 0 6 0,0 0-3 0,0 0-1 16,0 0 2-16,0 0-3 0,0 0 1 0,0 0-1 15,0 0 5-15,0 0-5 0,0 0 0 0,0 0 3 16,0 0 0-16,0 0 0 0,0 0-5 0,0 0 11 16,0 0-7-16,0 0 0 0,0 0-1 0,0 0 1 15,0 0 5-15,0 0-6 0,0 0 4 0,0 0-3 16,0 0-2-16,0 0 2 0,0 0-1 0,0 0 1 15,0 0 0-15,0 0 4 0,0 0-5 0,0 0-2 16,0 0 3-16,0 0 0 0,0 0 1 0,0 0-9 16,0 0 11-16,0 0-6 0,0 0 5 0,0 0 0 15,0 0-1-15,0 0-2 0,0 0 4 0,0 0 4 16,0 0-7-16,0 0 0 0,0 0 2 0,0 0-3 16,0 0-2-16,0 0 5 0,0 0-3 0,0 0 2 15,0 0 0-15,0 0-1 0,0 0 2 0,0 0-2 0,0 0-2 16,0 0 1-16,0 0 0 0,0 0 1 0,0 0 1 15,0 0-1-15,0 0-1 0,0 0 0 16,0 0-1-16,0 0 4 0,0 0 1 0,0 0-1 16,0 0 0-16,0 0-1 0,0 0 1 0,0 0 24 0,0 0-24 15,0 0 2-15,0 0 3 0,0 0 10 0,0 0 11 16,0 0-7-16,0 0 3 0,0 0-11 0,0 0 3 16,0 0-4-16,0 0 15 0,0 0 0 0,0 0-1 15,0 0 2-15,0 0 4 0,-2-11 5 0,2 11 3 16,0 0 3-16,0 0 3 0,0 0-12 0,0 0-12 15,0 0-7-15,0 0-11 0,0 0-8 0,0 0-3 16,0 0-2-16,0 0 4 0,2 12 5 0,-2-12 0 16,3 24-23-16,-1-8 38 0,1 5-22 0,1 1 28 15,0 3-29-15,0 5 8 0,1 1 7 0,-1 0 22 16,1 0-32-16,-2 0 34 0,3 0-40 0,-2-2 32 16,0-3-37-16,0-1 39 0,0 0-43 0,-1-3 47 15,1 0-44-15,-2-3 34 0,2-3-30 0,-2 0 31 16,0-4-29-16,-1-2 46 0,1 2-4 0,-2-12 73 0,2 17 29 15,-2-17 18-15,2 11-47 0,-2-11 20 0,0 0-55 16,0 0 16-16,0 0-52 0,0 0 26 16,-2-15-51-16,0 3 31 0,-1-4-54 0,0-6-3 0,-2 0-6 15,-1-8 0-15,0-2 32 0,0 0-38 0,-2-6 29 16,-2-3-1-16,1 2-16 0,-2-2 11 0,-1 3 3 16,0-1-3-16,-1 1 1 0,1 3 1 0,2 4 1 15,-1 3 0-15,1-1-1 0,1 4 2 0,2 3-2 16,1 0-2-16,0 0 2 0,3 5-4 0,2-1-37 15,2 1 38-15,4 1-38 0,7-1 33 0,5 0-42 16,7 2 20-16,5 1-71 0,9 2 4 0,5 2-71 16,4 2 5-16,3 2-35 0,1 5-48 0,1 2-33 15,-1 3-49-15,-3 2-63 0,-1 1-31 0,-6 4-107 16,-7-2-126-16,-7 3-376 0,-5-2-647 0</inkml:trace>
  <inkml:trace contextRef="#ctx0" brushRef="#br0" timeOffset="90540.0074">16632 6688 371 0,'-19'9'815'15,"1"0"-146"-15,3-2-126 0,3 0-77 0,0 0-74 16,12-7-21-16,-18 7-61 0,18-7-45 0,-8 4-58 0,8-4-35 16,0 0-44-16,12 1-15 0,2-2-38 0,5-1-3 15,8 1-48-15,4 0-42 0,6-3-90 0,4 2-82 16,0 1-99-16,8-3-65 0,-7 3-117 0,0 1-165 15,1-2-282-15,-4-1-490 0</inkml:trace>
  <inkml:trace contextRef="#ctx0" brushRef="#br0" timeOffset="90751.3343">17488 6692 1257 0,'0'0'779'15,"0"0"-111"-15,0 0-75 0,5-7-35 0,-5 7-91 16,0 0-50-16,0 0-113 0,0 0-27 0,0 0-94 15,0 0 0-15,0 0-63 0,0 0 12 0,0 0-58 16,7 10 17-16,-7-10-40 0,5 16-19 0,0-6 0 16,-1 3-7-16,1-2-3 0,0 3-4 0,1-1 6 15,0 1-81-15,2 2-32 0,-2-3-68 0,0 1-77 16,0-1-79-16,0-1-86 0,0 1-49 0,-2-2-89 16,1-3-140-16,-5-8-382 0,4 12-677 0</inkml:trace>
  <inkml:trace contextRef="#ctx0" brushRef="#br0" timeOffset="90936.1787">17583 6523 571 0,'-2'-20'782'0,"0"1"-108"16,0 1-89-16,0 2-62 0,-1 0-43 0,2 1-46 16,-2 3-76-16,2 1-60 0,1 11-81 0,-3-21-32 15,3 21-71-15,0-15-60 0,0 15-19 0,0 0-38 16,7-11-55-16,-7 11-69 0,14 5-92 0,-3 1-76 15,1 4-67-15,2 4-95 0,0 0-121 0,-1 4-425 16,-1-2-604-16</inkml:trace>
  <inkml:trace contextRef="#ctx0" brushRef="#br0" timeOffset="91301.8752">17786 6653 559 0,'0'0'797'15,"-3"8"-38"-15,3-8-50 0,0 0-37 0,0 0-67 16,0 0-30-16,0 0-105 0,0 0-22 0,0 0-108 0,-5-7-33 15,5 7-104-15,0 0-14 0,0 0-76 16,0 0 13-16,0 0-57 0,5 12 22 0,-5-12-55 16,12 15-7-16,-5-4 1 0,2 2-12 0,2 4 0 15,0-1-3-15,0 3-2 0,2 0 29 0,-2-1-39 0,3 4 22 16,-3-2-52-16,0 0 41 0,0-3-45 0,-1 1 32 16,-1-3-52-16,1-2 33 0,-3 0-36 15,0-3 43-15,-1 1-32 0,-1-4 51 0,2 0-26 0,-7-7 41 16,10 8-39-16,-10-8 35 0,13 0-35 0,-4-4 39 15,0-3-38-15,1-2 38 0,1-2-41 16,-1-2 2-16,1-2 4 0,0 0 3 0,-1 0-2 0,-2 1 43 16,0 2-27-16,-1 1 39 0,-1 2-39 0,-1 1 29 15,0 0-43-15,-5 8 31 0,9-13-45 0,-9 13 29 16,7-8-38-16,-7 8 44 0,0 0-38 0,12-5 5 16,-12 5 4-16,16 7 5 0,-5-2-21 0,4 2-31 15,2 3-23-15,4-2-91 0,2 1-47 0,3 1-51 16,2 3-101-16,1-2-61 0,0-1-39 0,1 2-93 15,1-2-796-15,0-2-968 0</inkml:trace>
  <inkml:trace contextRef="#ctx0" brushRef="#br0" timeOffset="92351.8134">23523 6422 150 0,'0'0'459'0,"0"0"-118"0,0 0 6 0,0 0-78 16,0 0 36-16,5-8-60 0,-5 8 23 0,0 0-53 15,0 0-1-15,-5-11-21 0,5 11 23 0,0 0-5 16,0 0-3-16,-4-11-5 0,4 11-22 0,0 0-21 16,0 0-26-16,0 0-23 0,-6-8-19 0,6 8-10 15,0 0-15-15,0 0-11 0,0 0-3 0,0 0-3 16,0 0-6-16,0 0 6 0,0 0 2 16,-5-9 8-16,5 9 2 0,0 0 13 0,0 0 8 0,0 0 4 15,0 0 7-15,0 0 4 0,0 0 9 0,0 0 7 16,0 0-23-16,0 0-9 0,0 0-11 0,0 0-19 15,0 0-15-15,0 0-13 0,0 0-9 0,0 0-8 16,0 0 1-16,-6 16 4 0,3-3 10 16,-1 5 8-16,-1 6 10 0,-3 4-40 0,2 3 42 0,-1 0-32 15,1 3 47-15,0 0-47 0,0 0 1 0,2 0 34 16,2-2-38-16,1-2 37 0,-1-3-37 0,2 0 46 16,0-2-56-16,1 0 41 0,0-4-39 0,0-2 35 15,0-1-39-15,0-3 38 0,-1-1-37 0,0-3 53 16,1 0-10-16,-1-11 81 0,1 20-4 0,-1-20 85 15,0 14-57-15,0-14 53 0,0 0-113 0,0 0 49 16,0 0-91-16,0 0 52 0,0 0-87 0,-13-12 0 16,7-1 0-16,-2-5-15 0,0-3 6 0,-3-5-9 15,2-4 51-15,-4-4-86 0,1-3 54 0,0-1-53 16,3-3 53-16,0 0-4 0,0-1-2 0,1 0-11 16,3 0 1-16,1 7-42 0,2-1 53 0,1 2-42 15,2 1 46-15,1 1-47 0,1 1 54 0,3 2-57 16,3 1 53-16,1 3-48 0,3 2 43 0,6 0-47 15,6 0 30-15,5 3-52 0,4 3 7 0,3 3-71 0,4 2 6 16,2 5-80-16,3 2-34 0,-4 3-46 16,1 3-65-16,7 2-64 0,-3 5-63 0,-2 0-38 15,-3 5-92-15,-2 0-706 0,-7 3-913 0</inkml:trace>
  <inkml:trace contextRef="#ctx0" brushRef="#br0" timeOffset="92524.746">23572 6709 592 0,'-19'8'866'16,"3"-2"-150"-16,2 2-134 0,0-3-64 0,4 0-53 15,10-5-77-15,-15 6-75 0,15-6-73 16,0 0-43-16,0 0-46 0,0 0-29 0,0 0-30 0,14-3-55 16,4 1-50-16,2 1-101 0,8-2-89 0,2 3-119 15,6-2-67-15,1 2-140 0,2-1-635 0,0 0-780 16</inkml:trace>
  <inkml:trace contextRef="#ctx0" brushRef="#br0" timeOffset="92785.6744">24301 6701 550 0,'0'0'803'0,"0"0"-136"0,12-4-79 16,-12 4-60-16,0 0-46 0,0 0-58 0,11-6-16 15,-11 6-74-15,0 0-5 0,0 0-81 16,0 0-4-16,0 0-68 0,0 0 28 0,0 0-51 0,8 3 21 16,-8-3-54-16,0 0 21 0,0 15-50 0,0-15-11 15,-1 14-13-15,1-14-13 0,-1 19-7 0,1-19-9 16,0 21-6-16,0-10 25 0,1 1-38 16,1-1 8-16,-1 1-97 0,2-1-40 0,0 0-99 0,0 0-61 15,2 0-82-15,0 0-103 0,-2-2-63 0,-3-9-38 16,5 15-104-16,-5-15-565 0,4 9-834 0</inkml:trace>
  <inkml:trace contextRef="#ctx0" brushRef="#br0" timeOffset="92985.6064">24371 6507 885 0,'4'-16'784'0,"-1"1"-119"0,1 0-68 16,-2 4-61-16,2-1-62 0,-3 0-59 0,1 2-67 15,1 0-44-15,-3 10-63 0,4-17-48 0,-4 17-54 16,4-12-24-16,-4 12-33 0,10-10-35 0,-10 10-81 16,13-3-56-16,-13 3-59 0,20 7-81 0,-10 0-50 15,1 1-70-15,-1 4-58 0,-1 1-12 0,0 4-72 0,0-1-559 16,-3-1-669-16</inkml:trace>
  <inkml:trace contextRef="#ctx0" brushRef="#br0" timeOffset="93335.6514">24667 6667 20 0,'12'6'767'0,"-12"-6"-113"16,0 0-50-16,12 5-61 0,-12-5-61 0,0 0-42 16,0 0-44-16,12 4-46 0,-12-4-56 0,0 0-56 15,0 0-31-15,8 6-29 0,-8-6 8 0,0 0-41 16,2 13 15-16,-2-13-50 0,3 14-8 0,-3-14-3 16,1 21-10-16,0-9-12 0,-1 1-14 0,1 1 25 15,0 2-61-15,0 0 36 0,0 0-45 0,0 0 29 16,1-1-38-16,-2-2 28 0,2 1-40 0,0-3 39 15,-2-11-45-15,2 19 41 0,-2-19-39 0,2 17 44 0,-2-17-36 16,3 12 45-16,-3-12-40 0,5 7 33 16,-5-7-43-16,0 0 35 0,19-5-41 0,-9-1 36 15,3-3-41-15,2-3 48 0,4-6-50 0,1 3-2 0,0-1 39 16,-3 0-34-16,-1 2 37 0,1 1-42 0,-4 0 43 16,-1 4-22-16,-2-1 46 0,0 1-38 0,-2 3 27 15,-1-1-49-15,0 2 32 0,-7 5-44 0,12-8 40 16,-12 8-39-16,13-3 40 0,-13 3-36 0,13 4 35 15,-4 0-31-15,5 2-7 0,-1 1-43 16,4 4-46-16,1-2-37 0,3 2-54 0,0-1-80 16,4 3-53-16,-5-3-105 0,4 2-54 0,-3-2-166 0,-1-1-619 15,0-1-885-15</inkml:trace>
  <inkml:trace contextRef="#ctx0" brushRef="#br0" timeOffset="95319.7752">30295 5898 327 0,'-9'-12'488'0,"2"2"-89"0,0 0-52 0,1-1-60 16,-1 1 62-16,1 0-14 0,0 0-59 0,1 1 11 0,1 0 1 15,-1 0-26-15,5 9-31 0,-8-14-44 16,8 14-43-16,-6-11-36 0,6 11-26 0,0 0-18 16,-9-5-8-16,9 5 1 0,-9 11 12 0,1 2 11 15,-2 4-7-15,1 3 20 0,-3 8-22 0,0 6 5 0,0 3 3 16,0 2-11-16,2 3-9 0,1 0-2 16,0 0 26-16,2 1-46 0,3 1 35 0,1-1-38 15,2-5-4-15,1-1-12 0,1 0 2 0,1-1-3 16,0-3 0-16,1-1-5 0,-1-1 7 0,1-4-4 0,0-4-7 15,-1-2-4-15,0-5 2 0,0 1 3 0,-2-4 5 16,2 0 25-16,-1-3 56 0,-1-10 46 0,1 17-2 16,-1-17-30-16,0 0-24 0,0 0-18 0,0 0-15 15,-7-7 7-15,3-6-38 0,-3-7 31 0,-2-5-53 16,-2-6 23-16,-1-8-57 0,-1-3-10 0,0-3-24 16,0-2-5-16,0-1-13 0,4 0 28 0,0-1 4 15,0-2 3-15,5 2 8 0,1 0 40 0,5-1-37 16,1 5 44-16,5 1-44 0,2 0 44 0,2 5-35 15,6 2 38-15,1 2-39 0,2 6 37 0,3 2-35 16,2 4 38-16,-1 7-38 0,1 3 45 0,1 3-42 16,0 6 34-16,2 3-32 0,0 4 30 0,3 1-36 15,0 6 25-15,3 4-42 0,-3 3 15 0,-2 2-40 16,-3 4 18-16,-3 2-45 0,-5-3 0 0,-4 1-11 16,-3 2 14-16,-3 0-5 0,-3-1 1 0,-4 0-3 15,-3-3-7-15,-2 1 12 0,-3 0-10 0,-5-1 26 16,-3 1-5-16,-4-3 6 0,-2-1 2 0,-3-4 23 15,-2 0-5-15,0-3 23 0,3-2-2 0,0-2 18 16,-1 0-10-16,6-2 17 0,-1-2-5 0,4 1 17 16,1-1-22-16,1 1-5 0,1-1-13 0,3 1 21 15,0 2-10-15,8-6 4 0,-9 13 9 0,9-13 15 16,-5 19-10-16,7-6 14 0,1 2-13 0,2 0 6 16,2 3-2-16,2 1 8 0,2 0-1 0,1 3 0 15,4 0 2-15,-1-2 0 0,2 1-1 0,-1-1 7 16,3-3-5-16,0 0 15 0,1 1-11 0,0-3 12 15,-2-3-20-15,2-1 20 0,0 0-15 0,0-3 11 16,0-1-11-16,-3-1 4 0,2-2 1 0,-1-1 0 16,-1-2-1-16,1-2 0 0,-1-2 0 0,0-2 2 0,-1-1 0 15,2-4 6-15,0 0 2 0,-2-5-3 0,1 0 9 16,1-2 5-16,0-1 13 0,-1 0 20 0,-2 2 2 16,-1 0 33-16,1 0-16 0,-2 1-11 15,1 2 0-15,-1 0-16 0,-3 4-11 0,2-1-8 16,-1 2-9-16,-1 2-3 0,2 4-3 0,0 0-4 15,-12 2-4-15,25 4 1 0,-11 1 0 0,1 4-2 0,0 0 0 16,2 4 1-16,-1 0-2 0,-2 1 4 0,-1 3-4 16,0-3-3-16,-1 3 5 0,-1-3-3 0,-3 3-1 15,-1-4 2-15,-1 1 0 0,-1 0-2 0,-3-4 5 16,-2-10-2-16,0 21 1 0,-4-12 1 0,-3-2-1 16,-4 0 1-16,-4-2-2 0,-1-1 3 0,-4-3-3 15,-1-1-2-15,-2-3 4 0,-4 1-1 0,1-4-6 16,1 0 2-16,1-2 1 0,2-1 0 0,1 1 5 15,3-4-8-15,4 0-18 0,3 0-18 0,3 1-28 16,3-3-25-16,4 2-23 0,3-2-1 0,5-2-24 16,4 1-4-16,3-3-1 0,4-1-15 0,4 1 4 15,0 0 55-15,5-3-28 0,1 1 55 0,0-1-27 16,-1 0 49-16,1 0-29 0,-7 1 53 0,5-2-27 16,-4 4 46-16,-2-5-26 0,-2 1 22 0,-1-2 21 15,-1-1 8-15,-2-1 25 0,-2-1 20 0,-1-2 2 16,-3-1 42-16,-2 0 4 0,-1-1 52 0,-1-1-54 15,-1 0 66-15,-2 5-41 0,0 0 16 0,1 1 7 16,-2 2 10-16,0 3 6 0,0 2-6 0,1 2-25 16,-1 3-33-16,0 1-29 0,0 13-22 0,0-14-8 15,0 14-16-15,0 0 4 0,0 0-4 0,3 13 2 16,-2 0-13-16,2 9 12 0,1 9-1 0,0 3-8 16,2 8-24-16,-1 3 46 0,2 2-49 0,-1 2 35 15,2 2-30-15,-1 0 23 0,2 2-25 0,-1-2 27 16,0-1-31-16,0 2 22 0,1-5-36 0,0 0 36 15,-2-2-39-15,1-3 40 0,-1-8-41 0,-2-3 41 16,-1-6-40-16,0-2 44 0,-1-2-44 0,0-3 53 16,-1-3-49-16,0-3 65 0,0 0-34 0,-2-12 39 15,1 13-45-15,-1-13 39 0,0 0-48 0,0 0 35 16,0 0-46-16,-3-10 41 0,2 0-8 0,0-4 4 16,1-4-13-16,2-2-9 0,-1-5-2 0,4-1-45 0,1-5 46 15,0 3-38-15,0 0 45 0,1 4-46 0,1 2 20 16,0 1 28-16,-1 1-48 0,1 3 3 15,2 1 3-15,0 4 11 0,0 3 33 0,3 1-48 0,0 3 45 16,2 3-43-16,0 2 38 0,3 4-4 0,3 4 0 16,3 4-5-16,0 5 4 0,-1 2-3 0,2 5-4 15,-2 2-3-15,0 1 9 0,-2 3-8 0,-3 0 6 16,0 1-4-16,-5-6 4 0,0 1-2 0,-4-1 0 16,-2-2-33-16,-2-4 41 0,-1-1-30 0,-3-1 51 15,-4-2-31-15,-2 1 51 0,-4-3-27 0,-4 1 35 16,-8-1-40-16,-6-3-4 0,-7-1-5 0,-11-2 7 0,-6-1-4 15,-6-4-19-15,-5-1-42 0,-14-3-93 16,-1-2-150-16,-3 0-163 0,0-3-111 0,4-3-888 16,-1 0-1070-16</inkml:trace>
  <inkml:trace contextRef="#ctx0" brushRef="#br0" timeOffset="97537.2555">7309 7794 42 0,'0'0'323'0,"0"0"-63"16,0 0-47-16,0 0-8 0,0 0-28 0,0 0-1 16,0 0-34-16,0 0 8 0,0 0-38 0,0 0 18 15,0 0-43-15,0 0 34 0,0 0-51 0,0 0 40 16,-13 1-36-16,13-1 21 0,0 0-7 0,0 0-4 16,0 0-8-16,0 0-14 0,0 0 8 0,0 0 4 15,0 0-8-15,0 0-1 0,0 0-2 0,-9-4-15 16,9 4 0-16,0 0-1 0,0 0-5 0,0 0-12 0,0 0 3 15,0 0-12-15,0 0-26 0,0 0 20 0,0 0-5 16,0 0 2-16,0 0-8 0,0 0 1 0,0 0 0 16,0 0 2-16,0 0-7 0,0 0 3 0,0 0 0 15,0 0 1-15,0 0-1 0,0 0-2 0,0 0 2 16,0 0-5-16,0 0 2 0,0 0 6 0,0 0-1 16,0 0 2-16,0 0-7 0,0 0 15 0,0 0-4 15,0 0 7-15,0 0 6 0,0 0 6 0,0 0 2 16,0 0 3-16,0 0 4 0,-11-3 5 0,11 3-4 15,0 0 4-15,0 0 0 0,0 0-1 0,0 0-5 16,0 0 6-16,0 0-4 0,0 0-1 0,0 0 1 16,0 0-4-16,0 0-5 0,0 0-6 0,0 0-4 15,0 0-3-15,0 0-10 0,0 0 7 0,0 0-3 16,0 0-2-16,0 0-3 0,0 0 2 0,0 0 0 0,0 0-14 16,0 0 9-16,0 0 2 0,0 0-1 15,0 0-1-15,0 0 0 0,0 0 0 0,0 0 0 16,0 0 1-16,0 0-2 0,0 0 0 0,0 0-3 15,-10-3 4-15,10 3-3 0,0 0 1 0,0 0-2 0,0 0 1 16,0 0-1-16,0 0 0 0,0 0 1 0,0 0-4 16,0 0 5-16,0 0-3 0,0 0 4 0,0 0-1 15,0 0-1-15,0 0 0 0,0 0-4 0,0 0 4 16,0 0 1-16,0 0-1 0,0 0 0 0,0 0-3 16,-12-1 1-16,12 1-2 0,0 0 5 0,0 0-3 15,0 0 1-15,-13-2-2 0,13 2 3 0,0 0 0 16,0 0-8-16,-15 0 8 0,15 0 1 0,0 0-1 15,-13-1-1-15,13 1 3 0,0 0 0 0,-11-2 1 16,11 2 17-16,0 0 5 0,-14-4 5 0,14 4 8 16,0 0 5-16,-12-5 7 0,12 5-1 0,0 0 4 15,-12-4-2-15,12 4-5 0,0 0 19 0,-12-5-2 16,12 5 4-16,0 0-4 0,-9-3 1 0,9 3-4 16,0 0-9-16,0 0 0 0,0 0-8 0,-9-5-5 15,9 5 7-15,0 0-22 0,0 0-2 0,10-6 5 0,0 2-1 16,7-1 6-16,5-1 5 0,3 2 7 15,9-3-12-15,9-3 15 0,3 3-23 0,4-1 10 16,3 0-22-16,1 2 20 0,1-2-32 0,1 3 19 0,0-1-17 16,-2 0 15-16,-3 3-17 0,-2-1 14 0,-8 3-19 15,-3-1 16-15,-2 0-31 0,-7 1-2 16,-4-1-23-16,-2 2-9 0,-4-2 8 0,-1 2 3 0,-3-2 11 16,-2 2 5-16,-13 0 9 0,22-2-2 0,-22 2 9 15,11-2-3-15,-11 2 8 0,0 0-3 0,0 0 6 16,0 0-4-16,-7-6 6 0,7 6-9 0,-16-6 14 15,16 6-11-15,-19-3 15 0,19 3-15 0,-15-1 3 16,15 1-4-16,-13-3 3 0,13 3-5 0,0 0 6 16,-14 5-6-16,14-5 11 0,-7 12-6 0,5-1 8 15,1 2 8-15,2 3 12 0,1 6-2 0,2 2 0 16,1 1 3-16,1 4 1 0,1 1-1 0,1 0-9 16,1 1 5-16,-1 0-9 0,1 1-2 0,-1-1-4 15,1 0 6-15,-1-1-8 0,0-2 3 0,-5-6-7 16,4 3 11-16,-3-3-5 0,-1-5 11 0,-1 2-1 15,-2-2 10-15,-2 0 2 0,-2-2 6 0,-2 0 2 16,-4-1 1-16,-4 0 4 0,-3-2-4 0,-4-1 2 0,-6-2-6 16,-3-2-1-16,-5-1-3 0,-2-3-6 15,-1-1-11-15,-3-4 13 0,-6-1-14 0,0-3 26 0,2-1-37 16,2 0 40-16,1-4-43 0,10 4 28 16,4-2-37-16,6 1-17 0,3 0-75 0,6 0-66 0,5 0-38 15,8 8-55-15,0-18-63 0,10 8-67 0,6-2-37 16,11-1-149-16,9-2-579 0,6 0-774 0</inkml:trace>
  <inkml:trace contextRef="#ctx0" brushRef="#br0" timeOffset="97887.3341">8459 8042 63 0,'0'0'785'0,"-1"-13"-159"0,1 13-86 16,-2-13-52-16,2 13-66 0,-4-15-67 0,4 15-51 15,0-16-53-15,0 16-34 0,1-17-42 0,-1 17-29 16,7-18-34-16,-7 18-26 0,10-14-15 0,-3 9-11 16,-7 5-13-16,19-6-7 0,-19 6-6 0,23-1-7 15,-12 3-7-15,1 0-2 0,2 4-2 0,-1 1-2 0,0 1-2 16,-2 0 2-16,0 3-11 0,0 0 6 16,-3 0-2-16,0 2 0 0,-2-2 5 0,-1 0-3 15,-3 0 0-15,-2 2-4 0,-1-2 5 0,-2 1-1 16,-4-1 1-16,-2 0-4 0,-1 0 16 0,-7 1-15 0,1-3 13 15,-5 0-14-15,-2-1 19 0,-1-2 2 16,0-1 21-16,-2-2 0 0,1-1 16 0,2-2-15 0,1-2-5 16,1-1 7-16,-1-2-16 0,2-2-8 0,3-3-6 15,3 2-21-15,3-3-46 0,4-2-59 0,3-1-39 16,4 0-57-16,5-2-48 0,4-4-66 16,8 0-23-16,4-1-58 0,9-2-81 0,6 3-541 0,1 0-625 15</inkml:trace>
  <inkml:trace contextRef="#ctx0" brushRef="#br0" timeOffset="98288.3878">8931 7913 56 0,'5'12'715'0,"-5"-12"-235"0,0 0-60 0,3 11-71 16,-3-11 22-16,0 0-19 0,3 13-17 0,-3-13-21 16,0 0-47-16,0 0-50 0,3 8-41 0,-3-8-35 15,0 0-19-15,7 9-26 0,-7-9-11 0,10 6-17 16,-10-6-10-16,18 7-15 0,-8-4-7 0,1 0-3 15,2 0-8-15,0-1-4 0,0 0-4 0,-1-1-3 16,1-1-5-16,0 0-8 0,0 0-4 16,-1-2-3-16,-1-1-7 0,0 0-1 0,-1-1-3 0,0-2 7 15,-1-3-4-15,0 0 0 0,-2-2 7 0,-1 0 1 16,-1-3 3-16,-2 0-2 0,-1 1 4 0,-1 0 13 16,-1 1 9-16,-1-2 13 0,0 2 10 0,-2 1 7 15,0 1 7-15,-2-1-22 0,-1 4-4 0,1 2-2 0,-5-1-1 16,10 6 12-16,-20-1 9 0,4 5 13 0,-3 3 9 15,-2 3 13-15,-4 5 14 0,-4 6 2 0,0 2-1 16,1 2 12-16,2 0 1 0,1 3-9 0,4 0-39 16,1 0 36-16,6-5-38 0,2 4 38 0,5-7-36 15,5 4 59-15,2-5-45 0,5 1 24 0,6 1-43 16,5 0-7-16,7-2-7 0,7 0-6 0,6-1-7 16,4-5-9-16,4 0-5 0,4-4-2 0,4 0-9 15,2-3-53-15,1 0-75 0,1-2-70 0,2-2-64 16,-2-1-113-16,-1-2-107 0,-5-1-108 0,-8-1-300 15,1-1-411-15,-7-4-895 0</inkml:trace>
  <inkml:trace contextRef="#ctx0" brushRef="#br0" timeOffset="98971.323">12466 7618 518 0,'-16'-7'618'0,"1"-1"-53"16,-1 2-46-16,-1-3-34 0,-2 0-86 0,3 1 32 16,-2-3-23-16,2 4-13 0,3-2-13 0,-2 3-49 15,1-2 14-15,3 2-59 0,-1-1-6 0,3 3-84 16,0-1-8-16,9 5-80 0,-15-5 13 0,15 5-64 16,-11-3 48-16,11 3-14 0,-7 13 43 0,2-4-50 15,1 3-5-15,4 6-19 0,0-1 34 0,2 6-61 16,5 1 40-16,-4 7-61 0,5-1 44 0,-2 0-57 15,4 3 42-15,1 2-49 0,0 1 35 0,3 0-87 0,1-2-26 16,1-1-140-16,-1 2-68 0,2-5-53 0,0-4-94 16,-1-2-87-16,-1-2-53 0,-1-4-89 0,4 1-713 15,-4-4-982-15</inkml:trace>
  <inkml:trace contextRef="#ctx0" brushRef="#br0" timeOffset="99305.611">12662 7832 298 0,'2'-22'703'0,"0"1"-137"0,0 2-55 16,-2-1-14-16,0 0-89 0,0 1-52 0,2 0-42 15,-2 1-16-15,2-1-43 0,2 2-33 0,0 1-39 16,2 1-29-16,-1 1-38 0,5 3-16 0,4-3-34 16,2 3-15-16,4 4-1 0,3 1-7 0,0 3-19 15,-1 0 4-15,4 6-13 0,0-2 5 0,-1 6-13 0,-1 0 4 16,-2 1 1-16,-3 4 3 0,-2 0-13 15,-1 3 12-15,-5 0-10 0,-5 0 15 0,0 2 8 16,-4 1 16-16,-4 0 12 0,-1 4 9 0,-6 1 45 16,-2 2-23-16,-3 0 37 0,-1 0-29 0,-2-3 45 15,2 3-57-15,2-6 41 0,-3 2-57 0,5-3 23 16,-1-1-48-16,4-1 31 0,1-2-45 0,0 0 30 16,2-1-55-16,5-1 48 0,2-2-41 0,4-1 33 0,5-1-74 15,7 0-31-15,6-4-99 0,10 1-63 0,7-4-45 16,7-2-77-16,4-4-90 0,0 1-41 15,1-3-47-15,0-1-135 0,-2-3-455 0,-4-2-732 0</inkml:trace>
  <inkml:trace contextRef="#ctx0" brushRef="#br0" timeOffset="99755.7194">13677 7708 456 0,'-3'-12'671'0,"1"0"-64"0,-2 2-46 15,2-1-20-15,-1 0-34 0,-2 0-28 0,3 1-42 16,0-1-82-16,2 11-66 0,-2-17-48 0,2 17-42 15,2-15-41-15,-2 15-32 0,10-14 1 0,-2 8-51 16,3 1 11-16,1 2-47 0,5 2 22 0,2-1-47 16,0 5-4-16,0 0-2 0,1 1-3 0,0 3-6 0,-2-2-8 15,1 4-2-15,-4-1 24 0,-1 1-28 16,-3 1 26-16,-2 1-30 0,-1-1 31 0,-1 3-24 16,-4-2 26-16,-3 1-26 0,0 1 27 0,-2 1-32 15,-6 0 34-15,0 2-27 0,-3-1 28 0,-1 0-29 16,-1 0 30-16,0-3-30 0,1 2 31 0,1-3-55 0,2 0 51 15,-1-1-35-15,2-1 22 0,1 0-24 16,3-2 32-16,4-7-35 0,-6 17 26 0,6-17-15 0,1 15 18 16,4-5-27-16,1-3 32 0,3 0-30 0,2 2 28 15,5-2-28-15,-1 0 27 0,4 3-23 0,1-3 31 16,0 1-30-16,3 0 24 0,-3-1-28 16,2 2 35-16,0-1-28 0,-1-1 23 0,0 0-23 0,-2 2 22 15,0-1-7-15,0 0 41 0,0 3-33 0,-1-3 30 16,0 2-26-16,-2 1 30 0,-3-3-35 0,1 0 37 15,-3 1-27-15,-3-1 45 0,2 0-51 0,-4-1 41 16,-1 1-43-16,-5-8 34 0,4 16-42 0,-4-16 6 16,-6 17-2-16,-3-7-1 0,-5 0-7 0,-5-1-6 15,-7 2-35-15,-7-1-51 0,-10 1-63 0,-2-3-83 0,-5-1-115 16,1 0-89-16,-2-2-75 0,1-3-271 16,8-2-425-16,3-2-820 0</inkml:trace>
  <inkml:trace contextRef="#ctx0" brushRef="#br0" timeOffset="100372.713">17797 7786 375 0,'-14'-23'561'16,"-1"1"-62"-16,-2-1-58 0,-4-4-35 0,0 0-40 15,0 5-8-15,2 0-13 0,-2 2-6 0,0-1-26 16,3 3-2-16,-1 1-29 0,5 3-42 0,0 1 5 16,3 3-47-16,0 0-10 0,1 3-71 0,2 0 12 0,8 7-49 15,-15-4 60-15,15 4-21 0,-11 7 41 0,6 0-33 16,2 4-2-16,0 4-8 0,3 2-1 15,0 4-8-15,4 4 25 0,0 6-56 0,3-2 30 16,3 3-60-16,1 5 38 0,2-1-59 0,1-1 42 0,1 0-59 16,1-1 39-16,0-3-46 0,0 3 36 0,0-4-82 15,-1-4-54-15,-1-1-66 0,-1 0-84 0,0-3-60 16,-1-5-97-16,-2 3-107 0,-1-4-74 0,-2-2-103 16,0-1-707-16,-3-5-998 0</inkml:trace>
  <inkml:trace contextRef="#ctx0" brushRef="#br0" timeOffset="100572.1608">17582 7657 945 0,'-18'-19'723'0,"1"-1"-125"16,0-1-88-16,1 2-68 0,2 0-30 0,4 2-56 15,1 2-47-15,0 1-53 0,4 0-52 0,2 1-45 0,4 1-13 16,3-1-46-16,5 1-27 0,7 1-52 15,4 0-63-15,8 3-64 0,6-1-65 0,1 5-73 16,4 2-71-16,2 3-73 0,7 1-147 0,-3 4-544 16,0 1-694-16</inkml:trace>
  <inkml:trace contextRef="#ctx0" brushRef="#br0" timeOffset="100739.3993">17932 7818 671 0,'-11'13'798'0,"3"-4"-164"0,-1-2-70 15,1 1-54-15,1-2-11 0,7-6-40 0,-12 11-90 16,12-11-28-16,-8 8-88 0,8-8-26 0,0 0-77 16,0 0-16-16,0 0-70 0,7 8-44 0,7-11-74 15,6 3-72-15,5-1-74 0,6-1-77 0,8 2-78 16,1-1-42-16,1 0-116 0,1 0-130 0,-1 0-335 16,0 0-571-16</inkml:trace>
  <inkml:trace contextRef="#ctx0" brushRef="#br0" timeOffset="100923.2761">18511 7865 738 0,'0'0'766'16,"0"0"-102"-16,0 0-41 0,5-9-39 0,-5 9-50 16,0 0-16-16,0 0-93 0,0 0-9 0,0 0-92 15,0 0-20-15,0 0-92 0,0 0-7 0,0 0-81 0,0 0 12 16,0 0-56-16,0 0 21 0,5 12-52 0,-5-12 22 16,6 17-42-16,-3-5 27 0,0-2-51 15,1 1-6-15,1 2-92 0,1-1-20 0,-1 1-106 0,2 0-59 16,-2-1-55-16,1 0-79 0,0 0-61 0,-2-2-41 15,0-1-138-15,-4-9-570 0,7 14-831 0</inkml:trace>
  <inkml:trace contextRef="#ctx0" brushRef="#br0" timeOffset="101106.1174">18585 7715 868 0,'-5'-18'795'0,"1"2"-126"16,0-1-70-16,1 2-71 0,-1 0-47 0,0 1-47 15,1 4-69-15,-1-1-51 0,1 1-59 0,3 10-56 16,-4-15-44-16,4 15-46 0,-3-14-64 0,3 14-38 16,0 0-33-16,3-8-44 0,-3 8-52 0,11 2-94 15,-11-2-57-15,18 9-87 0,-6 0-66 0,2 2-63 16,-1 3-104-16,2 0-421 0,-2 1-619 0</inkml:trace>
  <inkml:trace contextRef="#ctx0" brushRef="#br0" timeOffset="101474.1224">18789 7784 359 0,'10'-3'833'0,"-10"3"-96"16,0 0-74-16,5-11-48 0,-5 11-1 0,0 0-69 16,3-10-61-16,-3 10-49 0,0 0-69 15,0 0-69-15,0 0-64 0,2-10-50 0,-2 10-8 0,0 0-52 16,0 0 30-16,7 11-52 0,-3-2 34 0,1 1-56 16,4 2 28-16,-2 2-57 0,3 2 30 15,0 2-54-15,2-1 34 0,-1 1-48 0,1 0 36 16,0 0-52-16,0-1 50 0,0 1-58 0,-1-3 44 0,0 2-51 15,-1-4 35-15,-1-1-63 0,0-2 34 0,0 1-42 16,-3-3 38-16,0 1-30 0,0-3 47 0,-6-6-30 16,13 10 42-16,-13-10-42 0,13 0 37 0,-13 0-43 15,19-8 37-15,-7-2-37 0,2-1 30 0,-1-4-34 16,1-1 46-16,0 0-39 0,-2-2 38 0,1 4-33 16,-3-2 44-16,0 4-34 0,-1 2 48 0,-2-1-32 15,-1 4 37-15,0-1-40 0,-6 8 26 0,10-11-42 16,-10 11 33-16,9-11-37 0,-9 11 45 0,0 0-43 15,15 0 39-15,-15 0-39 0,17 6 48 0,-4-1-48 0,2 1 15 16,0 2-82-16,6-1-29 0,1 2-108 0,0-2-56 16,6 4-67-16,1-1-83 0,3 1-63 0,6 1-40 15,1-1-116-15,2-1-621 0,-1 0-879 16</inkml:trace>
  <inkml:trace contextRef="#ctx0" brushRef="#br0" timeOffset="103823.2994">23912 7582 610 0,'0'0'438'0,"0"0"-69"0,-12 0-37 16,12 0-30-16,0 0 1 0,0 0-29 0,0 0-1 15,0 0-28-15,0 0 5 0,0 0-45 0,-11-1-8 0,11 1-48 16,0 0 9-16,0 0-40 0,0 0-5 16,0 0-14-16,0 0 18 0,0 0-10 0,0 0-5 15,0 0-13-15,0 0 0 0,0 0-6 0,0 0-11 16,0 0-3-16,0 0-11 0,0 0-11 0,0 0-5 0,0 0-16 16,0 0 3-16,0 0-6 0,0 0-5 0,0 0-3 15,0 0-5-15,0 0 0 0,0 0-9 0,0 0 0 16,0 0 2-16,0 0 2 0,0 0-3 15,0 0 1-15,0 0-5 0,0 0 5 0,0 0-6 16,0 0 0-16,0 0 3 0,0 0 3 0,0 0 4 0,0 0-4 16,-10-3-1-16,10 3 4 0,0 0-3 0,0 0 5 15,0 0-2-15,0 0 2 0,0 0-2 16,0 0-1-16,0 0-2 0,0 0 1 0,0 0-1 16,0 0-3-16,0 0 3 0,0 0-6 0,0 0 10 0,0 0-7 15,0 0 2-15,0 0 1 0,0 0-4 0,0 0 0 16,0 0-1-16,0 0 5 0,0 0-5 0,0 0 5 15,0 0-3-15,0 0-1 0,0 0 2 0,0 0-1 16,0 0 0-16,0 0 0 0,0 0 0 0,0 0-7 16,0 0 8-16,0 0 6 0,0 0-6 0,0 0 0 15,0 0 1-15,0 0-2 0,0 0 0 0,0 0-4 16,0 0 4-16,0 0-7 0,0 0 10 0,0 0-3 16,0 0 2-16,0 0-3 0,0 0 6 0,0 0 1 15,0 0-5-15,0 0 7 0,0 0 2 0,0 0-3 16,0 0-3-16,0 0 1 0,0 0 4 0,0 0-4 15,0 0-15-15,0 0 8 0,0 0 11 0,0 0-5 16,0 0 0-16,0 0-3 0,0 0 2 0,0 0-2 16,0 0 3-16,0 0-8 0,0 0 5 0,0 0-6 15,0 0 5-15,0 0 2 0,0 0-5 0,0 0 3 16,0 0-1-16,0 0 0 0,0 0-2 0,0 0-5 16,0 0 1-16,0 0 7 0,0 0-19 0,0 0 21 15,0 0 2-15,0 0-3 0,0 0 5 0,0 0-11 16,0 0 13-16,0 0-8 0,0 0 2 0,0 0-4 15,0 0 2-15,0 0 2 0,0 0-1 0,0 0-2 16,0 0-13-16,0 0 13 0,0 0 4 0,0 0-1 16,0 0 3-16,0 0-1 0,0 0 0 0,0 0-3 15,0 0-6-15,0 0 4 0,0 0 2 0,0 0 5 16,0 0-3-16,0 0-1 0,0 0 2 0,0 0-28 16,0 0 31-16,0 0-3 0,0 0-6 0,0 0 5 15,0 0 0-15,0 0-1 0,0 0 3 0,0 0-5 16,0 0-1-16,0 0-3 0,0 0-4 0,0 0 11 0,0 0-1 15,0 0-2-15,0 0-2 0,0 0 3 16,0 0-6-16,0 0 6 0,0 0 2 0,0 0 3 16,0 0-3-16,0 0-1 0,0 0 1 0,0 0-5 15,0 0 5-15,0 0-16 0,0 0 11 0,0 0 10 0,0 0-5 16,0 0 3-16,0 0-3 0,0 0 4 16,0 0-11-16,0 0 1 0,0-15 0 0,0 15 6 15,0 0 1-15,0 0 1 0,0-11-5 0,0 11 3 16,0 0 7-16,0 0-1 0,1-14 4 0,-1 14 3 0,0 0 17 15,0 0 1-15,1-14 4 0,-1 14-3 0,0 0-12 16,0 0-5-16,0 0-10 0,0 0-6 16,0 0 6-16,0 0 1 0,0 0 1 0,0 0 35 0,11 12 29 15,-6 1 13-15,1 1-7 0,1 4 7 0,1 2 32 16,0 1-38-16,0 2 26 0,1 2-52 0,-1-2 28 16,2 2-43-16,-3-2 35 0,0-1-46 0,1 0 30 15,0 0-44-15,-2-3 35 0,0 0-47 0,0-3 37 16,-1-2-43-16,0-1 36 0,-2-2-41 0,1-3 40 15,-1 2-35-15,-3-10 39 0,5 15-31 0,-5-15 50 16,6 11-39-16,-6-11 43 0,0 0-52 0,0 0 26 16,0 0-39-16,0 0 36 0,3-14-40 0,-3 14 40 15,-1-23-40-15,0 5 27 0,0 0-45 0,1-3-2 16,0-4-6-16,-1-2-6 0,2-2-5 0,-1-4 4 16,2-1-1-16,-1 0 47 0,1 0-52 0,1 1 43 15,0 0-31-15,0 4 39 0,1 1-35 0,-1 4 40 16,0 2-3-16,0 5-3 0,2-1-4 0,-3 4-1 15,1 2-9-15,-1 0-2 0,2 3-2 0,-4 9 3 16,9-13 4-16,-9 13 0 0,13-4 0 0,-13 4 0 16,16 3-35-16,-8 3 46 0,3-1-36 0,-1 4 41 15,1 0-34-15,-1 1 34 0,0 3-32 0,1-1 38 0,-2 0-38 16,1 1-4-16,0 2 2 0,0-2 3 16,-2-1-7-16,0-1-15 0,1 1-3 0,-2-1-9 15,-1-3-4-15,0 2-5 0,-1-3 5 0,-5-7 8 16,11 12 11-16,-11-12 12 0,8 10 13 0,-8-10 1 15,8 7-4-15,-8-7-4 0,0 0-4 0,17-3 2 16,-17 3 5-16,15-8 3 0,-6 1 3 0,0 1-1 16,-1-1 1-16,1 0 13 0,-1 2-9 0,-1-2 19 15,-7 7-19-15,13-10 9 0,-13 10-13 0,10-6 8 16,-10 6-7-16,9-6 6 0,-9 6-11 0,0 0 18 16,14 0-11-16,-14 0 2 0,13 4 7 0,-6 1 5 0,1 3 3 15,2 0 5-15,-1 4-6 0,1-1-1 0,3 6-3 16,0-2 7-16,1 2 0 0,4 2 12 15,2-1-12-15,1 2 14 0,7 1-15 0,2-1 12 16,2 0-25-16,5-3 25 0,-2-1-20 0,4 1 8 0,-3-4-25 16,4-2-4-16,-10-3-5 0,0-1 7 15,-4-3 2-15,-3 0 6 0,-1-3 2 0,-5-2 5 0,2-2 0 16,-4-1 4-16,1-4-7 0,-3-2 0 16,-1-1 4-16,-1 0-2 0,-4-4 6 0,0 2-2 15,-3-2 5-15,-2 2-2 0,-1-2-5 0,-2 2 11 0,-1 1 1 16,-2 1 0-16,-2-1 1 0,-2 2 1 15,-1-1-3-15,-3 5-1 0,-1 0-3 0,-3 2 14 16,1 2-3-16,-3 1 3 0,0 4 7 0,0 0 0 16,-1 1-4-16,0 2-8 0,0 3 7 0,2-1 15 0,3 0-23 15,2 3 10-15,1 0-16 0,2 0 15 16,1-1-20-16,2 2 15 0,2-1-16 0,3-1 24 0,1-10-26 16,-2 21 24-16,5-10-26 0,1-1 8 0,2-2-21 15,0 1-2-15,3-1-20 0,1-4 4 16,-3 3 8-16,3-3 5 0,0 0 2 0,-10-4 14 0,18 2-1 15,-18-2 2-15,20-6-1 0,-12 1 0 16,1-4 1-16,-1-1 3 0,-3-2-6 0,0-2 3 0,0-1 3 16,-1 0 1-16,-2-1 6 0,1 1 6 15,-2 2 17-15,1 1 5 0,-2 1-7 0,0 11 17 0,0-21-10 16,0 21-1-16,0-16-8 0,0 16 1 0,0-12-13 16,0 12 0-16,0 0-6 0,2-15-3 0,-2 15-6 15,0 0 12-15,0 0-4 0,0 0 3 16,13 3-7-16,-6 2-3 0,3 0-26 0,3 3-47 15,4 0-33-15,3 3-59 0,1-2-66 0,4 2-80 0,2 0-44 16,0-1-71-16,-3 1-117 0,-1-3-542 0,-1 0-709 16</inkml:trace>
  <inkml:trace contextRef="#ctx0" brushRef="#br0" timeOffset="104608.3331">25406 7654 376 0,'-3'-14'678'0,"1"3"-104"16,0 0-19-16,-2 1-45 0,0 1-66 0,2-1 7 15,2 10-58-15,-4-18-26 0,4 18-53 0,-3-17-55 16,3 17-48-16,-1-12-44 0,1 12-34 0,0 0-28 16,8-10-20-16,-8 10-15 0,15 0-18 0,-4 3-3 15,3 1-9-15,1 4-8 0,5 2-5 0,-2 0 2 16,2 2-9-16,-2 2-9 0,-1 0 22 0,0 1-41 16,-2 1 32-16,-1 0-26 0,-1 1 23 0,-2-2-35 15,-3 0 28-15,0-2-29 0,-3 1 26 0,-1-2-26 16,0-2 26-16,-4-10-43 0,0 19 51 0,0-19-31 15,-2 15 26-15,2-15-24 0,-7 11 23 0,7-11-22 16,-8 8 26-16,8-8-28 0,0 0 30 0,-14 0-39 16,14 0 17-16,-7-7-34 0,7 7-22 0,-4-14-6 15,4 14-15-15,-2-23 6 0,4 11-20 0,0-6 15 16,1 0 4-16,3-2-22 0,1-3 27 0,2-3-9 16,-2-3 31-16,1 2-13 0,0-2 10 0,-1 1 12 15,1-1 14-15,-3 0 14 0,2 5 29 0,-3 1 33 16,0-1 11-16,-1 2 22 0,1 2 18 0,-2 3-16 15,0 1 27-15,0 1-26 0,1 2 23 0,-3 4-49 16,2-2 9-16,-2 11-44 0,2-14 17 0,-2 14-34 16,0 0 37-16,0 0-19 0,0 0 36 0,10 16-20 15,-6-3 55-15,-1 5-23 0,3 4 44 0,-2 2-44 0,0 1 1 16,2 7 0-16,-2-1-10 0,1 3 23 16,-1-2-46-16,-2 2 25 0,0 0-45 0,1-1 28 15,-2 0-45-15,2-6 47 0,-3-2-55 0,3-2 33 16,-1-2-36-16,-2-3 36 0,2-1-39 0,-2-3 41 0,0 0-31 15,1-3 62-15,-1-11-1 0,1 21 83 16,-1-21-53-16,5 12 40 0,-5-12-83 0,0 0 48 16,15 0-75-16,-7-4 49 0,3-3-76 0,1-3 56 15,5-5-81-15,4-2 7 0,0-3-72 0,6-7-18 16,0 2-12-16,2-4-4 0,1 3 14 0,-1-1 46 0,0 0-25 16,0 2 36-16,-2 0-37 0,-5 6 56 15,1 0-25-15,-4 2 45 0,-2 6-31 0,-3-3 45 16,-3 5-38-16,0-1 37 0,0 3-34 0,-4 0 30 15,0 1-45-15,-7 6 48 0,11-8-30 0,-11 8 39 16,0 0-35-16,0 0 40 0,0 0-34 0,-14 6 38 0,3 1-37 16,-5 1 37-16,-1 1-33 0,-4 1 4 15,-4 2 8-15,-4 1 0 0,0 1 4 0,-3 2 2 0,3-2-1 16,0 0 32-16,5 1-28 0,-1-3 19 16,5 1-41-16,4-2 37 0,0 1-45 0,5-2 52 0,2 2-39 15,2-1 39-15,5 1-24 0,2-12 55 0,2 21-27 16,6-9 46-16,4-1-27 0,4 0 45 15,4 0-44-15,7 0 31 0,0-1-43 0,3-1 29 16,-1 0-47-16,0-2 33 0,-2-2-43 0,-1 0 32 16,-1 0-41-16,0 0 33 0,-2-1-47 0,-4-3-15 15,0 2-104-15,-3 0-47 0,-3-2-88 0,-13-1-123 0,23 2-167 16,-23-2-102-16,17-2-875 0,-17 2-1173 0</inkml:trace>
  <inkml:trace contextRef="#ctx0" brushRef="#br0" timeOffset="106575.6354">30462 7161 364 0,'0'0'310'16,"0"0"-56"-16,0 0-27 0,0 0-25 0,0 0-20 15,0 0-18-15,0 0-8 0,-11 2 22 0,11-2-56 16,0 0 23-16,0 0-59 0,0 0 30 0,0 0-48 16,0 0 36-16,0 0-48 0,0 0 42 0,0 0-45 15,0 0 44-15,0 0-35 0,0 0 27 0,0 0-20 16,0 0 8-16,0 0-17 0,0 0 8 0,0 0-22 16,0 0 8-16,0 0-22 0,0 0 13 0,0 0-17 0,0 0 2 15,0 0-12-15,0 0 11 0,0 0-16 16,0 0 15-16,0 0-20 0,0 0 14 0,0 0-5 15,0 0-11-15,0 0 16 0,0 0-11 0,0 0 17 16,0 0-13-16,0 0 12 0,0 0-7 0,0 0 9 16,0 0-11-16,0 0 13 0,0 0-11 0,0 0 12 15,0 0-11-15,0 0 9 0,0 0-11 0,0 0 1 16,0 0 0-16,0 0-5 0,0 0 8 0,0 0-13 16,0 0 5-16,0 0 2 0,0 0 0 0,0 0-11 0,0 0 4 15,0 0-7-15,0 0 7 0,0 0-10 16,0 0 7-16,0 0-8 0,0 0-1 0,0 0 1 15,0 0 8-15,0 0-12 0,0 0 3 0,0 0 4 16,0 0-7-16,0 0 0 0,0 0-1 0,0 0 10 0,0 0-12 16,0 0 4-16,0 0 1 0,0 0-2 0,0 0 11 15,0 0-10-15,0 0 1 0,0 0 3 16,0 0-1-16,0 0 0 0,0 0 6 0,0 0-3 0,0 0-2 16,0 0 5-16,0 0-3 0,0 0 0 0,0 0 1 15,0 0 1-15,0 0 5 0,0 0-8 0,0 0-1 16,0 0 1-16,0 0-2 0,0 0-2 0,0 0 1 15,0 0 6-15,0 0-7 0,0 0-1 0,0 0 1 16,0 0 3-16,0 0-3 0,0 0 2 0,0 0 2 16,0 0-1-16,0 0-1 0,0 0 1 0,0 0-1 15,0 0 3-15,0 0 1 0,0 0 5 0,0 0 5 16,0 0 4-16,0 0 1 0,0 0-2 0,0 0 0 16,0 0-1-16,0 0-3 0,0 0 1 0,0 0-3 15,0 0 0-15,0 0-2 0,0 0-1 0,0 0-3 16,0 0 0-16,0 0-1 0,0 0 1 0,0 0-1 15,0 0-3-15,0 0 0 0,0 0 1 0,0 0 1 16,0 0-2-16,0 0 3 0,0 0-1 0,0 0 2 16,0 0-4-16,0 0 1 0,0 0 3 0,0 0-2 15,0 0 1-15,0 0 1 0,0 0 0 0,0 0-2 0,0 0 2 16,0 0 1-16,0 0-2 0,0 0 0 16,0 0 0-16,0 0 2 0,0 0-2 0,0 0-3 15,0 0 1-15,0 0 0 0,0 0-1 0,0 0-1 16,0 0 1-16,0 0 0 0,0 0 2 0,0 0-1 0,0 0-3 15,0 0 3-15,0 0 6 0,0 0-7 16,0 0-3-16,0 0 0 0,0 0 4 0,0 0-2 0,0 0 7 16,0 0 16-16,0 0 25 0,0 0 12 15,0 0 27-15,0 0-1 0,0 0 16 0,0 0-15 0,0 0 32 16,0 0-41-16,0 0 35 0,-7-7-43 0,7 7 7 16,0 0-19-16,-6-13-11 0,6 13-11 15,-10-11-4-15,1 7-7 0,-3-3-5 0,-1 0-4 16,-4 2-5-16,-2-2 0 0,-3 1 9 0,-2 2-14 0,-2 1-4 15,1 2 5-15,-3 1-7 0,-1 3 1 0,1-1 0 16,-4 5 4-16,2 0-4 0,1 2 1 0,1 1 0 16,2 0-3-16,5 1 1 0,2 1 1 0,1 1-1 15,5-1-1-15,-1 1 2 0,7 0 5 0,2 1 1 16,3-2-2-16,4 5 2 0,4-1 5 0,7 3-7 16,4 0-4-16,9 3 1 0,4-1 0 0,2 0-16 15,3-1 6-15,2-1-23 0,1 0 11 0,-1 1-6 16,-1-3 5-16,-2-1 4 0,-5-1 0 0,-3-2-4 15,-1-1 2-15,-6-2 7 0,-1 0-4 0,-4-2 5 16,-1-1 1-16,-2 2 4 0,-3-1 4 0,-1-3 6 0,-7-5 10 16,3 14 5-16,-3-14-4 0,-8 15-3 0,1-8 3 15,-4 0 0-15,-4 0 0 0,-3 0-8 16,-3 1 4-16,-2-2-2 0,-1 1-3 0,-2-1 8 16,-6-2-9-16,-2 1-1 0,-1-2 9 0,-3 0-22 0,1 1 20 15,0-4-15-15,0 2 7 0,-1-1-8 16,7-1 8-16,1 0-3 0,5 0-8 0,2 1-26 15,4-1-52-15,4 0-65 0,0 0-52 0,15 0-34 16,-15-1-42-16,15 1-32 0,0 0-15 0,13-7-53 0,6 3-48 16,8-2-74-16,13-3-349 0,4-1-396 0</inkml:trace>
  <inkml:trace contextRef="#ctx0" brushRef="#br0" timeOffset="108299.7196">30559 7447 430 0,'31'-19'659'0,"-7"2"-72"0,-3 3-44 0,-5-1-36 16,-1 2-4-16,-4 2-40 0,-2 2 7 0,0-4-82 15,-3 5 28-15,-1-1-47 0,0 1 8 0,-5 8-77 16,7-14-19-16,-7 14-71 0,6-9-38 0,-6 9-54 16,0 0 16-16,0 0-26 0,0 0-18 0,-13 9-1 15,8-2 7-15,-1 5-4 0,-1 0-6 0,0 2-6 16,1 1-64-16,0 4 56 0,0 2-66 0,2-1 61 16,0 1-68-16,0 2 49 0,1-1-55 0,2 2 55 15,1-3-63-15,1 0 61 0,1 2-9 0,1-2-4 16,2-1-3-16,-1-1-25 0,1-2-10 0,0-3-31 0,0 0-27 15,0-2-14-15,1 2-2 0,-1-6 3 16,0 0 5-16,1-1 4 0,-6-7-15 0,15 5-10 16,-15-5-22-16,18-2-5 0,-7-3 12 0,1-3 1 15,0-1 2-15,0-2 6 0,0-3 11 0,2 0-18 0,-3-1 52 16,0 0 17-16,-1 3 1 0,-1-1 10 16,-2 3 14-16,-1 0 6 0,0 0 16 0,0 3-4 0,-1-1 9 15,-5 8-3-15,8-11 1 0,-8 11-4 0,7-10-4 16,-7 10-10-16,6-9 2 0,-6 9-2 0,0 0-2 15,0 0 3-15,0 0 0 0,0 0-1 0,0 0 6 16,13 6-1-16,-13-6 2 0,6 10-2 0,-6-10 2 16,9 13-1-16,-2-4-1 0,-1-2 2 0,2 3 1 15,1 0-1-15,2-2-28 0,0 1-19 0,2 0-25 16,0-2-13-16,0 1-7 0,1-2 6 0,1 1 5 16,-1-1 14-16,-2-3 20 0,1-1 3 0,-1 0 11 15,-12-2 8-15,24-2 5 0,-13 0 5 0,1-4-1 16,-1 0 7-16,0-1 36 0,1-2-31 0,-3 0 8 15,-1-2-2-15,0 1 18 0,-1 2 32 0,-2 0 10 16,1-1 10-16,-1 4 1 0,-5 5-7 0,7-12-14 16,-7 12-4-16,7-9-13 0,-7 9-19 0,6-7 0 15,-6 7-4-15,0 0-2 0,0 0-12 0,0 0 6 16,0 0 1-16,10 6-5 0,-10-6 2 0,3 8-1 16,-3-8 0-16,4 14 0 0,-4-14-1 0,8 16 4 15,-4-7-7-15,2-1 6 0,1 1 2 0,0 1-3 16,3-2 2-16,1 1 35 0,-1 0-48 0,2-1 35 15,-1-1-40-15,2-1 36 0,-3-1-40 0,1-1 44 0,0-1-36 16,-11-3 36-16,20 4-32 0,-20-4 31 0,20-1-30 16,-20 1 53-16,19-8-15 0,-10 2-15 0,0-2 3 15,0-2 4-15,1 0-2 0,-2-2 10 0,0 2 2 16,0-3-2-16,-1 2 6 0,-2 1 25 0,1 2-37 16,-2 0 17-16,-4 8-48 0,10-12 18 0,-10 12-37 15,9-6 34-15,-9 6-34 0,12 1 2 0,-3 5 12 16,1 3-2-16,0 3 29 0,1 5-35 0,0 3 37 15,0 7-30-15,0 2 30 0,-4 3 0 0,-1 2-2 16,-1 1-7-16,-3 2-2 0,-1 1-30 0,-2 2 32 16,-2 5-33-16,-2-1 30 0,-2-1-38 0,-1 0 0 0,-3-2 9 15,1-3-3-15,-3-3 3 0,1-6 3 0,-1-3 2 16,-2-3 6-16,-2-2 1 0,-2-5 2 0,0-4 1 16,-1-1 4-16,-1-5 3 0,-2-2-3 0,1-3-2 15,-3-4 3-15,0-3 1 0,-4-4-14 0,2-3-5 16,1-3-24-16,-1-5 13 0,8-1-14 0,1-2-84 15,6 1 14-15,4-5-76 0,5 3-17 0,6 0-21 16,4-6 1-16,8-1 13 0,5-2 19 0,5 2 26 16,2 2 19-16,3 1 21 0,2 0 19 0,2 2 11 15,0 1 19-15,2 1 13 0,0 0 10 0,1 3 15 0,0-2 5 16,-1 1 7-16,-1 1 23 0,-2 0 26 16,-2 3 26-16,-5 1 26 0,-3 2 26 0,-3 1 23 15,-3 0-13-15,-2 3-19 0,-1-1-3 0,-4 2 2 0,-2 1-1 16,0 2-13-16,-2 1-18 0,-6 7-11 0,6-13-7 15,-6 13-7-15,0 0 6 0,-11-9-30 16,11 9 30-16,-20 2-38 0,9 1 52 0,-4 1-52 0,2 2 0 16,-2 3 10-16,2 1-5 0,-1 2 5 0,1 1 33 15,1 1-45-15,3 0 39 0,2 1-38 0,1-1 39 16,2 0-55-16,1 3 49 0,0-3-39 0,3-2 42 16,1 2-46-16,4 0 39 0,0-2-3 0,2 2-1 0,0-4-4 15,5 1-5-15,-1-1-3 0,2-3-4 16,2 0 7-16,-1 0-1 0,2-3-10 0,-2-4 6 15,1 1-2-15,-1-2 5 0,3-3-4 0,0-3-5 0,1-1 1 16,0-2 3-16,-2-1 17 0,1-2-23 0,-2 1 44 16,-1-1-16-16,-2-1 58 0,-2 2-23 0,0-1 23 15,-1 1-27-15,-2-1 43 0,-1 2-5 16,1 1 37-16,-2 1-40 0,-1 0 21 0,1 2-44 0,-5 7 18 16,6-12-48-16,-6 12 20 0,6-11-42 0,-6 11 14 15,5-9-37-15,-5 9 25 0,0 0-37 0,0 0 34 16,6-7-35-16,-6 7 32 0,0 0-29 0,0 0 7 0,3 10-64 15,-3-10 12-15,0 0-39 0,3 17 14 16,-3-17-47-16,3 10 28 0,-3-10-12 0,5 15 2 16,-5-15 4-16,7 13-52 0,-7-13 41 0,9 13 11 0,-9-13 3 15,10 12 17-15,-10-12 18 0,11 8 15 0,-11-8 9 16,15 4 11-16,-15-4 7 0,15 0 6 0,-15 0 5 16,20-3 12-16,-20 3 18 0,21-6-30 0,-12 1 69 15,1 0-25-15,0 0 61 0,-1 0-19 0,-1 0 45 16,0-1-29-16,1 2 37 0,-9 4-39 0,13-6 19 15,-13 6-52-15,9-8 17 0,-9 8-51 0,0 0 23 16,14-5-45-16,-14 5 32 0,0 0-40 0,0 0 36 0,13 3-37 16,-13-3 35-16,7 11-4 0,-7-11 2 15,7 15-7-15,-4-6 5 0,1-1-15 0,-1 2 3 16,1 1 4-16,1 0-10 0,0-1 6 0,-1 0-6 0,-1 1 17 16,1-2-16-16,0 1-4 0,-1-1 6 15,1-1-5-15,-4-8 4 0,8 15 5 0,-8-15 0 0,5 11 8 16,-5-11 0-16,5 11 4 0,-5-11 4 0,0 0-8 15,9 7 0-15,-9-7-7 0,0 0 0 0,15-1-2 16,-15 1-4-16,12-4 3 0,-12 4-5 0,16-8-1 16,-7 3 1-16,0 1-4 0,0 0 9 0,1 0-7 15,-1-1-3-15,2-1 3 0,-1 2-1 0,0 0 9 0,-1 0-11 16,1 0 3-16,-2 0-1 0,-8 4 2 0,16-8 3 16,-16 8-4-16,14-6 0 0,-14 6 3 0,11-5-4 15,-11 5 5-15,11-5-4 0,-11 5-1 0,0 0 1 16,12-4-1-16,-12 4 6 0,0 0-4 0,19-2 1 15,-19 2 4-15,18 2 6 0,-5-1 10 0,2 2 3 16,3 0 22-16,0 3 6 0,4-2 2 0,0 2-2 16,0 0 4-16,1 2-3 0,1-1 18 0,0 1-7 15,2-1-3-15,-2 0 0 0,0 0-5 0,0 1-3 16,1-1-5-16,0 1-6 0,-1-1-4 0,5 1-5 16,1 2-6-16,1-2-6 0,2 1-3 0,1-4-11 0,3 3-93 15,-1-2-28-15,0 1-114 0,0-1-19 0,-2 0-134 16,-6-3-61-16,-1 0-131 0,-5-1-125 0,-3-2-219 15,-5 0-374-15,-4-4-894 0</inkml:trace>
  <inkml:trace contextRef="#ctx0" brushRef="#br0" timeOffset="110626.5853">7374 9243 342 0,'0'0'317'0,"0"0"-35"0,0 0-21 16,0 0-27-16,0 0-12 0,0 0-10 0,0 0-8 16,-2 10-10-16,2-10-16 0,0 0-10 0,0 0 8 15,0 0 6-15,0 0-12 0,0 0 14 0,0 0-2 16,0 0 4-16,0 0 1 0,0 0-2 0,0 0-1 16,0 0 7-16,0 0-35 0,0 0-1 0,-4 9-11 15,4-9-4-15,0 0-11 0,0 0-13 0,0 0 8 16,0 0-32-16,0 0 12 0,0 0-32 0,0 0 22 15,0 0-46-15,0 0 21 0,0 0-37 0,0 0 21 16,0 0-37-16,0 0 24 0,0 0-30 0,0 0 21 16,0 0-37-16,0 0 40 0,0 0-39 0,0 0 22 15,0 0-22-15,0 0 23 0,0 0-25 0,0 0 22 16,0 0-28-16,0 0 29 0,0 0-29 0,0 0 28 16,0 0-29-16,0 0 26 0,0 0-27 0,0 0 29 15,0 0-29-15,0 0 25 0,0 0-24 0,0 0 25 16,0 0-30-16,0 0 45 0,0 0-43 0,0 0 27 0,0 0-22 15,0 0 24-15,0 0-27 0,0 0 27 16,0 0-31-16,0 0 34 0,0 0-31 0,0 0 33 16,0 0-37-16,0 0 33 0,0 0-32 0,0 0 32 0,0 0-30 15,0 0 31-15,0 0-31 0,0 0 31 0,0 0-36 16,0 0 37-16,0 0-35 0,0 0 15 16,0 0-21-16,0 0 19 0,0 0-20 0,0 0 17 0,0 0-24 15,0 0 27-15,0 0-16 0,0 0 23 0,0 0-18 16,0 0 21-16,0 0-19 0,0 0 27 0,0 0-24 15,0 0 17-15,0 0-14 0,0 0 19 0,0 0-26 16,0 0 26-16,0 0-15 0,0 0 14 0,0 0-16 16,0 0 16-16,0 0-13 0,0 0 13 0,0 0-22 15,0 0 24-15,0 0-18 0,0 0 18 0,0 0-18 16,0 0 13-16,0 0-10 0,0 0 22 0,0 0-26 16,0 0 19-16,0 0-19 0,0 0 14 0,0 0-19 15,0 0 19-15,0 0-13 0,0 0 17 0,0 0-15 16,0 0 16-16,0 0-16 0,0 0 13 0,0 0-18 0,0 0 16 15,0 0-14-15,0 0 17 0,0 0-17 16,0 0 20-16,0 0-21 0,0 0 22 0,0 0-24 16,0 0 29-16,0 0-30 0,0 0 17 0,0 0-22 15,0 0 23-15,0 0-12 0,0 0 15 0,0 0-21 0,0 0 21 16,0 0-13-16,0 0 11 0,0 0-12 16,0 0 16-16,0 0-21 0,0 0 23 0,0 0-20 0,0 0 23 15,0 0-29-15,0 0 27 0,0 0-24 0,0 0 21 16,0 0-18-16,0 0 11 0,0 0-8 0,0 0 35 15,0 0-48-15,0 0 22 0,0 0-17 0,0 0 20 16,-4 8-17-16,4-8 15 0,0 0-13 0,0 0 16 16,0 0-16-16,0 0 19 0,0 0-18 0,0 0 15 15,0 0-20-15,0 0 29 0,0 0-28 0,0 0 20 16,0 0-18-16,0 0 12 0,0 0-12 0,0 0 13 16,0 0-21-16,0 0 18 0,0 0-13 0,0 0 15 15,0 0-15-15,0 0 21 0,0 0-21 0,0 0 15 16,-12-2-14-16,12 2 16 0,0 0-38 0,0 0 38 15,0 0-13-15,-11-5 23 0,11 5-19 0,0 0 8 16,-8-6-8-16,8 6 14 0,-8-6 1 0,8 6 38 16,-10-8-25-16,10 8 26 0,-14-11-23 0,7 7 39 15,0-2-2-15,-2 1 45 0,2-2-39 0,-1 2 34 0,0 0-28 16,8 5 17-16,-14-10 4 0,14 10-5 0,-11-8-7 16,11 8-12-16,-10-6-16 0,10 6-13 0,0 0-14 15,-9-8-6-15,9 8-5 0,0 0-1 0,0 0-2 16,16-2 40-16,-2 2-44 0,7 0 2 0,6 0 4 15,6 0-4-15,8 0 1 0,10-2-5 0,1 1 0 16,2 1-2-16,0-1 1 0,0 1-3 0,-3-1-2 16,-6 1-3-16,-3-1 2 0,-3 1-1 0,-5 1-10 15,-3-1-11-15,-3 1-9 0,-4-1-3 0,-2 0-9 16,-3 0 38-16,-3 0-40 0,0 0 36 0,-4 1-35 16,-12-1 36-16,23 0-35 0,-23 0 40 0,16 2-35 0,-16-2 43 15,12 3-35-15,-12-3 36 0,7 6-33 16,-7-6 35-16,4 8-35 0,-4-8 41 0,2 12-38 15,-2-12 39-15,0 17-40 0,0-17 40 0,-2 20-38 0,1-8 37 16,0-2-34-16,0 2 36 0,-1-1-50 0,0 1 32 16,1 1-1-16,-2-1-1 0,1-1-1 0,-2 1 1 15,0-1-4-15,-2 1 0 0,0 0 5 16,-2-1 0-16,-3 1-5 0,-2 1 3 0,-3-1-5 0,0 0 0 16,-3-1 6-16,-6 0-40 0,0 1 43 0,-2-2-34 15,-3 0 39-15,-2-2-35 0,-3 0 40 0,-7 0-39 16,-2-2 44-16,-2-1-37 0,-2-1 37 0,-2-2-6 15,-1 0 0-15,0-2-5 0,-1-2 0 0,1 1-3 16,2 0 1-16,2-5 3 0,8 5-5 0,5-3 0 16,5 3-2-16,4-1-22 0,5 0-88 0,2 0-100 15,6 0-72-15,12 2-53 0,-12-4-49 0,12 4-56 16,14-7-15-16,2 3-93 0,10 0-178 0,8-2-317 16,4 1-657-16</inkml:trace>
  <inkml:trace contextRef="#ctx0" brushRef="#br0" timeOffset="111827.1826">7439 9242 271 0,'-14'-2'649'0,"14"2"-155"16,-14-2-87-16,14 2-45 0,-18-2-35 15,18 2-21-15,-21-3 2 0,21 3-7 0,-21-4 18 0,21 4 17 16,-19-3-20-16,19 3-36 0,-15-2-10 0,15 2-66 16,-12-3-11-16,12 3-64 0,-7-6-7 15,7 6-45-15,5-8 7 0,4 2-37 0,10-2-12 0,9-2-7 16,12-1-4-16,7 0-7 0,16-3-2 0,5 1 14 15,5 0-31-15,2 2 15 0,0 1-44 0,-1 1-5 16,-3 0-19-16,-13 3-23 0,-3 1-3 0,-4-1-32 16,-5 3 0-16,-10-1-55 0,-8 2-2 0,-2 0-10 15,-7 1 47-15,-3 1 12 0,-16 0 28 0,18 1-11 16,-18-1 0-16,0 0 2 0,0 0 16 16,-14 9 11-16,-2-4 20 0,-1-1 4 0,-6 0 24 0,-3 2-9 15,0 0 17-15,-6 1-4 0,7-2 9 0,-1 1-4 16,1-2 4-16,2-1 1 0,5 2 15 0,-1-3-7 15,4 2 12-15,0-3-12 0,3 2 18 0,0-2-9 0,12-1 11 16,-19 3-12-16,19-3 9 0,-16 4-12 16,16-4 9-16,-12 3 4 0,12-3 33 0,-6 7-10 15,6-7 60-15,0 0-9 0,-3 16 5 0,3-16 4 0,5 19-3 16,-2-7 5-16,1 2 7 0,1 1-6 0,-1 3-7 16,1 3-4-16,0 0 10 0,3 1-16 15,-1 2-6-15,0-1-10 0,-1 1-13 0,2 0-9 16,-2-2-4-16,-1 1-5 0,0-2-5 0,-1 1-4 0,-3-4 3 15,0 1 3-15,-1-2 9 0,-1-1-8 0,-2 1 14 16,-1-4-19-16,-3 1 21 0,-3 0-16 0,-5 0 38 16,0-2-39-16,-5-2 46 0,-7 1-35 0,-1-1 31 15,-4-3-44-15,-3-1 31 0,-2-2-39 0,-3-2 31 16,0 0-42-16,0-4 43 0,0 1-40 0,0-2 34 16,2-2-40-16,3-1 35 0,1 2-43 0,7-1 40 15,1 0-42-15,3 0 33 0,5 1-45 0,1 0 10 16,4-1-95-16,2 1-41 0,11 4-40 0,-8-8-39 15,8 8-33-15,7-8-44 0,3 3-42 0,5 1-29 16,4 1-21-16,4-1-84 0,2 2-75 0,3-1-447 16,1 1-592-16</inkml:trace>
  <inkml:trace contextRef="#ctx0" brushRef="#br0" timeOffset="112576.333">8242 9613 507 0,'12'-6'719'0,"-2"2"-142"0,0-2-66 16,-2-1-43-16,1 0-34 0,-1-1-34 16,2-2-13-16,-1 0-38 0,0-2-50 0,0 1-5 15,1 0-74-15,0-2 0 0,0 2-66 16,0 1 6-16,0-1-62 0,2 2 7 0,0-1-52 0,2 3 17 0,0 1-41 16,0 0 24-16,2 5-44 0,-1 0 32 0,3 2-43 15,0 2 31-15,0 2-39 0,2 1 33 0,-1 5-39 16,0-1 43-16,0 1-42 0,-2 2 33 0,0 1-40 15,-4 1 33-15,0-1-30 0,-2 1 31 0,-3-3-34 16,0 1 27-16,-3-2-29 0,-1 0 37 0,-4-11-28 16,0 21 34-16,-3-11-30 0,-1-2 41 0,-5 1-29 15,-1-2 31-15,-3-1-31 0,-4 0 29 0,-1-3-32 16,-2 0 31-16,-3-3-34 0,-1 0 34 0,-3-2-35 16,2-2 34-16,-1-2-32 0,2 0 39 0,1-1-38 15,4-4 30-15,1-1-49 0,4 1 16 0,4-1-71 16,3-3-5-16,5 1-30 0,3-3-30 0,4-3-23 15,5 1-30-15,6-4-9 0,3 0-35 0,4-2-23 16,4 0-3-16,1 0-4 0,1 2 12 0,0-1 28 0,-2-1 29 16,-1 1 28-16,-6 4 40 0,-1-1 30 0,-1 0 46 15,-4 1 39-15,-3 2 41 0,-1-1 50 16,-2 2 34-16,-3 1 23 0,-1 0 21 0,-2 1 45 0,-1 2 21 16,-2 0 8-16,1 0 7 0,-2 2-8 0,0-1-16 15,2 12 12-15,-2-18-53 0,2 18-1 0,-2-14-57 16,2 14 3-16,0 0-32 0,-3-11 81 0,3 11-24 15,0 0 34-15,0 0-35 0,1 18 23 0,2-7-10 16,0 4-10-16,1 2-11 0,3 3 40 0,-1 3-76 16,3 3 48-16,2 1-79 0,-1 4 50 0,3 4-78 15,0-1 52-15,-1 0-75 0,1 0 65 0,1 2-82 16,-2-9 62-16,0 2-70 0,-1-2 49 0,0-1-83 16,-1-4 23-16,-2-2-76 0,0-2 15 0,-2-3-52 15,2 1 26-15,-2-5-32 0,1 0 41 0,-1-2-37 16,0-2 30-16,3-1-40 0,-9-6-3 0,16 1-19 15,-5-3 13-15,-1-3 26 0,1-4 19 0,0-1 27 16,-1-2 8-16,-1-1 20 0,1-1 10 0,-2 1 17 0,-1 0 8 16,0 0 27-16,1 2 59 0,-3 1 5 0,-1 1 46 15,1 0-33-15,-5 9 37 0,8-12-55 16,-8 12 28-16,5-11-53 0,-5 11 18 0,0 0-40 16,9-7 33-16,-9 7-38 0,0 0 32 0,10 5-38 0,-10-5 32 15,12 11-35-15,-3-4 33 0,2 0-39 0,3 4 33 16,2-1-62-16,3 0-34 0,0 1-85 15,3-1-74-15,-1 0-59 0,1-1-95 0,1 1-62 0,-1-2-11 16,0 2-79-16,-1-3-10 0,0 0-529 0,-2-2-689 16</inkml:trace>
  <inkml:trace contextRef="#ctx0" brushRef="#br0" timeOffset="112926.6743">9598 9481 376 0,'-1'-13'757'0,"0"2"-106"0,1 11-27 16,-4-17-35-16,4 17-39 0,-2-14-40 0,2 14-2 15,-2-11-89-15,2 11-16 0,0 0-100 0,-3-14-23 16,3 14-94-16,0 0 8 0,0 0-37 0,0 0 42 16,0 0-59-16,7 8 20 0,-1-1-62 0,-1 2 29 15,3 2-59-15,-1 2 40 0,3 0-70 0,0 1 44 16,1 3-65-16,-1 0 47 0,1-1-64 16,-2 0 57-16,-1-2-70 0,0-1-4 0,0 0-15 0,-2-1-16 0,0-2 20 15,0-1-46-15,-1-1 43 0,-1 0-32 16,-4-8 51-16,8 11-42 0,-8-11 9 0,0 0-86 0,13 3 14 15,-13-3-45-15,12-11 45 0,-3 0-27 16,2-4 41-16,-1-3-18 0,2 1 66 0,0-1-21 0,-1-1 47 16,-1 3 27-16,0-1 81 0,-2 4-3 0,-1 0 58 15,-1 3-25-15,1 1 34 0,-2 0-63 0,-5 9 16 16,9-14-54-16,-9 14 23 0,8-7-37 0,-8 7 44 16,14 0-47-16,-14 0 33 0,19 8-41 0,-5 0 29 15,2 1-42-15,3 2-6 0,1 1-122 0,4 2-46 16,9 2-77-16,2 4-96 0,3-2-139 0,3 1-122 15,3 1-194-15,6 2-630 0,-5-3-1038 0</inkml:trace>
  <inkml:trace contextRef="#ctx0" brushRef="#br0" timeOffset="113712.2389">7371 10628 721 0,'-24'-3'538'0,"-3"-1"-114"16,0 1-42-16,-2-1-16 0,1 2-40 0,-1-1-9 0,1 1 0 15,3 1 19-15,5-2-16 0,1 1-19 0,2 1-47 16,4 0-37-16,1-1-21 0,12 2-50 16,-21-3-1-16,21 3-32 0,-8-4 2 0,8 4-24 15,14-9 19-15,8 2-44 0,17-5 20 0,9 1-49 0,18-2 26 16,8-1-38-16,9 1 19 0,6-1-38 0,6 1 35 16,1 1-20-16,1 2-63 0,-1-1-17 15,-3 3-40-15,-4 1-55 0,-6 1-32 0,-8 1-30 0,-15 4-23 16,-8-2-23-16,-12 1-19 0,-9 2 49 0,-8 1 31 15,-5 0 40-15,-18-1 26 0,16 4 26 0,-16-4 25 16,0 0 16-16,-21 7 14 0,3-2 5 16,-9-1 18-16,-6 1 16 0,-3 0 50 0,-8 1 32 0,1 0 23 15,6 1 6-15,2-1 7 0,0 1 2 0,6 0-6 16,4 0-11-16,3 2 7 0,2 2 22 0,4 1 19 16,2 3-20-16,5 3 23 0,3 2-22 0,3 3-8 15,4 1 2-15,4 6-8 0,2 0-13 0,7 7-11 16,0 1-10-16,4-1-12 0,1 1 26 0,2-1-42 15,2 1 13-15,-3-1-25 0,3-1 7 0,-2 1-24 16,-2-4 17-16,-1 2-21 0,0-5 14 0,-6-2-15 16,-3-3 1-16,0-4-2 0,-4-1-2 0,-3-3 1 15,-3-1-2-15,-3 0 7 0,-6 0-4 0,-4-3-8 0,-8 2 5 16,-3-3 1-16,-8-3-2 0,-9 0 2 0,-7-5 1 16,-2-3-4-16,-3-1-1 0,-2-4 2 0,0-2-1 15,-1-2 16-15,4-1-20 0,1-2 19 16,6-1-22-16,1 0 19 0,7 1-22 0,6 2 22 0,6-3-50 15,5 2-48-15,6-2-58 0,5 3-56 0,6-1-45 16,4 10-49-16,9-16-60 0,3 6-57 0,9 0-134 16,7 1-579-16,3-1-737 0</inkml:trace>
  <inkml:trace contextRef="#ctx0" brushRef="#br0" timeOffset="114527.2941">8593 11176 993 0,'0'0'702'0,"-5"-12"-76"16,5 12-62-16,-5-16-65 0,2 7-62 0,1-1-61 15,2 10-69-15,-4-20-41 0,4 20-39 0,-1-22 3 0,1 22-73 16,5-21-4-16,-1 11-57 16,4-2 6-16,1 3-55 0,4 0 23 0,0 2-43 0,4 2 15 0,-1 2-32 15,2 2 19-15,0 3-27 0,1 1 26 0,-3 1-38 16,4 3 20-16,-1 4-26 0,-3-2 16 0,-1 3-26 16,-2 2 14-16,-3-2-16 0,-1 1 13 0,-3 1-7 15,-2-2 20-15,-2 2-12 0,-2-2 13 16,-2 3-20-16,-3-3 32 0,-3 1-23 0,-2-3 13 0,-2 1-9 15,-5 1 13-15,-1-3-10 0,-3-1 19 0,-1-1-26 16,-1-2 3-16,-1-3 9 0,-2 1-2 0,2-3 1 16,-1-2 11-16,2-1-35 0,1-1 50 0,3-1-31 15,4-3-15-15,1 0-47 0,4-3-42 0,2 0 5 16,4-2-43-16,3-2-21 0,3 1-25 0,6-5-12 16,2-1-14-16,8-2-15 0,6-3-21 0,5 2-1 15,2-2 4-15,2 3 7 0,1-2 5 0,1 2 6 16,-1 1 5-16,0-1 47 0,-3-1 24 0,-1 3 42 15,-7-1 41-15,-2 2 79 0,-3-1 60 0,-1 0 15 16,-5 2 51-16,-3-1 24 0,0 0 18 0,-5 2 36 0,0 1 15 16,-3-1 70-16,0 3 2 0,-2 0-15 15,0 1 14-15,1 0-18 0,-2 3-26 0,0-2-5 16,2 12-52-16,-2-18-15 0,2 18-67 0,-2-12 12 0,2 12-44 16,0 0 88-16,0 0-24 0,0 0 40 0,0 0-56 15,8 18 6-15,-4-4-3 0,1 3-18 0,1 3 37 16,2 4-49-16,1 4 33 0,0 1-60 0,3 7 32 15,0-1-60-15,1 1 40 0,1 1-65 0,0-1 41 16,0 1-57-16,0-4 47 0,0 1-57 0,-3-6 46 16,0-1-55-16,1-1-22 0,-3-5-31 0,0 0-19 15,0-4-27-15,-1-1-12 0,-1-1-18 0,0-4 2 16,0 1 13-16,0-4 8 0,0-1-22 0,-7-7 1 16,18 3-8-16,-18-3 10 0,20-6 25 0,-7-1 4 15,-2-2 23-15,2-5 6 0,-2-2 22 0,0 0 3 16,-1 0 2-16,-2 2 29 0,-2 0 34 0,1-1 14 15,-2 4 26-15,0 0 40 0,-1 1-9 0,-1 1 22 16,-3 9-38-16,6-14 9 0,-6 14-37 0,6-11 16 0,-6 11-27 16,0 0 35-16,0 0-29 0,12-3 40 15,-12 3-35-15,9 8 31 0,-9-8-39 0,12 13 27 0,-1-5-43 16,-1 0 30-16,3 2-40 0,4 2 25 16,2-2-117-16,2 1-59 0,4 1-72 0,3 0-115 0,-1-1-96 15,2-1-54-15,-1 1-129 0,-1-1-656 0,-4-3-881 16</inkml:trace>
  <inkml:trace contextRef="#ctx0" brushRef="#br0" timeOffset="114911.2468">9868 11090 849 0,'-1'-12'774'0,"0"-1"-48"0,1 13-63 0,-3-21-3 16,3 21-44-16,-3-19-17 0,3 19-56 0,-3-16 35 15,3 16-133-15,-3-13-37 0,3 13-88 0,-2-10-62 16,2 10-58-16,0 0-41 0,-3-11-35 0,3 11-17 15,0 0-22-15,0 0-12 0,3 9-69 0,-3-9-4 16,7 17 0-16,-2-6 0 0,1 1 0 0,0 3 0 16,1-3 0-16,0 3 0 0,0 0 0 15,1 0 0-15,0-2 0 0,0 0 0 0,-1 2-12 0,2-4-103 16,-2 0-6-16,2 1-1 0,-2-3 6 0,1 0 2 16,-2-4 8-16,1 0-14 0,-7-5-18 0,16 4-14 0,-16-4-14 15,16-6 23-15,-5-1-26 0,0-3 35 16,1-2-2-16,0-5 33 0,0 2 3 0,-1-2 45 15,1 1 2-15,-1 2 56 0,-3 1 22 0,0 2 77 16,-2 2-8-16,0 0 42 0,0 1-43 0,-6 8 28 0,10-14-58 16,-10 14 25-16,7-8-36 0,-7 8 76 0,0 0-25 15,14-1 52-15,-14 1-58 0,14 8 36 0,-5-1-74 16,2 2 45-16,2 1-73 0,3 2-10 0,2 1 1 16,4 3-11-16,0-1-51 0,2 1-25 0,1 1-124 15,5 1-24-15,2 1-105 0,2-1-82 0,1 0-127 16,-1 1-79-16,-1-1-105 0,-6-3-746 0,-2-1-1073 15</inkml:trace>
  <inkml:trace contextRef="#ctx0" brushRef="#br0" timeOffset="116478.5698">7843 12316 268 0,'0'0'293'0,"0"0"-39"0,0 0-42 0,0 0 0 16,0 0-46-16,0 0 11 0,0 0-40 0,0 0 27 15,0 0-18-15,0 0-16 0,0 0-24 0,0 0 3 16,0 0-12-16,0 0-11 0,0 0-13 0,0 0 4 15,0 0-5-15,0 0 0 0,0 0-7 0,0 0-2 16,0 0-25-16,0 0 11 0,0 0 1 0,0 0-5 16,-4 9-13-16,4-9 1 0,0 0-3 0,0 0-8 0,0 0-8 15,0 0 1-15,0 0-2 0,0 0-2 16,0 0 0-16,0 0-4 0,0 0 3 0,0 0-5 16,0 0 1-16,0 0 1 0,0 0 1 0,0 0 0 15,0 0-5-15,0 0 6 0,0 0-6 0,0 0-1 0,0 0 3 16,0 0-2-16,0 0 2 0,0 0-11 15,0 0 10-15,0 0-5 0,0 0-1 0,0 0 11 16,0 0-3-16,0 0 2 0,0 0-7 0,0 0 5 0,0 0-2 16,0 0-1-16,0 0 0 0,-12-5 2 0,12 5 12 15,-7-5 14-15,7 5 23 0,-12-6 3 16,3 2 4-16,-2 0 21 0,-3 0 28 0,0-2 34 0,-3 2-1 16,0 0 30-16,0-1-19 0,-1 2 2 0,0-1 20 15,2 1-7-15,0-1 2 0,3 2-13 0,0-2-9 16,3 2 10-16,10 2-51 0,-20-4 7 0,20 4-54 15,-13-5 14-15,13 5-42 0,0 0 36 0,0 0-44 16,0 0 30-16,0 0-30 0,0 0 30 0,26 1-43 16,1-2 33-16,5 0-40 0,9-1 42 0,11-1-51 15,2 1 33-15,3-3-36 0,1 2 35 0,0-1-35 16,0 1-4-16,-2 0-20 0,-3 1-54 0,0-1 0 16,-4 3-13-16,-8 0-8 0,-3 0-20 0,-7-1 4 15,-3 0-8-15,-5 1 25 0,-2-2 0 0,-2 2 30 0,-4 0 0 16,-2 0 28-16,-13 0-8 0,15-3 27 15,-15 3-8-15,0 0 20 0,0 0-14 0,0 0 22 16,-14-6-11-16,3 5 11 0,-3 0-4 0,0-1 14 16,-4-1-13-16,1 2 17 0,-1-1-13 0,1 0 22 0,1 2-14 15,1 0 25-15,1-1-15 0,14 1 10 0,-24 1-14 16,13 1 13-16,1 2-12 0,0 1 22 0,1 3 2 16,1 3 33-16,1 3 2 0,0 4 5 0,2 4 21 15,3 3-1-15,0 3 27 0,4 5-2 0,0 2-9 16,4 5-15-16,2 2-10 0,0-1-1 0,2-1-54 15,1 1 34-15,1-2-38 0,0-2 22 0,0-1-39 16,0-1 6-16,-1-5-4 0,-2-3-1 0,0 0 27 16,0-1-68-16,-1-5-31 0,-1-2-71 0,0 0-86 15,-1-2-71-15,-1-2-144 0,0 1-96 0,-1-3-240 16,0-3-452-16,-2 0-833 0</inkml:trace>
  <inkml:trace contextRef="#ctx0" brushRef="#br0" timeOffset="116711.5912">8658 12791 1133 0,'0'0'845'0,"5"-13"-183"0,-5 13-152 0,3-10-104 16,-3 10-79-16,0 0-35 0,5-9-24 15,-5 9-7-15,0 0-17 0,0 0 20 0,8 5-65 0,-8-5-1 16,7 11-69-16,-7-11 7 0,10 16-55 0,-4-6 16 15,0 1-51-15,0 2 23 0,1-1-54 16,-1 2-26-16,2-1-50 0,-3-1-62 0,2 1-57 16,-1-2-105-16,-2 1-113 0,0-1-72 0,-1 0-197 0,-3-11-592 15,0 18-868-15</inkml:trace>
  <inkml:trace contextRef="#ctx0" brushRef="#br0" timeOffset="116912.1061">8743 12455 1211 0,'-3'-22'754'0,"-1"4"-83"0,2 0-88 0,-2 4-75 16,2 0-81-16,0 2-75 0,1 1-92 0,1 11-47 0,-3-18-56 16,3 18-15-16,1-13-45 0,-1 13-36 0,7-5-74 15,-7 5-75-15,16 4-91 0,-4 3-102 16,1 3-77-16,2 4-57 0,2 6-115 0,-1 1-589 0,-1 2-733 15</inkml:trace>
  <inkml:trace contextRef="#ctx0" brushRef="#br0" timeOffset="117512.2398">9106 12686 761 0,'4'-12'837'0,"-4"12"-90"0,4-16-83 0,-4 16-66 16,2-14-23-16,-2 14-100 0,2-13-20 0,-2 13-63 15,2-10-71-15,-2 10-100 0,0 0-9 0,3-10-47 16,-3 10-27-16,0 0-17 0,0 0-11 0,13 3-46 16,-13-3 27-16,12 10-52 0,-5-1 37 0,3-1-55 15,-1 3 33-15,0 1-45 0,0-1 33 0,1 1-42 16,-2-1 32-16,1 2-40 0,1-2 34 16,-3 1-44-16,1-2-4 0,0 2-65 0,-1-3-6 0,-1-1 7 0,-1 1-54 15,-5-9 5-15,10 13 4 0,-10-13 42 0,9 9-5 16,-9-9 19-16,7 5-28 0,-7-5-8 15,0 0 5-15,14-6-3 0,-14 6 16 0,14-14 6 16,-9 5 17-16,2-2 9 0,1 0 9 0,0-1 11 0,-1 0 15 16,-1 1 27-16,0 2 26 0,-1 0-1 15,1 1 53-15,-6 8-6 0,9-14 22 0,-9 14-37 16,6-11 13-16,-6 11-40 0,6-8 14 0,-6 8-27 0,0 0 27 16,11-6-29-16,-11 6 24 0,0 0-29 0,15 6 39 15,-15-6-39-15,14 8 28 0,-14-8-35 0,14 12 32 16,-7-6-41-16,2 1 33 0,-1 0-41 0,2 1 39 15,-1 1-36-15,1-2 34 0,0 1-34 0,0 0 35 16,0-2-37-16,-1 0 44 0,-1 0-53 0,0-2 33 16,-8-4-35-16,14 11 35 0,-14-11-34 0,12 5 42 15,-12-5-46-15,13 1 25 0,-13-1-39 0,14-5 16 16,-14 5-18-16,15-12 26 0,-8 5-23 0,0-1 30 16,0-2-19-16,1-2 25 0,0-1-22 0,-1 1 27 0,0-1-24 15,1-1 27-15,0 1-19 0,-1 1 43 16,0-1-8-16,1 2 57 0,-3-1-23 0,0 5 61 15,0-2-10-15,-5 9-58 0,8-14 32 0,-8 14-46 16,9-9 54-16,-9 9 20 0,11-5-34 0,-11 5 47 0,17-1-55 16,-17 1 34-16,21 1-51 0,-8 2 32 15,0 0-50-15,4-1 30 0,0 1-47 0,2 0 33 16,1 1-45-16,3-1 18 0,2 0-88 0,2 1-16 0,2-1-122 16,4 0-105-16,3 0-79 0,-2 0-167 0,2 0-96 15,-8-2-970-15,-2-1-1279 0</inkml:trace>
  <inkml:trace contextRef="#ctx0" brushRef="#br0" timeOffset="118161.901">7287 13705 357 0,'-35'-3'693'0,"2"0"-118"0,4 0-39 0,3-2-41 16,1 3-13-16,5 0-15 0,3-1-13 0,0 2-50 16,5 0-4-16,-2-1-65 0,14 2-1 0,-17-3-68 15,17 3 16-15,0 0-67 0,6-8 18 0,10 3-39 16,12 1-34-16,16-4-26 0,8-1-67 0,18-1 27 15,5-2-56-15,6 1 35 0,2-1-19 0,5 3-5 16,1 0-25-16,0 0-49 0,-1 2-49 0,-3-1-58 16,-4 2-66-16,-4 2-68 0,-14-1-37 0,-5 3-52 15,-7-1-37-15,-10 2-35 0,-10 0 33 0,-3 0 43 16,-8 0 86-16,-5 0-6 0,-15 1 56 0,14-3 51 16,-14 3 30-16,0 0 32 0,-8-6 20 0,-2 4-19 15,-5-3 76-15,-2 2-13 0,-2 1 78 0,-3 0 26 0,-1-2 66 16,0 2 17-16,2 0 27 0,0 2-6 0,5-3-5 15,0 3-20-15,2 0-25 0,3 2 36 0,-1 1 12 16,3 3 2-16,1 2 1 0,1 4-2 16,4 0-32-16,2 3 49 0,3 4-45 0,5 4 30 0,2 5-44 15,5 6 32-15,5 1-20 0,2 2-19 0,2 0-21 16,6 7-18-16,1-2-16 0,-1 1-12 0,1 0-11 16,-5-8-12-16,0 0-50 0,-2-1-82 0,-3-1-81 15,1 0-106-15,-5-2-63 0,0 0-87 0,-4-4-41 16,-2-1-137-16,-1-4-703 0,-3 0-925 0</inkml:trace>
  <inkml:trace contextRef="#ctx0" brushRef="#br0" timeOffset="118413.0573">8905 14158 1712 0,'0'0'913'0,"0"0"-165"0,0 0-126 16,0 0-89-16,0 0-58 0,0 0-34 16,0 0-32-16,0 0-47 0,0 0-50 0,0 0-57 15,0 0-32-15,0 0-20 0,0 0-28 0,0 0-27 0,10 10-18 16,-3-2-93-16,1 3 53 0,1-1-80 16,1 3 66-16,1 2-92 0,0 1 1 0,1 1-110 15,-2-3-29-15,1 4-135 0,1-3-60 0,-1 1-74 0,-2-1-130 16,1-2-61-16,-2 0-119 0,-1-3-728 0,-2 0-1080 15</inkml:trace>
  <inkml:trace contextRef="#ctx0" brushRef="#br0" timeOffset="118595.9426">8894 14026 971 0,'-6'-21'832'16,"-2"1"-139"-16,2 1-79 0,1 4-52 0,0-1-53 15,0 3-122-15,1 0-48 0,0 1-97 0,1 4-12 0,0-3-90 16,3 11-22-16,-6-13-89 0,6 13-35 16,0 0-60-16,8-11-87 0,-8 11-94 0,17 4-105 15,-6-1-52-15,4 5-110 0,2 2-147 0,2 2-357 16,-3 0-626-16</inkml:trace>
  <inkml:trace contextRef="#ctx0" brushRef="#br0" timeOffset="119178.9123">9276 14036 501 0,'6'-10'864'0,"-1"2"-121"0,-5 8-56 0,7-15-10 16,-7 15-72-16,4-12-37 0,-4 12-128 15,5-10-37-15,-5 10-100 0,4-9-30 0,-4 9-87 0,0 0 7 16,10-6-28-16,-10 6-5 0,14 5-13 0,-4 1-23 16,3 0-13-16,1 2-18 0,2 3-17 0,1 2-15 15,2-1-12-15,-3 1-4 0,3 1-12 0,-2-2-8 16,0 2 4-16,-1-1-10 0,-1-1-6 0,0-1-9 15,-3 0-18-15,-1-3-26 0,1 1-32 0,-2-1-29 16,-2-2-21-16,1 1 1 0,-2-1 14 0,-7-6 27 16,13 6-14-16,-13-6-25 0,13 2-12 0,-13-2-8 15,12-5 0-15,-5-1 18 0,1 0 20 0,-3-3 17 16,3-1 23-16,-1-2 8 0,0 1 12 0,0 0 18 16,0 0 25-16,0 2 27 0,-1-1 27 0,1 1 3 0,-1 1 19 15,0 0 29-15,-1 1 11 0,-5 7-2 0,10-14-15 16,-10 14-12-16,12-11-4 0,-12 11-2 15,12-7-8-15,-12 7-2 0,15-5-10 0,-15 5-2 0,15-1-11 16,-15 1-9-16,17 1-7 0,-17-1-7 16,17 4-6-16,-17-4-6 0,19 5-1 0,-10 0 0 15,0-2-5-15,2 3-4 0,-3-2 1 0,1 0-1 0,1 2-9 16,-10-6 5-16,15 9-7 0,-15-9-11 0,16 8-1 16,-16-8-6-16,12 7-3 0,-12-7 0 0,9 6 5 15,-9-6 7-15,10 3 3 0,-10-3-18 0,0 0-17 16,14-3-12-16,-14 3-1 0,13-11 4 0,-8 3 2 15,2-3 9-15,-1 0 6 0,1-3-21 0,1 0 41 16,-2 1-20-16,1-3 53 0,-1 2-13 0,2 0 64 16,-2 0-1-16,0 1 71 0,0 1-24 0,-2 3 4 15,1 0-5-15,0 1-17 0,-5 8-7 0,9-14 7 16,-9 14 8-16,16-7 27 0,-2 6-3 0,0 1 6 16,8 0-17-16,5 2-8 0,7 1-98 0,3 2-8 0,9 2 0 15,1 1 0-15,5-3 0 0,0 3 0 0,0 1-33 16,-1 0-245-16,1 0-151 0,-2 1-133 15,-3-2-181-15,-2-1-270 0,-1 3-612 0,-10-5-1282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20:09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3729 1956 126 0,'-9'-18'573'16,"2"0"-60"-16,-1 0-82 0,1 3-33 0,1-1-45 15,-1 2-46-15,0 1-12 0,2-1 2 0,-1 3 14 16,1-3-10-16,1 4-33 0,4 10-46 0,-7-14-57 15,7 14-41-15,-6-10-24 0,6 10-7 0,0 0 10 16,-4 9 11-16,4-9-3 0,2 26-74 0,-1-6 71 16,1 6-66-16,3 8 56 0,0 7-65 0,2 3 4 15,0 4-5-15,1 0 3 0,0 1 18 0,1 1-29 16,0 3 61-16,2-3-77 0,-2 0 3 0,2 0-7 16,2-4 1-16,-1 0-2 0,0-3-2 0,1-3 1 15,-2-2 2-15,-2-9 5 0,-1-2-11 0,-1-7 4 16,0-1 8-16,-3-2 5 0,2-4 38 0,-3-1 22 0,-3-12-11 15,5 13-16-15,-5-13-7 0,0 0-12 0,0 0-8 16,-6-13 48-16,-1-3-71 0,0-5 50 0,-2-9-75 16,-5-9 34-16,2-5-69 0,-3-12-2 0,-4-6 13 15,6-1-11-15,-1-1 52 0,2-3-79 0,1-2 71 16,2 1-62-16,0 1 75 0,3 2-66 0,-2 3 80 16,3 11-70-16,1 3 80 0,1 4-54 0,2 7 46 15,0 4-66-15,1 5 77 0,2 3-80 0,-2 6 83 16,4 2-88-16,3 4 82 0,1 3-67 0,2 4 79 0,2 5-71 15,7 3 83-15,0 8-67 0,7 7 71 16,5 9-63-16,8 8 71 0,-1 9-77 0,1 2 70 16,1 7-75-16,1 1 72 0,0 3-74 0,1 1 24 0,2 0-6 15,0 1 63-15,1-3-73 0,0-2 54 16,0-5-78-16,-2-2 70 0,-1-6-75 0,-2-3 75 16,-6-7-75-16,-3-5 77 0,-2-3-71 0,-4-6 81 0,-2-3-73 15,-2-4 77-15,-3-4-67 0,-2-3 97 0,1-5-44 16,-1-3 27-16,-1-2 5 0,-2-6 18 0,-3-4-1 15,0-5-7-15,-4-6-7 0,-3-2-6 0,-4-4-10 16,-3-8 57-16,-4 0-72 0,-3-1 48 0,-3 3-56 16,-2 0 59-16,-1 3-60 0,-2 2 45 0,-1 3-52 15,2 3 37-15,1 7-54 0,3 2 41 0,2 4-58 16,3 5-2-16,1 1-110 0,1 4 33 0,7 7-81 16,-8-6 33-16,8 6-143 0,0 0-16 0,7 15-91 0,5-1-81 15,6 4-72-15,10 4-78 0,5 1-465 0,2 1-709 16</inkml:trace>
  <inkml:trace contextRef="#ctx0" brushRef="#br0" timeOffset="1116.5928">5473 2428 740 0,'0'0'722'0,"0"0"-22"0,-3-15-139 0,-3 9 21 15,-2-3-103-15,-1 0-52 0,-3-1-50 0,0 0-42 16,-4-1-41-16,-1 2-27 0,-1-1-33 0,2 4-46 15,-4 0-34-15,4 0-32 0,-1 4-26 0,3 0-23 16,0 4-16-16,-2 0-7 0,0 5-13 0,-1 3-9 16,2 2 1-16,0 2-8 0,2 1-7 0,2 1 0 15,3 2 1-15,0 1-5 0,4-2-3 0,2 0 4 0,1 0-4 16,3 2-2-16,1-1-1 0,4-1 3 16,-1 1-9-16,3 0-7 0,2-2 1 0,2-1-12 15,0 0-6-15,-1-5-38 0,3 2-17 0,2-2-11 0,-2-4-4 16,2 1 1-16,0-4 1 0,-1 0 7 0,-1-3 9 15,0-1 14-15,0-3 10 0,-1-3 6 16,0 0 8-16,1-5 5 0,-4-1 9 0,0-4 70 0,-2-2-66 16,-1-2-6-16,-2-2 5 0,-2 1 18 0,0-1 15 15,-1 0 51-15,0 3 29 0,-2 1 3 0,0 3-2 16,0 0 10-16,-1 3-9 0,2 0-20 16,-2 13-29-16,1-21-12 0,-1 21-12 0,1-14-4 0,-1 14-3 15,0 0-3-15,0 0 5 0,0 0-11 0,15 6-1 16,-7 3 3-16,-1 1-1 0,3 2 3 0,3 1-5 15,1 4 2-15,1-3-3 0,4 5-7 0,4-2-28 16,0-1-20-16,-1 0-33 0,0-1-28 0,2-2-12 16,-3-3 9-16,2-1-3 0,0 0 12 0,2-3 64 15,0-2-83-15,-1-2 65 0,-1-1-52 0,-2-2 83 16,3-3-51-16,-3-3 84 0,-1-1-60 0,-3-6 78 16,2-3-68-16,-3-5 82 0,-4-3-50 0,-2-3 28 15,-1-3 29-15,-4-3 18 0,-3-2 12 0,-4-7 6 16,-2-3 62-16,-5-1-73 0,-2 1 65 0,-1-2-69 15,-8-4 59-15,2 11-41 0,0 2 71 0,-1 3-5 16,1 4 37-16,3 8-27 0,2 2 17 0,2 6-76 0,1 0 8 16,2 6-69-16,2 2 27 0,6 8-45 0,-12-3 32 15,12 3-45-15,-8 13 32 0,5-1-36 16,2 6 32-16,2 7-43 0,3 7 9 0,3 9 5 0,2 4-24 16,4 2 37-16,3 8-1 0,2 2-3 0,2-1-39 15,-2-1-39-15,3-2-24 0,-6-9-52 0,2-3-12 16,-3 1 0-16,2-3-11 0,-3-2-42 0,-1-3 0 15,-2-6 13-15,-2-2 5 0,0-6 18 0,-3-3 27 16,0-1 31-16,-2-3 25 0,0-3 20 0,-3-10 16 16,1 14 11-16,-1-14 13 0,0 0 17 0,0 0 85 0,0 0-53 15,-11-10 96-15,8-1-81 0,0 0 102 16,-1-3-60-16,1-3 9 0,2-1 42 0,0 1 1 16,0-1 24-16,2 1 26 0,-1 1 18 0,0 1-3 15,1 1-8-15,-1 1-25 0,1 1-20 0,1-1-28 0,-2 13-28 16,2-22-17-16,2 13-17 0,-4 9-14 15,8-18-10-15,-1 12-5 0,0-1 2 0,5 2-13 16,1 1-3-16,3 0-1 0,0 3-4 0,3 1-7 0,-1 1-2 16,2-1-12-16,-1 2-3 0,0 2-5 0,1-1 2 15,-2 1 0-15,1 0 0 0,-1 0 8 0,-2 0 1 16,1 2-3-16,-2-2 3 0,-1 0 0 0,0 0 2 16,-2 1 3-16,-3-2-1 0,0 2 6 0,0-2-1 15,1 1-1-15,-10-4 2 0,15 8 3 0,-15-8 0 16,15 8 0-16,-15-8-2 0,12 8 0 0,-12-8 3 15,12 7-6-15,-12-7-7 0,14 7-20 0,-14-7 0 16,16 7-9-16,-16-7 2 0,19 5 0 0,-19-5-1 16,19 1 2-16,-19-1 4 0,19-2 10 0,-9-1-2 15,1-1 1-15,-2-3 1 0,2 0 8 0,-2-3-1 0,0 0-1 16,-1-2 10-16,1 0 0 0,-1-1 8 16,-2 0 9-16,0 1 41 0,1 0 25 0,-3 3 9 15,0-1-27-15,-1 1 43 0,-3 9-22 0,6-14 22 0,-6 14-53 16,5-12 24-16,-5 12-61 0,5-10 31 0,-5 10-50 15,0 0 33-15,0 0-35 0,0 0 37 16,0 0-7-16,11 6-5 0,-11-6 0 0,3 17 0 16,1-9 0-16,1 3-1 0,1-1-7 0,0 2 2 0,2 1-1 15,0-2 3-15,1 2 1 0,2-2-10 0,0 0-33 16,3-1-82-16,1 0-36 0,4 1-51 16,2-3-130-16,7 2-159 0,1-3-121 0,-1-2-91 0,4 0-824 15,-4-1-1161-15</inkml:trace>
  <inkml:trace contextRef="#ctx0" brushRef="#br0" timeOffset="1499.6863">7243 2349 972 0,'-10'-11'849'16,"2"2"-91"-16,1 0-63 0,1 1-93 0,0-2-79 15,2 2-48-15,4 8-69 0,-8-15-63 0,8 15-75 16,-6-12-57-16,6 12-44 0,0 0-41 0,5-9-22 0,-5 9-22 15,14 4-16-15,-1 3-7 0,5 3-12 16,4 5-11-16,3 3-10 0,2 3-8 0,1 3-32 16,-1 1-25-16,-1 1-1 0,-1-1-12 0,-2 3-6 15,-1-1-13-15,-3-4-8 0,-3-1-20 0,0-1-17 0,-5-2 14 16,0-3 19-16,-2-3 15 0,-1-1 15 16,-2 1 17-16,1-4 14 0,-3-1 13 0,-4-8 34 15,6 12 23-15,-6-12 24 0,0 0 10 0,0 0 8 0,0 0 2 16,-12-5-5-16,4-2-16 0,-1-5-13 0,-2-3-12 15,-1-2-6-15,-2-5-7 0,-2 0-3 0,2-2 3 16,0-1-9-16,1 1 4 0,1 3 4 0,1 1-12 16,3 2-5-16,2 4-10 0,0 0-4 0,1 3-41 15,5 11-31-15,-1-18-22 0,1 18-22 0,10-14-50 16,1 10-64-16,5 1-73 0,5 1-53 0,2 0-80 16,5 4-24-16,2-1-41 0,5 0-95 0,0 2-2 15,1 0-304-15,-6-1-465 0</inkml:trace>
  <inkml:trace contextRef="#ctx0" brushRef="#br0" timeOffset="2117.0722">8000 2339 532 0,'9'-10'474'0,"-3"0"-14"0,-2 1-12 16,-1-2-5-16,1 0-8 0,-3 0-4 0,-3-1-13 15,1 1-2-15,-2 1-37 0,0-1-57 0,-1 1-47 0,-1 1-40 16,0 1-27-16,5 8-55 0,-13-12-29 0,13 12-23 16,-15-5-11-16,15 5-14 0,-21 5-12 15,11 1-11-15,-1 2-7 0,0 3 3 0,1 1-12 0,1 1-2 16,1 4-3-16,2-1-4 0,2 2-4 0,2 0 0 15,1 1-1-15,1 0-6 0,2-1-1 0,2 1 11 16,2 0-18-16,3-1 2 0,0-1 0 0,1-1 5 16,2-1-5-16,-2-4 1 0,3 0-1 0,1-4-2 15,0-1-4-15,4-1 2 0,-2-4-6 0,0-1-4 16,0-1 1-16,2-5-1 0,1-3-1 0,-2-1 2 16,0-5 1-16,-3-1-2 0,1-4-4 0,0-3 7 15,-4-1-7-15,-2 3 5 0,-3-2 1 0,0 1 22 16,-3 0 2-16,0 3 20 0,-2 2 15 0,2 1 14 0,-3 3 4 15,0 0-8-15,0 13-17 0,2-21-16 16,-2 21-15-16,0-15-9 0,0 15 0 0,0 0-5 16,0 0-6-16,0 0 2 0,0 0 3 0,0 0 3 0,0 0 4 15,1 14-5-15,4-3 2 0,1 0-3 0,2 3 1 16,5 0 1-16,0 3 2 0,3-3 4 16,4 4-12-16,1-2-28 0,1 0-20 0,0-1-7 0,1-1-13 15,-2-5-10-15,-1 2 3 0,1-4-4 0,-1-1 11 16,-3-2 8-16,1-1 18 0,-4-3 4 15,3-2 9-15,-2-2 9 0,-1-3-3 0,-1-3 12 0,0-3-2 16,-4-5 5-16,-2-3-1 0,-1-2 7 0,0-8-5 16,-4-4 46-16,-2-4-50 0,-2-9 46 0,-4-2-47 15,-1-5 49-15,-4-8-50 0,-3 0 46 0,0 1-49 16,-5 0 63-16,2 6-49 0,-2 4 56 0,3 10-23 16,0 6 50-16,1 3-41 0,2 8 27 0,3 5-52 0,0 4 26 15,-2 4-48-15,2 3 38 0,-3 5-38 0,13 4 40 16,-25 4-24-16,9 8 39 0,1 4-25 15,-1 7 43-15,2 11-22 0,1 3 48 0,6 5-8 0,3 5 11 16,2 2-13-16,4 3 0 0,2 1-56 0,5 11 43 16,3 1-37-16,1 0 37 0,5 0-51 0,3-1 12 15,4-1-15-15,4-1 26 0,3-3-90 0,2-2-23 16,1-4-106-16,0-1-31 0,0-4-76 0,-1-4-90 16,-1-2-106-16,-6-10-126 0,0-2-40 0,-2-3-157 15,-4-5-550-15,-1-4-954 0</inkml:trace>
  <inkml:trace contextRef="#ctx0" brushRef="#br0" timeOffset="2935.0671">10219 1701 574 0,'-45'-6'542'15,"3"-1"-134"-15,-1 0-25 0,6 0 19 0,3 0-9 16,1 0 6-16,4-1 53 0,6 1-55 0,2 0 63 0,4 1-118 15,2-1 4-15,4-1-121 0,5 0 3 0,6 8-95 16,3-15 22-16,8 4-82 0,5-1 41 16,8-1-80-16,5 1-3 0,7-1-7 0,4 3-5 0,2 0-4 15,2 1-2-15,2 1-6 0,1 2-2 16,5 2-29-16,-2 0-20 0,0 1-54 0,1 1-4 0,3 1-102 16,0 1 28-16,1 0-90 0,0 0 29 0,-1 0-49 15,2-3 43-15,-12 3-66 0,-3 0 43 0,-1 0 40 16,-9 0 76-16,-4 0 10 0,-3 0 43 0,-4-2 31 15,-4 0 53-15,-3 0 61 0,-13 2 11 0,15-4 84 16,-15 4-27-16,0 0 61 0,0 0-33 0,-6-14 67 16,-6 10-69-16,-3 1 63 0,-2-1-71 0,-4 3 73 15,0-1-108-15,0 0 51 0,-1 3-97 0,0 2 67 16,-2 1-87-16,3 4 74 0,-2 5-82 0,0 1 79 16,5 6-76-16,0 5 57 0,5 9-70 0,2 5 63 15,7 0-74-15,4 1 64 0,5 7-64 0,7 2-2 16,5 9-5-16,4-1 2 0,4 0-34 0,2-2 23 0,2 1-33 15,-4-3-27-15,5-1-19 0,0-4-19 16,-1-1 6-16,-7-8 22 0,-1-3 18 0,-2-3 15 16,-3-2 8-16,-5-5 18 0,-3-5 6 0,-3-5 32 15,-2-1 32-15,-4-2 28 0,-2-1 9 0,-4-2 24 0,-4-1-29 16,-5-3 57-16,-2-2-19 0,-7-3-10 16,-3-1-10-16,-8-4-26 0,-7-3-11 0,-4-4-10 0,-2-3-16 15,-9-3-5-15,2-4-8 0,2-1 1 0,11 3-12 16,2 0-2-16,4 0-47 0,5 2 8 0,8 4-105 15,7 1-102-15,5 3-82 0,8 1-37 0,4 8-48 16,8-13 7-16,9 8-39 0,7 0-98 16,12 1-498-16,5 2-646 0</inkml:trace>
  <inkml:trace contextRef="#ctx0" brushRef="#br0" timeOffset="3451.4661">11489 2402 642 0,'0'0'828'0,"6"-14"-122"16,-6 14-30-16,3-19 12 0,-1 8-62 0,0-1-94 16,1 0-116-16,-1 2-17 0,1-2-25 0,-1-2-5 15,2 3-114-15,-1 0-15 0,1-1-84 0,4 2 1 0,-2 1-73 16,2 2 15-16,3 0-57 0,1 2 19 0,-2 3-46 16,4 2 28-16,0 2-44 0,2 2 39 0,2 1-49 15,2 4 20-15,-5 0-47 0,3 2 31 16,-2 2-41-16,-2 1 28 0,-1-1-39 0,1 2 36 0,-7-2-2 15,1 0 0-15,-4 0 8 0,-2 0 3 0,-2-1 1 16,-2-1 3-16,-2 2 6 0,-3-1-1 0,-1-3 1 16,-6 1 1-16,-1-2 1 0,-3-2-1 0,-3 1-3 15,-1-3 0-15,-3-1-10 0,1-3 4 0,-2-2-2 16,-1 0 1-16,1-3-8 0,1 0-16 0,2-3-3 16,3 0-32-16,1-2-42 0,3 0-22 0,5-2-19 15,4 0-6-15,3 2-7 0,5-2 8 0,6-1-18 16,4-2-17-16,5 0-21 0,6 1-2 0,5-1 8 15,6-1 1-15,3 3-1 0,4-1 10 0,-2 3 3 16,2-1 13-16,-1 0 35 0,-4 4 29 0,-2-2 22 16,-1 2 33-16,-3 0 59 0,-5 1 61 0,-1 1 73 15,-3-1 69-15,-4 3 69 0,0-1 54 0,-3 0 22 0,-1 1 19 16,-1 1-2-16,-11 3-28 0,16-6-23 16,-16 6-26-16,13-4-60 0,-13 4 24 0,11-3-67 0,-11 3 18 15,0 0-84-15,14-4 12 0,-14 4-69 0,0 0 36 16,0 0-66-16,11 5 31 0,-11-5-52 0,5 12 40 15,0-5-48-15,1 4 48 0,0 0-53 0,3 0 41 16,0 3-77-16,3 1-22 0,-1-1-97 0,3 2-34 16,-3 0-77-16,1-2-88 0,1 0-95 0,-3-1-137 15,-1-1-28-15,-1 1-62 0,0-3-732 0,-8-10-1020 0</inkml:trace>
  <inkml:trace contextRef="#ctx0" brushRef="#br0" timeOffset="3639.7348">11999 1941 1323 0,'-7'-15'823'0,"3"3"-20"0,1 0-128 0,-1 4-6 16,4 8-146-16,-6-18-44 0,6 18-114 16,-5-15-40-16,5 15-92 0,-4-12-30 0,4 12-107 0,-4-8-75 15,4 8-136-15,0 0 2 0,0 0-155 0,0 0-60 16,14 7-120-16,-5 3-93 0,0 1-89 0</inkml:trace>
  <inkml:trace contextRef="#ctx0" brushRef="#br0" timeOffset="4017.2425">12282 2157 238 0,'0'0'831'0,"0"0"-101"0,0 0 13 0,9-7-30 15,-9 7-54-15,0 0-20 0,4-11-30 0,-4 11-14 16,0 0-85-16,0 0-66 0,3-12-117 0,-3 12-34 15,0 0-104-15,0 0-1 0,0 0-72 0,0 0-2 16,0 0-32-16,0 0 12 0,16 6-26 0,-10 2-59 16,-1 1-9-16,3 3 0 0,2 1 0 0,-3 0 0 15,3 4 0-15,2-1 0 0,-3 2 0 16,0 0 0-16,2 0 0 0,-2-1 0 0,0-1 0 0,1-3 0 0,-4-1 0 16,1 0 0-16,-1-3-24 0,-2 0-69 0,2-2 45 15,-6-7-12-15,10 12 52 0,-10-12-34 0,11 3 51 16,-11-3-43-16,15-3 45 0,-5-2-37 0,1-2 38 15,-1-2-38-15,-1-1 50 0,3-5-51 0,0 4 48 16,-1-1-28-16,-2 1-18 0,1 1 4 0,-1 0 3 16,-1 3-1-16,-1 1 8 0,0-1-5 0,-7 7-6 15,11-8 7-15,-11 8 1 0,16-2 7 0,-16 2 42 16,20 4-59-16,-6 0 55 0,-1 3-41 0,5 0 41 16,-2 2-45-16,4 2 34 0,1 0-90 0,2 3 12 15,4-1-70-15,-1 0-167 0,7 3-129 0,-2 0-139 16,3 1-103-16,-3 0-34 0,-1-4-844 0,-3-2-1181 15</inkml:trace>
  <inkml:trace contextRef="#ctx0" brushRef="#br0" timeOffset="5551.9119">14179 1907 301 0,'-19'2'505'0,"0"0"-119"0,0 0-91 0,0-1-59 0,-1 1-23 16,1-1-38-16,-2 1 56 0,4-1-54 0,0 0 62 15,1 1-1-15,3-2-28 0,2 1-27 16,-3 1-25-16,14-2-29 0,-17 1-17 0,17-1-19 0,-16 1-14 16,16-1-14-16,-12 4 15 0,12-4-17 0,0 0 121 15,-13 5-39-15,13-5 97 0,0 0-46 0,9 7 4 16,2-5-7-16,10 1-11 0,7-1 27 0,15-1-74 16,14 0-12-16,10-1-20 0,19 0 21 0,10 0-64 15,4 1 38-15,7 0-72 0,2 0 37 0,2 0-56 16,-2 2 0-16,0 0 23 0,-4 0-88 0,-5 1 2 15,-7-1-115-15,-7 0-13 0,-8 1-132 0,-18-2-27 16,-9 3-132-16,-9-4-18 0,-6 1-46 0,-8-1-121 16,-9-1-339-16,-4-2-601 0</inkml:trace>
  <inkml:trace contextRef="#ctx0" brushRef="#br0" timeOffset="5952.0865">14777 1601 549 0,'-45'-11'748'0,"11"4"-81"16,1 0-189-16,8 1-22 0,3 1-128 15,2 1 7-15,3 1-119 0,2-2 33 0,2 3-85 0,2 0 75 16,11 2-97-16,-13-3 61 0,13 3-79 0,0 0 78 16,0 0-78-16,0 0 52 0,19 5-73 0,4-3 41 15,6 2-76-15,17 2 43 0,4 0-75 0,5 1 51 16,14 0-74-16,-11-1 51 0,17 5-66 0,1 0 58 15,3-1-69-15,1 4 60 0,1 0-64 0,-3 1 56 16,2 3-59-16,-4-1 55 0,0 3-64 0,-6 0 35 16,-3 2-67-16,-5 0 8 0,-6 0-1 0,-3 1-15 15,-12-2 17-15,-4 1 1 0,-4-2 13 0,-4 1 5 16,-7-5 8-16,-2 1 4 0,-7-1 8 0,-1 0 12 16,-5-1-2-16,-3-1 5 0,-3-1 5 0,-2 0-29 15,-5 0 56-15,-2 1-51 0,-6 1 52 0,-6 2-46 16,-2-1 39-16,-9 3-54 0,-4-1 59 0,-5-2-43 15,-2 0 36-15,-5-1-42 0,-1-1 40 0,-2 1-48 16,2-1 21-16,-1 0-47 0,4-1-74 0,1 0-88 0,4 1-99 16,7-4-108-16,4-1-47 0,5-1-154 15,3-2-478-15,7 0-715 0</inkml:trace>
  <inkml:trace contextRef="#ctx0" brushRef="#br0" timeOffset="6551.6165">18022 1576 16 0,'-10'-14'501'0,"-3"-2"-96"0,0-1-64 0,-1 1-28 0,-3-3-41 16,-3 0 55-16,2 1-24 0,-2 0 31 0,0 0 23 15,5 5 42-15,-2-1-89 0,3 1 57 0,2 2-83 16,0 1 21-16,2 2-94 0,2 1-3 0,0 2-90 15,8 5 55-15,0 0-36 0,0 0 68 0,0 0-31 16,7 6 19-16,11 5-1 0,10 3 1 0,15 4-13 16,17 7 13-16,10 3-10 0,9 1-23 0,22 8-20 15,5 0-3-15,8 0-21 0,2-3-25 0,5 3-15 16,1 0-6-16,-4-1-57 0,-5-4 33 0,-5-2-38 16,-5-1 29-16,-21-8-34 0,-3 0 29 0,-7 0-34 15,-6-3 14-15,-5-1-82 0,-12-5-7 0,-7 2-54 16,-2-3-63-16,-9 0-37 0,-3-3-65 0,-6-2-81 0,-1 0-73 15,-5 0-32-15,-1-1-94 0,-5-3-1 0,-10-2-183 16,0 0-474-16,0 0-843 0</inkml:trace>
  <inkml:trace contextRef="#ctx0" brushRef="#br0" timeOffset="6839.8463">19624 1352 402 0,'0'0'983'16,"7"-12"-210"-16,-7 12-103 0,5-8-215 0,-5 8-19 16,0 0-143-16,0 0 50 0,0 0-95 0,-21 3 66 15,6 4-85-15,-9 5-21 0,-10 3-18 0,-7 5 8 16,-14 7-9-16,-5 3-23 0,-5 4 1 0,-4 2-20 16,-15 10-22-16,2 0-19 0,-1 3-17 0,3 1-10 15,5 1-18-15,12-6-13 0,1 1-7 0,2 1-7 16,3-1-37-16,2 0 34 0,4-1-37 0,3-1 31 15,3 0-31-15,3-4 16 0,3 0-64 0,4-3-3 16,5-6-45-16,3-2-54 0,1 0-94 0,3-4-58 16,1 0-101-16,3-3-62 0,3-4-25 0,0-3-32 15,2-1-128-15,-2-3-458 0,3-5-729 0</inkml:trace>
  <inkml:trace contextRef="#ctx0" brushRef="#br0" timeOffset="7203.8941">17620 1724 453 0,'-3'-32'489'0,"1"0"-94"15,-1 5-43-15,2-1 27 0,-1 1-31 0,2 1-2 16,-2 0 22-16,2 5 3 0,-1 1-71 0,0 1 72 15,0 2-98-15,1 4 14 0,0-2-113 0,0 15 19 16,-1-18-95-16,1 18 79 0,0 0-55 16,0 0 72-16,0 0-34 0,0 0 1 0,11 12 4 0,-8 4-4 15,0 5-8-15,3 4-5 0,-2 7-12 0,4 7 0 16,-1 3 7-16,3 1-7 0,1 3-15 0,0 1-18 16,1 1-47-16,6 6 34 0,1 1-56 0,2 0 4 15,3-2 12-15,2 0-18 0,1-3 36 0,2 0-43 16,2-5 32-16,0-2-49 0,-4-6 31 0,-2-5-40 15,1-1 39-15,-2-4-81 0,-1-2 2 0,-5-5-79 16,-3-4-15-16,-2-2-43 0,-2-2-38 0,-1-1-26 16,-1-2-41-16,0-1-45 0,-2-3-54 0,-7-5-123 15,14 6-48-15,-14-6-18 0,15-1-101 0,-6-3-500 16,0-3-783-16</inkml:trace>
  <inkml:trace contextRef="#ctx0" brushRef="#br0" timeOffset="8002.1983">20255 1232 24 0,'0'0'446'0,"-5"-16"-87"16,5 16-68-16,-8-14-3 0,8 14-38 0,-9-15-28 16,5 5 22-16,4 10-23 0,-9-14-31 0,3 6 17 15,6 8 12-15,-8-14 12 0,8 14-55 0,-9-15 28 16,9 15-25-16,-10-13 1 0,10 13 5 0,-9-13-44 16,9 13-28-16,-11-11-19 0,11 11-13 0,-14-10-19 15,14 10-14-15,-15-8-12 0,15 8-7 0,-19-7-5 16,19 7-5-16,-20-6-5 0,20 6-21 0,-22-2-11 15,22 2-15-15,-20-2-12 0,20 2-18 0,-16-2-22 0,16 2 2 16,-14 0-31-16,14 0 45 0,0 0-10 16,-16 2 37-16,16-2-19 0,0 0 38 0,-12 3-19 15,12-3 32-15,0 0-24 0,0 0 36 0,-11 4-26 0,11-4 32 16,0 0-24-16,0 0 43 0,0 0-10 0,-11 3 50 16,11-3-12-16,0 0 24 0,0 0 18 0,0 0-12 15,0 0-10-15,-13 3-6 0,13-3-7 0,0 0-9 16,0 0-8-16,-10 3-8 0,10-3-2 0,0 0-8 15,0 0 13-15,-10 5 18 0,10-5 27 0,-7 7 0 16,7-7-6-16,-7 9 16 0,7-9-83 0,-7 16 121 16,4-7-63-16,0 2 81 0,1 0-68 0,0 2 78 15,0 5-25-15,0-3 49 0,1 5-20 0,0 0-95 16,1 4 105-16,2 2-2 0,-2 0-13 0,3 6-4 16,1 0 1-16,0 3-8 0,2 6-18 0,2 1-14 15,1 0-11-15,1 0-27 0,1 0-5 0,3 2-17 16,0-2-12-16,2-2-43 0,-1 0 42 0,0-3-51 15,0-2 44-15,0 1-40 0,-3-10 31 0,-1-1-42 16,1-1 32-16,-3-4-39 0,-1-1 42 0,1-2-41 0,-3-3 51 16,0-1-45-16,0-1-3 0,-1-1 7 15,-2-3-1-15,-3-8 3 0,8 17-11 0,-8-17 19 0,6 11-68 16,-6-11-11-16,4 8-118 0,-4-8-41 0,0 0-90 16,0 0-16-16,0 0-60 0,0 0-113 0,0 0-77 15,0 0-15-15,3-8-94 0,-3 8-531 0,0-12-843 16</inkml:trace>
  <inkml:trace contextRef="#ctx0" brushRef="#br0" timeOffset="8473.9157">19416 1346 331 0,'0'0'374'0,"0"0"-56"0,-12-5-16 16,12 5-22-16,0 0-13 0,-10-8-10 0,10 8 2 0,-6-8-13 15,6 8-17-15,-6-8-10 0,6 8-25 0,-3-9-17 16,3 9-15-16,0 0-8 0,-1-14-20 16,1 14-18-16,3-11-26 0,-3 11-20 0,11-12-2 0,-1 7-1 15,3-2-12-15,6-2 3 0,4 3 0 0,5-4-13 16,3 2-4-16,2 1-1 0,3-1-4 0,6-1-4 15,1 1-9-15,-1 2 1 0,-5 0-10 0,2 1-2 16,-3 1-2-16,-1 0 4 0,-1-1-35 0,-7 3-33 16,-1-2-37-16,-7 1-47 0,0 2-29 0,-4-1-21 15,0 1-12-15,-15 1-18 0,19-2-26 0,-19 2 27 16,0 0-60-16,14 2-38 0,-14-2-13 0,0 0-42 16,0 0-242-16,0 0-123 0</inkml:trace>
  <inkml:trace contextRef="#ctx0" brushRef="#br0" timeOffset="9203.4336">19647 1901 259 0,'0'0'292'0,"0"0"-40"0,0 0-15 16,-8-7 6-16,8 7-16 0,0 0-1 0,0 0-1 15,-8-7-49-15,8 7 32 0,0 0-85 16,0 0 29-16,0 0-65 0,0 0 77 0,0 0-33 0,0 0 82 16,0 0-48-16,0 0 61 0,18 1-55 0,-7 2 59 15,4 1-67-15,1 2 66 0,2-1-78 16,6 2 101-16,5 1-87 0,1 1 10 0,2 0-4 0,0 1 18 16,6 1-38-16,-5-1-9 0,6 0-6 0,-1 2-18 15,-4-3-15-15,-2 0-21 0,-1 0-8 0,0 0-18 16,-3-2-11-16,-3 2-6 0,-2-4-10 0,0 0-5 15,0 1-5-15,-5-2-1 0,0 1-11 0,-1-1-19 16,-1-1-33-16,-4 1-46 0,1-2-20 0,-3 1-84 16,-10-3-35-16,18 1-91 0,-18-1-88 0,14-1-54 15,-14 1-13-15,10-3-79 0,-10 3-586 0,6-9-754 16</inkml:trace>
  <inkml:trace contextRef="#ctx0" brushRef="#br0" timeOffset="9636.5138">20594 781 128 0,'-17'-35'585'0,"3"1"-126"16,1 5-2-16,2 3-83 0,3 3 21 0,-1 2-72 15,3 3 14-15,0 2-69 0,1 4-30 0,3 1-59 16,2 11 29-16,0 0-9 0,4-11 57 0,-4 11-12 16,23 7-5-16,-1 6-20 0,9 7-67 0,4 6 51 15,10 9-74-15,1 6 51 0,2 1-62 0,0 4 46 16,-1 2-56-16,1 3 31 0,-4 2-61 0,-1 1 36 15,0 3-36-15,-3 1 30 0,-3 1-44 0,0 0-6 16,-3 4-5-16,-4 1 26 0,-4 3-44 0,0-2 27 16,-4 3-42-16,-2-1-82 0,-6 2 95 0,-4-2-9 15,-3-3 0-15,-6-8-39 0,-3 1 33 0,-8 7-55 16,-4-1 2-16,-8-4-27 0,-6-3-42 0,-7-2-43 0,-7-4-53 16,-8-4-52-16,-7-2-47 0,-7-5-53 15,-7-2-37-15,-18 4-54 0,8-11 22 0,-18 5-27 16,-8-4-33-16,-3-5-50 0,-6 1-371 0,-1-5-466 0</inkml:trace>
  <inkml:trace contextRef="#ctx0" brushRef="#br0" timeOffset="10103.7436">16867 876 56 0,'6'-18'626'0,"-2"4"-125"16,-3 0-158-16,-1 14-68 0,-1-22-52 15,1 22-32-15,-4-16-10 0,4 16 0 0,-10-4 26 16,10 4 0-16,-15 6 0 0,4 3 17 0,-2 7-7 16,-2 9 4-16,-5 5 7 0,1 7 5 0,-2 4-16 0,-1 14-10 15,1 1-88-15,0 4 75 0,1 4-54 16,2 2 11-16,0 4-5 0,0 3 42 0,3 4-68 0,2-1 39 15,2 2-62-15,4 0-5 0,3 0-8 0,4 2-35 16,6-1 35-16,6 0-9 0,8 1-4 0,8-4-2 16,14 11-11-16,11-5-38 0,10-5 29 0,11-5-36 15,12-7 10-15,9-4-84 0,9-5-78 16,5-6-30-16,5-7-10 0,2-3-57 0,4-6-82 0,-2-5-182 16,-2-3-72-16,-3-6-880 0,-22-7-1067 0</inkml:trace>
  <inkml:trace contextRef="#ctx0" brushRef="#br0" timeOffset="12337.4218">4434 4632 28 0,'-17'-6'158'0,"3"-1"-35"0,-2 1-27 0,1-2-23 16,-1 1-16-16,0-3-6 0,-2 1 22 0,2 0 18 15,-1-1-15-15,4 1 5 0,-1 0 7 16,1 1-14-16,1-3-7 0,0 4-8 16,1-2 3-16,-1 0 12 0,3 2 33 0,0 0 0 0,2 2-4 0,7 5 0 15,-14-11-19-15,14 11-11 0,-9-8-16 0,9 8-14 16,-9-7 8-16,9 7-25 0,-9-5-9 0,9 5-11 15,0 0 12-15,-9-5-2 0,9 5 23 0,0 0 18 16,0 0 3-16,0 0 5 0,0 0 15 0,0 0 45 16,-7 7-38-16,7-7 48 0,0 0 0 0,11 11 53 15,-3-7-5-15,7 1 18 0,8-1-6 0,7 0-1 16,18-3-6-16,13-2-20 0,23-1-5 0,13-7-32 16,35-2 16-16,16-3-14 0,15-2-10 0,15-3-5 15,14 0-31-15,56-4 21 0,4-1-17 0,3 3-42 16,3 1 17-16,-1 1-45 0,-4 2 35 0,-44 6-46 15,1 2 36-15,-1 1-46 0,-2 2 47 0,-4 2-53 16,-6 1 34-16,-8 1-42 0,-7 2 37 0,-10 2-29 16,-8 1 28-16,-8 0-38 0,-7 2 38 0,-8-1-41 0,-7 0 43 15,-27 2-42-15,-4-1 42 0,-6-1-43 16,-4-1 43-16,-6 1-42 0,-8-1 39 0,-4 1-39 16,-17-2 40-16,-5 1-36 0,-4-1 39 0,-10 0-44 15,-9-1 45-15,-3 0-47 0,-4 1 43 0,-3-2-40 16,-5 0 49-16,0 1-49 0,0-1 46 0,-15 0-10 15,25 1 3-15,-25-1-46 0,18 0 48 0,-18 0-27 16,16 0 22-16,-16 0-61 0,12 0-18 0,-12 0-60 0,11-4-47 16,-11 4-47-16,8-4-45 0,-8 4-46 0,6-9-80 15,-6 9-47-15,4-10-82 0,-4 10-513 0,8-14-642 16</inkml:trace>
  <inkml:trace contextRef="#ctx0" brushRef="#br0" timeOffset="13037.4268">12810 3801 290 0,'-34'6'354'0,"7"-2"-104"16,0 0-42-16,0 0-18 0,4 0-24 0,6 0-11 16,-2-2-2-16,0 1 41 0,5 0-56 15,1 0 43-15,1-1-62 0,1 0 48 0,0 0-32 0,11-2 25 16,-18 2-11-16,18-2 10 0,-13 4-27 0,13-4 12 16,-14 3-23-16,14-3 14 0,-11 1-7 0,11-1-11 15,0 0-4-15,-11 3-8 0,11-3-9 0,0 0-14 16,0 0-14-16,0 0 0 0,0 0 5 0,15 3 6 15,6-4 12-15,14-2-13 0,17-1 11 0,22-3-21 16,20-2 31-16,28-2-31 0,14-2 4 0,13-3-17 16,18 2 1-16,12-2-8 0,12-2-6 0,51-3-13 15,10 1-6-15,2-1 5 0,4 0-12 0,9-2 27 16,4 2-43-16,1 0 8 0,3 0 30 0,-1 1-37 0,1-3 45 16,1 4-45-16,-2-2 48 0,-2 2-30 0,0 1 63 15,-3-1-38-15,-4 0 49 0,2 4-24 16,-6-2 40-16,-3 4-34 0,-1 0 31 0,-47 2-13 0,0 4-16 15,2 1-46-15,-1 2 32 0,-1 1-14 0,-5 2-8 16,-4 2-44-16,-3 1 35 0,-6 0-8 0,-5 1-3 16,-9 2 3-16,-7-3-44 0,-8 2 34 15,-9-2-2-15,-9 1 1 0,-10-1-6 0,-28 0-35 0,-7-2 41 16,-10-2-36-16,-8 2 39 0,-19-3-33 0,-6 1 44 16,-6-2-39-16,-13 1 35 0,-3-1-34 0,-6 1 29 15,-3-1-38-15,-3-1 23 0,-4 2-104 0,-1 0-31 16,-2 0-119-16,0-1-65 0,-4 1-41 0,0 0-61 15,-1 0-50-15,-11 3-8 0,20-5-124 0,-20 5-536 16,12-4-749-16</inkml:trace>
  <inkml:trace contextRef="#ctx0" brushRef="#br0" timeOffset="20008.3131">8093 5017 35 0,'0'0'763'0,"1"-13"-140"0,-1 13-129 0,0-13-44 16,0 13-79-16,-1-13-13 0,1 13-41 0,-2-11-14 15,2 11 0-15,0 0-51 0,-2-14-27 0,2 14-65 16,0 0-16-16,-2-11-53 0,2 11-9 0,0 0-31 15,0 0 0-15,0 0-20 0,0 0 14 0,0 0-21 16,0 18 14-16,0-18-21 0,2 24 0 0,-1-11-3 16,1 3-3-16,0 2 0 0,1 1-3 15,1 2 5-15,0 0 4 0,0 2-11 0,1 0 5 0,1-1-38 16,-1 0-44-16,1 1-44 0,0 0-42 0,0-2-64 16,1 0-64-16,-1 0-46 0,-2-3-89 0,0-4-100 0,1 2-477 15,-3-4-594-15</inkml:trace>
  <inkml:trace contextRef="#ctx0" brushRef="#br0" timeOffset="20207.3115">7688 5053 340 0,'-16'-17'712'0,"1"1"-153"0,1 0-77 0,0-2-90 15,1 3-33-15,2-2-43 0,1-1-37 0,0 1-46 16,4 2-27-16,1 0-23 0,1-1-34 0,2 2-32 15,2 1-27-15,3-2-22 0,3 1-13 0,5 0-20 16,7-1-6-16,7 0-28 0,10-1-47 0,4 2-39 16,8 3-75-16,3 2-59 0,3 3-72 0,4 3-9 15,1 3-103-15,-1 3-120 0,-2 3-291 0,-2 1-349 16</inkml:trace>
  <inkml:trace contextRef="#ctx0" brushRef="#br0" timeOffset="20408.2798">7963 5467 446 0,'-30'19'709'16,"3"-2"-174"-16,3-3-105 0,1 0-78 0,5-4-34 0,1 0-15 15,5-2-24-15,-1-1-23 0,3-1-28 0,2-1-33 16,-1-1-24-16,9-4-30 0,-9 9-27 0,9-9-14 16,0 0-15-16,14 7-14 0,1-6-18 0,8-1-5 15,12-3-11-15,12-1-23 0,3-1-47 0,5-2-39 16,2 1-50-16,10-3-44 0,1 1-66 0,-1 0-25 15,0-1-44-15,-10 1-89 0,-2 0-71 0,0-1-434 16,-6-2-460-16</inkml:trace>
  <inkml:trace contextRef="#ctx0" brushRef="#br0" timeOffset="20674.2907">8561 5034 50 0,'-13'-13'789'0,"-3"-2"-189"0,2 2-69 0,-1 2-55 16,2 1-55-16,1 1-4 0,1 0-41 16,3 3-27-16,-2 0-73 0,3 0-64 0,7 6-41 15,-14-8-39-15,14 8-27 0,-10-5-24 0,10 5-13 0,0 0-1 16,-10 8-1-16,10-8-4 0,-1 17-11 0,1-4-10 16,3 4-5-16,2 1-3 0,0 3-5 0,2 3-9 15,4 2-3-15,1 1 2 0,4 5 3 16,0-2-7-16,2 0-20 0,1 0-85 0,0-1-43 0,1-1-26 15,-3-4-47-15,0-2-65 0,1 0-44 0,-1-2-40 16,-1 1-106-16,-2-5-69 0,0-3-407 0,-1 1-514 16</inkml:trace>
  <inkml:trace contextRef="#ctx0" brushRef="#br0" timeOffset="20840.4404">8627 5425 235 0,'-11'-5'693'16,"-1"0"-140"-16,4 0-73 0,-1-1-31 0,1 1-31 15,0 0-11-15,8 5-50 0,-14-10-47 0,14 10-83 16,-9-11-31-16,9 11-76 0,-4-10-28 0,4 10-66 16,12-12-33-16,3 4-87 0,7 0-41 0,10-1-80 15,11-2-44-15,5 2-89 0,6 0-139 0,1 0-458 16,12-2-527-16</inkml:trace>
  <inkml:trace contextRef="#ctx0" brushRef="#br0" timeOffset="21057.402">9964 5168 833 0,'0'0'855'0,"1"-11"-157"15,-1 11-146-15,-7-9-75 0,7 9-46 0,-9-6-12 16,9 6-69-16,-8-6 2 0,8 6-55 0,0 0-46 16,-11-6-45-16,11 6-43 0,0 0-35 0,-9-4-14 15,9 4-32-15,0 0-20 0,0 0-11 16,-5 9-44-16,5-9 32 0,1 13-43 0,-1-13 24 0,6 18-74 15,-3-6-50-15,2-1-26 0,2 3-51 0,-1-1-25 16,-1 1-87-16,1-1-78 0,-1 3-51 0,-1-2-131 16,-1-1-735-16,-2-1-892 0</inkml:trace>
  <inkml:trace contextRef="#ctx0" brushRef="#br0" timeOffset="21258.2922">9684 4980 543 0,'-10'-17'724'0,"-2"0"-160"0,0 1-127 16,1 2-76-16,3 1-67 0,-1 2-25 15,3 3-65-15,1 0-42 0,5 8-64 0,-7-13-15 16,7 13-34-16,0 0-22 0,6-8-50 0,-6 8-34 16,23 2-94-16,-4 2 15 0,8 1-68 0,8 2 3 0,9 2-65 15,2 0 5-15,4 0-13 0,4 0-25 0,0-2 5 16,4-1-222-16,0 0-16 0</inkml:trace>
  <inkml:trace contextRef="#ctx0" brushRef="#br0" timeOffset="21558.4615">10498 4943 301 0,'22'-1'558'16,"-6"0"-43"-16,-1-1-84 0,-4 1-10 0,-11 1-75 15,15-6-25-15,-15 6-30 0,9-4-21 0,-9 4-38 16,0 0-37-16,0 0-45 0,0 0-12 0,-5-14-26 16,5 14-27-16,0 0-16 0,-16-3-16 0,16 3-12 15,-12 3-6-15,12-3-13 0,-12 6-4 0,12-6 5 16,-9 10-15-16,5-2-5 0,4-8 2 0,-4 19-8 15,4-19-3-15,4 22-10 0,1-9-23 0,1 2 0 16,4 1 2-16,3 0 4 0,1-1-1 0,5 4-6 16,2-2 4-16,2-1 4 0,2 1 4 0,2-2 12 0,-1 0-14 15,1-1 21-15,0 0-14 0,-1-2 19 16,-6-1-14-16,1-1 22 0,-2-1-20 0,-5-1 26 16,-1-1-8-16,0 1 48 0,-3-3-9 0,-3 0 32 15,2-1-25-15,-9-4 16 0,10 10-24 0,-10-10 18 0,0 0-38 16,-1 15-3-16,-6-9 24 0,-4 0-29 15,-2 1-3-15,-7 0-6 0,-2 2-7 0,-6 0-44 16,-3 0-108-16,-2 0-114 0,-2-2-128 0,1 2-200 0,-1-4-402 16,1 0-601-16</inkml:trace>
  <inkml:trace contextRef="#ctx0" brushRef="#br0" timeOffset="22376.1673">12517 5143 316 0,'-8'-14'637'0,"3"2"-113"15,-3-2-94-15,1-1-20 0,-1 0-34 0,2 2 0 16,-2 0 0-16,1 0-18 0,-1 1-30 0,2 0-41 16,1 3-42-16,-1 0-51 0,0 2-43 0,6 7-36 15,-8-12-27-15,8 12-22 0,0 0-12 0,0 0-5 16,0 0-18-16,-13 8-9 0,13-8 3 0,-5 22-5 15,3-9-1-15,2 2-3 0,-2 2-1 0,2-1-6 16,2 2 5-16,-1-2-1 0,1 2-2 0,2 0 0 16,2 1-1-16,-1-5-1 0,4 1-7 0,0 1 7 15,2-3-5-15,3 1 2 0,1-3-8 0,3-1-5 0,0-3-16 16,4-1-17-16,2-4-14 0,-3 0-8 16,2-2-28-16,2-3 30 0,0 0-16 0,0-2 19 15,-1-3-24-15,0 0 17 0,-3-2 1 0,-1-1 7 0,0 0 12 16,-2 1 13-16,-5 1 6 0,0 2 3 0,-1-2 8 15,-3 1 17-15,1 3 24 0,-2 0 15 0,-8 5-1 16,13-9-13-16,-13 9-9 0,12-7-6 0,-12 7-7 16,9-5-4-16,-9 5 3 0,0 0-4 0,16-1-4 15,-16 1 2-15,13 3 4 0,-13-3 1 0,21 4-1 16,-8-1-1-16,5 0-1 0,0-1-21 0,4 1-33 16,3-2-13-16,2 1-26 0,-1-1-24 0,2-1-18 15,1-1-3-15,2 0 3 0,-4-1 12 0,0-1 26 16,-2-1 27-16,-2-2 14 0,-4-1 5 0,-2-3 44 15,-4 2 16-15,-3-4 28 0,-4-1 30 0,-4-1 5 16,0 0 29-16,-6-2 17 0,-2-3-23 0,-4-1 5 16,-3-2-2-16,-4 2-12 0,-2-1-15 0,-2 3-12 15,-1 1-9-15,2 0-12 0,0 6-6 0,5 0-12 16,2 1-4-16,1 3-45 0,2 2-40 0,10 5-8 0,-11-3-35 16,11 3-56-16,0 0-34 0,0 0-92 15,6 17 14-15,3-9-77 0,5 3-55 0,4 0-499 16,2 1-476-16</inkml:trace>
  <inkml:trace contextRef="#ctx0" brushRef="#br0" timeOffset="22725.7575">13612 5028 378 0,'-3'-19'794'16,"1"8"-130"-16,0-1-65 0,0-1-73 0,0-1-40 15,0-3 41-15,-2 3-64 0,2 0-44 0,2 2-100 16,-2 1-20-16,2 11-63 0,2-22-49 0,-2 22-42 15,6-16-29-15,2 10-25 0,1 1-22 0,-9 5-11 16,23-1-15-16,-6 2-9 0,2 4-7 0,1 2-10 16,2 3-28-16,5 2-37 0,-4 2-35 0,3 1-29 15,-3 2-20-15,-1-1-13 0,-1 2 14 0,-5-4 13 16,-1 1 4-16,-2 0 15 0,-3-2 16 0,-2 0 21 16,-3-3 14-16,-3 2 15 0,-2-12 22 0,-2 19-8 0,-3-10 27 15,-3-1 15-15,-4-3 26 0,-1 0 4 0,-3-1 4 16,-2-1 10-16,0-3-8 0,-2-2 9 15,-5 0-21-15,1-4 33 0,3 0-32 0,1-2 19 16,0-2-42-16,1-1 20 0,2 0-43 0,3-2-18 0,5 3-45 16,3-3-51-16,4 1-33 0,4 0-48 15,2-1-55-15,9-2-34 0,3 1-53 0,7 1-68 16,4 0-20-16,3 2-89 0,1 1-493 0,3-1-605 0</inkml:trace>
  <inkml:trace contextRef="#ctx0" brushRef="#br0" timeOffset="23592.0105">14191 4818 497 0,'0'0'819'0,"0"0"-112"0,-2-12-55 16,2 12-29-16,0 0-44 0,-4-11 7 0,4 11-83 15,0 0-69-15,0 0-70 0,-1-11-71 0,1 11-62 16,0 0-52-16,0 0-34 0,0 0-34 0,0 0-19 16,0 0-17-16,0 0-13 0,12 2-14 0,-12-2-10 15,13 12-4-15,-4-4-6 0,-2-1-6 0,3 3-6 16,-3 2 3-16,3 0-9 0,-1 1-2 0,0 0-4 15,0 0-50-15,-1 0 24 0,-1 1-54 0,0-2 24 16,0 1-41-16,-2-2 22 0,1-1-34 0,-2-1 43 16,-4-9-40-16,7 16 41 0,-7-16-18 0,8 13 47 15,-8-13-17-15,4 10 46 0,-4-10-30 0,0 0 28 16,0 0-52-16,0 0 2 0,11-3-37 0,-11 3 3 16,6-19-6-16,-2 5-7 0,2-5-9 0,1-3-2 0,1-5-4 15,1-3 3-15,3-5 16 0,1-2 17 0,3-1 10 16,-3 0 18-16,3 1 9 0,-2 0 14 15,1 2 29-15,-4 5 15 0,0 4 46 0,-1 0 30 0,-2 3 30 16,-1 4 42-16,0 0 28 0,-3 5 18 0,3 0-1 16,-4 3-23-16,1 0-31 0,-4 11-39 0,6-17-21 15,-6 17-37-15,3-14-15 0,-3 14-11 0,0 0-3 16,0 0-8-16,0 0-5 0,6 11-2 0,-4-3-34 16,1 6 47-16,-1 3-38 0,-1 1 40 0,3 6-3 15,-2-1 1-15,2 2-7 0,-1 2 2 0,1 3 7 16,0 1-9-16,-1 0-1 0,2-1-1 0,-3 0-1 15,2-3-5-15,-1-1-2 0,-1-1 0 0,0-3 0 16,0 2-2-16,1-5-4 0,-1 0 3 0,0-3-10 16,0-1 1-16,-2-2-1 0,2-2 3 0,-2-11 3 0,5 20 5 15,-5-20 5-15,3 13 0 0,-3-13 2 16,0 0-6-16,12 5-4 0,-3-10-3 0,3-3 2 16,5-4-11-16,4-6-20 0,4-5-44 0,4-2-8 15,0-2-4-15,1-1 6 0,2 0 11 0,-2 2-28 16,-1 1 43-16,-1 0-22 0,-2 3 47 0,-5 6-22 15,-3 2 32-15,-5 3-37 0,-2 0 53 0,1 3-35 16,-2-1 28-16,-3 3-30 0,-7 6 25 0,10-6-25 0,-10 6 36 16,0 0-22-16,0 0 28 0,-10 10-2 0,-1-2 0 15,-1 0 4-15,-5 4 0 0,-1 0-5 0,0 2-3 16,-2 1 1-16,0 2-3 0,0 0 0 0,1 0 1 16,2-1-13-16,3-3-7 0,1 1-13 0,2 1 0 15,2-5 1-15,2 4 5 0,0-3 0 0,5 0 3 16,2-11-1-16,0 20 15 0,2-9-4 0,5-4-5 15,3 2-11-15,3-2-19 0,2 1-25 0,3-4-18 16,5 0-8-16,1 0-8 0,2-2-1 0,2-2 1 16,-1 0 12-16,2-1 11 0,0-3 13 0,-1 0 11 15,0-1 18-15,-2-1 17 0,-2 0 17 0,-1-1 32 16,-3 1 61-16,-3-1 41 0,-2 1 31 0,-2-1 17 16,0 0 48-16,-4 2 10 0,-1-1 15 0,-1 1-13 15,-7 5-16-15,12-9-29 0,-12 9-32 0,8-6-25 0,-8 6-26 16,7-6-20-16,-7 6-20 0,0 0-18 15,10-4-12-15,-10 4-4 0,0 0-6 0,9 5-2 16,-9-5-5-16,8 8-7 0,-8-8-15 0,12 14-40 16,-5-5-55-16,2 0-85 0,1 0-76 0,0 0-62 0,1 0-79 15,-1 1-114-15,0-2-9 0,0 0-157 0,-1-2-609 16,-1 1-897-16</inkml:trace>
  <inkml:trace contextRef="#ctx0" brushRef="#br0" timeOffset="23792.5893">15370 4525 907 0,'-9'-16'866'0,"2"1"-125"0,0 2-101 0,0-1-55 16,2 2-71-16,0 2-82 0,1 1-73 0,-1 1-73 16,5 8-60-16,-7-17-51 0,7 17-44 0,-4-8-26 15,4 8-23-15,0 0-34 0,0 0-67 0,0 0-84 16,18 2-69-16,-6 4-69 0,2 4-64 0,0 1-55 15,3 4-54-15,-2-1-112 0,3 6-88 0,-5-4-428 16,0 0-658-16</inkml:trace>
  <inkml:trace contextRef="#ctx0" brushRef="#br0" timeOffset="24608.5471">15609 4703 390 0,'0'0'821'0,"0"0"-142"0,0 0-37 0,0 0-39 15,0 0-26-15,4-11-64 0,-4 11 6 16,0 0-70-16,0 0-70 0,0 0-58 0,0 0-58 0,4-8-59 15,-4 8-47-15,0 0-27 0,0 0-29 0,0 0-14 16,15 2-24-16,-15-2-7 0,13 8-13 16,-5-4-9-16,1 3-7 0,-1-1-7 0,2 2-4 0,0 1-6 15,1-1-12-15,-2 2-28 0,1-1-29 16,0 2-43-16,-1-1-45 0,0 0-31 0,0 0-6 0,0-1 0 16,-2-1 36-16,2 1-35 0,0-2-5 0,-1 0 12 15,0-2 20-15,1-1 21 0,-9-4 20 0,19 3 10 16,-8-5 16-16,2-2 18 0,-1-2 20 0,3-2 8 15,-1-1 10-15,1-1 15 0,-1-2 23 0,-2 1 36 16,-1 0 35-16,-1 1 28 0,-1 1 17 0,-1 0 17 16,-1 0 19-16,-1 2-25 0,-1-1 17 0,-5 8-55 15,11-10 7-15,-11 10-50 0,8-9 13 0,-8 9-47 16,7-7 25-16,-7 7-42 0,0 0 24 0,12-4-28 16,-12 4 28-16,11 4-35 0,-11-4 32 0,14 6-26 0,-4-2 23 15,0 0-24-15,0 1 24 0,4 2-12 16,-1-2-14-16,4 2-16 0,3 0-9 0,0-1-35 15,3 1-11-15,1-1 1 0,-1 0 2 0,3 0 7 0,0 0 4 16,0-1 1-16,0-3 12 0,0 1 3 0,-4-3 7 16,1 0 4-16,2-3 6 0,0-1 6 0,-3-1 5 15,1-5 9-15,-1 2 2 0,-1-3 11 16,-2-1 15-16,0 1 22 0,-3-1 27 0,-1 0 20 0,-3 2 38 16,-1 0-22-16,-3 1 30 0,-1-2-46 0,-3 4 19 15,-4 7-52-15,4-15 16 0,-4 15-47 0,-4-11 23 16,4 11-40-16,-14-5 30 0,14 5-40 0,-21 0 27 15,10 3-3-15,-1 1-5 0,1 1-7 0,-1 2-7 16,1 1-2-16,2-1-10 0,0 3-8 0,1-2-5 16,2 1 2-16,2-1-8 0,-1 0-3 0,5-8-1 15,-6 16 0-15,6-16 7 0,-2 13 7 0,2-13 1 16,-1 12 13-16,1-12 3 0,0 0 3 0,5 12 1 16,-5-12 2-16,11 4 2 0,-11-4 3 0,16 0-3 15,-16 0 2-15,18-3 8 0,-18 3 6 0,21-1 30 0,-21 1-9 16,19-4-2-16,-19 4-12 0,16-1-7 15,-16 1-2-15,16 3-6 0,-8 1 11 0,2 4 21 16,3 7 24-16,-1 1 3 0,6 8-5 0,2 10 5 16,2 5 1-16,6 9-37 0,0 6 35 0,1 6-37 15,-1 4-4-15,-2 4 31 0,2 3-44 0,-3 2 28 16,-1 1-44-16,-3 1 22 0,-3-5-48 0,-2-2-10 16,-4-3 4-16,-5-3 23 0,-4-11-22 0,-4-3 4 0,-4-4 5 15,-5-2 6-15,-7-4 1 0,-3-4 5 16,-6-5 5-16,-6-4 5 0,-3-4-4 0,-6-4 5 15,-4-6 2-15,-5-4-3 0,-1-6 4 0,-6-3-1 0,-10-7 0 16,-2-5-1-16,0-4 23 0,1-4-28 0,4-6-5 16,2-4-9-16,7-2 18 0,6-5-60 0,9-2 2 15,9-1-71-15,13 2-27 0,7-3-42 0,10-1-74 16,8-3-11-16,12-8-68 0,8 2-5 0,10 0-14 16,10 2-77-16,7-1-91 0,19-5-537 0,2 4-692 15</inkml:trace>
  <inkml:trace contextRef="#ctx0" brushRef="#br0" timeOffset="25928.2804">18415 4470 649 0,'4'-18'576'16,"-2"2"-98"-16,0 3 18 0,-2 0-97 0,-1 1-62 0,1 12-51 15,-5-17-40-15,5 17-36 0,-12-10-29 16,12 10-13-16,-24 0-9 0,7 6-7 0,-5 3-29 16,-5 3-22-16,-4 7-12 0,-1 3 6 0,1 2-33 15,1 2-9-15,2 2-6 0,2 2-7 0,3 1-5 0,3 1 1 16,3-1-6-16,7-2-3 0,2-1 10 0,5-1 3 16,4-2-2-16,6-1-6 0,5 3-2 15,6-4-4-15,7 1 34 0,6-2-49 0,3-4 3 0,5-3-6 16,3-4 3-16,3-3-3 0,1-2-7 0,-6-6-2 15,2-1-3-15,4-4 3 0,-2-3 3 0,-2-3 3 16,-3-4 2-16,-1-3-4 0,-2-4 4 0,-2-1-4 16,-2-2 1-16,-2-2 23 0,-3 2 23 15,-3 3 42-15,-2 0-12 0,-4 3 45 0,-3 3-15 0,0 1 41 16,-3 2-68-16,-2 3 12 0,0 0-60 0,0 2 24 16,-1 2-46-16,2 2 26 0,-1 1-40 0,1 1 33 15,1 3-38-15,1 2 36 0,2 2-44 0,0 1 38 16,1 2-37-16,-1 3 37 0,1 0-6 0,-1 3 0 15,-1-3-5-15,-1 3-2 0,-3-3-3 0,0 2-2 16,-2-2-2-16,-2 1-3 0,-1 0 3 0,-3-2-2 16,-2-10 4-16,0 21-7 0,-4-11 6 0,-2-1-9 15,-3 0 11-15,-4 0-15 0,-1-2-1 0,-3-2-14 16,0-1-20-16,-3-1-31 0,-1-3-10 0,2-1-38 16,-1-3-26-16,-2-1-7 0,3-3-1 0,0 0-10 15,4-3 7-15,2-1-1 0,4 0 11 0,3-1 12 16,3-1 2-16,3 1 15 0,4-3 9 0,2 1 15 15,5-2 4-15,3-1 17 0,4-1 8 0,3 1 12 16,1 0 11-16,2 0 7 0,-2 3 12 0,3-1 14 16,-1 0 23-16,1 1 26 0,0 2 27 0,-1 0 15 15,-1-1 10-15,-1 6 4 0,-2-3 8 0,1 4 7 16,-1 0-4-16,-4 2 1 0,1 1 5 0,-2 0 4 16,1 0-17-16,-3 3-12 0,0 1 4 0,0 0-12 15,-13 0 13-15,23 5-21 0,-12-1 23 0,1 0-35 16,-1 4 17-16,0 0-38 0,0 1 28 0,-1 0-44 0,0 1 25 15,0 2-42-15,0 0 28 0,-1 0-32 16,0-1 29-16,-1 1-39 0,-1 0 34 0,1 1-38 16,0-3 8-16,-2 2-38 0,1-1-3 0,-2-3-22 0,-5-8-2 15,9 14 7-15,-9-14 17 0,8 10 14 0,-8-10 7 16,8 6-3-16,-8-6-11 0,0 0-7 16,18-7 6-16,-10 1 13 0,0 0-2 0,2-3 15 15,2 0-5-15,-2 0 19 0,0 0 3 0,2-1 14 0,-3 1 32 16,3 0 12-16,-3 1 33 0,0-1-14 0,-2 1 39 15,2 1-41-15,-2 1 20 0,-7 6-51 0,12-10 23 16,-12 10-48-16,12-7 23 0,-12 7-42 16,10-5 27-16,-10 5-42 0,12-1 49 0,-12 1-46 0,16 6 33 15,-16-6-32-15,15 9 32 0,-5-2-35 0,0 0 44 16,0 3-16-16,1 1-37 0,-1-3 37 0,0 4-2 16,1-1-4-16,-1 1-14 0,-1-1-14 0,2 1-17 15,-2-1-15-15,0-2 3 0,-1 1-22 0,-1-2-2 16,-1-2 10-16,0 1 16 0,-6-7 23 0,10 10 18 15,-10-10 7-15,10 4-4 0,-10-4 6 0,10-4-10 16,-10 4-12-16,14-11 14 0,-8 2-13 0,2 2 29 16,-1-4-9-16,0 1 58 0,1-1-3 0,-2 1 30 15,-1 0 8-15,1 1 45 0,-1-1-55 0,2 1 34 16,-2 0-18-16,-1 2 41 0,-4 7-43 0,8-15 17 16,-8 15-65-16,6-12 18 0,-6 12-53 0,7-8 24 15,-7 8-49-15,6-8 31 0,-6 8-39 0,0 0 43 16,15-3-49-16,-15 3 25 0,20 6-81 0,-7 0-4 15,4-1-90-15,2 3-42 0,0 1-52 0,3 0-83 16,0 0-83-16,-1 2-73 0,0-1-52 0,4 2-158 16,-5-3-500-16,2 0-824 0</inkml:trace>
  <inkml:trace contextRef="#ctx0" brushRef="#br0" timeOffset="27226.3426">20622 4459 2125 0,'-8'-6'880'0,"8"6"-58"16,-9-6-78-16,9 6 19 0,0 0-149 16,0 0-69-16,0 0-98 0,0 0-49 0,-8-6-50 15,8 6-55-15,0 0-81 0,0 0-212 0,0 0 0 16,0 0 0-16,0 0 0 0,0 0 0 0,0 0 0 16,-5 7 0-16,5-7 0 0,1 12 0 0,-1-12 0 15,3 19 0-15,0-8 0 0,0 2 0 0,1 0 0 16,0 1 0-16,0 2 0 15,2-1 0-15,0 1-179 0,0-1-70 0,2 4-36 0,0-2-39 0,3-3-33 0,0 3-9 16,3-4-14-16,-2-3 13 0,1-1 48 16,1-3 33-16,-1 0 56 0,1-5 32 0,-14-1 53 15,25-3 15-15,-14-1 52 0,1-3 33 0,-1-1 46 16,-1-1 28-16,-1-1 66 0,1 0 38 0,-3-1 6 0,-1 0 24 16,-1-1-12-16,0 2 4 0,0-1 21 0,-1 1-24 15,-1 1 35-15,0 1-31 0,-3 8 25 16,5-15-63-16,-5 15 6 0,5-13-66 0,-5 13 19 0,4-9-53 15,-4 9 25-15,0 0-46 0,8-9 35 16,-8 9-40-16,0 0 34 0,14 1-38 0,-14-1 34 0,16 5-39 16,-16-5 32-16,15 8-63 0,-7-3 28 0,1 0-36 15,-1 1 27-15,0-1-41 0,0 1 20 0,2 1-40 16,-3-2 27-16,2 1-18 0,-2-2 16 0,-7-4-3 16,15 10 3-16,-15-10 6 0,13 6 14 0,-13-6 11 15,11 6 10-15,-11-6-1 0,0 0 10 0,16 0-5 16,-16 0 12-16,13-5-3 0,-13 5 3 0,13-8-1 15,-5 1 6-15,0-1 0 0,0-1 2 0,0 0-5 16,-1-1 56-16,0 2-4 0,-1 0 42 0,0-1-40 16,0 2 34-16,-1-1-14 0,-5 8 51 0,10-13-49 15,-10 13 20-15,6-10-58 0,-6 10 21 0,7-7-51 16,-7 7 27-16,0 0-42 0,8-8 38 0,-8 8-41 16,0 0 34-16,13 3-45 0,-13-3 16 0,11 9 37 15,-11-9-42-15,14 12 39 0,-7-5-38 0,0 0 32 16,1 1-39-16,2 0 37 0,-1 1-38 0,0-1 34 15,0 0-3-15,2 0-3 0,-3-2 4 0,2 0-2 16,1-1-1-16,-2 0-1 0,3-2 3 0,2 0-5 16,0-2-2-16,2 0 1 0,1-2 0 0,2 0 3 15,0-2-2-15,0-1-36 0,2-1 38 0,1-1-35 16,-1-2 41-16,1 0-35 0,-1-1 36 0,0 1-34 16,1-2 41-16,-1 1-2 0,-2-2-5 0,-1-1 4 15,2 0 0-15,-4 2-7 0,1-2-6 0,-2 1 3 16,0-1-5-16,-2 3 0 0,-1-2-1 0,-1 1-6 15,0 2 0-15,0 0-4 0,-1-1-2 0,-2 3-4 16,1-1 3-16,2 2-1 0,-2 0-3 0,1 1 3 16,2-1 5-16,0 2-7 0,1 0 1 0,-2 1 2 15,2 2 0-15,-13 0-1 0,26 0-1 0,-12 2 4 16,-2 0-3-16,1 1 5 0,-1 1 0 0,1 0 0 16,-1 2-1-16,0 0 1 0,0 1 0 0,-1 1-35 15,-1-1 45-15,0 1-37 0,-2-1 38 0,0 0-35 16,-1 2 37-16,-1-1-30 0,1-1 34 0,-2 0-39 15,-5-7 41-15,7 15-37 0,-7-15 35 0,5 11-34 16,-5-11 37-16,0 0-38 0,-1 16 38 0,1-16-34 16,-9 8 33-16,9-8-39 0,-17 5 40 0,17-5-35 15,-22 1 37-15,7-1-34 0,0-1 36 0,-3-3-37 16,2 0 36-16,-1 0-31 0,2-1 37 0,-1 0-1 16,4-2-17-16,-1 1-11 0,4 1-32 0,1-3-17 0,1 1-19 15,7 7-53-15,-6-16-16 0,6 16-23 0,3-15-2 16,3 8-3-16,1 1-18 0,2-2-13 15,2 3-14-15,2-1 9 0,0 0-12 0,2 1 7 16,0 1 12-16,2-1 29 0,0 0 11 0,0 2 40 16,0-1 12-16,2-1 40 0,-1 2-7 0,-2-1 54 0,1 1 31 15,-2 0 67-15,-2 0 41 0,-1 1 47 16,-2 0 49-16,1-2-4 0,-11 4 14 0,18-4 10 16,-18 4-4-16,14-3-13 0,-14 3-15 0,11-1-28 15,-11 1-25-15,0 0-29 0,14-2-14 0,-14 2-8 16,0 0-9-16,13 4-3 0,-13-4-14 0,9 8-7 0,-9-8-17 15,12 13-6-15,-6-6-7 0,-1 1 0 0,1 1-12 16,1 1-8-16,0 2 0 0,0-2-45 0,-2-1 43 16,1 1-46-16,-1 0 19 0,2 0-61 15,-2-2 7-15,1 0-59 0,-6-8 30 0,8 15-10 16,-8-15 38-16,9 11-7 0,-9-11 34 0,10 6-10 16,-10-6 23-16,13 0-18 0,-13 0 31 0,18-9-19 0,-9 2 28 15,3-2 0-15,-1-3 4 0,-1 1 2 16,1 0 25-16,-1-1 71 0,-1 2 19 0,-1-1 3 15,1 0-3-15,-2 3 7 0,-2 0-3 0,1 2-16 0,-6 6-17 16,11-13-27-16,-11 13-17 0,6-9-17 16,-6 9-2-16,9-4-8 0,-9 4-4 0,0 0 2 0,17 1-32 15,-8 2-63-15,1 1-92 0,4 2-72 0,0 1-70 16,3 0-80-16,2 1-60 0,7 3-23 0,3-1-166 16,3-2-724-16,2 0-967 0</inkml:trace>
  <inkml:trace contextRef="#ctx0" brushRef="#br0" timeOffset="28143.3456">24481 4400 508 0,'12'-5'612'0,"0"0"-96"0,-4-1-16 0,2-2-42 15,-1-2-18-15,0-1-35 0,-2-2-21 0,-1 1-36 16,-1-2-21-16,-1-1-18 0,-3-1-26 0,-2 2-34 16,-2-2-5-16,-3 0-42 0,-3 0-24 0,-4 2-36 15,-4 0-22-15,-2 3-20 0,-3 3-15 0,-3 2-7 16,-2 3-17-16,-3 3-3 0,-5 4 0 0,1 4-17 15,-7 4-7-15,3 4-5 0,2 2-4 0,3 2 0 16,4 2 0-16,3 3-38 0,3 0 42 0,7-2-39 16,2 1 37-16,5-2-35 0,4-1 35 0,1 1-42 15,4-3 28-15,3 0-55 0,3 0 25 0,3 1-67 16,3-3 24-16,1-2-55 0,2 0 30 0,2-4-42 16,2-1 24-16,1-2-13 0,-2-4 28 0,0 0 9 15,0-3 5-15,2-3 7 0,-1-2 5 0,0-3 8 16,1-3 3-16,-3-1 6 0,3-5 17 0,-2-3 2 15,-2-1 8-15,-1-1 9 0,-4 1 13 0,-1 0 32 16,-1 0 14-16,-1 3 44 0,-3 1 12 0,-1 1 3 16,0 1 19-16,-2 3 13 0,1-1-15 0,-3 12-27 15,5-16-24-15,-5 16-21 0,3-13-14 0,-3 13-8 16,4-9 3-16,-4 9-13 0,0 0 2 0,0 0 8 16,13 2-7-16,-13-2-3 0,16 9-2 0,-5-2-6 0,3 0 0 15,1 1-34-15,5 0 44 0,2 2-36 16,5 0 30-16,4 0-52 0,2-1 5 0,8 2-67 15,0-1 0-15,3 0-57 0,-2-3-12 0,1-2-8 16,-6 1-3-16,1-4 31 0,-1-1-7 0,-8-2 33 16,-1-1 16-16,-1-4 15 0,-4-1 18 0,0-3 16 15,-2-5 18-15,-4-4 12 0,-2-3 38 0,-4-5 17 16,-3-2 46-16,-5-4-32 0,-1-5 20 0,-7-9 37 16,-1-1-5-16,-3-2 8 0,-2-9 18 0,-5 1 1 15,-1 0 10-15,0 3 13 0,0 11 46 0,1 3-2 16,2 4 76-16,1 5-44 0,2 6-22 0,3 6-56 15,-1 3-45-15,3 4 11 0,0 4-53 0,6 9-15 16,-11-5-11-16,11 5-8 0,-11 11-2 0,7 2-2 16,0 3-38-16,1 9 63 0,2 3-11 0,2 9 6 15,4 7-6-15,-1 3-4 0,5 1 4 0,0 4-15 16,4 7 6-16,1-1-73 0,4 0 81 0,1-1-72 16,1-3 42-16,0 0-142 0,1-3-43 0,-4-9-133 0,1-2-82 15,-2-2-90-15,1-3-103 0,-3-1-61 16,-1-9-142-16,-3-5-630 0,1-2-1028 0</inkml:trace>
  <inkml:trace contextRef="#ctx0" brushRef="#br0" timeOffset="28377.5687">25612 3913 1068 0,'-2'-23'962'0,"-3"4"-116"0,3 2-141 0,-1 1-107 16,1 4-113-16,0 0-106 0,2 12-65 15,-4-16-44-15,4 16-1 0,0 0 8 0,0 0 27 16,-9 9-71-16,7 4 25 0,2 5-24 0,0 8-27 0,2 8-30 16,4 7-15-16,3 4-38 0,3 0-95 0,3 10 75 15,4-2-96-15,0 0 89 0,2-2-104 0,1-2-4 16,-2-7-28-16,-1-3-27 0,3-1-129 0,-7-2-38 16,2 0-107-16,0-6-81 0,-3-3-99 0,-3-1-63 15,-2-6-61-15,1-1-128 0,-2-6-587 0,-4-3-960 16</inkml:trace>
  <inkml:trace contextRef="#ctx0" brushRef="#br0" timeOffset="29627.1265">25417 4359 506 0,'-26'-15'682'0,"1"2"-128"0,4 1-5 16,2 2-55-16,2 1-41 0,3 1-30 0,1 1-73 15,2 1-48-15,1 1-49 0,2-1-31 0,8 6-52 0,-14-7-39 16,14 7-26-16,0 0-17 0,0 0-21 15,0 0-16-15,8-5-10 0,6 6-17 0,5 1-29 16,4-1-20-16,4 0-25 0,9 2-16 0,1-1-19 16,-1-1-3-16,4 1 0 0,-1-1-4 0,-1 0 15 15,-2-1 8-15,-4-1 19 0,1-1 6 0,-4 1 19 0,0-1 9 16,-3-2 40-16,0 2 62 0,-6-1 18 0,-2 0 77 16,1-2-4-16,-4 2 26 0,1 0 18 15,-5 0 15-15,0 0 1 0,-11 3-15 0,18-4-20 0,-18 4-20 16,15-4-19-16,-15 4-21 0,13-2-25 0,-13 2-22 15,0 0-16-15,15-2-19 0,-15 2-12 0,12 2-6 16,-12-2-4-16,13 6 5 0,-3-2 1 0,2 2-8 16,1 1-8-16,1 3-1 0,-1-3-2 0,4 5-9 15,-2-4-2-15,1 4-51 0,-1-1 56 0,1-1-42 16,-3-1 44-16,0 1-49 0,1 0 48 0,-5-3-52 16,1-1 51-16,-2 0-50 0,-1-2 55 0,-7-4-51 15,13 9 73-15,-13-9-67 0,10 6 57 0,-10-6-55 16,0 0 60-16,11 6-66 0,-11-6 53 0,0 0-53 15,0 0 50-15,0 0-52 0,0 0 51 0,8-4-55 16,-8 4 58-16,0 0-58 0,0 0 51 0,0 0-54 16,0 0 49-16,1-11-2 0,-1 11-10 0,0 0 3 15,0 0-7-15,0 0-7 0,0 0-4 0,0 0 7 0,2-10-5 16,-2 10 10-16,0 0-57 0,0 0 60 0,0 0-7 16,0 0-1-16,0 0 1 0,0 0-7 15,0 0 4-15,0 0 2 0,0 0 4 0,0 0 1 16,0 0-17-16,0 0 16 0,0 0-1 0,0 0 1 0,0 0 4 15,0 0-10-15,0 0 1 0,0 0-8 16,0 0-9-16,0 0-17 0,0 0-4 0,0 0-13 16,0 0 3-16,0 0-3 0,0 0 3 0,0 0-7 0,0 0-12 15,0 0-24-15,0 0-18 0,0 0-24 0,0 0-9 16,0 0-11-16,0 0-4 0,0 0-15 0,0 0-4 16,0 0-17-16,0 0-10 0,0 0-10 0,0 0-11 15,0 0-7-15,0 0-9 0,14 0 10 0,-14 0 15 16,0 0-41-16,0 0 50 0,0 0 16 0,0 0-12 15,0 0 59-15,-14 0 7 0,14 0 55 0,0 0-17 16,0 0 59-16,-11-1-37 0,11 1 60 0,0 0-25 16,-9-3 71-16,9 3-20 0,0 0 65 0,-12-4-33 15,12 4 64-15,-9-6 2 0,9 6 69 0,-8-7 10 16,8 7 31-16,-7-6-18 0,7 6 3 0,-9-8-2 16,9 8 10-16,-7-9 39 0,7 9-29 0,-6-7-12 0,6 7-2 15,-3-10-4-15,3 10-16 0,-4-10 5 16,4 10-1-16,-4-8-2 0,4 8-8 0,0 0-27 15,-4-10-22-15,4 10-22 0,0 0-23 0,0 0-12 16,-4-11-22-16,4 11-9 0,0 0-13 0,0 0-5 0,0 0-7 16,0 0-1-16,0 0-1 0,0 0-4 15,0 0-1-15,0 0-1 0,12-2 3 0,-12 2-5 16,0 0 0-16,11 8 5 0,-11-8-6 0,11 6 1 0,-11-6 1 16,11 7 5-16,-11-7-4 0,12 8 1 0,-12-8 5 15,14 9-4-15,-14-9 3 0,12 8 2 0,-12-8 1 16,11 6-2-16,-11-6-1 0,10 7 7 0,-10-7 1 15,11 7-3-15,-11-7 0 0,9 7 3 0,-9-7 4 16,9 8 6-16,-9-8-31 0,11 14 49 0,-11-14-29 16,9 15 48-16,-2-6-47 0,-2-1 48 0,-1 1-50 15,3 3-1-15,-1 0 3 0,1-1 1 0,0 2 48 16,0-1-63-16,-1 1 48 0,1-1-58 0,0 1 56 16,0-1-64-16,-1 0 58 0,-1-3-65 0,-1 1 53 15,0-2-51-15,-4-8 54 0,8 14-49 0,-8-14 53 16,4 12-54-16,-4-12 60 0,0 0-61 0,0 0 64 15,-2 12-68-15,2-12 73 0,0 0-81 0,-18-6 67 16,9 2-60-16,0-2 0 0,-1-3 3 0,2 0 4 16,1-3 61-16,-2-1-75 0,6 0 44 0,1-3-74 15,4 0 22-15,1-4-27 0,6-2-13 0,2-3-3 16,5 0 3-16,4-4 9 0,1 2 12 0,-1 6 7 16,4-3 9-16,-3 4 38 0,1 0-26 0,1 3 30 15,-3-1-30-15,-2 5 33 0,-1 1-30 0,0 2 31 0,-4 0-35 16,-2 5 31-16,0 0-21 0,0 3 28 0,-11 2-19 15,16 0 51-15,-16 0-18 0,14 8 10 16,-7 0 11-16,-1 1 12 0,-3-1-3 0,1 4-3 16,-2 0-3-16,2 0-7 0,-1 2-6 0,-1 3-2 0,2-3-8 15,2 2-47-15,-2-1 47 0,0 2-47 0,3-2 43 16,1 2-88-16,0-3-21 0,-1 1-113 0,-1-1-74 16,3-1-68-16,0-1-99 0,0-1-115 0,-3-4-55 15,-1 1-231-15,-5-8-485 0,12 7-931 0</inkml:trace>
  <inkml:trace contextRef="#ctx0" brushRef="#br0" timeOffset="29810.5296">26517 3817 659 0,'-8'-25'782'0,"1"3"-121"15,0 1-62-15,2 1-56 0,1 4-105 0,0 1-58 16,1 1-98-16,1 3-43 0,0 0-76 0,2 11-14 15,-2-18-51-15,2 18-12 0,4-10-77 0,-4 10-61 0,11-2-94 16,-11 2-129-16,25 7-46 0,-12-1-94 16,5 4-108-16,0 1-523 0,0 0-663 0</inkml:trace>
  <inkml:trace contextRef="#ctx0" brushRef="#br0" timeOffset="31529.394">26892 3738 866 0,'2'-14'824'15,"1"3"-40"-15,-1-1-85 0,-2 0-40 0,0 0 46 0,0 12-60 16,0-17-38-16,0 17-76 0,0-14-112 0,0 14-99 16,0-11-51-16,0 11-67 0,0 0-34 15,0 0-25-15,0 0 15 0,3 11-58 0,1 5-8 0,1 6-92 16,3 8 0-16,6 10 0 0,-1 4 0 0,3 12 0 16,2 1 0-16,-2 0 0 0,2 2 0 0,-2-1 0 15,-1-3 0-15,-1-9 0 0,-1 0 0 0,-2 0 0 16,-1-4 0-16,1-1 0 0,-3-3 0 0,2-5 0 15,-4-4 0-15,-1-5 0 0,1-2 0 0,-1-2 0 16,-3-5 0-16,3 0 0 0,-3-4-6 0,1 0 12 16,-3-11-53-16,4 12 76 0,-4-12-81 0,0 0 68 15,0 0-77-15,0 0 67 0,-4-13-94 0,3 2 53 16,-1 1-69-16,0-6 39 0,0-2-9 0,2-2-8 16,0-4-21-16,4 0 11 0,-1 0 12 0,1 0 9 15,2 2 8-15,3-2 11 0,1 5 9 0,0 0 11 16,1 3-3-16,1 2 40 0,3 3-36 0,0 2 32 15,0 3-24-15,3 3 27 0,1 2-25 0,2 4 33 16,2 1-36-16,0 3 4 0,-2 1 6 0,0 2 5 0,0 2-1 16,-4-1 7-16,1 3-4 0,-1 0 3 15,-3-1 3-15,-1 1-2 0,-3-1 0 0,-3-1-33 16,0 1 42-16,-3-1-42 0,-2-1 40 0,-2-11-5 16,-2 19 2-16,-3-11-5 0,-5 1-5 0,-2-1-39 0,-1-2 39 15,-3-2-48-15,-4-1 22 0,1-2-58 0,-5 1 9 16,2-2-16-16,2-1 39 0,-1 0-16 0,3 1 40 15,2-1-23-15,3 1-6 0,-1-2-29 16,14 2-15-16,-17-1 5 0,17 1 7 0,0 0 22 0,0 0-13 16,0 0 3-16,6-9-16 0,-6 9 5 0,21-6 5 15,-6 3 10-15,5 0 2 0,-2-1-1 0,5 0 4 16,4-2 7-16,-2 1 17 0,6-2 13 0,1 0 5 16,-1-1 13-16,1-1 2 0,-3 1 14 0,0-3 18 15,0 2 28-15,-7 1 40 0,2 0 12 0,-5-2 55 16,1 3-18-16,-4-1 11 0,-3 1-10 0,1 0 25 15,-3 1-11-15,-2-1-10 0,0 2 0 0,-2-1-17 16,-7 6-17-16,11-9-17 0,-11 9-16 0,9-7 17 16,-9 7-55-16,0 0-5 0,7-6-5 0,-7 6-2 15,0 0-7-15,0 0-1 0,0 0-3 0,2 10 1 16,-2-10-2-16,0 0 2 0,4 15 13 16,-4-15-17-16,3 13 5 0,-3-13-8 0,6 15-4 0,1-8-10 15,-2 0-26-15,2-1-18 0,-1 2-5 0,2-1-15 16,0-2-37-16,-1 0 15 0,3 0-4 0,-10-5 5 15,17 7 8-15,-17-7 19 0,19 2 1 0,-19-2-2 16,18-2 15-16,-9-3 13 0,1 0 7 0,-2-2 7 16,1-1 7-16,-2-4 31 0,2 5-15 0,-4-4 56 15,2 3-6-15,-3-1 26 0,1 0 34 0,-5 9 28 16,9-14-24-16,-9 14-21 0,6-11-22 0,-6 11-18 16,5-8-2-16,-5 8-18 0,0 0-2 0,0 0-5 0,0 0 4 15,0 0-4-15,13 2 1 0,-13-2-3 0,9 9 1 16,-9-9-2-16,12 12-3 0,-4-3 2 15,2-2-2-15,3 2-4 0,3-2 4 0,3 2 0 0,4 0-4 16,0-2-5-16,4 0-10 0,-3-1-5 0,3-1-4 16,-2-2 9-16,-3-2 3 0,-1-1 0 15,-1-2 2-15,-1-4-2 0,-1-1 4 0,-1-5 36 0,-2-2-45 16,-2-3 42-16,-3-9-37 0,-1-3 52 0,-2-4-48 16,-3-9 44-16,-3-3-37 0,-1-4 44 0,-2 0-29 15,-3-2 14-15,1 0 43 0,-2-1-9 0,0 0 30 16,0 4 20-16,1 4 36 0,-2 3-4 0,2 9 59 15,2 7-70-15,0 1-4 0,0 6-62 0,1 2 2 16,-2 4-44-16,4 12 17 0,-5-12-37 0,5 12 28 16,-9 7-31-16,4 1-9 0,-1 9 1 0,2 6 5 15,-1 8 12-15,1 4 2 0,1 10-7 0,3 3 5 16,3 2-8-16,1 0 3 0,0 1-4 0,1 1-37 16,0-4-49-16,1 2-64 0,2-2-59 0,-2-3-52 15,1-2-13-15,-1-4-36 0,-1-5-15 0,2-3 8 16,-2-6 4-16,0-4 21 0,0-1 24 0,-1-3 47 15,-1-3 33-15,0-4 22 0,-3-10 18 0,8 13 20 16,-8-13 28-16,0 0 18 0,0 0 13 0,0 0 13 16,6-11 30-16,-6 11 1 0,-4-23 25 0,2 9 6 15,-2-4 29-15,-1 2 72 0,2-2 36 0,0 0 13 16,-2 1-21-16,5 3 52 0,-2 1-63 0,0 1 34 16,1 0-58-16,1 12 21 0,0-18-62 0,0 18 24 15,7-17-44-15,0 10-2 0,3 1-25 0,4 1 35 16,2 1-53-16,2 0 42 0,4 2-48 0,3 1 41 0,3 0-43 15,-1 0 33-15,2 1-45 0,-1-1 37 0,1 2-52 16,-1-3 39-16,0 2-59 0,0-3 40 16,-1 1-48-16,-2-1 53 0,2-1-47 0,-4-1 50 15,1-3-38-15,-3 1 48 0,-1-2-31 0,-1-2 43 0,-3 2-44 16,-3-1 53-16,-3 0-43 0,1 2 43 0,-5-1-46 16,-2 1 39-16,-4 8-45 0,1-13 45 0,-1 13-47 15,-10-9 48-15,10 9-47 0,-20-3 43 16,20 3-42-16,-25 3 43 0,11 1-46 0,-2 4 49 0,1 1-50 15,-1 3 53-15,2 1-48 0,0 3 47 0,3-2-42 16,1 2 12-16,1 0-1 0,4-2 8 0,0 3-1 16,3-3 4-16,1 2 1 0,2-2 5 15,3 0 0-15,1 1 3 0,1-2-1 0,2-1 10 0,2-1-4 16,1 0-2-16,4-2-5 0,-1-1 1 0,3-1 6 16,-1-3-9-16,2 0 0 0,1 0-2 0,-5-3 8 15,3-1-11-15,1-2 5 0,0-2 6 0,0-1 27 16,1-4-47-16,-1-1 36 0,-1-2-37 0,0-1 31 15,-3-3-37-15,1-1 35 0,-4-2-45 0,2-4 44 16,-4 3-44-16,-1-2 37 0,-2 1-39 0,-1-1 39 16,0 1-37-16,-1 4 38 0,-2-1-50 0,0 2 49 15,1 2-43-15,-1 2 31 0,0 1-63 0,-1 1 16 16,-1 10-56-16,4-15 48 0,-4 15-22 0,6-7 52 16,-6 7-30-16,0 0 35 0,15 3 8 0,-8 1 0 15,3 5 2-15,2 2-3 0,1 3 6 0,1 1 4 16,3 3-27-16,2 2 29 0,2 0-28 0,-2 1 36 15,2 1-32-15,2 2 37 0,0 1-29 0,-1 0 2 16,-1-5 1-16,-2 3 13 0,-1-2 5 0,-1 0 3 16,-1-6 10-16,-4 1-1 0,1 0-9 0,-2-1 31 15,-3-3-14-15,1-1 49 0,-4 1-19 0,0-1 32 16,-3-3-16-16,-2-8-4 0,-2 18-14 0,-4-10-1 16,-3 0-15-16,-5 0-14 0,-5-1-7 0,-4 0-12 15,-5-2-29-15,-7-1-84 0,-4-2-64 0,0-1-114 16,-1-1-102-16,-3-1-96 0,-5-2-185 0,2-2-652 15,4-2-925-15</inkml:trace>
  <inkml:trace contextRef="#ctx0" brushRef="#br0" timeOffset="32444.9339">30855 4348 1125 0,'0'0'758'0,"0"0"-123"16,5-13-89-16,-5 13-3 0,4-21-20 0,0 7-81 15,0-2-63-15,3-4-42 0,0-1-40 0,1-1-43 16,2-4-19-16,2 1-47 0,1 0-33 0,3 1-32 15,1 1-29-15,3 3-18 0,2 2-20 0,0 3-13 16,3 2-7-16,1 4-11 0,-1 2-10 0,0 4 2 16,-4 3-10-16,2 0-4 0,3 4 1 0,-2 4-6 15,-3 2 0-15,3 3 0 0,-3 2-5 0,-4-1-4 16,-2 1-15-16,-3 2-2 0,-2-2 0 0,-4-1 2 16,-3 2 8-16,-3-3-3 0,-2 2 7 0,-3-1 4 15,-5-1 0-15,-3 1 1 0,-4-2 1 0,-2-2 8 16,-3-2-2-16,-3-1-2 0,-1-2 3 0,0-3-1 0,-2 1 0 15,0-4-10-15,1-1-16 0,2-1 7 16,3-2-6-16,5 0-47 0,2-3-24 0,4 0-24 16,5-4-26-16,4 1 10 0,5-4-3 0,5-3 7 15,9-4 3-15,6-6 0 0,6-3 11 0,10-5 12 16,2-3 3-16,2 0 11 0,1-2 14 0,0-1 14 16,1-1 13-16,-2-2 66 0,-1-1-65 0,-2-1 86 15,-1 0-41-15,-3 3 84 0,-2-3-41 0,-1 0 90 0,-5 3-50 16,-5 9 111-16,-2 0-34 0,-5 5 89 0,-1 3-48 15,-3 4 21-15,-3 5-64 0,0 3 1 0,-2 2-77 16,-1 1 8-16,-1 3-58 0,-5 9 31 0,8-7-45 16,-8 7 37-16,6 8-47 0,-4 3 39 0,0 7-45 15,1 7 38-15,0 9-31 0,0 9-86 0,1 7 101 0,1 4 13 16,4 17 0-16,-2 5-1 0,1 4 27 16,0 3-43-16,2 4 2 0,-2 4 0 0,0 4 13 15,-1 18-8-15,-2-15-1 0,-3 0-4 0,-3 0 8 0,-2-3-9 16,-5-2-8-16,0-5-30 0,-4-3 9 15,-3-6 17-15,-1-5-42 0,-4-5 33 0,-2-4-31 0,-3-7 43 16,0-8-32-16,-4-5 43 0,2-13-29 0,-2-2 50 16,-3-6-8-16,0-5 56 0,2-6-20 0,-2-6 62 15,2-5-17-15,0-4 0 0,-4-5 15 0,-3-6 11 16,2-7-25-16,4-2-84 0,6-6 79 0,4-4-5 16,6-4-11-16,9-4-81 0,9-5-9 0,10 0 0 15,13-11 0-15,12-1 0 0,10 0 0 0,23-9-9 16,8 4-157-16,10 5 8 0,5 7-28 0,3 8 42 15,-1 7-1-15,-15 10-18 0,-2 5-25 0,-2 3-33 16,-3 0-49-16,-4 7-51 0,-11 4-2 0,-4 1-127 0,-5 5-42 16,-7-2-36-16,-7 4-160 0,-6-1-488 0,-9 0-786 15</inkml:trace>
  <inkml:trace contextRef="#ctx0" brushRef="#br0" timeOffset="33578.8556">9691 6069 412 0,'2'-12'687'0,"1"2"-123"0,-3 10-69 0,4-20-48 16,-4 20-56-16,2-20-37 0,-2 20-41 0,2-19-19 16,-2 19-27-16,2-20-11 0,-2 20-12 0,1-15-36 15,-1 15-13-15,1-12-54 0,-1 12-16 0,0 0-47 16,1-15-12-16,-1 15-23 0,0 0 6 0,0 0-10 16,0 0 24-16,3 10-35 0,-3-10 46 0,2 25-35 15,-2-5 20-15,1 4-37 0,-1 5 25 0,1 3-35 16,1 4 27-16,-1 1-37 0,0 2 27 0,0 4-27 15,2 0 29-15,-1-4-37 0,0 3 33 0,1-5-37 16,0 0 15-16,0-2-60 0,0-1-36 0,0 0-41 16,-1-3-43-16,1-4-68 0,-1-1-55 0,-1-1-66 15,-1-3-43-15,1-3-68 0,-2-1-99 0,-1-3-460 0,-1-3-648 16</inkml:trace>
  <inkml:trace contextRef="#ctx0" brushRef="#br0" timeOffset="34263.6186">9413 6590 482 0,'-20'-5'766'0,"3"0"-176"0,0 0-75 15,0-1-70-15,3 2-32 0,-1 0-31 0,3 2-32 16,1-3-28-16,1 4-52 0,10 1-37 0,-16-6-40 16,16 6-40-16,-13-4-25 0,13 4-32 0,0 0-15 15,0 0-20-15,0 0-6 0,13-12-26 0,5 7-18 16,8 0-16-16,10-2-22 0,10 0-35 0,5-3-22 15,3 2-27-15,2 0-23 0,10-1-25 16,-1-3-2-16,-9 5 1 0,-2-4 5 0,-1 4 18 0,-5-2 19 16,-4 0 22-16,-9 2 21 0,-3 0 29 0,-7 1 54 15,-4 1 49-15,-3-1 23 0,-4 4 10 0,-2-2 3 16,-2 1 9-16,-10 3 5 0,16-6 9 0,-16 6-28 16,9-4 0-16,-9 4-25 0,0 0 6 0,0 0-12 15,0 0 6-15,9 4-16 0,-9-4 6 0,-1 10-17 16,1-10 1-16,-2 16-14 0,2-16 1 0,0 20-3 15,0-20 3-15,2 24-8 0,0-10 4 0,2 1-14 0,0-1 10 16,2 1 5-16,1-1-12 0,1 1-23 0,2 0-6 16,2-1-25-16,1-1-2 0,3-1-28 15,0-2 5-15,3 1-39 0,2-3 21 0,0-2-14 0,2 0-7 16,2-3-27-16,-2-1-3 0,-1-3 13 0,4-1 14 16,-1-1 21-16,-1-3 15 0,-1-1 16 0,-2-4 15 15,-1 1 3-15,-2-1 35 0,-1-1 25 0,0 0 42 16,-5 2 22-16,-1 1 27 0,0-1 20 0,-1 2 1 15,-3 1 12-15,0-1-3 0,0 1-19 0,0 2-23 16,-7 5-27-16,10-10-20 0,-10 10-10 0,10-7-12 16,-10 7-3-16,11-2-6 0,-11 2-3 0,15 3-2 15,-3-1 8-15,-1 2-17 0,6 2 13 0,0-1-14 16,5 0-9-16,1 0-1 0,1-1 15 0,2 1-32 16,1-3-3-16,0 1-15 0,1-1 15 0,-1-1-20 0,-2 3 7 15,-3-4 0-15,1 0 11 0,-1 0 0 16,-3 0 8-16,0 0 10 0,-1-4 6 0,-4 3 8 15,2-4 5-15,-5-1 12 0,-1 0 19 0,1-1 4 0,-6-3 0 16,0 0-4-16,-3-2 7 0,0-1-21 0,-2 0 13 16,-1-4-13-16,-2-1 10 0,0 1-8 0,-3 0 5 15,-1-1-14-15,1 2-1 0,-1 1-4 16,1 1-1-16,-1 0-22 0,0 3-6 0,1 0-43 0,1 2-34 16,1 0-124-16,4 9-53 0,-5-8-39 0,5 8-12 15,0 0-27-15,0 0-63 0,11 7-143 0,-2-1-351 16,5 0-466-16</inkml:trace>
  <inkml:trace contextRef="#ctx0" brushRef="#br0" timeOffset="34629.0958">11611 6516 820 0,'0'0'880'0,"4"-11"-148"0,-4 11-102 15,0-15-58-15,0 15-40 0,0-24-77 0,0 10-15 16,0-2-45-16,0-1-4 0,0 1-78 0,0-2-5 15,2 3-93-15,0 0 0 0,0 2-89 0,0 3 13 16,4-1-73-16,1 1 29 0,1 3-68 0,3 3 40 16,2 2-59-16,1 4 40 0,5 2-48 0,3 3 38 0,5 5-50 15,-5 1 28-15,3 4-65 0,4 3 33 16,-2 1-37-16,-2 2-13 0,-4-4-65 0,0 2 50 16,-4 1-24-16,-3-1 47 0,-3-2-43 0,-1-2 49 0,-6 0-24 15,-1-3 17-15,-3 0 6 0,-3 1 18 0,-3-2 7 16,-2 1 9-16,-3-2 1 0,-3 0 12 0,-3-2 0 15,-5-1 3-15,0-2 5 0,-3-1 0 0,-3-1 0 16,-1-4 0-16,-2-1 3 0,-6-1 29 0,1-5-38 16,-2 0 33-16,-2-5-43 0,2 0 25 0,2-3-62 15,6 1 7-15,5-1-54 0,3-4-29 0,7 4-25 16,6-3-55-16,4 2-20 0,6-1-15 0,8-2-26 16,5 1-52-16,8-2-61 0,10 0-121 0,4 3-201 15,4-2-311-15,3 3-619 0</inkml:trace>
  <inkml:trace contextRef="#ctx0" brushRef="#br0" timeOffset="36432.2158">13109 6509 723 0,'-10'-15'676'0,"1"3"-142"15,1 0-55-15,-2-2-51 0,1-2 12 0,-1-1-35 16,1 1-30-16,1 1 8 0,-1 1-3 0,3 0-58 16,-1 0 15-16,0 0-68 0,3 3 0 0,-1 2-85 15,1 0-7-15,4 9-79 0,-4-15 10 0,4 15-56 16,0 0 22-16,8-8-46 0,-8 8 28 0,23 5-44 16,-3 4 36-16,5 4-45 0,8 5 35 0,4 5-42 15,-1 2 37-15,6 4-42 0,0 3 37 0,-1 0-38 0,-5-4 0 16,-4 2 6-16,5 6 1 0,-7-8-8 0,-3-1-12 15,-2-3-6-15,-6-3-12 0,0-1-12 16,-5-6-9-16,-1 1 4 0,-5-3 10 0,2-2 11 16,-3-1 12-16,-7-9 8 0,4 13 2 0,-4-13 3 0,0 0 4 15,-9 6 0-15,9-6 4 0,-22-7-1 0,8 1 6 16,-4-3-7-16,2-3 36 0,-1-1-36 0,2-1 33 16,0-3-42-16,3-1 13 0,4-1-48 0,1 0 25 15,3-1-40-15,2 2 20 0,4 0-35 0,0 0 6 16,5-1-21-16,3 2-12 0,2 1 3 0,4 1-19 15,0 0 12-15,8 1-6 0,-2 2 2 0,5 0-2 16,0 2 2-16,-2 2-1 0,0 2 0 0,-1 2 1 16,1 0 12-16,2 1 13 0,-2 1 17 0,-4 1 12 15,2-1 13-15,0 1 11 0,-2 0 3 0,2 0 13 16,-4 0 5-16,2 1 14 0,-4-3 36 0,2 0 28 16,-3 2 16-16,-1-4-1 0,-2 3 17 0,1-3 21 15,-1-1-9-15,-1-1-7 0,-3-1-3 0,-1 0-4 16,0-1-9-16,-2-3 9 0,-1-1-10 0,-3-2 4 0,0 2-27 15,-4-1 16-15,0 0-26 0,-3-1 9 16,1 0-27-16,-4 2 3 0,0 1-11 0,-1 2-18 16,0 0 12-16,-1 4-2 0,0 1-1 0,-2 2 23 0,12 3-31 15,-24 3 35-15,8 3-27 0,0 5 39 0,-2 2-48 16,-2 4 45-16,4 3-46 0,0-1 38 16,1 3-31-16,6-1 42 0,-1 0-12 0,4 1 53 15,4 0-42-15,2-2 32 0,4 2-39 0,3 1 27 0,7 1-45 16,1-2 28-16,10 2-42 0,4-3 34 0,5-2-41 15,2-2 28-15,5-4-49 0,-3-2 6 0,-1-4-75 16,0-2-28-16,-2-3-7 0,4-1-1 0,-1-3-11 16,-4-3-1-16,2-1 24 0,1-7 6 0,-2-3 22 15,-3-4 0-15,-3-4 16 0,-4-6 9 0,-2-4 7 16,-4-1 22-16,-4-6 1 0,-3-3 14 0,-4 0-3 16,-3-4 22-16,-5 0-6 0,0-3 13 0,-4-1 5 15,-5 0 8-15,-1-8 23 0,-3 2 6 0,-3 0 29 16,0 4-39-16,0 11 70 0,-1 2-48 0,1 4 29 15,1 5-47-15,3 5 29 0,1 8-57 0,2 2 30 16,1 4-41-16,0 6 18 0,8 7-5 0,-17 0-6 16,5 9-5-16,1 6 1 0,0 9-26 0,-3 9 34 15,3 6 0-15,1 4-27 0,2 3 37 0,6 4-27 0,1 2 38 16,4 2-40-16,5 10 35 0,2 0-43 0,5-1 38 16,4-2-39-16,1-1 39 0,4-4-41 0,5-3 33 15,1-2-39-15,4-5 57 0,1-4-61 0,4-2-1 16,-3-5-4-16,-2-8-5 0,-1-5-4 0,0-1-12 15,1-5-6-15,-5-4 3 0,0-3-2 0,-3-4-7 16,0-1 10-16,-4-3 9 0,3-4 30 0,-2-2-22 16,0-2 26-16,-3-3-23 0,-2-2 30 0,0-2-28 15,-2-4 27-15,-3-1-23 0,-2-2 23 0,-4 0-20 16,0-1 25-16,-1-1-25 0,-3 2 23 0,-3 2-23 16,-2 0 27-16,-2 3-27 0,-2-1 29 0,-2 4-38 15,-2 0 45-15,-4 5-35 0,-1 0 26 0,-3 3-23 16,1 2 30-16,-2 3-29 0,-2 3 46 0,0 2-44 15,1 3 28-15,-1 1-30 0,4 3 30 0,-2 0-29 16,6 1 31-16,-1 3-32 0,4-1 31 0,2 1-33 16,1-1 30-16,3 0-40 0,3 1 36 0,0-4-56 15,3 2 0-15,0-3-28 0,3 1-26 0,0 0-8 16,1-3-30-16,1-1 5 0,1 0-33 0,0-3 16 0,2-1-24 16,-10-4 5-16,16 5 9 0,-16-5 24 15,19-3 15-15,-11-1 10 0,2-2 22 0,-3-2 16 16,-1-3 16-16,1-3 14 0,-2-2 13 0,-1 0 21 15,0-1 39-15,-2-1 30 0,0-1 34 0,-1 1 35 0,-1 2 24 16,0 1 11-16,0 2 13 0,0 0-14 0,0 13-31 16,0-21-13-16,0 21-34 0,0-16-11 0,0 16-29 15,-1-11-1-15,1 11-15 0,0 0 30 0,0 0-39 16,0 0 19-16,1 14-16 0,-1-14 19 0,6 19-30 16,1-7 37-16,3-1-45 0,1 4 24 0,3 0-28 15,3-2 27-15,5 2-31 0,0-1 11 0,3 0-54 16,0-3-11-16,-2-2-18 0,1 0-22 0,2 0 10 15,-2-4-23-15,1-1 26 0,-5-3-14 0,2-1 18 16,-2-1 22-16,0 1 14 0,-4-6 15 0,4-2 18 16,-5-2 19-16,0-5 17 0,-5-1 10 0,-2-4 18 15,-2-2 11-15,-3-6 13 0,-3-5 4 0,-2-4 11 16,-5-7-18-16,0-3-3 0,-4 0-6 0,-3-10 17 0,-2 1-9 16,-1 0 31-16,0 1 26 0,1 10-13 15,1 3 4-15,1 3 27 0,1 6 17 0,3 8-13 16,0 2-33-16,4 5-33 0,-1 5-22 0,3 4-14 15,4 9-13-15,-10-6 0 0,10 6-2 0,-4 13 1 16,3-2 1-16,1 6-39 0,2 5 43 0,1 4-44 0,5 6 9 16,0 8 4-16,5 1 1 0,1 3 43 15,2 1-52-15,4 5 46 0,3 3-55 0,-1-3 46 0,2-2-54 16,-4-8 43-16,-1-2-76 0,0-1 19 0,1-4-53 16,-4 0 17-16,-1-8-42 0,-2-2 27 0,-4-3-34 15,2-3 40-15,-3-2-28 0,-2-2 49 0,1-1-17 16,-1-3 55-16,-6-9-35 0,6 12 34 0,-6-12-46 15,0 0 30-15,0 0-40 0,0 0 38 0,-7-9-37 16,0 0 25-16,-1-3-44 0,2-1 6 0,-1-4-7 16,0 3 30-16,2-3-9 0,0 2 28 0,2 0-10 15,1 3 21-15,1 0-4 0,1 12 16 0,0-22-6 16,0 22 17-16,7-14-9 0,-7 14 33 0,13-11-17 16,-13 11 29-16,14-3-11 0,-14 3 31 0,24 3-37 15,-13 2 30-15,2 1-25 0,0 0 25 0,-1 1-38 16,1 0 35-16,0 2-40 0,0 1 44 0,-1 1-52 15,-2-3 33-15,3 3-43 0,-3-2-28 0,2 2-69 0,-3-3-102 16,0 2-102-16,-3-2-104 0,2 2-46 16,-8-10-165-16,7 13-614 0,-7-13-856 0</inkml:trace>
  <inkml:trace contextRef="#ctx0" brushRef="#br0" timeOffset="36647.1974">15678 6217 1094 0,'-8'-14'789'0,"2"0"-97"0,-2 1-104 16,2 1-74-16,2 3-66 0,0 1-75 0,4 8-84 15,-6-16-60-15,6 16-46 0,-5-11-57 0,5 11-12 16,0 0-27-16,9-4-54 0,-9 4-77 0,22 7-44 16,-8 1-99-16,6 3-74 0,0 6-73 0,2 2-23 15,-3 0-63-15,0 1-57 0,-2 3-53 0,-2-2-369 16,-3-1-462-16</inkml:trace>
  <inkml:trace contextRef="#ctx0" brushRef="#br0" timeOffset="37482.4811">15882 6444 357 0,'0'0'682'0,"0"0"-80"16,0 0-47-16,0 0-67 0,0 0-37 15,0 0-28-15,0 0-26 0,0 0-18 0,3-14-10 16,-3 14-32-16,4-13 14 0,-4 13-68 0,7-14-2 16,-7 14-82-16,10-14 0 0,-10 14-79 0,12-10 14 0,-12 10-66 15,13-5 23-15,-13 5-55 0,19 1 30 0,-8 2-58 16,1 3 46-16,0-1-42 0,1 3 31 0,1 1-40 15,0 1 32-15,1 2-37 0,-2 0 30 0,1 1-35 16,-3-2 41-16,-1 0-48 0,0 0 41 0,-1 0-47 16,-2-1 32-16,-1-1-45 0,1-2 34 0,-2 1-38 15,-5-8 36-15,7 13-39 0,-7-13 47 0,4 10-37 16,-4-10 1-16,0 0-5 0,-4 9 27 0,4-9-55 16,0 0 22-16,0 0-39 0,-14-3 11 0,14 3-82 15,-9-7-5-15,9 7 0 0,-5-15 9 0,5 15 17 16,-2-21-6-16,2 9 28 0,3-3-15 0,1-2 36 15,3 1-4-15,0-1 31 0,1-1-1 0,0 3 31 16,1 0 3-16,-1 2 37 0,0 0 8 0,0 2 29 16,2 1 12-16,-3 1-3 0,1 1-10 0,0 2 3 15,1 0 1-15,0 1-31 0,-9 5 40 0,19-4-21 0,-19 4 15 16,20 2-26-16,-8 0 12 0,-2 1-26 16,2 1 24-16,1 1-27 0,0 1 15 0,0 1-25 0,-2-1 17 15,1 1-17-15,1 0 18 0,-2 0-25 0,1 0 25 16,-1 0-21-16,-1-3 22 0,1 1-21 0,-1 0 30 15,0-2-19-15,0 0 36 0,-10-3-25 0,20 3 50 16,-20-3-31-16,21-1 49 0,-11-1-46 0,1-2 33 16,-2 0-42-16,2-3 33 0,1-2-48 0,-1 0 37 15,-1-1-54-15,1-1 45 0,-2 2-35 0,0-2 45 16,-1 4-31-16,-2 0 45 0,1-1-29 0,-7 8 40 16,10-12-51-16,-10 12 23 0,9-8-45 0,-9 8 29 15,8-7-44-15,-8 7 33 0,8-5-38 0,-8 5 34 16,0 0-37-16,21 0 42 0,-21 0-43 0,18 3 37 15,-6-1-38-15,1 2 40 0,0-1-37 0,0 0 32 16,0-2-35-16,1 2 37 0,2-1-40 0,-1 0 37 16,-1 0-29-16,0 0 26 0,0-2-37 0,0 0 39 15,-2 0-36-15,2-2 37 0,-2 0-36 0,-1 0 36 0,1-2-35 16,-2 2 36-16,-1-4-47 0,1 1 25 16,-2-1-72-16,-2-1 20 0,1 0-42 0,-3-1 1 15,1-2-55-15,-5 10 8 0,4-16 15 0,-4 16 0 0,-1-18-11 16,1 18 9-16,-4-17 26 0,4 17 17 0,-7-17 12 15,7 17-8-15,-7-10-32 0,7 10 18 0,-6-8-15 16,6 8 26-16,0 0-8 0,0 0 30 0,0 0-15 16,0 0 29-16,-11 4-7 0,11-4 33 0,2 13-22 15,-2-13 34-15,5 18-16 0,-1-10 3 0,1 3 6 16,1 1 5-16,2 1 1 0,0 0 1 0,0-1 5 16,3 2 5-16,1 1-1 0,0 0 2 0,2-1-1 15,-2 0 1-15,1 1-5 0,1-2 7 0,-2 0 2 16,0-2 7-16,-1 0-1 0,-1-1 1 0,1 1 29 15,-1-1 49-15,1 2-14 0,1-2-12 0,-3 2-15 16,0-4-7-16,0 1-3 0,-4-1 6 0,0-1-7 16,-5-7 14-16,4 12 7 0,-4-12-18 0,-7 12 1 15,-1-8-21-15,-5 0 8 0,-3 0-12 0,-4-2 4 0,-3-2-22 16,-5 0-28-16,-2 0-121 0,-5-6-131 16,1 5-125-16,4-2-186 0,-4-1-626 0,7 0-828 15</inkml:trace>
  <inkml:trace contextRef="#ctx0" brushRef="#br0" timeOffset="37697.2013">17580 6366 2054 0,'0'0'1208'0,"0"0"-206"0,0 0-78 0,-1-13-63 15,1 13-59-15,0 0-69 0,0 0-126 0,0 0-607 16,0 0 0-16,0 0 0 0,0 0 0 0,0 0 0 15,0 0 0-15,0 0 0 0,0 0 0 0,0 0 0 16,0 0 0-16,0 0 0 0,0 0 0 0,0 0-287 16,0 0-707-16,0 0-1182 0,-13 7-1957 0</inkml:trace>
  <inkml:trace contextRef="#ctx0" brushRef="#br0" timeOffset="47850.6978">6426 8257 46 0,'0'0'329'16,"0"0"-40"-16,-1-16-43 0,1 16 7 0,0-12-48 15,0 12 16-15,-2-11-17 0,2 11-11 0,-3-14-18 16,3 14-6-16,-3-11-14 0,3 11-8 0,-2-11 0 15,2 11-9-15,0 0-12 0,-3-13-3 0,3 13-5 16,0 0-13-16,-2-9-13 0,2 9-8 0,0 0-8 16,0 0-14-16,-2-11-3 0,2 11-14 15,0 0-4-15,0 0-6 0,0 0-2 0,0 0 7 0,0 0 6 16,0 0 5-16,0 0-6 0,0 0 7 0,0 0 3 16,0 0 3-16,11 2 1 0,-11-2-4 0,11 5-1 15,-11-5-8-15,16 2 3 0,-16-2-5 0,24 1-5 0,-9-3-5 16,3 1-6-16,1-4-13 0,6 1 1 15,-2-2 4-15,6-3-6 0,1 1-5 0,-1 0-1 16,-1-3-1-16,-1 1-5 0,-2-2-5 0,-4 4 6 0,-2-3-1 16,-2-2-4-16,-2 1-6 0,-2-2-7 0,-4 2 4 15,-3-2-3-15,-2 0 7 0,-3 0 1 16,-3-1 0-16,-3 0 1 0,-2 2 3 0,-4-4 1 16,-2 5-3-16,-4 1 5 0,-1 1-2 0,-2 2 2 0,-3 1 1 15,0 5-5-15,1 1 4 0,-5 4-3 0,-3 4 9 16,-1 4 8-16,-5 7 3 0,1 7 14 0,-6 7 8 15,2 5 15-15,3 4-2 0,-1 4 13 0,4 2-8 16,2 3 5-16,5 0-22 0,3 0-3 0,9-5-12 16,3-2-3-16,6 0-3 0,5-6-2 0,5 7-4 15,5-4-1-15,5-2-6 0,6-4 7 0,4-2-9 16,3-3 4-16,6-1 4 0,1-5-9 0,3-4 8 16,2-4-29-16,4-2-4 0,-1-4-20 0,1-3 2 15,-5-4-28-15,-2-2-4 0,1-2 9 0,-2-3 2 16,0-1 12-16,-4-4 12 0,-2 0 7 0,-2-5 8 15,-4 0 2-15,-1-4 6 0,-3-1 5 0,-3-4-2 0,-2-1 6 16,-2-1 26-16,-2-4-15 0,-3 1 25 16,-1-1-4-16,0-1 31 0,-3 2-8 0,1 4 16 0,-2 1 8 15,1 1 14-15,-2 4 10 0,0 3-14 0,0 2 8 16,-2 1-30-16,2 1-1 0,0 1-28 0,-2 11 3 16,3-15-37-16,-3 15 30 0,0 0-15 15,7-4 23-15,-7 4-19 0,8 7 22 0,-8-7-30 0,9 16 5 16,-2-5-5-16,-1 3-1 0,3 2 19 0,0 1-24 15,0 2 16-15,1-2-26 0,1 2 29 0,0 1-28 16,1-3 19-16,0 2-22 0,2-1 27 0,-3-2-30 16,1 0 19-16,1-1-28 0,-3-3 20 0,1-2-23 15,-1 0 20-15,1-1-17 0,-2-3 20 0,1-1-19 16,-2 0 22-16,-8-5-18 0,19 1 12 0,-19-1-14 16,19-5 20-16,-8-1-18 0,-1-1 18 0,0-4-10 15,1 0 8-15,-1-1-9 0,0-3-4 0,1 0 3 16,-1 0-5-16,-1 2 6 0,-1 0 7 0,1 1 0 15,-2-1 3-15,-2 4 3 0,1 1 5 0,1 2-3 16,-7 6-6-16,9-15 7 0,-9 15-5 0,7-9 1 16,-7 9-1-16,7-7-5 0,-7 7 7 0,0 0 0 15,14-5 2-15,-14 5 6 0,11 4-5 0,-11-4 0 16,15 6-11-16,-15-6 9 0,17 9-1 0,-8-3-5 16,2 1 19-16,1 1-20 0,0-4 17 0,0 5-22 15,-1-1 30-15,3 0-38 0,-2-2 24 0,2 1-30 0,-2-1 16 16,0 0-37-16,0 0 29 0,-2-1-12 0,1-2 14 15,-11-3-8-15,19 4 14 0,-19-4-10 0,18-2 4 16,-18 2-14-16,17-8 8 0,-8 2 0 16,-2-2-4-16,1 0 6 0,0-4-2 0,0-2-4 0,0-4-5 15,-1 1 9-15,1-1 4 0,1 1-6 0,-3 1 5 16,0 1 2-16,-1 2 6 0,-1-1-5 0,1 3 3 16,0 2 14-16,-2-1 2 0,-3 10 1 0,7-15-4 15,-7 15 0-15,5-13-17 0,-5 13 24 0,4-9-11 16,-4 9 5-16,0 0 2 0,7-8 12 0,-7 8-7 15,0 0 4-15,11 4-7 0,-11-4 19 0,10 5-21 16,-10-5 13-16,17 8-21 0,-7-3 6 0,3 2-2 16,1-3 7-16,0 1-1 0,3-1-4 0,-2-1 4 15,3 1-6-15,-2-2 0 0,-1 0-1 0,-1-1-2 16,1-1 8-16,-2-1 0 0,0-1-11 0,-1-1 9 16,-2-2 3-16,2-2 23 0,-2 0-36 0,-2-5 29 0,-1-1-26 15,-3-2 47-15,-1-3-43 0,-2-3 48 16,-2-3-38-16,-2-3 44 0,-2-6-3 0,-4-6-4 0,0-2-33 15,-1 0 36-15,-2-1-37 0,0 5 69 0,1-1-23 16,-1 8 49-16,3 2 12 0,0 7 13 0,0 2-7 16,4 3-19-16,0 0-31 0,-1 4-24 0,2 4-14 15,4 8-10-15,0 0 44 0,0 0-60 0,-11 7 54 16,9 5-53-16,2 8 63 0,2 7-68 0,1 7 74 16,5 9-74-16,1 5 80 0,4 11-79 0,4 2-4 15,2 3 10-15,2 3 0 0,2 0 0 0,3 3-1 16,3 0 3-16,0 0-6 0,0-1-9 0,2-1 0 15,0-3-1-15,0-2-5 0,0-1-2 0,-1-2 12 16,0-3-14-16,-3-5 1 0,-1-2-20 0,-5-8-11 16,-1-6-9-16,-4-3-3 0,-2-7-14 0,-2-3 6 15,-3-5 11-15,-1-4 12 0,-1 0 8 0,-2-5 3 16,-5-9 2-16,6 10-20 0,-6-10 4 0,0 0-1 0,0 0 1 16,-1-15-5-16,-2 1-8 0,-1-5-20 15,-2-5-16-15,-4-6-20 0,-1-10 31 0,0-2-55 0,-4-5 33 16,0-10-33-16,-2 0 48 0,1-2-27 0,-3 0 18 15,2 1 12-15,1 2 20 0,4 8 9 0,0 3 7 16,1 1 33-16,3 1-26 0,1 3 31 0,3 8-34 16,2 5 41-16,2 2-36 0,2-1 31 15,2 4-34-15,1 3 40 0,4-1-32 0,1 5 26 0,4 0-23 16,0 5 27-16,0 2-26 0,3 2 29 0,2 3-28 16,0 3 29-16,3 4-25 0,2 1 26 0,1 3-33 15,2 0 32-15,1 4-36 0,0 3 3 0,-2-1-8 16,-1 1 12-16,-2 0 4 0,-3 1 0 0,0 0-2 15,-6-2 18-15,0 0-17 0,-5-2 28 0,-2 1-32 16,-2-1 25-16,-5 1-20 0,-3-2 23 0,-2 2-21 16,-5-1 19-16,-7 3-27 0,-5 1-4 0,-9 2-58 15,-6-3-60-15,-2 2-41 0,-5 0-97 0,0-2-98 16,2-1-35-16,1-3-166 0,8-1-630 0,3-2-819 0</inkml:trace>
  <inkml:trace contextRef="#ctx0" brushRef="#br0" timeOffset="48620.7472">10558 7900 58 0,'-5'-8'639'0,"-2"-2"-134"0,1 2-65 0,0-3 16 15,0 2-19-15,1-1-26 0,-2 1-8 0,3-1-10 16,-1 1-48-16,1 0-23 0,0 1-41 0,4 8-41 16,-6-15-15-16,6 15-69 0,-3-10-3 0,3 10-34 15,6-7 67-15,-6 7-19 0,22-1 56 0,-2 3-40 16,11 4 34-16,12 2-53 0,4 6 32 0,14 1-59 16,3 6-4-16,7 2 52 0,0 2-84 0,5 1 74 15,2 1-78-15,2 0-39 0,0 1-2 0,-1 2-13 0,-3-1-4 16,-2 0-1-16,-2 0-21 0,-5 1 5 15,-2-4-13-15,-6 2 19 0,-3-2-26 0,-7-1-8 16,-8-6-15-16,-3 0-23 0,-6-3-31 0,-5 0-29 0,-3-4-54 16,-4-1-54-16,-2 0-32 0,-5-4-60 0,1 1-15 15,-5-1-57-15,-2-1-65 0,-7-6-94 0,9 7-108 16,-9-7-150-16,0 0-398 0,0 0-801 0</inkml:trace>
  <inkml:trace contextRef="#ctx0" brushRef="#br0" timeOffset="48901.6333">12035 7611 899 0,'2'-12'693'0,"-2"12"-133"0,0-18-139 16,0 18-61-16,-2-12-65 0,2 12-2 0,-10-8-28 15,10 8 6-15,-15 2-26 0,-1 2-21 0,-1 7-5 0,-7 2-26 16,-7 7-18-16,-4 5-7 0,-8 11-22 15,-7 3 11-15,-2 4-58 0,-3 5 26 0,-1 0-44 0,-3 2 27 16,-8 10-45-16,8-10 0 0,3 1-12 16,0-1-11-16,1 0-11 0,4-1 3 0,2-2-1 0,0 1-8 15,5-4-2-15,4-2 26 0,2-2-42 0,8-8 30 16,3 1-37-16,0-3 30 0,3-3-46 0,2-1 14 16,5-5-68-16,0 0 9 0,3-5-57 0,1-2-37 15,3-2-15-15,1 0-52 0,-1-2-28 0,3-2-67 16,-2-1-56-16,2-2-43 0,7-5-139 0,-16 4-608 15,16-4-781-15</inkml:trace>
  <inkml:trace contextRef="#ctx0" brushRef="#br0" timeOffset="49284.85">10371 8083 411 0,'-4'-20'577'0,"-2"3"-111"0,2 0-13 15,0-2-36-15,-2 1-59 0,2 0-35 0,0 1 0 16,0 1-10-16,-1 0-3 0,1 0-40 0,1 2-20 0,0 1-28 16,1 3-30-16,0-1-35 0,2 11-33 15,-4-15-27-15,4 15-29 0,0 0 1 0,-2-11 7 0,2 11 21 16,0 0-8-16,6 8 38 0,-3 2-35 0,3 3 47 15,3 3-50-15,-1 6 49 0,3 3-51 0,1 3 40 16,4 8-40-16,2-1 31 0,0 3-40 0,2 0-9 16,5 8-8-16,2 0-10 0,-1-1-9 0,3 1-7 15,-5-9-6-15,5 7 30 0,-4-6-48 0,0-1 32 16,-2-1-42-16,1 0 35 0,-2-2-41 0,0-2 28 16,-2-1-51-16,-3-6-12 0,-2-2-26 0,-2-1-14 15,-2-4-32-15,-1 0-39 0,-1-4-41 0,0-2-19 16,-3 0-50-16,1-2-19 0,-1-1-55 0,-1-2-43 15,-5-7-67-15,11 9-137 0,-11-9-97 0,0 0-368 16,21-3-664-16</inkml:trace>
  <inkml:trace contextRef="#ctx0" brushRef="#br0" timeOffset="49819.0544">12064 7599 23 0,'0'-13'430'0,"-2"2"-66"0,2 11-21 0,0-21-36 16,0 9-43-16,0 12-29 0,0-25-32 0,0 14-18 16,0-1-19-16,0 0 20 0,-2 1 11 0,2-1-7 15,0 12 10-15,0-23 8 0,0 23 21 0,-4-17 5 16,4 17-13-16,-1-16-26 0,1 16-25 0,-1-12-27 16,1 12-12-16,0 0-24 0,-2-15-20 0,2 15-16 15,0 0-2-15,0 0 32 0,0 0 1 0,0 0 18 16,0 0-1-16,0 0 67 0,2 21-49 0,0-8 41 15,2 5-25-15,0 6 9 0,3 5-7 0,-1 3 0 0,3 9 24 16,1 2-62-16,0 2 42 0,2 1-67 0,2 2 62 16,4 8-79-16,0-1 66 0,2-3-81 15,1 1 2-15,2-4-8 0,2 0-7 0,-5-9-11 16,0 1 8-16,1-4-19 0,-2-1 2 0,-2-1-9 0,1 0-2 16,-1-4 4-16,-2-5 9 0,-2 0-12 0,1-4-13 15,-3-2 4-15,-1-3-8 0,0-1-12 0,-4-3-21 16,1-1-16-16,-2-1-9 0,1-3-5 0,-1 0 0 15,-5-8-14-15,7 13-46 0,-7-13-72 0,6 7-57 16,-6-7-41-16,0 0-33 0,0 0-51 0,0 0-44 16,9-5-51-16,-9 5-28 0,4-11-55 0,-4 11-123 15,3-14-437-15,-3 14-732 0</inkml:trace>
  <inkml:trace contextRef="#ctx0" brushRef="#br0" timeOffset="52619.0725">13584 7733 492 0,'-8'-7'459'0,"-1"-1"-76"0,-3-2-21 0,1 3-9 16,0-3-26-16,0 0-12 0,0-2-21 0,-1 0 27 15,1 2-28-15,0-2 14 0,-1 1-32 16,4 0-11-16,-1 1-28 0,-1 0-9 0,4 2 1 0,-1 1-59 16,7 7-14-16,-11-11-58 0,11 11 4 0,-9-8-44 15,9 8-6-15,0 0 8 0,0 0 17 16,-5 7 13-16,5-7 18 0,5 22 5 0,-1-7 41 15,4 8-35-15,2 5 26 0,3 7-44 0,2 4 31 0,2 1-51 16,1 2 27-16,3 1-56 0,1 4 33 0,2 2-55 16,1-3-5-16,-2-6-1 0,-1-1-6 0,1-4-2 15,-1 3 11-15,1-2-15 0,-3-1-1 0,0-2-4 16,1-2 1-16,-4-2-5 0,-3-6 3 0,-3-4-5 16,-2-2 0-16,0-5-4 0,-2 5 5 0,-1-7 6 15,-1-1 0-15,-1-1 2 0,-4-8-3 0,6 9-1 16,-6-9-3-16,0 0 0 0,0 0-6 0,-10-9 0 15,3 1-6-15,-1-3-15 0,-5-5-14 0,-4-5-1 16,-1-4-28-16,-3-5-3 0,0-3 18 0,-2-4-42 0,-4-9 28 16,0-3-35-16,0-1 48 0,1-1-31 15,-1-3 44-15,2 0-28 0,-2-1 10 0,2 1 15 16,0-1 7-16,5 2 35 0,-3 0-35 0,7 10 53 16,1 1-52-16,2 3 39 0,1 2-1 0,5 8-2 0,1 5-3 15,2 1 2-15,2 5-8 0,2 2-1 0,4 1 3 16,2 2-4-16,5 2 6 0,6 4-27 0,7 4 41 15,2 3-37-15,13 5 45 0,6 5-26 0,13 7 39 16,3 5-36-16,2 2 41 0,0 7-26 0,0 0-9 16,-1 5 40-16,-1 0-40 0,-3 4 35 0,-3 1-41 15,-1 1 39-15,-5 0-39 0,-1 0 32 0,-4 1-35 16,-4-1 34-16,-3 0-38 0,-6-3 42 0,-7-3-42 16,-1-4 34-16,-3-1-42 0,-7-5 4 0,-3-1-2 15,-3-3 2-15,-5-4-4 0,-2 1 9 0,-4-3-5 16,-4-1 5-16,-3 2-2 0,-2-4 1 0,-5-1-7 15,-3-1-8-15,-5-2-23 0,-4-1-4 0,-3-4-8 16,-4 0-12-16,-3-3 0 0,0-1 6 0,-1-1 0 16,1-3 1-16,2 1 2 0,4-1 21 0,5 0-8 0,4 2 15 15,5-2-24-15,4 1 7 0,2 1-25 0,14 2 29 16,-11-2-11-16,11 2 30 0,0 0-9 16,9-4 21-16,-9 4-14 0,27-3 7 0,-6 2-29 0,8 0 14 15,0-1-33-15,9 0 16 0,0 2-16 16,5-2 21-16,4 1-37 0,3-2 27 0,-1 1-21 0,0-2 4 15,-2 0-2-15,1-2 6 0,-1-2 2 16,-4 1 16-16,-3-3 6 0,1 0 11 0,-5-3 11 0,-1-2-3 16,-7 0 17-16,1-3 17 0,-4-1 7 0,-4 0 8 15,-2-2 22-15,-4-2 5 0,-1 3 37 0,-5-1 5 16,-1 0-5-16,-2 3 18 0,-4 1-6 0,-2 0-9 16,-2-1 1-16,-2 3 8 0,-2 2 4 0,-2-1-21 15,-1 3 0-15,-1 1-25 0,-3 2 7 0,2 2-17 16,-3 5 18-16,1 1-19 0,-1 3 4 0,1 2 8 15,-1 5 8-15,1 2 2 0,2 2-8 0,2 4-10 16,2-1 17-16,4 3 4 0,1 0-18 0,2 0 19 16,3 3-34-16,3 0 18 0,3 2-34 0,5 0 25 15,1-2-27-15,6 4 0 0,4-2-2 0,-2-6-1 0,0 0-4 16,2-2-5-16,0-3-13 0,2 1-7 16,0-4-1-16,1-1-10 0,-5-4-14 0,0-1 8 15,2-2 0-15,-2-2-5 0,-2 0 5 0,4-4 7 0,-2-2-3 16,1-3-11-16,-3-2 22 0,2-5-10 15,-2-2 6-15,-1-3-1 0,-1-7 10 0,0-3-8 16,-3-5 11-16,-3-3-16 0,-1-2 24 0,-5-2-15 16,3-3 21-16,-8-3-16 0,1 0 23 0,-4-2-16 0,-2-2 10 15,-4 0-4-15,-1-11 8 0,-3 1 13 0,-4-1 10 16,-1 2 4-16,-3 2 16 0,-1 3-8 16,-3 3 45-16,-1 5-14 0,1 6 46 0,3 6-24 0,-2 4 56 15,3 3-25-15,5 6 20 0,1 5-68 0,2 3 5 16,3 4-52-16,2 5 29 0,6 6-46 0,0 0 34 15,-14 4-36-15,11 8 54 0,5 7 4 0,2 6 8 16,4 8-4-16,3 9 12 0,6 2-33 0,4 12 26 16,4 0-36-16,7 1 5 0,-10 11-2 0,9-3 0 15,-1 4 32-15,3 1-52 0,-2 1 50 0,1 2-55 0,1-2 46 16,1 2-60-16,6 12 0 0,-6-15 16 16,-1-1-17-16,-1-1 2 0,1-2-1 0,-4-3-2 15,-2 0 0-15,-1-5 49 0,-3-5-61 0,-5-9 52 16,-3-3-58-16,-1-2 1 0,0-6 4 0,-3-7 3 0,-2-3 1 15,0-5 0-15,-1 1 4 0,-2-5 1 16,-1-2 5-16,0-2 1 0,0-3 2 0,-5-7-3 16,9 7-1-16,-9-7 0 0,8-8-4 0,-8 8-3 0,6-21-9 15,-6 4-13-15,-1-6-20 0,-6-8-12 0,1-8-15 16,-4-2-16-16,-3-3-8 0,-1-3 0 0,-5-9 25 16,-2 0-38-16,-1-1 44 0,0-1-27 0,0 1 49 15,3 1-27-15,0 2 49 0,5 9-30 0,1 3 43 16,3 1-30-16,3 9 39 0,3 0-26 0,2 5 31 15,1 3-37-15,3 0 9 0,3 4 1 0,1 1 2 16,2 1 6-16,4 4-1 0,1 1 4 0,3 4 1 16,0 2 49-16,3 3-53 0,1 4 28 0,3 1-31 15,2 6 33-15,3 2-36 0,1 2 38 0,-1 4-37 16,2 4 38-16,0 3-38 0,-2 0 41 0,-3 3-37 16,-1 0 33-16,-1 0-33 0,-6-2 34 0,0 1-36 15,-3 0 38-15,-1-1-35 0,-6-4 5 0,0 2 4 16,-4-4 9-16,-2 0 2 0,-3-1 8 0,-3-2 3 15,-2 0 5-15,-6 0-1 0,-4-2 1 0,-5-2-4 16,-6 3-5-16,-4-6-2 0,-3 0-1 0,-3-2 3 16,0-2-10-16,-2-2 1 0,1-1 24 0,1 0-68 0,2-1-4 15,2-2-67-15,5 0-42 0,3-1-38 16,2-1-64-16,4 0-41 0,5 3-88 0,1-4-41 16,3-1-57-16,3 3-92 0,8 4-562 0,-8-12-749 0</inkml:trace>
  <inkml:trace contextRef="#ctx0" brushRef="#br0" timeOffset="53137.3918">16108 7568 533 0,'-18'-32'506'15,"1"-1"-67"-15,-2-4-56 0,0 3-5 0,0 2-25 16,0 0-21-16,2 0 4 0,2 6 0 0,1 0-12 16,0 3-7-16,3 3-24 0,2 3-32 0,0-1-34 15,2 4 3-15,0 3-84 0,2 2-14 0,0 0-23 16,5 9-49-16,0 0 36 0,-9-4 30 0,9 4 42 16,0 13 1-16,2-1-10 0,3 8-3 0,0 2-9 15,3 6-42-15,0 1 31 0,4 8-47 0,1 1 11 16,0 4-3-16,0-1-11 0,2 0-10 0,-2 2-7 15,1-1 44-15,1 2-77 0,-1-1 69 0,1-3-93 16,-1 2 65-16,1-3-80 0,0-1 67 0,-1-2-80 16,-1-3 9-16,-1-5-1 0,-2-2 2 0,-1-6 2 15,0 0-2-15,-1-3-13 0,-2-3-14 0,-1 0-22 16,1-3-16-16,-3-1-20 0,1-2 15 0,-4-8-72 16,8 14-32-16,-8-14-137 0,4 8-77 0,-4-8-66 15,0 0-106-15,0 0-8 0,0 0-115 0,-5-6-629 16,5 6-921-16</inkml:trace>
  <inkml:trace contextRef="#ctx0" brushRef="#br0" timeOffset="53950.3042">16018 7649 545 0,'0'0'523'0,"-7"-9"-62"16,7 9-31-16,-9-8-1 0,9 8-43 0,-9-7-6 16,9 7-29-16,-10-9 4 0,10 9-38 0,-8-6-12 15,8 6-12-15,-10-7-7 0,10 7-17 0,-6-6-18 16,6 6-30-16,0 0-16 0,-7-8-25 0,7 8-32 15,0 0-28-15,6-10-27 0,2 6-13 0,7 0-24 16,2-3-6-16,9 2-13 0,7 0-7 0,6 0-41 16,8-2-80-16,3 3-87 0,2-2-90 0,0 3-152 15,0-1-120-15,-4 1-149 0,0-2-773 0,-9 3-1079 16</inkml:trace>
  <inkml:trace contextRef="#ctx0" brushRef="#br0" timeOffset="55720.5712">6226 9515 399 0,'0'0'427'15,"-13"2"-55"-15,13-2-105 0,0 0-4 0,-16-2-86 16,16 2 45-16,0 0-58 0,-11-3 32 0,11 3-20 16,0 0 17-16,0 0-34 0,-12-1 3 0,12 1-28 15,0 0-38-15,0 0-2 0,0 0-37 0,0 0 8 16,0 0-28-16,-12-2 6 0,12 2-25 0,0 0 15 15,0 0-13-15,0 0 13 0,0 0 6 0,0 0 35 16,0 0 16-16,6 9 4 0,-6-9 21 0,15 6-3 16,-3-4-13-16,5 2 0 0,3-2-2 0,8 2-7 0,9-2 2 15,13-2 13-15,7 0-3 0,18-4 2 16,11-1-7-16,10-2-10 0,28-2-9 0,8-1-7 16,4-3-14-16,11 1 4 0,6-1-15 0,8-1 2 0,4 2-24 15,6 1 17-15,7 1-35 0,4-1 27 0,4 3-23 16,2-1 9-16,5 2-17 0,5 0 2 15,3 2-13-15,2-1 12 0,4 1-22 0,4 1 13 16,3-2-17-16,45-2-5 0,-47 3-5 0,4 0 3 0,46-1-11 16,-50 2 13-16,4 0-1 0,0 1 11 0,-2 1-1 15,-2-1 3-15,-3 0-15 0,-4 0 13 16,-8 0-22-16,-10 2 14 0,-4-3-14 0,-7-2 26 0,-7-1-16 16,-10 0 23-16,-10-1-14 0,-7-3 23 0,-10 1-10 15,-7-2-6-15,-26 1 17 0,0-1 3 0,-3-1-17 16,-4-1 18-16,-2 0-2 0,-4-2-1 0,-3 0 0 15,-7 2 3-15,-4-3 6 0,-2 2 2 0,-5 1-3 16,0-2 1-16,-3 3-1 0,-9 1 13 0,-1 0-9 16,0 1 9-16,1 0-12 0,-2 2-2 0,1 0 6 15,0 1 2-15,-2 0-15 0,-1 1 10 0,-2 1-7 16,-2 0 7-16,-7 1-6 0,-2 2 2 0,-3-2 8 16,-3 3-2-16,-3-2-1 0,-1 1 3 0,-1 0 4 15,-4 2-2-15,-2-2 1 0,0 2 6 0,-2-2 0 0,2 1-2 16,-1 1-5-16,0-1-1 0,1 2 6 0,0-1 0 15,1 0 1-15,1 1 2 0,-1-1-1 16,1 1 32-16,-1 0-29 0,0-1 32 0,0 0-29 0,1 0 38 16,-2 1-38-16,2-1 32 0,-2 0-42 0,-1-1 27 15,1 0-40-15,-2 2 37 0,0-2-37 0,-3 0 32 16,1 1-42-16,-3-1 42 0,1 1-43 0,-2-1 36 16,-11 2-43-16,22-3 35 0,-22 3-38 0,19-3 41 15,-19 3-46-15,17-3 34 0,-17 3-34 0,13-1 34 16,-13 1-36-16,13-3 38 0,-13 3-36 0,0 0 35 15,14-2-40-15,-14 2 41 0,0 0-37 0,0 0 32 16,14-2-43-16,-14 2 25 0,0 0-63 0,0 0-2 16,0 0-57-16,11-3-42 0,-11 3-30 0,0 0-80 15,0 0-72-15,0 0-92 0,-14-4-80 0,14 4-275 16,-26-5-308-16,7 0-720 0</inkml:trace>
  <inkml:trace contextRef="#ctx0" brushRef="#br0" timeOffset="102439.2637">6357 10478 550 0,'-8'-13'558'0,"1"1"-95"0,-1 0-63 16,0 0-45-16,1 1-48 0,0 0 3 0,2 1-12 16,-1 1-8-16,1 0-14 0,0 1-23 0,5 8-25 15,-8-14-46-15,8 14-42 0,-6-8-30 0,6 8-28 16,0 0-13-16,-6-7-9 0,6 7 38 0,0 0-5 16,2 14-1-16,0-2 11 0,1 4-13 0,1 5-3 15,-1 3-28-15,1 5 0 0,1 5-5 0,0-1-4 0,-1 4 9 16,1 2-34-16,-1-3 20 0,1 1-26 15,-1-4 11-15,1 3-24 0,0-4 17 0,0-2-25 16,-1-1 29-16,0-4-34 0,-1-3 26 0,1 0-24 0,-1-5 23 16,-1-2-25-16,0-1 31 0,1-1-14 0,-1-4 57 15,-2-9 4-15,2 18 60 0,-2-18-57 0,0 0 16 16,0 0-52-16,0 0 29 0,0 0-43 0,-7-7 20 16,2-7-66-16,-1-5 31 0,0-5-39 0,-1-7 15 15,-3-7-37-15,2-3 3 0,0-3 22 0,1-2-32 16,-1-1 25-16,2-1-23 0,-1-1 37 0,3 1-8 15,-1 2 21-15,0 2-34 0,3 6 37 0,0 4-20 16,1 7 46-16,0 2-31 0,0 6 28 0,0 1-42 16,0 5 24-16,3 2-25 0,-2 11 34 0,7-9-37 15,-7 9 44-15,19 8-24 0,-3 6 40 0,7 11-31 16,3 5 39-16,7 12-38 0,0 4 1 0,4 8 14 16,-1 2-6-16,3 2-3 0,0 3 31 0,3-4-41 15,-1-1 33-15,2-5-39 0,0-3 39 0,0-4-43 0,-1-6 37 16,1-6-33-16,-9-7 32 0,-1-4-16 0,-2-4 28 15,-5-3-16-15,-3-5 51 0,-1-4-29 16,-2-1 49-16,0-6-30 0,-2-1 48 0,3-6-48 0,-1-2 25 16,-1-7-45-16,0-4 27 0,-2-8-47 0,-1-5 27 15,-3-2-41-15,0-4 1 0,-4-3-6 0,-2 0 5 16,-3 0 30-16,-3-2-42 0,-2 8 37 0,-4-5-41 16,-3 3 42-16,-3 3-41 0,-4 1 49 0,0 5-41 15,-2 6 38-15,2 3-42 0,-3 3 34 0,5 3-49 16,-1 2 49-16,3 6-93 0,0 1 6 0,2 2-62 15,9 5 3-15,-13 1-58 0,13-1-40 0,-5 11-54 16,5-11-100-16,6 20-82 0,3-6-82 0,5 3-109 16,6 4-758-16,7 1-1002 0</inkml:trace>
  <inkml:trace contextRef="#ctx0" brushRef="#br0" timeOffset="103673.1921">7836 10834 1124 0,'0'0'849'0,"-16"-10"-95"0,5 4-88 0,-2 0-32 16,-1-3-53-16,-1 2-56 0,1 0-77 0,-4-3-50 0,2 2-52 15,-2 1-55-15,2 1-46 0,0 1-39 16,1 2-40-16,-2 0-33 0,4 2-32 0,-2 1-16 0,1 3-26 16,-2 1-8-16,2 5-12 0,-3 3 0 0,4 1-15 15,0 3-3-15,3 2-4 0,2 1-1 0,0 2-2 16,4 0-5-16,2 0 1 0,2 0-4 0,1-2 4 15,2 3-14-15,4 0-8 0,0-2-14 0,2 1-4 16,2-3-28-16,3-2-29 0,1 0-39 0,2-1 27 16,2-5-44-16,0 1 37 0,2-3-40 0,0-2 49 15,-3-3-28-15,1-2 43 0,-1-1-22 0,-1-3 27 16,-1-3-34-16,0 0 34 0,0-5-15 0,0-2 20 16,-4-5-3-16,1 0 23 0,-3-2 4 0,-2-2 23 15,0-1-12-15,-2 0 30 0,-2 0 11 0,-2 1 20 16,0 2 22-16,-2 1 37 0,0 2-6 0,-2-1 30 15,0 2 21-15,0 3 4 0,1 1-4 0,-1 2-9 16,2 10-36-16,-3-20-18 0,3 20-18 0,-2-14-16 16,2 14-5-16,0 0-3 0,0 0-5 0,0 0-2 15,0 0-6-15,0 0 32 0,6 10-44 0,-1-2 39 0,1 3-43 16,1 2 39-16,2-1-44 0,2 3 31 16,0 1-53-16,3 0 15 0,-1-1-62 0,0 0-11 15,1-2-66-15,0 2 21 0,-1-5-37 0,0 1 22 0,0-3-2 16,-1 0 14-16,1-3 28 0,-2-2 16 0,-11-3 22 15,21 2 10-15,-11-5 12 0,0-1 10 0,0-4 18 16,-1-2-5-16,-1-4 13 0,1 0-2 0,-1-3 16 16,-1-2 15-16,1 1 19 0,-2-1 33 0,0 3 38 15,-1 1 21-15,-1 0 6 0,-1 0 3 0,1 3 22 16,-2 0 19-16,1 2-5 0,-1-2-24 0,-2 12-30 16,5-14-27-16,-5 14-20 0,3-13-17 0,-3 13-12 15,0 0-3-15,7-7-1 0,-7 7-7 0,0 0-3 16,15 8-6-16,-15-8 2 0,13 12-5 0,-6-4-1 15,1 3-3-15,1-1-1 0,0 2-2 0,0 1 39 0,2 2-49 16,-2-3 41-16,0 1-49 0,1 2 43 16,0-2-49-16,-1 0 55 0,-1 0-61 0,1-3 47 15,-1 2-51-15,-1-2 44 0,-1-2-54 0,-1 0 41 0,2-2-45 16,-7-6 37-16,9 11-40 0,-9-11 47 0,12 7-42 16,-12-7 38-16,10 5-37 0,-10-5 57 0,12-3-60 15,-12 3 41-15,12-7-33 0,-12 7 38 16,15-11-39-16,-8 4 44 0,0 0-40 0,1-2 6 0,-1-1 3 15,1 0 13-15,0 0-9 0,0-1 3 0,0 0-1 16,-1 0 5-16,1 0 3 0,1 0-2 16,-2 1-1-16,-1 1-3 0,1 1 0 0,0 0-2 0,0 1-6 15,0-2-5-15,0 4-6 0,-7 5-6 0,15-8 0 16,-15 8-7-16,13-6 0 0,-13 6 1 0,14-4 10 16,-14 4 2-16,13-2 8 0,-13 2 10 0,12 0 31 15,-12 0-39-15,0 0 3 0,19 0 3 0,-19 0 4 16,12 1 3-16,-12-1-1 0,13 1 2 0,-13-1 5 15,12 1 3-15,-12-1-3 0,14 2 1 0,-14-2 0 16,13 1 32-16,-13-1-42 0,13 1 5 0,-13-1 1 16,11 2-2-16,-11-2 1 0,0 0-1 0,16 0-2 15,-16 0 7-15,13 2 4 0,-13-2-6 0,11 2 0 16,-11-2 2-16,12 1 28 0,-12-1-36 0,12 4 35 16,-12-4-37-16,13 3 32 0,-13-3-32 0,19 4 31 15,-9 1-40-15,3-3 40 0,-1 0-37 0,3 1 36 16,2 0-37-16,0 0 38 0,0 0-32 0,2 0 32 0,0-1-37 15,1 0 1-15,0 0-1 0,1-2-3 0,-1 0-2 16,2 0-13-16,-1 0-9 0,-1 0 8 0,1-2 3 16,0 0 5-16,-1 0-5 0,3-4-1 0,-1 1-4 15,-2-1 4-15,1-1 9 0,-1 0 5 0,-1-4-1 16,-1 0 12-16,-1-3 9 0,0 0-14 0,-3-1 4 16,3-6-2-16,-4 1 8 0,0 1-3 0,-3 0 45 15,-2-2-6-15,1 0 44 0,-4 2-28 0,-2 3 38 16,-1 0-45-16,-3 3 28 0,0 0-43 0,-5 1 38 15,1 3-42-15,-5 1 34 0,0 4-27 0,-1 3 11 16,-4 4 2-16,-1 3 3 0,-4 2-1 0,-2 7 5 16,0 2 13-16,1 3 1 0,2 2 4 0,2 1-12 15,1 3-1-15,5 0 9 0,3 0-13 0,3 0-1 16,6-2 1-16,7 6 7 0,2-3-8 0,5-2 4 0,9 3-15 16,5-4-8-16,5-1-1 0,6-5-8 15,2 0-7-15,3-3 4 0,4-2-47 0,1-4-48 16,0 0-21-16,-2-2-114 0,-2-1-49 0,-6-3-100 0,-1-1-85 15,-7-2-106-15,-2 0-108 0,-2-2-227 0,-2-3-533 16,-4-1-1024-16</inkml:trace>
  <inkml:trace contextRef="#ctx0" brushRef="#br0" timeOffset="105026.169">13304 10524 235 0,'0'0'714'0,"13"-2"-137"16,-13 2-129-16,0 0-73 0,0 0-82 0,0 0-12 16,14 0-16-16,-14 0 25 0,0 0-27 0,0 0 4 0,0 0-23 15,0 0-6-15,0 0-27 0,0 0-26 16,0 0-19-16,13 0-6 0,-13 0-15 0,0 0-4 15,0 0-9-15,0 0-3 0,0 0-9 0,0 0-8 0,0 0-16 16,0 0-9-16,0 0-7 0,0 0-16 16,0 0-11-16,0 0-4 0,0 0-12 0,0 0-8 15,0 0-3-15,0 0-3 0,0 0-6 0,0 0-4 16,0 0 2-16,0 0-4 0,0 0-7 0,0 0 2 0,0 0-2 16,0 0 0-16,0 0-2 0,0 0 2 0,0 0-7 15,0 0 1-15,0 0 2 0,0 0 2 16,0 0-4-16,0 0 3 0,0 0 0 0,0 0-3 0,0 0 7 15,0 0-1-15,0 0-1 0,0 0-12 0,0 0 15 16,0 0 1-16,0 0-3 0,0 0 1 0,0 0 4 16,0 0-6-16,0 0-1 0,0 0 2 0,0 0-4 15,0 0 12-15,0 0-12 0,0 0 2 0,0 0-2 16,0 0 2-16,0 0 0 0,0 0-7 0,0 0 6 16,0 0-1-16,0 0 2 0,0 0-5 0,0 0 4 15,0 0-4-15,0 0 2 0,0 0 3 0,0 0-3 16,0 0 1-16,0 0 0 0,0 0 1 0,0 0-4 15,0 0 2-15,0 0 0 0,0 0 0 0,0 0-4 16,0 0 6-16,0 0-3 0,0 0-4 0,0 0 3 16,0 0 2-16,0 0 0 0,0 0-4 0,0 0 3 15,0 0-6-15,0 0 7 0,0 0-10 0,0 0-3 16,0 0-7-16,0 0 0 0,0 0 4 0,0 0-6 0,0 0 2 16,0 0 3-16,0 0 0 0,0 0 1 15,0 0 7-15,0 0 1 0,0 0 0 0,0 0 5 16,0 0 1-16,0 0-1 0,0 0-2 0,0 0 5 0,0 0-2 15,0 0-2-15,0 0 3 0,0 0 4 0,0 0-6 16,0 0 4-16,0 0 4 0,0 0-4 0,0 0-4 16,0 0-2-16,0 0 2 0,0 0-5 0,0 0 2 15,0 0-4-15,0 0-3 0,0 0-2 0,0 0-2 16,0 0 1-16,0 0 1 0,0 0 1 0,0 0 4 16,0 0 3-16,0 0-2 0,0 0 2 0,4 10-3 15,-4-10 7-15,0 0 1 0,0 0-2 0,0 0 4 16,0 0-1-16,0 0 3 0,0 0-5 0,0 0 5 15,10 3-14-15,-10-3 17 0,0 0 0 0,0 0-2 16,0 0-1-16,0 0-1 0,0 0 2 0,0 0-3 0,0 0 3 16,0 0 1-16,0 0-3 0,0 0-2 15,0 0 4-15,0 0-2 0,11 3 0 0,-11-3 0 16,0 0 1-16,0 0-1 0,0 0-3 0,0 0 3 0,0 0 0 16,0 0-2-16,0 0 4 0,0 0-3 0,0 0 3 15,0 0-5-15,0 0 4 0,0 0-4 16,0 0 3-16,0 0 3 0,0 0-4 0,0 0-2 15,0 0 1-15,0 0 2 0,0 0-2 0,0 0 2 0,0 0 4 16,0 0-6-16,0 0-1 0,0 0 4 0,0 0 1 16,0 0-1-16,0 0-3 0,0 0 4 0,0 0-1 15,0 0-2-15,0 0 1 0,0 0-4 0,0 0 3 16,0 0 2-16,0 0 0 0,0 0-6 0,0 0 3 16,0 0 4-16,0 0-5 0,0 0 3 0,0 0 0 15,0 0 1-15,0 0-3 0,0 0 3 0,0 0-3 16,0 0-6-16,0 0 8 0,0 0 4 0,0 0-2 15,0 0-1-15,0 0 3 0,0 0-1 0,0 0-7 16,0 0 4-16,0 0 1 0,0 0-5 0,0 0 4 0,0 0 2 16,0 0-4-16,0 0 5 0,0 0-3 15,0 0 0-15,0 0-9 0,0 0 3 0,0 0-7 16,0 0-8-16,0 0-5 0,0 0-10 0,0 0-15 16,0 0 1-16,0 0-17 0,0 0-3 0,0 0-15 0,0 0-3 15,0 0-38-15,0 0-5 0,0 0-53 16,0 0-25-16,0 0-59 0,0 0-32 0,0 0-39 15,0 0-106-15,0 0-60 0,0 0-479 0,0 0-576 0</inkml:trace>
  <inkml:trace contextRef="#ctx0" brushRef="#br0" timeOffset="105356.9864">13616 10085 102 0,'4'-20'716'15,"-1"2"-121"-15,-2 0-63 0,0 1-39 0,-3-1-79 0,1 0 3 16,-1 6-25-16,-2-3-13 0,0 0-57 0,-1 1-52 16,-3 1-37-16,0 2-32 0,-1 0-34 0,-4 4-21 0,-1 1-17 15,-1 3-16-15,-5 5 5 0,-5 3 8 16,-9 11 1-16,-2 4-1 0,-6 11 36 0,-3 7-46 16,2 5 31-16,0 7-50 0,1 4 24 0,4 1-38 15,-1 4 0-15,5 0-6 0,5 2 4 0,5-2 6 0,3 1-22 16,3-3-8-16,9-8-3 0,5-4-6 15,2 2 2-15,6-4 1 0,5-1-10 0,5-5-3 16,5-1-7-16,4-5-2 0,6-3-8 0,1-5 1 0,5-2-6 16,3-4-12-16,3-5-47 0,0-2-59 0,3-5-55 15,-5-2-58-15,3-1-57 0,6-8-41 0,-2-2-99 16,-2-1-75-16,-2-4-67 0,-2-1-90 0,-4-3-113 16,-5-2-420-16,-1-3-788 0</inkml:trace>
  <inkml:trace contextRef="#ctx0" brushRef="#br0" timeOffset="105557.3238">13530 10644 171 0,'-46'-5'682'0,"-4"2"-119"0,-1 0-32 0,1 1-32 15,-2-1-10-15,5 1-25 0,6 2-25 0,3-1-43 16,9 0-40-16,2 1-44 0,6-2-30 0,2 2-82 16,6-1-40-16,13 1-20 0,-23-1 7 0,23 1-23 15,0 0-17-15,0 0-20 0,15-4-24 0,6 1-32 16,6 1-49-16,11-2-48 0,10-2-44 0,1 0-50 0,3 1-68 15,4 0-82-15,-2 0-62 0,1 0-75 16,1 2-145-16,-3-1-98 0,-1-2-324 0,-6 1-621 16</inkml:trace>
  <inkml:trace contextRef="#ctx0" brushRef="#br0" timeOffset="106611.8727">13894 10482 679 0,'0'0'658'0,"-4"-12"-79"0,4 12-17 0,-7-13-73 15,7 13 5-15,-11-13-20 0,11 13-24 0,-7-12-9 16,7 12-87-16,-6-8-24 0,6 8-96 0,-7-7-12 15,7 7-79-15,0 0 4 0,0 0-59 16,0 0 21-16,0 0-52 0,0 0 30 0,-4 8-48 0,4-8-4 16,9 15-4-16,-5-6-8 0,2 3-3 0,2-1-3 15,0 2-1-15,-1 1-4 0,2 0-9 16,0-1-22-16,0 4-14 0,0-4-59 0,-1 1-41 0,0-2-16 16,1 2-28-16,-3-3-16 0,1 0 3 0,2-1-22 15,-2-1 24-15,-1-1-7 0,-1-2 40 0,-5-6-6 16,14 6 23-16,-14-6-2 0,0 0 29 0,15-6 8 15,-15 6 28-15,14-13-3 0,-9 3 53 0,1 0 7 16,1-2 55-16,-3-1 14 0,4 1 52 0,-4 0 8 16,2 0 11-16,-2 2 25 0,-1 0 17 0,1 1-6 15,-4 9-17-15,8-15-19 0,-8 15-23 0,6-12-14 0,-6 12 11 16,5-7-26-16,-5 7 36 0,0 0-27 16,0 0 1-16,15 1-12 0,-15-1 0 0,12 8-2 0,-6 0-13 15,3-1-11-15,1 1-3 0,-2 3-9 0,3-1-4 16,-1 0 15-16,1 1-24 0,2-1 16 0,1 4-29 15,-3-5 21-15,3 2-23 0,-3-1-4 0,1 0-17 16,1 0-10-16,-3-3-15 0,2 0-16 0,-3-1 20 16,0-1-28-16,-9-5-10 0,20 3 14 0,-11-5-38 15,3-3 26-15,1-2-35 0,0-3 10 0,1-3-4 16,1 2 16-16,-1-4 32 0,-1-2-4 0,-2 1 28 16,1-1-9-16,-1 1 28 0,-3 1 6 0,0 3 31 15,-1-1 13-15,-1 0 17 0,-2 3 2 0,-1 0-5 16,2 1 46-16,-5 9-36 0,6-15 16 0,-6 15-34 15,5-13 13-15,-5 13-29 0,4-10 17 0,-4 10-37 16,5-9 21-16,-5 9-29 0,0 0 20 0,6-5-26 16,-6 5 24-16,0 0-19 0,16 2 20 0,-16-2-23 15,18 6 23-15,-6-2-21 0,1 1 17 0,3-1-26 0,-1 0 2 16,3 2-37-16,3 0-12 0,0 0-27 0,0 0-1 16,2 0-36-16,-2-1 19 0,0 0-16 15,0-2 27-15,-2 0-13 0,0-1 37 0,-1-1-6 16,-3-1 35-16,-2-1-7 0,3-3 27 0,-4 0-5 0,1-3 55 15,-4-1 3-15,1-5 23 0,-3 0-9 0,-2-5 17 16,-3-5 4-16,-1-2 10 0,-2-3 9 0,-4-8-6 16,-3-6-3-16,-3-1 12 0,0-2 2 0,-3 2 24 15,1-1 37-15,-1 3 19 0,1 1 31 0,0 5 30 16,3 5-66-16,1 4 36 0,1 6-77 0,1 2 18 16,2 1-79-16,1 7 23 0,4 10-59 0,-5-12-6 15,5 12 2-15,0 0 2 0,1 16 8 0,4 7-1 16,2 6 9-16,3 14 4 0,1 4 47 0,5 14-69 15,-1 5-5-15,2 2-2 0,-6 1-2 0,3 4 19 16,1 1-3-16,-1 1-9 0,1-1-3 0,0 1-4 16,-1-3-2-16,2-1-7 0,0-3 0 0,-2-4 0 15,1-5 5-15,-3-10-5 0,-2-3-4 0,1-5 0 16,-4-8-2-16,0-5 1 0,-3-5-1 0,3-2 6 0,-4-5 3 16,1-2-1-16,-4-14 1 0,2 17 0 0,-2-17-5 15,0 0-1-15,0 0-3 0,-5-10-14 16,-1-5-12-16,-1-9-13 0,-2-6-25 0,-2-11-9 0,-1-5-31 15,-1-10-10-15,-3-3 2 0,5 1 25 0,0 0-13 16,1 8 3-16,2 1 12 0,3 2 47 0,-1 2-28 16,4 8 47-16,2 2-34 0,-1 7 40 0,2 3-39 15,1 1 32-15,0 4-42 0,5 3 41 0,-1 4-31 16,6 3 46-16,-1 2-35 0,5 5 40 0,-3 2-37 16,6 4 6-16,0 3 0 0,2 3-3 0,0 3-6 15,0 3-1-15,1 2-5 0,0 2 26 0,-1 0-34 16,-2 2 23-16,0-2-33 0,-3 0 1 0,0-1 4 15,-4-3 16-15,-2 1-5 0,1-3 19 0,-3-3-2 16,-2 1 5-16,-1-1 12 0,-5-10 0 0,3 17 5 16,-3-17-6-16,-11 14-4 0,1-10-30 0,-6 2-39 15,-3-3-49-15,-6 0-87 0,-3 0-45 0,-2-2-53 16,-1 1-21-16,2-1-43 0,2 1-97 0,5-2-68 0,4-2-361 16,4-1-482-16</inkml:trace>
  <inkml:trace contextRef="#ctx0" brushRef="#br0" timeOffset="106807.3682">15583 10521 1039 0,'0'0'807'0,"14"-8"-99"0,-14 8-162 0,10-5-81 16,-10 5-64-16,0 0-46 0,11-4-55 0,-11 4-40 16,0 0-11-16,0 0-16 0,14 5-27 0,-14-5-29 15,8 12-33-15,-2-4-29 0,1 3-21 0,1 2-18 16,0 0 8-16,0 1-49 0,0 0-38 0,-1 1-63 15,2 0-41-15,-2-2-63 0,-1 0-107 0,-1 0-136 16,0-1-109-16,-1-2-192 0,-4-10-557 0,1 16-879 16</inkml:trace>
  <inkml:trace contextRef="#ctx0" brushRef="#br0" timeOffset="106973.9262">15663 10319 1066 0,'-9'-18'769'0,"1"4"-88"16,2-1-138-16,1 2-78 0,1 1-91 0,-1 0-69 0,4 2-67 16,1 10-45-16,1-19-52 0,-1 19-18 15,11-15-53-15,-11 15-51 0,17-9-103 0,-17 9-82 0,26 0-130 16,-9 5-97-16,2 3-181 0,2 0-511 0,-1 1-703 16</inkml:trace>
  <inkml:trace contextRef="#ctx0" brushRef="#br0" timeOffset="107424.305">16332 10068 740 0,'10'-32'762'0,"-3"2"-8"0,0-1-90 0,-1 0-64 0,-1 2 10 16,0 0-53-16,-2 7 29 0,0 4-81 0,-2 1-61 16,2 3-98-16,-1 2-76 0,0 2-56 0,-2 10-54 15,6-14-27-15,-6 14-21 0,0 0-21 0,21 7-9 16,-7 6-16-16,6 6-7 0,5 8-11 0,1 4-2 15,5 11-4-15,2 1-9 0,-2 3-8 0,-1 3-3 16,0 1 15-16,-3 0-29 0,-1 0 3 0,0-1-2 16,-2-1-5-16,-5-7-2 0,-2-3-7 0,0 2 2 15,-2-3-2-15,-3-2-7 0,-1-5 0 0,-4-1-1 0,1-6 3 16,-2 0 5-16,-1-6-13 0,-1-1 11 16,-1-1 2-16,0-3 11 0,0-1-5 0,-2 0 5 0,-1-11-3 15,2 12 1-15,-2-12-4 0,0 0 6 0,0 0-9 16,-11 2 0-16,4-8-8 0,-1-2-10 15,-3-3-12-15,-2-3-9 0,-1-4-26 0,-1-1 6 0,-3 0 9 16,0 0 3-16,-4 0 0 0,-2 4 0 0,-3 0 6 16,-3 2 9-16,-3 3 4 0,-2 2 5 0,-2 6 4 15,-2 0 6-15,-1 5-2 0,-3 3 2 0,1 4 4 16,0 2 1-16,5 4 11 0,2 2-1 0,4 2 18 16,6-2-15-16,4 1 20 0,5 1-10 0,4-2 10 15,5 1 3-15,3-1 6 0,7-2 4 0,5 2-5 16,8-2-1-16,8 0-7 0,9-1-4 0,7-3-13 15,6-2-73-15,2-1-92 0,4-3-108 0,2-3-56 16,-2 0-119-16,-1-3-167 0,0-3-145 0,-4-1-809 16,0-3-1208-16</inkml:trace>
  <inkml:trace contextRef="#ctx0" brushRef="#br0" timeOffset="110625.8385">20123 10154 270 0,'-30'-29'636'0,"-2"-1"-158"15,-1 2-61-15,-1-1-52 0,-2 3-23 0,3-1-58 16,-1 0 21-16,2 1-22 0,1 1 16 0,2 1-34 15,2 3 21-15,6 3-10 0,5 5-16 0,1 1-21 16,3 1-58-16,1 3-22 0,0 0-64 0,11 8-3 16,-13-7-35-16,13 7-11 0,0 0-1 0,-6 14-7 15,6-3 11-15,2 5 1 0,2 7-10 0,1 6 1 16,1 4 24-16,3 6-42 0,2 4 26 0,-1 0-36 16,3 2 27-16,0 0-42 0,0 0 34 0,1 1-36 15,1-2 3-15,1-1-2 0,-1-3 5 0,1-2 2 0,-1-1-1 16,0-3 31-16,-3-6-34 0,0-2-6 15,-3-7 7-15,-1 2 6 0,-2-6-12 0,1-2 10 0,-2 0 5 16,0-4 0-16,-5-9-3 0,3 13 4 0,-3-13 2 16,0 0 18-16,0 0-32 0,-12-13 0 0,2-2-3 15,-4-6 29-15,-4-10-39 0,1-5 25 0,-4-7-45 16,-2-9 22-16,1-8-35 0,-1-3-4 0,1 0 15 16,3-3 37-16,0 0-32 0,1-2 4 0,1 4 26 15,2-2-21-15,2 4 24 0,2 3-22 0,3 10 29 16,2 4-27-16,1 2 32 0,3 8-26 0,1 7 27 15,0 3-33-15,3 3 40 0,4 2-38 0,3 4 26 16,6 3-27-16,3 4 19 0,6 7-17 0,5 4 27 16,14 9-18-16,5 4 29 0,11 10-32 0,2 7 33 15,3 6-26-15,0 3-4 0,13 14 10 0,-2 2 1 16,-3 5-16-16,-2 1 42 0,-4 0-31 0,-14-8 28 16,-3-1-36-16,-2 0 34 0,-5-2-43 0,-6-2 23 15,-4-3-26-15,-5-2 15 0,-9-8-24 0,-5-1 9 16,-6-7 6-16,-4-3 2 0,-5-1 0 0,-5-1 8 0,-4 1-2 15,-6-3 1-15,-4-1 4 0,-5 1 2 16,-5-5-2-16,-4-1 31 0,-2-3-43 0,-3-3 26 16,1-5-51-16,-1-2 35 0,-1-3-35 0,0 0-7 0,-6-4 6 15,2 0 2-15,7-2 5 0,1 0 7 0,3 0 1 16,7 1 3-16,4 1 8 0,0 0-5 0,6 0-14 16,4 2-30-16,13 2 15 0,-20-2-4 0,20 2 22 15,0 0-2-15,0 0 16 0,0 0-7 0,16 9 18 16,2-4 2-16,7-1-10 0,9 2 2 0,3-1-6 15,11-1-17-15,3 0-23 0,1 0-22 0,4-2-35 16,2-1 4-16,0-1-31 0,-1-3 12 0,0 1-4 16,-4-3 22-16,0-2 3 0,-3-2 29 0,-5-2 13 15,-2-3 25-15,-6-2 1 0,-1-3 27 0,-6-2 16 16,-3-2 18-16,-4-2 29 0,-6 1 2 0,-3 0 25 16,-3-1 22-16,-5 3 1 0,-1-1 28 0,-3 4-16 15,-4 0 5-15,-2 0-9 0,-2 0 6 0,-3 1-19 16,-5 2-5-16,-1 2-6 0,-3 3-5 0,-2 2 4 0,-1 3-13 15,0 1 9-15,0 4-31 0,2 2 17 16,0 2-31-16,0 5 21 0,0 1-29 0,3 2 21 16,3 4-30-16,1 0 25 0,3 2-29 0,4 0 27 15,2-1-30-15,3 3 26 0,3-1-33 0,3 1 28 0,4 0-29 16,1 0 3-16,3 1-7 0,4-2 3 0,2 0-1 16,0-4 2-16,1 2-7 0,0-5-23 0,-1-1-18 15,1 1-16-15,1-4-16 0,-1-1 7 0,1 0 7 16,-2-3 2-16,-1 0-9 0,1-2 2 0,1-1 4 15,0-1-7-15,1-1 19 0,1-2 5 0,1-2 20 16,-2-3-5-16,0 0 17 0,2-3-6 0,-2-2 15 16,-1-4-12-16,0-1 15 0,-2-2-11 0,-1-2 19 15,1-7-14-15,-2 1 17 0,-2-5-11 0,1-2 15 16,-4-1-11-16,-3-2 21 0,-3-1-11 0,-2-2 21 16,-2 4 4-16,-3 0-7 0,-1-8 28 0,-3 1 1 15,0 2 13-15,-4 0 20 0,-2 3 3 0,0 1 67 16,-1 3-46-16,-4 1 29 0,0 1-17 0,-1 4 38 15,2 5-36-15,-2 3 37 0,3 2-52 0,2 4 29 16,0 1-70-16,3 4 21 0,1 0-59 0,1 6 28 16,7 5-48-16,-12 2 44 0,6 6-38 0,1 4 42 15,4 7-43-15,2 7 9 0,5 7 4 0,5 12 5 0,6 12 6 16,4 5-2-16,4 5 3 0,2 4-3 0,2 2-4 16,7 16-10-16,-5-15-5 0,5 14-3 0,-4-15 4 15,4 15-9-15,-7-13 2 0,1-1-4 0,0 1-3 16,-3-1-2-16,-1-2-2 0,-2-4-1 0,-1-2-1 15,-2-3-3-15,-1-7 4 0,-6-10-4 0,-1-5-2 16,-2-1-5-16,-4-9-2 0,-2-6-7 0,-1-2 9 16,0-4-3-16,-3-5 7 0,-1-2-2 0,0-12 4 15,-6 14-15-15,6-14 1 0,0 0-26 0,-19-7-16 16,9-5-23-16,-4-9-27 0,-3-10 10 0,2-6-56 16,-3-6 15-16,0-13-50 0,-1-1 26 0,5-5 20 15,-1 2 52-15,3-2-10 0,0 1 16 0,3 0 44 16,2 10-23-16,2-1 37 0,1 1-26 0,2 4 38 15,-1 0-23-15,5 10 41 0,0 2-42 0,1 4 49 0,0 5-41 16,3 3 29-16,0 3-26 0,3 2 33 16,4 2-31-16,-1 8 29 0,4 1-31 0,1 5 32 15,4 3-26-15,3 6 29 0,5 2-29 0,5 8 31 16,0 2-29-16,0 4 25 0,2 0-27 0,-3 2-6 0,-2 0-4 16,-2 2 2-16,-2-4-11 0,-6-2 8 0,-3-1 10 15,-4-2 3-15,-3 0 42 0,-5-4-37 16,-2 0 34-16,-6-1-38 0,-4 2 34 0,-3-3-32 0,-9-1 1 15,-4 2 8-15,-6-2-1 0,-5-3-3 0,-2 0 8 16,-3-2 0-16,1-3-1 0,0 0 1 0,7-3 6 16,0 1-1-16,7-1 3 0,2 0 3 15,2-1 1-15,4-1-3 0,3 1-7 0,12 1-2 0,-10-5 1 16,10 5 1-16,4-9-15 0,6 3 1 0,6 0-16 16,4-1-12-16,5-1 3 0,4-2-18 0,1-1 6 15,5-2-7-15,-5-1 11 0,5-2-3 0,2-3 22 16,-4 0-24-16,-1-4 20 0,-2-1-10 0,-4-4 24 15,0-1-11-15,-3-6 20 0,-3-3-10 0,-4-1 20 16,-2-5-7-16,-4-2 12 0,-2-2 12 0,-5 0 8 16,-1 0 6-16,-5 0 19 0,-2 0 19 0,-2 3-3 15,-3 2 52-15,-4 2-27 0,1 2 49 0,-3 3-28 16,2 4 65-16,2 7-17 0,2 5 18 0,2 2-68 0,1 4 11 16,0 2-68-16,1 5 24 0,6 7-50 0,-10-4 42 15,10 4-38-15,-8 14 49 0,4 2-33 16,2 7 8-16,4 4 14 0,2 16-6 0,2 3-9 15,2 4-12-15,5 10-6 0,2 2 47 0,1 1-67 0,3-1 41 16,1 0-57-16,1-4 4 0,2-3-4 0,2 0-2 16,-3-4-17-16,1-4-25 0,-3-8-68 0,1-5-39 15,-4 0-72-15,-2-7-31 0,-2-4 6 0,-1-5 1 16,-1-1-26-16,-3-4 26 0,-1-1-26 0,1-5-2 16,-8-7 2-16,7 8 11 0,-7-8-8 0,0 0 33 15,0 0 11-15,-5-16 46 0,-2 4 24 0,-5-1 34 16,0-4 22-16,-2 0 31 0,-2-4 35 0,-1 1 83 15,1 0 52-15,-2-1 53 0,3 0 45 0,1 3 26 16,1 4 1-16,0-2 3 0,3 1-9 0,1 1 7 16,0 2 30-16,1 0-39 0,2 0 17 0,0 3-69 15,2-1 0-15,4 10-67 0,-6-15 11 0,6 15-57 16,5-14 17-16,0 7-54 0,4 3-3 0,6-1-86 16,2 0-54-16,7 1-60 0,3 3-88 0,2 0-79 15,2 2-90-15,3 3-73 0,1-2-228 0,-1 3-398 16,-4-4-755-16</inkml:trace>
  <inkml:trace contextRef="#ctx0" brushRef="#br0" timeOffset="112243.3663">22716 10289 598 0,'-6'-11'746'0,"0"0"-77"0,-1-3-12 16,-1 1-61-16,0-1-15 0,0 1-26 0,0 1 7 0,1-1-61 16,1 5-46-16,0 0-72 0,0 0-82 0,6 8-65 15,-8-13-52-15,8 13-39 0,0 0-28 0,-5-7-14 16,5 7-23-16,0 0-11 0,6 13-10 0,-1-3 56 15,3 2-89-15,0 3 66 0,4 2-82 0,-2 1-6 16,2 2 1-16,-1-1-4 0,0 0 4 0,2 3-3 16,-4-2-3-16,1 0-6 0,-1-2-33 0,0 0-20 15,-3-3-19-15,1-1-47 0,-1 0-24 0,-1-1-25 16,-1-3 4-16,0 0 22 0,0-2 29 0,-4-8 11 16,5 13-15-16,-5-13-35 0,0 0-14 0,0 0 8 15,0 0 13-15,10-10 33 0,-8 0 4 0,2-6 22 16,0-1 4-16,1-4 9 0,0 0 22 0,2-1 31 15,-2 0 3-15,0 1 47 0,-1 4 30 0,0 0 21 16,0 1 7-16,-1 1 16 0,2 5-11 0,-3 0-17 16,-2 10 4-16,4-17-38 0,-4 17 26 0,4-8-25 15,-4 8 43-15,0 0-29 0,0 0 32 0,11 6-44 16,-11-6 37-16,12 14-42 0,-3-3 40 0,2 0-42 16,3 3 28-16,2 0-45 0,4 3 32 0,3-3-40 0,0 2 37 15,3-1-44-15,1-2 29 0,1-1-56 0,0 0 22 16,-1-3-48-16,-2 0 25 0,-2-4-33 0,2-1 35 15,-2 0-26-15,-2-3 36 0,-1-2-25 16,-1 0 46-16,0-3-33 0,3-3 33 0,-2-1-31 0,-1-3 44 16,2-5-41-16,-2-2 31 0,-3-3-31 0,-1 1 34 15,-3-4-31-15,-3 4 48 0,-1 1-24 0,-4 0 40 16,-1 1-33-16,-2 0 9 0,-2 4 8 0,-2-3 3 16,-2 4 8-16,-4 1-3 0,-1 2-1 0,-1 0 5 15,-5 5 11-15,1 1-8 0,-3 1 39 0,-1 4-42 16,1 1 31-16,0 2-44 0,-2 2 31 0,2 3-40 15,2 1 33-15,0 1-38 0,4 3 36 0,1-2-36 16,3 1 36-16,2 2-39 0,2 0 40 0,3-1-47 16,1 0 40-16,1 1-49 0,3 0 40 0,1-1-45 15,1-1 41-15,2 1-49 0,1-1 23 0,1-3-56 16,1 1 20-16,1-2-46 0,0-1 18 0,2-2-19 16,-2-3 38-16,1 0-22 0,1-5 34 0,-1 1-25 15,3-4 45-15,-1-2-34 0,1-3 46 0,-2-3-38 16,2-2 41-16,-3-2-30 0,1-5 53 0,-3 2-10 15,-1 1 72-15,0-2-29 0,-2 2 10 0,-1-2 16 16,-3 5 18-16,0 0 23 0,0 1-10 0,-2 2-3 16,0 0-11-16,-2 13-14 0,3-19-15 0,-3 19-19 0,2-16-9 15,-2 16-21-15,0 0-5 0,0 0 2 0,-2-11-8 16,2 11-3-16,0 0-6 0,-5 13 11 0,5-13-13 16,0 23 1-16,1-13-3 0,0 3-18 0,2 2-32 15,1 1-7-15,1 0-88 0,1-1 3 0,2 1-76 16,-2-1 19-16,1-1-46 0,0-1 9 0,0-1-1 15,1-2 6-15,-2 0 36 0,-1-3 20 0,-5-7 41 16,11 12 5-16,-11-12 36 0,12 4-1 0,-12-4 30 16,11-4-6-16,-11 4 34 0,12-14-15 0,-5 3 31 15,-1-3-8-15,-1-1 28 0,0 0 9 0,0-2 30 16,1 0 38-16,-1 2 33 0,-1-1 12 0,0 3 20 16,-1 0 15-16,0 2-1 0,-1 1-12 0,-2 10-23 15,6-17-29-15,-6 17-18 0,4-12-17 0,-4 12-10 16,0 0-1-16,6-7 4 0,-6 7 7 0,0 0 0 15,13 8 0-15,-8-2-3 0,3 3-8 0,0 1 28 16,1 1-50-16,1 0 31 0,1 2-47 0,0 1 31 16,2 2-37-16,-2-2 33 0,3 2-41 0,-2-1 35 15,-1-2-45-15,0-1 24 0,-2 0-63 0,0-1 12 16,1-2-47-16,-3 0 31 0,-1-1-39 0,0-1 50 16,-6-7-24-16,11 12 53 0,-11-12-35 0,7 6 47 15,-7-6-37-15,0 0 31 0,0 0-34 0,14-6 33 16,-14 6-34-16,7-12 38 0,-1 4-30 0,-3-2 40 15,3 0-32-15,-1-2 39 0,1 1-37 0,-2 1 44 0,2 1-28 16,-1 0 54-16,0 0-15 0,-5 9 41 0,8-15-31 16,-8 15 35-16,7-11-45 0,-7 11 28 15,7-10-45-15,-7 10 38 0,5-7-48 0,-5 7 33 16,0 0-40-16,13-4 42 0,-13 4-41 0,12 1 35 0,-12-1-39 16,13 8 49-16,-5-4-53 0,1 1 38 0,0 1-40 15,0 2 41-15,2 1-42 0,-1 0 38 16,-1 1-40-16,0-1 38 0,1 0-41 0,-1 1 31 15,-1-1-37-15,2 0 41 0,-3-1-46 0,0 0 31 0,0-2-41 16,-7-6 39-16,12 11-29 0,-12-11 44 0,11 8-36 16,-11-8 42-16,12 1-38 0,-12-1 49 0,17-5-51 15,-8 1 40-15,3-4-36 0,-2-1 39 0,0 0-38 16,1-1 38-16,-2-1-34 0,1 3 52 0,0-3-24 16,-3 2 59-16,0 1-25 0,-1 1 49 0,1 0-39 15,-7 7 42-15,11-10-61 0,-11 10 31 0,6-10-56 16,-6 10 31-16,8-6-47 0,-8 6 35 0,0 0-45 15,13-5 41-15,-13 5-40 0,11 5 39 0,-1-3-39 16,2 2 37-16,2 2-36 0,5 0 37 0,5-1-42 16,-1 0 4-16,8 1 37 0,1 1-46 0,3-1 15 15,-1-1-45-15,1 0 24 0,1-1-44 0,-1-1 44 0,-5-1-29 16,-2 0 43-16,1-2-32 0,-2-3 43 16,-2 0-30-16,-2-3 41 0,0-3-35 0,0-1 39 15,-3-5-32-15,0-4 31 0,1-1-28 0,-6-1 12 16,0-3 2-16,-3-1 0 0,0-1 2 0,-5 1 5 0,-1 0-1 15,-3 2 4-15,0 2 11 0,-1 2 16 16,-2 1-7-16,1 5-3 0,-2-1-4 0,-1 3-5 16,-2 0-5-16,-3 4 0 0,-3 4 0 0,-7 1 6 15,-3 5 4-15,-3 4 14 0,-3 4-11 0,-5 5 4 0,-1 3 4 16,4 3-2-16,2 2 1 0,3-1 7 0,6 2 4 16,3-1 0-16,4 0 7 0,3 1 26 0,5-3 4 15,3 1-13-15,4 0 8 0,8 3-7 16,3-4 0-16,8 3-10 0,4-3-46 0,6-2-12 0,1-1 0 15,5-2 0-15,1-3 0 0,4 1 0 0,2-5 0 16,-2 1 0-16,2-4 0 0,-1-1 0 0,-6-3 0 16,-2 0 0-16,0-2 0 0,-4-2 0 0,-4 1 0 15,1-3 0-15,-4 1-88 0,-3-1-35 0,-1-1-86 16,-3 0-18-16,-5-1-121 0,0 0-57 0,-5-1-45 16,-10 6-106-16,9-10-49 0,-9 10-124 0,-4-10-686 15,4 10-1020-15</inkml:trace>
  <inkml:trace contextRef="#ctx0" brushRef="#br0" timeOffset="114310.5118">27532 9762 1011 0,'0'0'734'0,"0"0"-176"0,3 10-116 16,-3-10-88-16,0 0-8 0,0 0-23 16,2 10 4-16,-2-10-31 0,0 0-42 0,0 0-18 0,0 0-35 15,0 0-31-15,4 10-22 0,-4-10-22 0,0 0-14 16,0 0-18-16,0 0-1 0,0 0-8 0,0 0-11 16,0 0-6-16,0 0 6 0,0 0-3 0,5 8-3 15,-5-8-4-15,0 0-3 0,0 0 0 16,0 0 2-16,0 0-11 0,0 0 6 0,0 0 0 0,0 0-6 15,0 0 27-15,0 0-48 0,0 0-2 0,0 0-7 16,0 0-2-16,0 0-4 0,0 0-2 0,0 0-4 16,0 0-3-16,0 0-2 0,0 0-1 0,0 0 0 15,0 0-1-15,0 0-3 0,0 0 0 0,0 0 2 16,0 0 1-16,0 0 0 0,0 0-1 0,0 0 2 16,0 0 1-16,0 0-2 0,0 0-1 0,0 0 2 15,0 0 0-15,0 0-2 0,0 0 2 0,0 0-1 16,0 0 1-16,0 0-4 0,0 0 3 0,0 0-2 15,0 0 0-15,0 0-2 0,0 0 2 0,0 0-2 16,0 0 2-16,0 0 0 0,0 0-3 0,0 0 2 16,0 0-3-16,0 0 2 0,0 0 1 0,0 0 4 15,0 0 26-15,0 0-40 0,0 0 2 0,0 0-1 16,0 0-4-16,0 0 32 0,0 0-48 0,0 0 7 16,0 0 1-16,0 0 27 0,0 0-36 0,0 0 2 15,0 0 37-15,0 0-35 0,0 0 33 0,0 0-35 16,0 0 39-16,0 0-32 0,0 0 34 0,0 0-36 15,0 0 7-15,0 0 36 0,0 0-39 0,0 0 7 16,0 0 37-16,0 0-41 0,0 0 36 0,0 0-36 16,0 0 34-16,0 0-37 0,0 0 41 0,0 0-42 15,0 0 38-15,0 0-39 0,0 0 42 0,0 0-45 16,0 0 4-16,0 0 36 0,0 0-36 0,0 0 40 16,0 0-39-16,0 0 35 0,0 0-29 0,0 0 30 15,0 0-38-15,0 0 39 0,0 0-36 0,0 0 35 16,0 0-35-16,0 0 38 0,0 0-39 0,0 0 37 15,0 0-36-15,0 0 38 0,0 0-43 0,0 0 41 16,0 0-37-16,0 0 37 0,0 0-38 0,0 0 36 16,0 0-36-16,0 0 33 0,0 0-41 0,0 0 35 15,0 0-45-15,0 0 40 0,0 0-40 0,0 0 42 16,0 0-29-16,0 0 30 0,0 0-35 0,0 0 38 16,0 0-36-16,0 0 42 0,0 0-41 0,0 0 40 0,0 0-34 15,0 0 39-15,0 0-38 0,0 0 35 16,0 0-35-16,0 0 35 0,0 0-36 0,0 0 41 15,0 0-40-15,0 0 37 0,0 0-35 0,0 0 31 16,0 0-34-16,0 0 33 0,0 0-37 0,0 0 36 16,3 9-44-16,-3-9 39 0,0 0-38 0,0 0 38 0,0 0-40 15,0 0 36-15,0 0-35 0,0 0 34 0,0 0-37 16,0 0 37-16,0 0-31 0,0 0 29 16,0 0-36-16,0 0 36 0,0 0-28 0,0 0 35 0,0 0-39 15,0 0 43-15,0 0-36 0,0 0 38 0,0 0-32 16,0 0 36-16,0 0-32 0,0 0 29 0,0 0-31 15,0 0 38-15,0 0-35 0,0 0 38 0,0 0-40 16,0 0 5-16,0 0 35 0,0 0-33 16,0 0 34-16,0 0-32 0,0 0 31 0,0 0-37 15,0 0 36-15,0 0-34 0,0 0 30 0,0-10-33 0,0 10 33 16,0 0-43-16,-3-15 44 0,3 15-37 0,-3-13 49 16,3 13-32-16,-4-16 53 0,4 16-35 0,-2-19 57 15,2 19-24-15,-3-20 39 0,3 20-27 0,-2-20 53 16,2 20-20-16,-2-17 44 0,2 17-55 0,-2-14 30 15,2 14-66-15,0 0 24 0,-2-14-56 0,2 14 42 16,0 0-43-16,0 0 81 0,0 0-30 0,0 18 33 16,0-6 13-16,0 6-11 0,2 2-28 0,-2 6 48 15,0 4-74-15,2 5-47 0,-1 4 0 0,0 7 0 16,1 0 0-16,1 0 0 0,3-1 0 0,0 1 0 16,2-3 0-16,-1-1 0 0,4-2 0 0,0-1 0 15,-2-7 0-15,0-5 0 0,0 1 0 0,-2-7 0 16,0-2 0-16,-1-3 0 0,-1-2 0 0,0-1 0 15,-1-1 0-15,-1-4 0 0,-3-8 0 0,4 11 0 16,-4-11 0-16,0 0 0 0,0 0 0 0,7-15 0 16,-8 1 0-16,-1-4 0 0,2-7 0 0,-2-8 0 15,-2-4 0-15,3-8 0 0,-2-4 0 0,2-1 0 16,-1-1 0-16,0-2 0 0,-1 0 0 0,1 2 0 16,2 1 0-16,-1 1 0 0,0 3 0 0,0 0 0 15,1 9 0-15,0 3 0 0,-2 0 0 0,2 6 0 16,0 3 0-16,0 0 0 0,0 6 0 0,0 1-2 15,2 2 4-15,0 1-29 0,1 3 40 0,4 3-76 0,0 1 68 16,2 2-69-16,4 3 44 0,1 2-66 16,4 1 36-16,1 3-40 0,5 2 24 0,0 2-56 15,4 3 28-15,0-2-42 0,-2 3 33 0,-5-2-43 16,2-1 45-16,-3 1-41 0,-2-1 50 0,-2-3-22 16,-5 1 56-16,0-1-27 0,1 0 54 0,-3-1-20 15,-9-4 48-15,17 5-32 0,-17-5 39 0,12 0-33 16,-12 0 36-16,11-7-31 0,-11 7 34 0,12-12-38 15,-6 4 49-15,0 1-5 0,-1-2 4 0,2 2 11 16,-7 7 11-16,9-14-1 0,-9 14-9 0,8-9-3 16,-8 9-14-16,7-7-2 0,-7 7 0 0,0 0 12 15,16 5 27-15,-9 4 20 0,1 2 14 0,3 5-33 16,-1 3 46-16,3 4-46 0,1 4 35 0,0-1-40 16,1 5-11-16,3 3 2 0,-2 0-2 0,-1 0-8 15,2 1 34-15,-1-3-51 0,-1 4 40 0,1-3-51 16,0-2 39-16,0 1-77 0,-1-5-5 0,-3 0-95 15,2-2-54-15,-1-1-97 0,1-3-56 0,-2-2-65 16,2-1-89-16,-1 0-43 0,3 0 1 0,1-3-124 16,1-3-545-16,0 0-819 0</inkml:trace>
  <inkml:trace contextRef="#ctx0" brushRef="#br0" timeOffset="116677.7287">29041 10162 471 0,'4'-19'848'15,"-3"2"-134"-15,0-1-62 0,-2 0-93 0,-1 0-28 16,-1-1-35-16,-2-2-34 0,-1 1-34 0,-2 2-39 16,-1 0-35-16,2 4-54 0,-2 2-59 15,-1-1-49-15,-1 4-37 0,-2 2-28 0,1 4-24 0,-1 3-11 16,-4 2-10-16,-2 4-20 0,1 5-3 0,-1 2 35 16,-1 5-64-16,1 1 38 0,1 1-56 0,4 3 39 15,3 0-52-15,1-2 47 0,4 1-52 0,1 0 44 16,2-2-55-16,3-1 48 0,3-1-55 0,1 0 35 15,2 1-52-15,4-2 23 0,0-1-59 0,2-2 16 16,2-1-64-16,-2-3 49 0,2-1-30 0,0-1 36 16,-2-4-30-16,2-1 49 0,-2-2-28 0,1-2 39 15,-2-4-37-15,1 0 31 0,0-4-7 0,-2-3-16 16,0-2-18-16,0-3 42 0,-2-1-22 0,-1-1 41 16,-2-1-30-16,0 2 57 0,-1 2-13 0,-1 0 58 15,-1 0-26-15,0 2 42 0,-2 2-25 0,2 1 46 16,-2 11-29-16,1-21 26 0,-1 21-48 0,1-14 26 15,-1 14-48-15,0 0 36 0,0-15-30 0,0 15 44 16,0 0-31-16,0 0 37 0,0 0-41 16,-4 13 34-16,4-13-42 0,2 16 36 0,1-7-43 0,1 3 37 15,4 3-43-15,2-2 36 0,2 3-43 0,3-1 34 16,2-1-41-16,4 3-57 0,2-4-28 0,-1 1-47 16,2-1-15-16,-3-3-33 0,0-1-7 0,-1-1 6 15,-4-2 12-15,0-2 34 0,0-1 28 0,-3-2 16 16,-13-1 3-16,23-4 19 0,-13 0 10 0,-1-1 9 15,-1-2 23-15,-1-2 30 0,-2 2 5 0,0-3 15 16,-2 1 21-16,1-1-5 0,-2 0 0 0,0-1-3 16,-2 11 17-16,1-18 18 0,-1 18-21 0,0-17 21 15,0 17-14-15,-1-15 25 0,1 15-27 0,0-13 30 16,0 13-42-16,-1-12 28 0,1 12-48 0,0 0 28 16,0-12-41-16,0 12 28 0,0 0-42 0,0 0 36 15,0-14-33-15,0 14 22 0,0 0-26 0,0 0 14 16,0 0-30-16,0 0 14 0,0-12-26 0,0 12 21 15,0 0-23-15,0 0 7 0,0 0-3 0,0 0 4 16,0 0-1-16,0 0-2 0,0 0 10 0,0 0-2 16,0 0 3-16,0 0 2 0,0 0 6 0,0 0-2 15,0 0-1-15,0 0 8 0,0 0-1 0,0 0 4 16,0 0 3-16,0 0 4 0,0 0-2 0,0 0 3 16,0 0 5-16,0 0-2 0,0 0 4 0,0 0-3 15,0 0 2-15,3 8 1 0,-3-8 1 0,0 0 1 0,0 0-1 16,0 0 0-16,0 0-2 0,0 0 4 15,0 0 4-15,0 0-2 0,0 0 9 0,0 0-6 16,0 0-3-16,0 0 1 0,0 0 4 0,0 0-3 0,0 0-2 16,0 0 9-16,0 0-10 0,0 0 1 0,0 0-1 15,0 0 1-15,0 0-7 0,0 0 6 16,0 0 3-16,0 0-12 0,0 0 7 0,0 0-3 16,0 0 0-16,0 0-8 0,0 0 8 0,0 0 0 0,0 0-2 15,0 0 1-15,0 0 0 0,0 0-1 0,0 0 2 16,0 0-3-16,0 0 1 0,0 0 0 0,0 0 4 15,0 0-7-15,0 0 1 0,0 0 0 0,0 0-5 16,0 0 0-16,0 0-2 0,0 0 0 0,0 0-5 16,0 0 2-16,0 0 3 0,0 0-5 0,0 0 6 15,0 0-1-15,0 0 3 0,0 0 4 0,0 0-1 16,0 0 0-16,0 0 0 0,0 0 4 0,0 0-2 16,0 0 4-16,-5-11 2 0,5 11-4 0,-7-9 7 15,7 9 1-15,-8-12-5 0,3 4 9 0,0-1 20 16,-1 1 16-16,-1-2 8 0,1 0 38 0,-1-1-20 15,1 2 55-15,1-1-1 0,-1 2 54 0,1-1-44 16,5 9 38-16,-8-16-56 0,8 16 16 0,-6-11-59 16,6 11 16-16,-5-9-53 0,5 9 26 0,0 0-42 15,0 0 19-15,0 0 8 0,0 0 15 0,-5 14 57 16,8-6-36-16,1 4 36 0,-1 1-78 0,3 4 62 16,-1-3-74-16,2 5 58 0,2 1-86 0,-1 2 71 15,1-2-84-15,2 0 67 0,-2 1-73 0,1-1 66 16,1-1-78-16,-2 0 63 0,0-2-75 0,-2-3 51 15,2-1-79-15,-4-1 35 0,1-2-55 0,-1-1 49 16,-1-1 3-16,-4-8 7 0,8 12-37 0,-8-12 39 16,6 8-38-16,-6-8-18 0,0 0-16 0,10-3 6 15,-10 3-11-15,8-15-10 0,-5 5-10 0,4-5-24 16,-2-1-14-16,1-1 56 0,0-1-8 0,0 3 50 16,-1-1-14-16,0 0 44 0,0 2-20 0,-1 3 36 15,-1-1-21-15,0 3 48 0,1 0-38 0,-4 9 32 0,7-13-28 16,-7 13 43-16,0 0-16 0,8-6 57 0,-8 6-32 15,0 0 49-15,11 11-5 0,-11-11-3 0,11 14-8 16,-3-3 0-16,1 0 1 0,4 1-6 0,1 3-4 16,3-2-10-16,3 1-7 0,5 3-5 0,1-3-3 15,1 0-11-15,2-3-21 0,0 1-13 0,-3 0-6 16,1-4-5-16,-4 0-4 0,-2-2 2 0,-4-2-3 16,0 1 7-16,-1-3 3 0,-2 1 7 0,-1-3 2 15,1-1 2-15,-2-2 17 0,1-1-17 0,-1-1-20 16,-1-5-19-16,1 0 9 0,-3-2 6 0,0-2 8 15,-3 0-2-15,1-1 11 0,-3-1-3 0,-2 2 7 16,0-1-25-16,-2 3 39 0,-1-1-27 0,-2 1 61 16,0 2-48-16,-2-1 40 0,-2 3-26 0,-1 0 45 15,-1 1-27-15,-2 3 45 0,0 1-40 0,-1 2 33 16,12 1-37-16,-25 2 42 0,13 1-36 0,-1 2 35 16,2 2-40-16,0 0 36 0,1 2-3 0,2 0 0 15,0 3 0-15,1-2-5 0,3 0-1 0,1 2-6 0,1-1-2 16,2-11 0-16,0 21-13 0,2-10-4 15,0-1-2-15,2 1 0 0,1-2-6 0,1 0-1 16,-1 0 2-16,2 0-3 0,0-2-4 0,1 1-1 16,0-3-1-16,-8-5-2 0,15 10-1 0,-15-10-2 0,16 2-14 15,-16-2-19-15,16-6-3 0,-7 0-1 0,1-2 1 16,-2-4 2-16,0-1-2 0,1-4 6 16,-2 1 5-16,-2 0 8 0,1-2 2 0,-2 4 6 0,-2-2-34 15,1 1 53-15,-1 2-16 0,-1 2 54 0,1 0-36 16,-2 11 37-16,1-18-45 0,-1 18 38 0,0 0-46 15,-1-14 44-15,1 14-23 0,0 0 40 16,0 0-44-16,-14 7 50 0,14-7-43 0,-7 12 43 0,7-12-40 16,-5 20 47-16,4-10-6 0,2 2-6 0,0 0-3 15,2 1-12-15,1 0-6 0,4 0-5 0,1 1 0 16,1-1-12-16,2 1 1 0,4-2 4 0,-1 1-19 16,4-4-7-16,0 2-8 0,1-4-16 0,1 0-14 15,1-1-5-15,-2-4 9 0,2 0-17 0,0-3-7 16,2-2 5-16,0-3 11 0,0-2 6 0,2-3 5 15,0-4-9-15,-1-2 7 0,1-5 2 0,-4 1 9 16,-2 1 5-16,-1-3-29 0,-3 2 51 0,-3 2-36 16,-2 1 50-16,-3 0-20 0,-1 5 44 0,-3-2-38 0,-1 2 34 15,0 3-43-15,-3 10 36 0,-4-19-39 0,4 19 39 16,-10-11-35-16,10 11 45 0,-16-1-40 16,4 2 39-16,0 4-44 0,0 1 43 0,-1 1-49 0,2 1 50 15,1 2-7-15,1 1 2 0,0 0-13 0,1 0 1 16,2 1-5-16,1 1 3 0,2-1-5 0,0-1 2 15,2 0 2-15,0 0-15 0,1-11 5 0,3 22-3 16,0-14-7-16,1 3-17 0,1-3-12 0,2 0-15 16,-1-1-12-16,2-1-11 0,1-1-15 0,1-2-6 15,1-1 1-15,-11-2 6 0,23 0 7 0,-11-1 15 16,3-5 10-16,-1-1 10 0,3-4 15 0,-2 0-3 16,2-3 4-16,-3-3 5 0,1 1 13 0,-1-2 9 15,-3 0-29-15,2 0 57 0,-3 0-11 0,-1 1 51 16,0 3-39-16,-3 0 46 0,1 1-34 0,-2 4 41 15,-1-1-63-15,2 3 27 0,-6 7-53 0,8-13 37 0,-8 13-45 16,0 0 39-16,0 0-26 0,15 10 56 16,-8 2 0-16,1 9-5 0,3 6 10 0,4 7 17 15,-1 6 7-15,3 4-10 0,2 8-7 0,0 2-6 0,1 0-12 16,-3 0-83-16,1 2 79 0,-1-1-69 16,-3-9 76-16,-3 3-85 0,-1-3 85 0,-1-2-26 15,-3-1-9-15,-2-7-23 0,-3-2 9 0,-2-5-3 0,-1-4-6 16,-3 0 2-16,-2-5-9 0,-3-1 13 15,-1-3-16-15,-5-4 0 0,2-4-9 0,-3-3-9 0,-1-3-18 16,-2-3-19-16,-4-4-35 0,-4-5-53 0,1-2 30 16,-4-7-34-16,3-2 37 0,1-1-42 0,7 0 5 15,4 0-46-15,3-2-14 0,6 0-11 0,3 0-19 16,5-1-1-16,5-6 17 0,5-4 17 0,7-1 35 16,5 1 15-16,4 0 31 0,7-5 5 0,3 0 24 15,0 1 13-15,1 2 31 0,-6 7 1 0,0 1 29 16,-1 1 15-16,-2 2 37 0,-1 2 23 0,-6 4 21 15,-2 2 19-15,-5 2 24 0,0 1 37 0,-3 2-30 0,-3 2-19 16,1 0-8-16,-3 1-19 0,-2 0-10 16,-1 3-13-16,-4 7-7 0,2-12-3 0,-2 12 1 15,-6-8 2-15,6 8-5 0,-11-2-1 0,11 2 0 16,-19 3 4-16,10 1 6 0,-2 2-7 0,1 1-1 0,0 1-2 16,0 1 3-16,2 2-5 0,1 1 0 15,0-1-2-15,3 2-6 0,-1 0-5 0,3 0 2 16,2-1-2-16,5 3-5 0,0 0-8 0,3 1-39 0,5 1-49 15,4 1-54-15,4 0-80 0,1 1-82 0,3-3-57 16,1-1-74-16,1-1-32 0,1-1-114 0,1-2-440 16,0-4-627-16</inkml:trace>
  <inkml:trace contextRef="#ctx0" brushRef="#br0" timeOffset="117077.2702">31624 10261 539 0,'4'-14'504'0,"0"0"-50"0,-2 1-105 0,-1-1 16 16,-1 1-26-16,0-4 11 0,-2 0-10 0,0 1-1 15,1-1 2-15,-1 3-31 0,1 1-22 0,0 1-44 0,0 0-20 16,1 12-23-16,-1-21-37 0,1 21-30 16,2-16-30-16,-2 16-19 0,7-10-11 0,-7 10-22 0,14-3-8 15,-14 3-13-15,20 6-2 0,-5 2 36 0,0 4-43 16,4 6 32-16,-2 3 2 0,0 2-15 0,-3 3-6 16,4 6-4-16,-6-4-6 0,-1 3-40 0,-3-1 45 15,-2 2-42-15,-2 0 32 0,-2-5-51 0,-2 1 2 16,-1-3-13-16,-1 0 10 0,-1 0 0 0,0-3 2 15,0-4 3-15,0-2 6 0,-1-1 12 0,1-2-7 16,-1-2 7-16,0-3 8 0,4-8 5 0,-8 12 16 0,8-12 6 16,0 0 13-16,-13 0 5 0,13 0 0 15,-10-12 0-15,5 2 29 0,1-5-38 0,1-2 36 16,1-2-32-16,4-6 31 0,1-1-17 0,5-5 30 0,4-3-34 16,5 0 45-16,5 0-32 0,4 2 30 0,7 2-31 15,11-2 31-15,7 3-29 0,4 3 47 0,5 3-38 16,3 4 28-16,3 2-40 0,1 3 11 0,-1 3-38 15,1 1 25-15,-10 3-45 0,-1 2 35 0,0 2-46 16,-2 0 38-16,-2 2-59 0,-3 0-29 0,-10-1-75 16,-6 2-90-16,-4 0-87 0,-3-1-96 0,-4 0-90 15,-6 1-67-15,-16 0-115 0,16-2-896 0,-16 2-1207 0</inkml:trace>
  <inkml:trace contextRef="#ctx0" brushRef="#br0" timeOffset="120204.5867">6587 12215 145 0,'-19'-1'559'0,"3"-1"-131"15,1-1-70-15,2 2-32 0,-1-1-49 0,2 0-5 16,1 0-7-16,-1 0-17 0,1 0-34 0,0 0-28 16,-1 0-1-16,1-1-11 0,-1 2-8 0,12 1-6 15,-20-1-11-15,20 1-20 0,-18-2 2 0,18 2-40 16,-15-1-1-16,15 1-26 0,0 0 11 0,-19 1-15 16,19-1 22-16,0 0 11 0,0 0 23 0,0 0 29 15,5 6-16-15,12-6 13 0,12-2-17 0,19 0-10 16,22-6-39-16,12-2 10 0,12 0-45 0,26-5 22 0,2-1-42 15,2 0 24-15,-2-1-34 0,-3 3 24 0,-22 2-12 16,-3 0-11-16,-4 3-18 0,-7-1-2 16,-6 3-26-16,-7-1-14 0,-16 3-18 0,-4 1-3 15,-11 0-11-15,-4 1-11 0,-7 1-21 0,-2 0-3 0,-6 0 10 16,-3 2 13-16,-2 0 17 0,-15 0-5 0,14 1-26 16,-14-1-20-16,0 0-26 0,-10 10-7 0,-6-6 2 15,-5 3-10-15,-9 2-1 0,-3-2 29 0,-9 4 14 16,-1-1 24-16,-2 0 22 0,0-1 15 0,0 0 14 15,0-1 5-15,1 1 7 0,-1-2 13 0,2 0 6 16,6-1 7-16,-2-1 5 0,5-1 16 0,5 0 31 16,4 0 29-16,4-1 13 0,1-1 1 0,4 1-19 15,0-1-5-15,5 1 10 0,0 1 25 0,11-4 0 16,-10 10 29-16,10-10-2 0,1 16 15 0,5-5-22 16,3 3-2-16,3 5-3 0,3 3-5 0,6 5 3 15,0 2-18-15,0 1-16 0,1 2-6 0,1 0-9 16,-2 1-12-16,-1-1-9 0,1 0-2 0,-2-1-8 15,-3-1-5-15,-1-5-4 0,-2 1 0 0,-2-2-3 0,-1-3-7 16,-2-1 36-16,-2-1-40 0,-2-3-1 16,-2 0 7-16,-2-3-6 0,-1 0 3 0,-3 1-3 15,-2 0-4-15,-4-3 4 0,-6 1 2 0,-2-1-4 16,-5-2 3-16,-7 0-4 0,-4-2 0 0,-3-1 5 0,-9 0-4 16,-2-3-4-16,1-1 4 0,4-1-3 0,1-2-5 15,2 1 8-15,3-2-10 0,6-1 12 0,3 1-1 16,3-2 5-16,5 2-5 0,2-2-14 0,3 0-20 15,4 0-46-15,2-1-45 0,9 5-41 0,-2-13-31 16,7 5-57-16,8-1-39 0,7-2-31 0,8-1-56 16,10-1-85-16,4 1-568 0,4 1-642 0</inkml:trace>
  <inkml:trace contextRef="#ctx0" brushRef="#br0" timeOffset="120563.8574">7955 12727 128 0,'0'0'722'16,"5"-9"-127"-16,-5 9-25 0,3-12-65 0,-3 12-45 16,1-17-25-16,-1 17-26 0,-1-23 7 0,1 11-29 15,0-1-25-15,0 0-26 0,2-1-34 0,-1 1-43 16,1 1-46-16,0 0-37 0,0 0-42 0,2 3-26 16,0 0-26-16,2 2-16 0,2 1-15 0,-8 6-7 15,18-6-14-15,-18 6-5 0,26 2-5 0,-10 4-3 0,2 1 1 16,2 4-7-16,-2 1-2 0,4 4-5 15,0 1-2-15,-4 0-38 0,1 4 35 0,-1-1-41 0,-4 0 32 16,-2-3-39-16,-1 1 39 0,-2-2-32 0,-2 0 40 16,-2-2-34-16,-1-3 43 0,-4 2-33 0,0-2 42 15,-5-1-34-15,0-1 42 0,-3 0-25 16,-2-1 38-16,-4-1-41 0,-2-2 37 0,-4 0-41 0,-3-3 39 16,-3 2-42-16,0-4 37 0,-2-2-35 0,2-1 34 15,1 0-32-15,2 0 42 0,4-1-40 0,1-2 34 16,2 0-40-16,2-3 35 0,3 1-20 0,1-3-24 15,5 1-29-15,4-1-38 0,2-1-61 0,5-3-64 16,5-1-52-16,4-1-51 0,6 0-67 0,3-1-41 16,6-1-24-16,1 0-108 0,1 3-123 0,0-2-345 15,-5 4-632-15</inkml:trace>
  <inkml:trace contextRef="#ctx0" brushRef="#br0" timeOffset="121078.8652">8586 12537 311 0,'0'0'739'0,"0"0"-131"0,0 0-62 16,0 0-47-16,0 0-11 0,0 0-11 0,0 0-35 16,0 0-12-16,4 7-97 0,-4-7-13 0,0 0-91 0,0 0-11 15,0 0-80-15,0 0 11 0,0 0-64 16,10 3 22-16,-10-3-54 0,14 2 25 0,-14-2-50 16,22 1 31-16,-8-2-45 0,1-1 28 0,4 1-11 0,0-2-14 15,1 0-22-15,3-1-46 0,-1-3 24 16,0 0-34-16,0-1 17 0,0-2-29 0,1-3 35 0,-1-1-20 15,-1-2 19-15,-2-2-5 0,-1-2 23 0,-1 0-9 16,-3-3 4-16,0 1 6 0,-3-2 7 0,-3 4-2 16,0-1 15-16,-3 4 39 0,-2 0-35 0,-1 1 64 15,-2 1-41-15,-2 3 26 0,-3-1-46 0,-4 4 53 16,-1 2-38-16,-4 2 36 0,-5 2-35 0,-4 5 36 16,-5 2-36-16,-6 5 5 0,-6 5 5 0,-1 4 25 15,0 2-37-15,1 5 41 0,-5 6-33 0,6 4 42 16,2 0-40-16,8 0 36 0,3-1-49 0,5 3 42 15,2-1-43-15,4-1 33 0,5-4-36 0,4-1 39 16,4-3-30-16,2-2 6 0,5 0 7 0,5 2 4 16,5-4 15-16,3-1 3 0,10 0 2 0,6-5-1 0,4-1-8 15,2-6-4-15,4 0-7 0,4-4 2 16,0-1-9-16,2-3-4 0,0-2 6 0,1 0-13 16,0-1-8-16,-1-2-2 0,-1 0-1 0,-3-2-5 0,-7 1 59 15,-2 0-70-15,-3-1 32 0,-6 1-36 0,-2 0 58 16,-2 0-66-16,-5 1 56 0,-1-1-64 0,-1 2 41 15,-5-1-81-15,0 1 28 0,-12 2-76 0,19-5-17 16,-19 5-111-16,10-2-32 0,-10 2-44 0,0 0-83 16,0 0-101-16,0 0-76 0,-14 2-133 0,4 1-692 15,-3 0-1004-15</inkml:trace>
  <inkml:trace contextRef="#ctx0" brushRef="#br0" timeOffset="122796.5924">7199 14334 318 0,'0'0'491'0,"0"0"-121"0,7-7-35 0,-7 7-85 15,0 0 17-15,0 0-52 0,0 0 40 0,7-6-12 0,-7 6 20 16,0 0-26-16,0 0-4 0,0 0-23 16,0 0-8-16,0 0-20 0,0 0-16 0,0 0-5 15,7-5-26-15,-7 5 4 0,0 0-23 0,0 0 9 0,0 0-32 16,0 0 34-16,0 0-47 0,0 0-5 0,0 0-2 15,0 0-5-15,0 0-6 0,0 0 12 0,0 0-22 16,0 0-9-16,0 0-4 0,0 0-25 0,0 0 20 16,0 0-9-16,0 0 0 0,0 0-5 0,0 0-1 15,0 0-7-15,0 0-3 0,0 0 2 0,0 0 2 16,0 0-9-16,0 0-1 0,7-8 0 0,-7 8-2 16,0 0 15-16,0 0-18 0,0 0 9 0,0 0-3 15,0 0-1-15,0 0-12 0,0 0 8 0,0 0 2 16,0 0-4-16,0 0 12 0,0 0-7 0,0 0-6 15,0 0 5-15,0 0-1 0,0 0 4 0,0 0-1 16,0 0 0-16,0 0 0 0,0 0 1 0,0 0 1 16,0 0-2-16,0 0 1 0,0 0 18 0,0 0-23 15,0 0 2-15,0 0-6 0,0 0 9 0,0 0-5 16,0 0 5-16,0 0 4 0,0 0-8 0,0 0 0 16,0 0 2-16,0 0-1 0,0 0-2 0,0 0-1 15,0 0 21-15,0 0-18 0,0 0-4 0,0 0 0 16,0 0 3-16,0 0-1 0,-2-11-4 0,2 11 6 0,0 0-2 15,0 0 13-15,0 0-3 0,0 0 5 0,0 0-1 16,0 0 5-16,0 0-4 0,0 0 2 0,0 0 1 16,0 0-1-16,0 0-2 0,0 0 11 0,0 0-6 15,0 0-15-15,0 0 1 0,0 0 1 0,0 0 0 16,0 0-6-16,0 0 1 0,0 0 6 0,0 0-5 16,0 0-2-16,0 0-3 0,0 0 1 0,0 0 1 15,0 0-2-15,-5-8-1 0,5 8-3 0,0 0 20 16,0 0-20-16,0 0 4 0,0 0 1 0,0 0 2 15,0 0-3-15,0 0 0 0,0 0-1 0,0 0-1 16,0 0 0-16,0 0 6 0,0 0 4 0,0 0-9 16,0 0 3-16,0 0 2 0,0 0-2 0,0 0 6 15,0 0-7-15,0 0 7 0,0 0-7 0,0 0 4 16,0 0-1-16,0 0-29 0,0 0 34 0,0 0-5 16,0 0 2-16,0 0-3 0,0 0-4 0,0 0 2 15,0 0-7-15,0 0-4 0,0 0-5 0,0 0-11 16,0 0-3-16,0 0-7 0,0 0 4 0,0 0 9 15,0 0-15-15,0 0 7 0,0 0-11 0,0 0 5 16,0 0 4-16,0 0 5 0,0 0 5 0,0 0 2 0,0 0 0 16,0 0 7-16,0 0-2 0,0 0 1 15,0 0 0-15,0 0 25 0,-9 2-30 0,9-2 29 0,0 0-39 16,0 0 19-16,0 0-29 0,-9 6 11 0,9-6-18 16,0 0 17-16,0 0-14 0,0 0 39 0,0 0-25 15,-9 5 16-15,9-5-8 0,0 0 19 16,0 0-10-16,0 0 16 0,0 0-10 0,0 0 16 0,0 0-16 15,-11 3 17-15,11-3-15 0,0 0 15 0,0 0-14 16,-16 0 41-16,16 0-18 0,-13-2 20 0,13 2-28 16,-13-4 32-16,13 4-21 0,-16-3 49 0,16 3-36 15,-18-5 5-15,18 5 0 0,-17-4 12 0,17 4 21 16,-17-5 2-16,17 5-6 0,-16-5-8 0,16 5-3 16,-15-5 2-16,15 5-8 0,-14-2-1 0,14 2 0 0,-11-4-11 15,11 4-10-15,0 0-4 0,-14-2-5 16,14 2 3-16,0 0 19 0,0 0 12 0,0 0 9 15,14 1 8-15,0 0-7 0,8-1-2 0,7-1 21 16,9 0-39-16,10-1-7 0,3 0-4 0,3-1-6 0,3-2-7 16,1 0-3-16,1 1 3 0,0-2-11 15,0 0 20-15,-2 0-42 0,-1 0 9 0,-2 1-45 16,-2-1-10-16,-4 0-3 0,-9 1 8 0,-4 1-2 0,-6 1 3 16,-4 0 19-16,-4 0 2 0,-2 1 9 0,-2-1 1 15,-4 1 1-15,-2-2-12 0,-11 4-10 0,12-5 6 16,-12 5 2-16,0 0 5 0,0 0-4 0,-10-9 12 15,10 9-2-15,-23-2-5 0,8 2 7 0,-3 1 0 16,0-1 1-16,-3 1 4 0,1 2 4 0,1-1 4 16,-1 2-2-16,3-1 6 0,-1 0-9 0,4 2-2 15,0 2-14-15,3-2 24 0,1 6 2 0,3-2 2 16,3 3 3-16,3 0 19 0,3 5 2 0,3-1 17 16,4 5 4-16,4 2 6 0,2 2-22 0,6 4 31 15,2 2-4-15,0 0-8 0,0-1 0 0,0 1-9 16,0-1-4-16,-2-1-3 0,-3 0-5 0,-1-4 37 15,-4-2-40-15,0-1 30 0,-4-1-23 0,-3 0 36 16,-1-5-37-16,-2 0 35 0,-3 2-21 0,-2-3 39 16,-4 0-37-16,-2-1 32 0,-5 1-37 0,-3-1 22 15,-7 1-34-15,-3-2 24 0,-4-1-35 0,-3-2 28 16,-7-1-39-16,-5-1 25 0,0-4-24 0,-3-1 24 16,6-2-34-16,1-2 27 0,0-1-32 0,2-2 32 0,4 1-35 15,1-2 28-15,7-1-40 0,3 1-11 16,2-2-86-16,5 0-34 0,3-2-112 0,8 1-56 0,6 8-84 15,1-19-118-15,9 7-24 0,5-1-162 0,10-1-567 16,9-4-887-16</inkml:trace>
  <inkml:trace contextRef="#ctx0" brushRef="#br0" timeOffset="123531.998">8243 14646 957 0,'0'0'741'0,"-7"-16"-71"0,7 16-67 16,-4-16-88-16,4 16-95 0,-1-21-58 0,2 11-51 16,2-2-62-16,3 2-19 0,0-2-61 0,3 2-10 0,2 0-55 15,4 2 1-15,0 1-44 0,6 0 12 0,-1 4-38 16,0 1 15-16,1 2-32 0,3 5 33 16,-1-2-43-16,-2 3 18 0,0 4 16 0,-2-2-30 15,-3 2-3-15,-1 2-2 0,-3-2 2 0,-5 1-8 0,-1 1 5 16,-2 1-5-16,-4-1 3 0,-3-2 2 0,-2 2 0 15,-3-1-3-15,-3 1-2 0,-4 0 4 0,-3 0 13 16,-2-2-20-16,-2-1 3 0,1-2 4 0,-2-1-8 16,0-1 4-16,3-3 4 0,4 0 0 0,-1-1-4 15,4-4-1-15,-1 1-2 0,3-3-38 0,4-1-39 16,1-4-41-16,3 1-30 0,4-4-37 0,3-2-31 16,4-4-17-16,5-3-21 0,3 0-8 0,1-3-2 15,6-2 12-15,0-1-23 0,1 0 85 0,-2-1-12 16,0 0 80-16,-1-1-5 0,-3 1 68 0,0-2-12 15,-6 4 71-15,-1 0-15 0,-2-3 75 0,-3 1 21 16,-2-2 79-16,-2 4 35 0,-3 1 39 0,-1 0 10 16,-1 1 38-16,-3 1 6 0,-1 0 1 0,0 2-33 15,-2 2 43-15,0 1-22 0,2 4 28 0,1 2-71 16,-1 1-6-16,3 1-89 0,-3 3 6 0,7 8-50 16,-6-7 47-16,6 7 13 0,0 0 33 0,-2 13-64 15,6-2 73-15,1 6-3 0,4 5-88 0,3 3 85 16,3 8-108-16,3 2 63 0,0 1-144 0,2 1 0 15,1 1 0-15,-1 0 0 0,2 1 0 0,0-1 0 16,-2-1 0-16,0-1 0 0,0 0 0 0,-3-3 0 0,0-2 0 16,-3-4 0-16,-1-3 0 0,-3-4 0 0,-1-1 0 15,1-2 0-15,-2-4 0 0,-1 0 0 0,-2-3 0 16,2 1 0-16,-3-4 0 0,-4-7 0 0,10 8 0 16,-10-8 0-16,0 0 0 0,17-5 0 0,-10-2-29 15,0-4-39-15,0-3-53 0,0 0 59 0,0-2-28 16,-1 1 57-16,-1-1-32 0,0 2 64 0,-1 0-4 15,-1 1 5-15,1 1 16 0,-1 3 16 0,-3 9-47 16,5-18 69-16,-5 18-70 0,4-14 45 0,-4 14-58 16,0 0 52-16,5-11-45 0,-5 11 76 0,0 0-64 15,9 7 88-15,-9-7-78 0,12 11 73 0,-4-2-79 16,2 1 73-16,2 1-83 0,3 2 73 0,1-1-82 16,1 1 71-16,2-1-84 0,1-2 9 0,0 2-121 15,1-2-65-15,1 1-112 0,0-3-82 0,1 2-92 16,0-2-101-16,0 0 0 0,-2-2-105 0,1 1-731 0,-4-4-1050 15</inkml:trace>
  <inkml:trace contextRef="#ctx0" brushRef="#br0" timeOffset="123932.233">9471 14515 821 0,'-3'-10'730'0,"-1"-1"-55"16,2 2-23-16,-1-3 36 0,-1 3-28 0,1 0-38 15,-1 0-27-15,0-1-84 0,4 10 20 0,-6-15-184 16,6 15 9-16,-3-10-153 0,3 10 40 0,0 0-128 15,0 0 75-15,0 0-99 0,0 0-4 0,12 3-13 16,-5 4-74-16,2 2 0 0,2 2 0 0,1 3 0 16,0-1 0-16,3 2 0 0,-2-1 0 0,3 1 0 15,-3 0 0-15,2-1 0 0,-2 1 0 0,1-1 0 16,-3-3 0-16,-1 1 0 0,1-3 0 0,-2 0 0 16,0 1 0-16,-2-4 0 0,1 1 0 0,-2-1 0 15,-6-6 0-15,11 7 0 0,-11-7 0 0,0 0 0 16,19 0 0-16,-12-6 0 0,0-2 0 0,3-3 0 15,-1-2-39-15,0-3-73 0,2-5-42 0,-2 4 67 0,-1-2 18 16,0 1 13-16,-1 2 15 0,-1 3 25 16,-1-1 43-16,0 4 19 0,0 1 17 0,-1 0-62 15,1 1 65-15,-5 8-75 0,5-13 61 0,-5 13-53 0,6-8 124 16,-6 8-65-16,0 0 90 0,17 1-148 0,-17-1 0 16,17 10 0-16,-6-3 0 0,3 1 0 15,-1 1 0-15,3 3 0 0,1-3 0 0,1 3 0 0,2-1 0 16,-1 0 0-16,6 3 0 0,0-2 0 0,3 0 0 15,1 1 0-15,1-2 0 0,-2 1-346 16,4-1-182-16,-2 0-138 0,-2-1-151 0,-8-2-1023 0,1 2-1553 16</inkml:trace>
  <inkml:trace contextRef="#ctx0" brushRef="#br0" timeOffset="124763.3144">7594 15759 212 0,'-24'-7'474'0,"-7"0"-70"0,-2 2-40 0,-1-4 1 15,-3 5 10-15,0 0-29 0,-1-3-16 0,0 3-10 16,1-2 3-16,0 4 9 0,4-3-16 0,4 2-26 0,2 0-23 16,7 1-11-16,0 0-25 0,4 0-33 0,0 2-30 15,3-1-25-15,13 1-4 0,-15 0 15 0,15 0 17 16,0 0-8-16,15 0-21 0,5-1-16 16,19-1-23-16,12-2-18 0,20-4-44 0,7-1 24 0,10 1-13 15,7-3-7-15,5 2-9 0,4 0-13 0,-1 0-44 16,0 1 14-16,-1 2-77 0,-4 1-10 0,-4-1-36 15,-7 2-37-15,-8 1-48 0,-16 2-7 0,-7 1-25 16,-13-1-35-16,-6 1 9 0,-8 1 49 0,-8-1 32 16,-4 3 13-16,-17-3-20 0,12 5-16 0,-12-5 2 15,-9 7 20-15,-2-4 34 0,-8 1 35 0,-5-1 23 16,-5 1 32-16,-4-3 10 0,-3 4 12 0,0-2 15 16,-1 2 28-16,3-1 22 0,-2 0 34 0,9-1 23 15,-1 0 8-15,2 0 24 0,2 0 20 0,3-1 16 16,5 0 11-16,-1 0-6 0,4 0-11 0,-1-1-13 15,14-1-15-15,-20 3-12 0,10 1 35 0,10-4 59 16,-13 10 36-16,8-2 16 0,2 2-9 0,2 4 13 16,1-2-12-16,2 7-13 0,2 2-50 0,1 4 8 15,1-2-53-15,2 6-13 0,0 0-20 0,0 3 17 16,2 4-53-16,1 0 20 0,0 0-56 0,-2-5 38 16,1-1-35-16,1 0 19 0,-1 0-73 0,3-1-54 15,-2-2-96-15,3-2-138 0,0 0-147 0,2-2-170 0,-1-1-96 16,4-2-873-16,-1-2-1254 0</inkml:trace>
  <inkml:trace contextRef="#ctx0" brushRef="#br0" timeOffset="125014.9024">8786 16262 1059 0,'1'-14'892'16,"-1"1"-107"-16,0 13-87 0,1-19-5 0,-1 19-107 15,1-15-30-15,-1 15-97 0,-1-13-32 0,1 13-107 16,1-11-27-16,-1 11-95 0,0 0-12 0,0 0-66 16,3-10 27-16,-3 10-52 0,6 7 22 0,-2 0-54 15,2 4 24-15,0 1-48 0,0 2 19 0,3-1-44 16,0 5 35-16,-2-1-57 0,3-2-11 0,-3 1-72 16,1-2-9-16,-1 0-72 0,0 0-91 0,1-2-85 15,-2-1-98-15,-1-2-49 0,1 0-135 0,-6-9-20 16,8 16-188-16,-8-16-386 0,0 0-832 0</inkml:trace>
  <inkml:trace contextRef="#ctx0" brushRef="#br0" timeOffset="125214.2177">8868 15859 973 0,'-7'-22'730'0,"-1"0"-133"0,2 3-83 15,0 2-27-15,1 0-46 0,1 3-62 16,0 2-65-16,1 0-81 0,-1 3-52 0,4 9-43 0,-4-15-39 16,4 15-33-16,0 0-42 0,7-10-87 0,-7 10-93 15,14 6-113-15,-3 0-96 0,2 4-49 0,0 5-92 16,3 1-556-16,0 3-678 0</inkml:trace>
  <inkml:trace contextRef="#ctx0" brushRef="#br0" timeOffset="125999.0924">9177 15993 713 0,'0'0'947'0,"5"-9"-153"0,-5 9-64 15,0 0-104-15,-6-11-14 0,6 11-102 0,0 0-16 16,-6-7-85-16,6 7-13 0,0 0-102 0,0 0-58 16,0 0-29-16,0 0-18 0,0 0-2 0,0 0-10 15,0 0-28-15,7 14-89 0,-1-7 68 0,1 3-17 16,1-1-27-16,1 3-21 0,-1-1-11 0,2 2-29 0,-1-1-23 15,0-1 0-15,-1 1 0 0,2-1 0 0,-2 2 0 16,1-3 0-16,-1 0 0 0,-2-1 0 16,1-2 0-16,-7-7-5 0,10 14-64 0,-10-14-42 0,10 9 46 15,-10-9-32-15,7 8 16 0,-7-8-59 0,0 0 11 16,13-1-52-16,-13 1 31 0,10-12-33 0,-3 1 19 16,0 0 26-16,2-4 13 0,1-1 27 0,-1 0 16 15,0 0 18-15,1 1 18 0,-2 0 72 0,-1 2-4 16,0 1 75-16,1 1-2 0,-2-1 60 0,0 3-35 15,-2 0 21-15,-4 9-50 0,9-13 10 0,-9 13-41 16,9-10 42-16,-9 10-9 0,10-3 22 0,-10 3 7 16,16 3-8-16,-5 0-12 0,-1 1-8 0,2 3-12 15,-1 1 5-15,1 0-14 0,2 0-37 0,-3 2-36 16,2-1 0-16,-2 1 0 0,0 1 0 0,0-3 0 16,0 3 0-16,-1-3 0 0,0 1 0 0,-1-1 0 15,-1 0 0-15,-1-2 0 0,1 0 0 0,-8-6 0 16,13 11 0-16,-13-11 0 0,9 7 0 0,-9-7 0 15,10 4 0-15,-10-4 0 0,11-4 0 0,-11 4-18 0,13-12-54 16,-5 1-2-16,0 2 0 0,-1-5 4 16,3 0 4-16,-1-4 4 0,1 0 45 0,0 1-24 15,1-1 38-15,-1 0-35 0,2 0 40 0,-3 1-26 0,0 1 49 16,0 3-18-16,-1-1 56 0,-1 3-11 0,-1-1 45 16,0 3-44-16,-1 0-6 0,1 2-1 0,-6 7-16 15,9-13 7-15,-9 13-18 0,10-7 23 0,-10 7-3 16,15-2-39-16,-15 2 0 0,19 4 0 0,-7-1 0 15,-1 2 0-15,2 0 0 0,0 2 0 0,-1 0 0 16,2 2 0-16,-2-2 0 0,1 0 0 0,-1 2 0 16,-1-1 0-16,1 1 0 0,-1-1 0 0,-2 1 0 15,1-1 0-15,-2 0 0 0,-1-1 0 0,-1 0 0 16,2 0 0-16,-2 0 0 0,0 0 0 0,-6-7 0 16,11 11 0-16,-11-11 0 0,10 11 0 0,-10-11 0 15,8 9 0-15,-8-9 0 0,8 9 0 0,-8-9 0 0,6 9 0 16,-6-9 0-16,8 7 0 0,-8-7 0 15,0 0 0-15,8 9 0 0,-8-9 0 0,0 0 0 0,9 6 0 16,-9-6 0-16,0 0 0 0,12 7 0 0,-12-7 0 16,0 0 0-16,11 3 0 0,-11-3 0 0,0 0 0 15,14 3 0-15,-14-3 0 0,0 0 0 16,14 1 0-16,-14-1 0 0,0 0 0 0,0 0 0 0,12 0 0 16,-12 0 0-16,0 0-240 0,0 0-352 0,9-8-102 15,-9 8-134-15,-5-10-1013 0,5 10-1554 0</inkml:trace>
  <inkml:trace contextRef="#ctx0" brushRef="#br0" timeOffset="127848.3874">13522 11808 72 0,'0'0'172'0,"0"0"-38"0,0 0-15 0,0 0-1 0,0 0 2 16,0 0-5-16,0 0-10 0,0 0-8 0,-11-1-7 16,11 1 5-16,0 0-15 0,0 0 13 0,0 0-17 15,0 0 5-15,0 0-27 0,0 0 20 0,0 0-28 16,0 0 19-16,0 0-23 0,0 0 25 0,0 0-23 15,0 0 24-15,0 0-21 0,-10-4 32 0,10 4-41 16,0 0 44-16,0 0-5 0,0 0-2 0,0 0-3 0,0 0-3 16,0 0 1-16,0 0-8 0,0 0-3 15,0 0-11-15,0 0-2 0,0 0-4 0,0 0-4 0,0 0-1 16,0 0-6-16,0 0-1 0,0 0-5 16,0 0-3-16,0 0-6 0,0 0 3 0,0 0 5 0,0 0-6 15,0 0 2-15,0 0-1 0,0 0-2 0,0 0-9 16,0 0 4-16,0 0 1 0,0 0 0 15,0 0 1-15,0 0-5 0,0 0-1 0,0 0-3 0,0 0 0 16,0 0 3-16,0 0 0 0,0 0 1 0,0 0 3 16,0 0 7-16,0 0-2 0,0 0 13 0,0 0 6 15,0 0 1-15,0 0 6 0,0 0-3 16,0 0 5-16,0 0 0 0,0 0 0 0,0 0 0 0,0 0-1 16,0 0-2-16,0 0-3 0,0 0-2 0,0 0-5 15,0 0-3-15,0 0-12 0,0 0 0 16,0 0-3-16,0 0-2 0,0 0-3 0,0 0-1 0,0 0-1 15,0 0-4-15,0 0 5 0,0 0-1 0,0 0-2 16,0 0-2-16,0 0 2 0,0 0 5 0,0 0-10 16,0 0 6-16,0 0 5 0,0 0 1 0,0 0-1 15,0 0 3-15,0 0 3 0,0 0-1 0,0 0 6 16,0 0-2-16,0 0 2 0,0 0-4 0,0 0 1 16,0 0-7-16,0 0-4 0,0 0 1 0,0 0-1 15,0 0-4-15,0 0-2 0,0 0 1 0,0 0-2 16,0 0-5-16,0 0 0 0,0 0-4 0,0 0-1 15,0 0-5-15,0 0 2 0,0 0-2 0,0 0-1 16,0 0 5-16,0 0 0 0,0 0 6 0,0 0-4 0,0 0 6 16,0 0 2-16,0 0-2 0,0 0 4 15,0 0-2-15,0 0 2 0,0 0-2 0,0 0 4 16,0 0-2-16,0 0-1 0,0 0 1 0,0 0 1 16,0 0 4-16,0 0 8 0,0 0 5 0,0 0 0 0,-9-4 12 15,9 4 3-15,0 0 2 0,0 0 6 0,0 0 5 16,0 0 8-16,-8-6-8 0,8 6 5 0,0 0 7 15,-7-6 2-15,7 6 5 0,0 0 3 0,-9-9-2 16,9 9 5-16,0 0-4 0,-7-7 0 0,7 7-1 16,0 0 5-16,-7-7 12 0,7 7-28 0,0 0 12 15,0 0-33-15,0 0 1 0,-6-6-32 0,6 6 30 16,0 0-6-16,0 0 57 0,4 17-1 0,1-6 60 16,-1 3-32-16,3 4 52 0,2 3-46 0,0 4 47 15,0 0-44-15,4 2 1 0,-1 7-6 0,-2-5-5 16,2 1-16-16,-3 0-6 0,0 0-11 0,3-1-9 0,-4 1-13 15,-1 0-9-15,1-3-8 0,2 0 43 16,-4-4-63-16,-1 0 45 0,1-3-60 0,-1 0 47 16,2-3-66-16,-4-1 19 0,1-1-90 0,0-3-14 0,0 0-109 15,-1-2-44-15,-1-1-71 0,-2-9-85 0,7 14-105 16,-7-14-116-16,5 8-206 0,-5-8-552 0,0 0-986 16</inkml:trace>
  <inkml:trace contextRef="#ctx0" brushRef="#br0" timeOffset="128214.9503">13980 11930 918 0,'0'-19'700'0,"0"1"-90"0,0 0-61 0,0 0-47 16,0 0-77-16,0 0-58 0,2 0-51 0,0 1-27 15,2 0-63-15,-1 1-24 0,1 0-59 0,4 2-8 16,0 3-48-16,1-1 0 0,5 3-33 0,2 1 2 15,0 3-30-15,5 3 14 0,0 1-25 0,1 2 13 16,3 5-28-16,-3 1 16 0,5 2-14 0,-2 5 4 16,-4 0-12-16,0 4 15 0,-4 2-14 0,-4 0 12 15,-1 2-8-15,-6 0 12 0,-2 1-34 0,-3 4 50 0,-4-2-29 16,-5 7 9-16,-6 4 5 0,-4 1 10 16,-3-2 2-16,-5 2 7 0,-4 4 49 0,1-8-43 0,0 0 36 15,2-1-33-15,3-4 36 0,1 0-50 0,5-6 37 16,2-1-37-16,3-3 36 0,4-2-32 0,2-2 37 15,5-2-36-15,2-12 41 0,5 19-46 16,3-9 28-16,8-3-44 0,2-5 32 0,9 2-41 16,2-3 28-16,7-3-59 0,5-1-5 0,4-2-119 0,4-3-65 15,-2-2-73-15,1 0-100 0,-2-2-101 0,-1-1-60 16,-4-2-172-16,-1-1-493 0,1-1-827 0</inkml:trace>
  <inkml:trace contextRef="#ctx0" brushRef="#br0" timeOffset="128698.3214">14885 11966 87 0,'0'-15'777'0,"-1"3"-156"0,1-3-47 15,0 1-65-15,1-2-61 0,1 0-51 0,3-2-33 16,1-1-31-16,2 0-49 0,3 1-43 0,2 1-24 0,3-3-47 16,2 3-10-16,3 1-44 0,-4 3-6 0,4 2-33 15,-2 2-2-15,1 1-30 0,-2 2 10 16,-2 3-20-16,3 2 5 0,-4 1-18 0,1 1 6 0,-1 2-24 15,1 0 18-15,-3 3-15 0,1-1 19 0,-5 4-19 16,0 0 23-16,-1 0-25 0,-4 0 35 0,-1 1-33 16,-3-10 29-16,-2 22-25 0,-2-9 29 0,-3-1-26 15,-1 2 40-15,-1-3-45 0,-1 2 31 0,-1-1-39 16,1-1 35-16,-2 0-38 0,2-1 31 0,1 1-37 16,-2-2 29-16,3-1-39 0,1 0 40 0,1-1-39 15,1 0 38-15,0 2-42 0,5-9 43 0,-7 15-38 16,7-15 34-16,-2 14-31 0,2-14 30 0,2 14-30 15,-2-14 47-15,8 15-50 0,0-8 33 0,-2 0-29 16,2 0 29-16,2 1-32 0,2-2 1 0,-1 3 8 16,3-3 7-16,-1 2-8 0,4-1 1 0,-2 1 5 15,3-1 1-15,0 1 3 0,1 1 18 0,0-2 12 16,1 4 17-16,1-3 26 0,0 3 2 0,1-1-5 16,-1-1-7-16,-1 0-10 0,-2 0-9 0,-2-2-1 15,-2 0-1-15,0 1 1 0,-2-3-10 0,-3 2 1 16,1-1-4-16,-3 0 0 0,-1 0 1 0,-6-6 0 15,6 11-3-15,-6-11-4 0,-6 13-4 0,-2-6 29 0,-6 1-44 16,-4 1-4-16,-7-2-23 0,-4 3-46 0,-5-1-28 16,-7 1-149-16,-3-1-76 0,-1 0-123 15,0 1-153-15,0-3-146 0,2 1-747 0,5-3-1113 0</inkml:trace>
  <inkml:trace contextRef="#ctx0" brushRef="#br0" timeOffset="129383.5523">13691 13699 403 0,'-14'2'504'0,"14"-2"-64"0,-11-2-57 0,11 2 45 16,-14-3-18-16,14 3-10 0,-13-9-30 0,6 4 25 15,0-2-29-15,0 0-32 0,1-1-15 0,1-2-38 16,1 1-29-16,0-1-61 0,3-2 26 0,1 12-59 15,-3-22 9-15,7 11-30 0,0 0-24 16,4 0-28-16,4-3-19 0,6 1-14 0,7 3-10 0,4-1-10 16,7 3-7-16,0 2-4 0,6 4-5 0,1 2-5 15,4 3-3-15,1 5-4 0,-6 2-33 0,1 2 36 16,-7 4-38-16,-2 3 45 0,-5 3-37 0,-6 3 12 16,-9 0 35-16,-7 3-37 0,-3-1 40 0,-8 4-41 0,-3 2 45 15,-7 5 4-15,-7-1 5 0,-8 7 3 0,-5 0 8 16,-2-2 10-16,-3-3 0 0,1-1 2 0,-2-2 7 15,0-2-2-15,9-5-2 0,1-3-43 16,1-1 33-16,4 0-48 0,5-6 34 0,5-1-41 0,2-1 37 16,3-1-41-16,3-3 40 0,3-1-40 0,4-12 44 15,4 20-50-15,7-11 44 0,3-2-47 16,8 1 42-16,5-4-44 0,9-2 36 0,7-2-60 0,6-2 18 16,3-2-77-16,2-2-2 0,-1-2-83 0,1 1-43 15,1-4-65-15,-1 2-93 0,-4-3-99 0,0-1-95 16,-5 1-61-16,0-1-771 0,-5-4-1012 0</inkml:trace>
  <inkml:trace contextRef="#ctx0" brushRef="#br0" timeOffset="129966.2131">15096 13658 871 0,'9'-17'763'0,"-1"4"-83"0,-2 1-102 15,1-1-24-15,-1 1-63 0,1-1-17 0,-3 4-56 16,1-2 24-16,-1 3-42 0,0-2-48 16,-4 10-86-16,5-13-16 0,-5 13-83 0,4-13 7 0,-4 13-80 15,0 0 15-15,-1-13-60 0,1 13 27 16,-11-4-16-16,11 4-25 0,-24 0-25 0,8 3-27 0,-3 0-21 16,1 2-22-16,-5 1-6 0,1 1 3 0,0 0 6 15,2 1-36-15,0 0 47 0,0 0-35 0,3 1 44 16,-1 1-29-16,2 0 42 0,0 0-35 0,2 1 48 15,1-1-29-15,1 3 37 0,1 2-30 0,1-2 49 16,1 2-42-16,1 1 39 0,0 0-38 0,3 0 42 16,-1 1-9-16,2-3 3 0,0 3-4 0,1-1-1 15,1 1 1-15,0 0-3 0,0-4 0 0,2-1 3 16,0 1 6-16,2 0-4 0,-2-13 2 0,2 20 5 16,-2-20 3-16,5 18 3 0,-5-18 8 0,8 13-2 15,-8-13 11-15,14 10-15 0,-14-10-6 0,20 3-2 16,-20-3-2-16,26-2-3 0,-11-1 1 0,2 1-6 0,2-4 0 15,-2 2-1-15,5-1-36 0,0 0 38 16,-1-3-33-16,1 4 37 0,-2 0-34 0,-2 1 38 16,1-1-38-16,1 2 40 0,-2 2-39 0,1 0 40 0,-2 1-37 15,1 4 43-15,-2-1-32 0,1 2 48 0,-3 1 1 16,2 2 2-16,-2 1-6 0,2 1 5 0,-6 0 3 16,2 1-3-16,-2 1 3 0,-3-1-2 0,0 1 5 15,-2-1-1-15,-2 1 5 0,-3-2 4 0,-2 2-2 16,-4 0-10-16,-3-1 0 0,-4 3-6 0,-5-1-9 15,-7 0 10-15,-7 1-17 0,-6 1-5 0,-4-3-6 16,-6 0-1-16,-1 0 1 0,0-1-10 0,-3-1-5 16,4-3-39-16,2-1-46 0,10 0-69 0,4-3-87 15,7-1-179-15,6 0-233 0,19-3-163 0,-18-3-846 16,18 3-1335-16</inkml:trace>
  <inkml:trace contextRef="#ctx0" brushRef="#br0" timeOffset="130416.4411">15570 13718 1220 0,'3'-21'820'0,"-2"4"-110"0,0-1-32 0,-1 2 11 16,0 3-72-16,0-1-81 0,-1 3-38 0,1 11-86 16,0-22 19-16,0 22-148 0,-1-17 31 15,1 17-144-15,0-13 31 0,0 13-110 0,0 0 87 16,0 0-88-16,0 0 73 0,4 12-86 0,0-2-64 0,-1 5-13 15,3 1 0-15,1 4 0 0,1 2 0 0,2 4 0 16,0-1 0-16,3 0 0 0,-1 1 0 0,2 0 0 16,-1-2 0-16,0 0 0 0,2-4 0 0,-4-2 0 15,2-1 0-15,-3-3 0 0,-1-2 0 0,0-2 0 16,-2-1 0-16,-1 0 0 0,-6-9 0 0,11 11 0 16,-11-11 0-16,13 4 0 0,-13-4 0 0,14-5 0 15,-6-1 0-15,-1-1 0 0,2-4 0 0,0-2 0 16,2-5 0-16,-1-1 0 0,0-1 0 0,1 0 0 15,-2 0 0-15,0-1 0 0,0 4 0 0,-3 1 0 0,1 3 0 16,-2 1 0-16,-1 1 0 0,0 3 0 16,-4 8 0-16,8-15 0 0,-8 15 0 0,0 0 0 15,0 0 0-15,0 0 0 0,14 8 0 0,-10 1 0 0,-1 4 0 16,3 3 0-16,-2 1 0 0,2 5 0 0,-1 2 0 16,1-2 0-16,3 6 0 0,-1 1 0 0,1-1 0 15,1 1 0-15,3-1 0 0,-1 1 0 16,1-2 0-16,-1 0 0 0,0-1 0 0,1 0 0 0,-1-1 0 15,1-2-473-15,-4-2-187 0,-2 0-121 0,-2 1-135 16,-2-2-779-16,-4-1-1370 0</inkml:trace>
  <inkml:trace contextRef="#ctx0" brushRef="#br0" timeOffset="131932.87">14105 15583 233 0,'0'0'259'16,"-10"-4"-39"-16,10 4-17 0,0 0-7 0,0 0-15 16,0 0-17-16,0 0 0 0,0 0-8 0,0 0-8 15,0 0-10-15,0 0-7 0,0 0-3 0,0 0-18 16,0 0 8-16,0 0 5 0,0 0 16 0,0 0 23 15,0 0 1-15,0 0 5 0,0 0-3 0,-14 0-6 16,14 0-7-16,0 0-12 0,0 0-15 0,0 0-16 16,0 0-16-16,0 0-16 0,0 0-18 0,0 0-11 0,0 0-8 15,0 0-11-15,0 0-3 0,0 0-2 16,0 0-8-16,0 0-3 0,0 0 9 0,0 0-16 16,0 0-4-16,0 0 6 0,0 0-2 0,0 0-2 0,0 0 1 15,0 0 10-15,0 0-8 0,0 0 4 0,0 0 7 16,0 0 0-16,0 0-2 0,0 0 1 15,0 0 6-15,0 0-16 0,0 0-1 0,0 0-1 16,0 0 1-16,0 0-1 0,0 0-1 0,0 0 11 0,0 0-15 16,0 0 1-16,0 0-1 0,0 0 3 0,0 0-6 15,0 0 5-15,0 0 10 0,0 0-12 16,0 0 0-16,0 0 0 0,0 0 7 0,0 0-6 0,0 0 3 16,0 0 11-16,0 0-13 0,0 0-2 0,0 0 0 15,0 0 3-15,0 0-2 0,0 0 0 0,0 0 1 16,0 0 0-16,0 0 0 0,0 0-1 0,0 0-2 15,0 0 3-15,0 0-1 0,0 0 0 0,0 0-1 16,0 0 0-16,0 0 0 0,0 0 1 0,0 0-2 16,0 0 3-16,0 0-3 0,0 0 1 0,0 0 2 15,0 0 5-15,0 0 10 0,0 0 8 0,0 0 6 16,0 0 11-16,0 0 6 0,0 0 6 0,0 0 5 16,0 0 3-16,0 0 8 0,0 0-25 0,0 0 29 15,0 0-32-15,0 0 28 0,0 0-41 0,0 0 26 0,0 0-38 16,0 0 25-16,0 0-45 0,0 0 34 15,0 0-38-15,0 0 32 0,0 0-35 0,0 0 38 16,0 0-44-16,0 0 36 0,0 0-34 0,0 0 32 16,0 0-35-16,0 0 34 0,0 0-3 0,0 0-7 0,-11 2-27 15,11-2 33-15,0 0-36 0,0 0 39 16,0 0-35-16,0 0 38 0,0 0-36 0,0 0 30 16,0 0-32-16,0 0 35 0,0 0-27 0,0 0 24 0,0 0-33 15,0 0 35-15,0 0-33 0,0 0 33 0,0 0-31 16,0 0 32-16,0 0-32 0,0 0 29 15,0 0-30-15,0 0 34 0,0 0-37 0,0 0 42 0,0 0-43 16,0 0 36-16,0 0-40 0,0 0 29 0,0 0-40 16,0 0 26-16,0 0-22 0,0 0 14 0,-5 6-29 15,5-6-28-15,0 0-21 0,0 0-15 0,0 0-4 16,-7 10-2-16,7-10 6 0,0 0 5 0,0 0 7 16,0 0 16-16,0 0 12 0,-4 9 14 0,4-9 10 15,0 0 12-15,0 0 8 0,0 0 4 0,0 0 9 16,0 0 3-16,0 0 1 0,0 0 7 0,-4 9 3 15,4-9-4-15,0 0 4 0,0 0 3 0,0 0-6 16,0 0-5-16,0 0-18 0,0 0-34 0,0 0-34 16,0 0-47-16,0 0-40 0,0 0-8 0,0 0 6 15,0 0 11-15,0 0 22 0,0 0 31 0,4-13 24 16,-4 13 13-16,9-6 20 0,-9 6 13 0,9-10 15 0,-9 10 9 16,11-13 15-16,-3 4 20 0,-2 0 55 15,0-3-28-15,1 2 80 0,-1-3-2 0,0 1 30 0,0-2 52 16,-1 1 16-16,-1-2-3 0,0 3 21 0,-1 1-1 15,-1-2-11-15,0 3-5 0,-2 10 12 0,6-18-11 16,-6 18-30-16,2-14-31 0,-2 14-20 0,0 0-15 16,-8-9 12-16,8 9 26 0,-15 9 2 0,-1 5 28 15,-4 2-41-15,-5 10 23 0,-4 3-41 0,0 3 25 16,-5 9-41-16,3 0 25 0,-1 5-36 0,1 0-11 16,6-1-5-16,4-4-7 0,4 0-6 0,3 1-10 15,3 1 0-15,2-1-15 0,7-5 30 0,2-1-43 16,6 6 34-16,5-3-43 0,4 1 28 0,4-5-38 15,6-1 34-15,2-4-44 0,4-4 39 0,-1-3-55 16,5-3 18-16,-1-4-55 0,-4-4 12 0,-1-4-52 16,0-2 25-16,-4-2-40 0,-1-3 40 0,-4-1-30 15,1-3 39-15,-3-2-19 0,-2 0 42 0,0-2-23 16,-5-3 34-16,-3 2-32 0,-1-3 34 0,-2 1-24 16,-5 10 29-16,-5-24-27 0,0 13 31 0,-8-4-24 15,-1 0 30-15,-7 2-29 0,-5-1 41 0,-1 3-34 16,-2 0 27-16,0 1-27 0,2 3 29 0,2 1-50 0,3-1-11 15,0 3-80-15,3 0-54 0,4 0-72 16,1 1-86-16,3 0-63 0,11 3-51 0,-13-4 13 0,13 4-65 16,0 0-134-16,5-9-479 0,5 3-742 0</inkml:trace>
  <inkml:trace contextRef="#ctx0" brushRef="#br0" timeOffset="132333.022">14609 15655 330 0,'-2'-14'730'16,"-1"3"-128"-16,1 1-89 0,-2 1-48 0,4 9-9 15,-5-18-31-15,5 18-23 0,-4-11-68 0,4 11-16 16,-3-11-84-16,3 11-42 0,0 0-38 0,-2-14-33 16,2 14-20-16,7-7-20 0,-7 7 25 0,21-4-57 15,-4 1 23-15,6 3-52 0,6-2 20 0,2 1-73 16,1 2 4-16,5-2-47 0,0 0 6 0,0 0-13 15,0 0 12-15,-5 0 0 0,-3 0 20 0,0-1 2 0,-3 1 17 16,-5-1 1-16,1-1 27 0,-6 1 10 0,0 1 58 16,-3 0-8-16,1-1 52 0,-14 2-42 15,19-3 7-15,-19 3-8 0,16 0-3 0,-16 0 2 0,0 0 39 16,11 7 55-16,-11-7 46 0,-1 18-8 0,-2-6 49 16,-1 6-35-16,-1 2 34 0,0 5-10 0,-2 3-12 15,1 3-18-15,2-2-101 0,-2 5 67 0,3-2-101 16,-1 0 51-16,3 1-120 0,-1 0 0 0,2-5 0 15,0 0 0-15,3 0 0 0,-1-2 0 0,0 0 0 16,1-2 0-16,-1 0 0 0,2-2 0 0,-1-5 0 16,-1 0-336-16,1-2-103 0,0-3-96 0,-1 3-60 15,2-6-99-15,-4-9-20 0,4 12-95 0,-4-12-479 16,0 0-892-16</inkml:trace>
  <inkml:trace contextRef="#ctx0" brushRef="#br0" timeOffset="132517.2867">14928 15981 322 0,'-12'-6'653'0,"3"0"-77"16,0 0-34-16,9 6-4 0,-15-8-15 0,15 8-33 0,-12-8-28 15,12 8-113-15,-10-13-70 0,10 13-56 16,-5-8-10-16,5 8-81 0,9-14-3 0,2 7-105 16,12-1-50-16,6-2-75 0,13-1-91 0,6-2-88 15,3 4-59-15,14-5-80 0,6 1-78 0,-1 0-112 0,2 1-329 16,1-3-515-16</inkml:trace>
  <inkml:trace contextRef="#ctx0" brushRef="#br0" timeOffset="133051.5671">16150 15525 666 0,'9'-16'664'0,"-3"3"-84"0,-2-2-18 0,-1 0-73 16,-1 3-21-16,-2-1-33 0,-1 1-25 0,-1-1-83 15,-2 1-33-15,-2-1-78 0,-1 2 7 0,-2 0-82 16,0 1 0-16,-1 3-53 0,-2 2 15 0,0 1-59 15,-2 2 27-15,0 2-20 0,-3 3-16 0,0 4-3 16,-1 3-9-16,1 2-4 0,0 3 4 0,3 6 28 16,2-1-39-16,3 1 33 0,3 2-40 0,3 2 42 15,2-3-31-15,3 3 19 0,2-1-36 0,5 3 43 16,4-2-41-16,0 2 37 0,8-1-38 0,1 1 4 16,4-2-1-16,2-2 6 0,1 0-8 0,1-2 7 15,-1-2-7-15,1 0 4 0,-4-2 13 0,0-3-17 0,-2 1 8 16,1 1-3-16,-2-3 2 0,-4 0 2 0,-1 1 1 15,-1-1 3-15,-3-1-3 0,-1 1-1 16,-3-1 2-16,-3-2-1 0,-1 3-1 0,-4-2 34 0,-2-11-28 16,-4 20 20-16,-3-7-34 0,-4-1 31 0,-6-1-34 15,-3 1 29-15,-6-1-33 0,-5-1 31 0,-2-1-32 16,-9-1 34-16,-1-1-40 0,4-3 32 16,-2-1-34-16,3-2 35 0,6 0-39 0,2-2 22 0,4-1-88 15,6-1-26-15,3-3-99 0,5-2-30 0,5-1 0 16,6-2-8-16,4-2-6 0,8-5-2 0,6-2 1 15,8-5 26-15,3-2 5 0,4-1 43 0,2 2 22 16,2-2 23-16,1 1 48 0,-1 0 46 0,1 0 56 16,-2 0 44-16,0 1 37 0,-2-2 45 0,-1 3 23 15,-3-1 23-15,-1-1 8 0,-2 2 43 0,-3-1-21 16,-6 4-4-16,-1 0-24 0,-4 1-19 0,-2 0-12 16,-3 2-10-16,-3 3-24 0,-3-2-25 0,-4 2-16 15,-3 0-18-15,-6-2-3 0,-5 2-28 0,-6 0-6 16,-2 0-6-16,-3 4-47 0,-3 3-7 0,0 1-90 0,-1 2-46 15,4 3-83-15,1 3-83 0,2 1-86 0,1 4-75 16,2 2-32-16,2 2-190 0,4 1-355 16,4 0-689-16</inkml:trace>
  <inkml:trace contextRef="#ctx0" brushRef="#br0" timeOffset="134817.2953">20379 11317 361 0,'0'0'514'0,"0"0"-89"16,0 0-74-16,0 0-37 0,0 0-3 0,4-10-39 15,-4 10-21-15,0 0-14 0,0 0 1 0,0 0-29 16,0 0 6-16,0 0-27 0,0 0 5 0,0 0-27 16,0 0-8-16,0 0-26 0,0 0-1 0,0 0-24 15,0 0 5-15,0 0-9 0,0 0 1 0,0 0-12 16,0 0 7-16,-4-9-3 0,4 9-10 0,0 0-9 15,0 0 5-15,0 0-3 0,0 0 2 0,0 0 1 16,0 0-4-16,0 0-2 0,0 0-7 0,0 0-2 16,0 0-18-16,0 0-3 0,0 0-8 0,0 0-3 15,0 0-13-15,0 0 4 0,0 0-11 0,0 0-15 16,0 0 5-16,0 0 1 0,0 0 1 0,0 0 1 16,2 16 12-16,1-7 13 0,0 7 43 0,0 2-5 15,1 6 5-15,1 7 15 0,2 3-4 0,-2 9-12 0,1 2-7 16,-1 2-7-16,0 0-11 0,-1 1-6 15,1-2-4-15,-1 2-9 0,-1-3-4 0,-1-2-4 16,0-5 9-16,0-2-16 0,-2-2 9 0,0 0-9 0,1-6 2 16,-1-1-15-16,-1-2 0 0,1-2 2 0,-1-4-4 15,0-1 4-15,1-2 0 0,-1-3 4 16,0 1 15-16,1-14 21 0,0 19 28 0,0-19 3 0,-2 14-8 16,2-14-21-16,0 0-1 0,0 0-14 0,0 0-2 15,-10-4-6-15,10 4-7 0,-7-19-2 0,3 5-9 16,-1-1 1-16,-1-8-4 0,-1 1 8 0,-1-7-9 15,0-2-6-15,-1-6-9 0,-1-1-2 0,2-2 6 16,-1 0-7-16,0-2 1 0,0 1-7 0,0-2 5 16,1 2 2-16,-1 0 1 0,2 1 5 0,1-1 6 15,0 7-8-15,3 0 2 0,1 1 2 0,1 4-3 16,1 2 7-16,1 0-4 0,1 2 0 0,1 1 1 16,1 1 1-16,3 0-2 0,0 2-1 0,3 2 17 15,3 1-15-15,5-1 52 0,2 2-66 0,4 1 54 0,3 2-50 16,7-2 50-16,6 5-67 0,1 1 16 0,2 2-73 15,3 0-5-15,1 3-83 0,1 2-12 16,0 2-87-16,-5 0-39 0,0 2-46 0,5 2-79 16,-9 1-71-16,0 1-6 0,-3 2-60 0,-4 0-121 0,-3 3-393 15,-7-2-708-15</inkml:trace>
  <inkml:trace contextRef="#ctx0" brushRef="#br0" timeOffset="135017.9809">20752 11668 1 0,'-22'16'734'0,"1"0"-176"16,4-4-80-16,0-2-9 0,4 1-31 0,2-3-4 16,-1-1 7-16,4 0-35 0,0-2-36 0,8-5-24 15,-13 9-93-15,13-9-29 0,0 0-62 0,0 0-15 16,6 6-50-16,8-6 8 0,5-3-49 0,9 2-14 16,10-3-79-16,2 1-75 0,8-3-62 0,3-1-95 15,2 2-73-15,0-1-57 0,1 0-102 0,-1 0-103 16,-1 0-433-16,-2 0-648 0</inkml:trace>
  <inkml:trace contextRef="#ctx0" brushRef="#br0" timeOffset="135186.6101">21516 11683 572 0,'0'0'738'15,"8"-5"-102"-15,-8 5-52 0,0 0-39 0,8-6-45 0,-8 6-34 16,0 0-14-16,0 0-68 0,9-5 1 0,-9 5-79 16,0 0-6-16,0 0-73 0,0 0 25 15,0 0-57-15,0 0 27 0,7 9-69 0,-7-9 15 0,-1 11-76 16,1-11 32-16,-1 16-70 0,1-16 35 0,0 20-62 15,0-20 44-15,0 24-78 0,0-12-16 16,0 0-112-16,0 0-61 0,1 0-124 0,0 0-106 0,0-1-114 16,-1-11-79-16,1 21-122 0,-1-21-699 0,1 14-1054 15</inkml:trace>
  <inkml:trace contextRef="#ctx0" brushRef="#br0" timeOffset="135367.509">21555 11478 1222 0,'-2'-20'787'0,"0"1"-123"16,-1 1-68-16,0 0-58 0,-1 2-95 0,1 1-39 15,-1 0-90-15,1 4-25 0,1 1-91 0,0-1-20 16,2 11-96-16,-2-13-27 0,2 13-58 0,0 0-49 0,0 0-86 16,0 0-98-16,13 3-101 0,-5 6-85 15,-1 4-156-15,-1 0-687 0,1 3-873 0</inkml:trace>
  <inkml:trace contextRef="#ctx0" brushRef="#br0" timeOffset="136552.1741">21624 11673 1082 0,'0'0'927'16,"0"0"-137"-16,5-9-35 0,-5 9-107 0,0 0-32 15,0 0-105-15,0 0-62 0,-1-13-66 0,1 13-66 16,0 0-61-16,0 0-35 0,0 0-58 0,0 0-35 15,0 0-25-15,0 0-14 0,0 0-22 0,11 8 49 16,-6 1-82-16,0-1 54 0,2 3-80 16,0 2 59-16,0-1-72 0,0 1 63 0,0 1-72 0,0 0 51 15,0 0-87-15,0-1 27 0,-1 0-68 0,-1 0 8 16,0-3-52-16,-1 0 28 0,1-1-50 0,-1 0 36 16,-4-9-26-16,7 14 52 0,-7-14-18 0,5 10 43 0,-5-10-40 15,7 4 7-15,-7-4-27 0,0 0 10 16,17-6 0-16,-17 6 1 0,14-13 8 0,-4 3 9 15,-1-2 22-15,0-1 5 0,3-1 26 0,-2 2 1 0,-1-1 9 16,0 2 30-16,0 1 21 0,-2-1 25 0,-1 3 15 16,-1 0 29-16,-5 8-32 0,12-13 12 15,-12 13-33-15,8-9 17 0,-8 9-22 0,8-6 50 16,-8 6-34-16,0 0 52 0,13 5-41 0,-13-5 34 0,10 10-35 16,-3-3 29-16,1 1-41 0,0 2 27 0,2 0-42 15,2 1 30-15,1 1-42 0,1 1 31 0,3-2-39 16,1 1 36-16,1-2-42 0,7 2 35 0,2 0-37 15,1-2 33-15,2-1-44 0,1 0 24 0,1-1-67 16,-1-1 34-16,1-2-49 0,-1-1 17 0,-2-1-31 16,-2-3 31-16,1 0-19 0,-1-1 30 0,-2-2-22 15,0-3 30-15,-2-2-14 0,-1-2 28 0,-2 1-7 16,-3-4 21-16,-1 1 2 0,-3-2 42 0,-1 1-24 16,-4 1 52-16,-2 1-12 0,-3 0 50 0,1 2-44 15,-5 9 39-15,0-18-43 0,0 18 40 0,-8-17-41 16,1 11 38-16,-1 0-34 0,-4 3 42 0,-1 1-40 15,1 0 36-15,-2 2-38 0,0 3 38 0,-2 0-48 16,1 4 31-16,-1-1-41 0,3 2 37 0,-1 1-48 0,2 0 37 16,1 2-48-16,0 1 40 0,3 0-47 0,1 1 38 15,3-2-44-15,0 1 50 0,2-2-54 0,2-10 43 16,4 23-45-16,0-15 41 0,2 2-53 0,2-1 28 16,2 0-60-16,2-1 12 0,-1-1-57 0,3-1 31 15,-3-2-41-15,0-1 41 0,2 0-38 0,-2-2 43 16,-11-1-26-16,23-2 41 0,-12-2-40 0,-1 0 46 15,1-3-23-15,-1-2 44 0,1-3-29 0,-2 1 42 16,-2-4-31-16,1 0 57 0,0 1-6 0,-3 0 68 16,0-1-12-16,-1 1 56 0,-2 2-41 0,0 0 43 15,-1 0-44-15,-1 12 17 0,1-20 24 0,-1 20-10 16,-1-17-15-16,1 17-17 0,0-13-21 0,0 13-11 16,0-13-7-16,0 13-16 0,0 0-1 0,0 0-8 15,0 0 2-15,0 0-7 0,0 0-1 0,-4 11 2 16,4-11-2-16,3 14 1 0,2-3-1 0,0-2-7 15,1 0 3-15,1 1-7 0,1 1-17 0,1-2-35 16,0 1-23-16,-1-1-27 0,1 0 5 0,0-2-81 0,-1 1 9 16,-1-2-39-16,0 1 41 0,-7-7-8 15,14 9 70-15,-14-9-17 0,10 4 51 0,-10-4-26 16,0 0 49-16,16-5-18 0,-16 5 34 0,10-12-15 0,-5 4 37 16,-1-3-26-16,1 0 43 0,1 0-7 0,-2-3 59 15,0 4-11-15,1 0 40 0,-2-1 23 0,1 3 12 16,-1-2-5-16,-3 10-17 0,9-11-20 15,-9 11-15-15,4-10-15 0,-4 10-13 0,0 0 1 0,6-8 14 16,-6 8 7-16,0 0-1 0,12 5-5 0,-12-5-8 16,11 10-10-16,-4-3 1 0,-2 1-9 0,1-1-11 15,2 3-4-15,-1 1 0 0,0-1-4 0,1 1-2 16,0 0 4-16,0 0-6 0,0 0-2 0,-1 0-3 16,2-1-5-16,-2 1-10 0,-1-4-6 0,-1 3 4 15,-5-10-10-15,10 11 4 0,-10-11 6 0,9 11 8 16,-9-11-5-16,0 0 6 0,12 1-8 0,-12-1 42 15,10-6-48-15,-10 6 50 0,9-14-52 0,-4 4 52 16,0 2-52-16,-1-2 44 0,0 0-42 0,2 0 71 16,-3 2-41-16,-3 8 22 0,7-16 19 0,-7 16 12 15,6-13-9-15,-6 13-12 0,5-10-7 0,-5 10-10 0,0 0-8 16,7-11 0-16,-7 11-12 0,0 0 1 16,0 0-1-16,15-1-2 0,-15 1 1 0,14 7-2 0,-3-3 3 15,-1 1-18-15,3 3-39 0,0 0-45 0,1-1-5 16,4 3-127-16,2-1-60 0,-1 1-76 0,3-1-52 15,4 3-82-15,0 0-72 0,1-2-18 0,-1 0-77 16,2 1-662-16,-4-4-929 0</inkml:trace>
  <inkml:trace contextRef="#ctx0" brushRef="#br0" timeOffset="137002.4485">23911 11762 436 0,'16'-21'702'15,"-5"2"-97"-15,1 1-11 0,-3 1-18 0,-1-1-37 16,-1 0-43-16,0 3-53 0,-3 0-26 0,0 2-12 15,-2 1-20-15,1 1-48 0,-3 11-51 0,3-17-61 16,-3 17-44-16,-2-12-33 0,2 12-19 0,0 0-15 16,-15-3-5-16,5 8 3 0,-1 3-18 0,-1 2-8 15,-3 5 1-15,-1 5 2 0,-1 2 9 0,0 2-7 0,3 1-4 16,0 1-14-16,0 0-2 0,3 0-16 16,1 1-4-16,4-2-5 0,2-1-25 0,3-1-18 15,3 1-3-15,4-2 0 0,4-1 0 0,6 0 0 0,5 0 0 16,4-3 0-16,7-1 0 0,2-4 0 15,-1-1 0-15,6-3 0 0,-2-2 0 0,1-2 0 16,0-2 0-16,0-2-9 0,-1-2-13 0,-2-2 5 0,1-2 3 16,-3-2 10-16,-1-4 0 0,-3-1-6 0,2-6 2 15,-4-3 2-15,-1-3 3 0,-3-2 1 0,-4-3-2 16,0-3 7-16,-4-1-2 0,-4 5-5 16,-3-1 15-16,-2 5 14 0,-3 2-13 0,0 2 31 0,-5 2-31 15,-1 0-12-15,-4 4 0 0,-1 2 0 0,-3 3 0 16,-4 3 0-16,-2 3 0 0,-3 3 0 0,-3 6 0 15,1 3 0-15,-5 4 0 0,3 3 0 0,1 4 0 16,5 0 0-16,0 2 0 0,6 2 0 0,1-2 0 16,7 1 0-16,1 0 0 0,6 1 0 0,3 0 0 15,6 3 0-15,6 3 0 0,5 0 0 0,6-2 0 16,3-1 0-16,4 2 0 0,9 1 0 0,1 1 0 16,2-3-392-16,1 0-110 0,2-1-96 0,-4-1-89 15,-7-5-95-15,-1-4-872 0,-3 0-1321 0</inkml:trace>
  <inkml:trace contextRef="#ctx0" brushRef="#br0" timeOffset="138302.9673">20507 13715 585 0,'-8'-24'512'0,"-3"1"-85"0,0-2 12 0,-2 2-13 15,1-1-46-15,1 5-10 0,-1 0 11 0,2 1-8 16,1 1-26-16,1 5-34 0,1-2-18 0,1 6-64 16,1-2-11-16,0 3-79 0,5 7 7 0,-9-8-24 15,9 8 86-15,0 0-37 0,-8 11 38 0,5 0-51 16,2 5 19-16,0 1-53 0,1 4-2 0,0 4-19 16,0 3-12-16,1 6-11 0,1 0 31 0,2 0-63 15,1 7 40-15,0-6-61 0,0 1 51 0,1-3-70 16,0 0 44-16,1 0-58 0,0-3 44 0,-1-2-52 15,0-5 43-15,-1-2-73 0,-1-5 26 0,0 0-55 16,1-2 38-16,-2-3-26 0,-1 0 52 0,-2-11-73 0,4 10 4 16,-4-10-39-16,0 0-42 0,0 0 30 15,3-22-2-15,-5 5 50 0,0-9-27 0,0-6 23 16,0-5-22-16,-1-6 21 0,0-5 8 0,3-2 29 0,0 0-8 16,2 0 26-16,1 1-9 0,0 3 38 15,1 5 2-15,1 6 49 0,-1 5-34 0,0 5 51 0,-1 4-55 16,0 3 27-16,1 2-40 0,0 5 36 15,1 3-20-15,-5 8 53 0,13-8 1 0,-13 8-4 0,17 4-5 16,-8 3-4-16,4 0-3 0,-2 5-2 0,2 1-10 16,1 2-36-16,-1 1 36 0,1 0-39 0,-1 2 30 15,2 3-39-15,-3-3 37 0,0 0-39 0,-1 0 6 16,0-1 40-16,-2 1-54 0,1 0 40 0,-2-5-41 16,-2-1 25-16,0 0-54 0,0-3 37 0,-2 0-35 15,1-1 41-15,-5-8-29 0,8 12 34 0,-8-12-54 16,0 0 4-16,10 2-40 0,-10-2 8 15,11-12 26-15,-5-1-20 0,1 0 40 0,1-5-21 0,2-2 37 16,-2-1-25-16,1-1 38 0,1 2 2 0,-2 1 2 16,0 0 18-16,-2 2 15 0,2 5 3 0,-3-1-2 15,0 3-10-15,-2 1-7 0,-3 9-2 0,8-12-2 16,-8 12 30-16,0 0 10 0,0 0 8 0,15 9 11 16,-10 0-39-16,-1 5 37 0,2 3-45 0,2 2 31 0,-1 3-41 15,4 5 6-15,1 2 31 0,3 5-36 16,2 0 31-16,0 1-45 0,4-2 35 0,1 2-46 15,2-3 43-15,1 0-41 0,2-2 39 0,0-4-9 0,1-1-23 16,0-2-16-16,-2-8-18 0,-1 2-22 0,0-5-17 16,-3-4-2-16,1-1-8 0,-5-3 0 0,2-2-14 15,-2-3-4-15,1-3-1 0,1-3 10 16,-1-1-5-16,-1-5 40 0,-2-1 0 0,-1-1 29 0,-2 0-8 16,-2-2 21-16,-3-2-7 0,-1 5 33 0,-4-2-6 15,0 1 16-15,-2 2 12 0,-1 0 3 0,0 0 11 16,-3 2 26-16,0 0-38 0,-2 3 45 0,-1-1-43 15,-2 2 7-15,-2 3-1 0,-1 1 0 0,11 3 2 16,-27 2 3-16,11 2 1 0,-1 1 31 0,-2 4-43 16,2 2 34-16,0 0-43 0,2 2 31 0,0-1-47 15,2 2 35-15,1 1-44 0,4-1 34 0,1 0-37 16,2 0 35-16,1 0-40 0,3-2 38 0,2-1-43 16,2 1 33-16,2 0-25 0,4-2-16 0,2-1-31 15,1-2-32-15,2 1-20 0,2-3-11 0,0-1 3 0,1-2 2 16,-3-1 6-16,1-3 9 0,-1-2 2 15,0-2 29-15,-1-2-3 0,-1-2 25 0,-3-3 1 16,-1-2 18-16,-2 1-9 0,-1-3 51 0,-2 0 6 0,-2 1 34 16,0-1-2-16,-3 0 14 0,1 2 18 0,-2 1 26 15,-1 2 29-15,1 0-56 0,0 1 28 16,0 2-50-16,3 9 19 0,-6-16-51 0,6 16 22 0,-5-10-43 16,5 10-5-16,0 0 3 0,0 0-4 0,0 0 0 15,-7 6 34-15,7-6-38 0,5 15 31 16,1-6-61-16,3 2 5 0,3 2-93 0,2 0-23 0,4 1-104 15,4 1-68-15,0-1-72 0,2-2-67 0,1 1-39 16,-4-2-14-16,0-1-92 0,0 0-63 0,-2-3-323 16,-2-2-572-16</inkml:trace>
  <inkml:trace contextRef="#ctx0" brushRef="#br0" timeOffset="139636.4511">21803 13887 634 0,'-1'-15'558'0,"-1"1"-49"0,0 0-8 0,-1-2-12 15,0 2-22-15,-1-1-1 0,2 3-29 0,0 0-39 16,0 1 7-16,0 2-74 0,2 9-14 0,-2-18-98 15,2 18-4-15,0-11-66 0,0 11 28 0,0 0-43 16,12-7 36-16,-12 7-48 0,16 7-2 0,-5 0-18 16,3 1 30-16,-2 3-64 0,2 1 27 0,0 2-55 15,1-1 33-15,-3 4-54 0,1-2 36 0,-1 2-47 16,-1 1 39-16,0-2-51 0,-1 1 58 0,-3-3-69 16,-1-1 42-16,-1-1-45 0,1-1 42 0,-3 0-46 0,0-2 52 15,-3-9-52-15,4 16 45 0,-4-16-44 0,-1 12 40 16,1-12-52-16,-5 8 40 0,5-8-63 0,0 0 3 15,-12 0-34-15,12 0-52 0,-9-10-47 0,4 2-46 16,1-3-2-16,0-4 4 0,2 1 1 0,0-7 35 16,1 0 3-16,1-4 49 0,2-3 3 0,0-5 30 15,0-3 16-15,1 0 23 0,-1-1 20 0,0-10 32 16,0 0 36-16,0-1 22 0,-1 0 22 0,0 1 38 16,1 2 48-16,-2 8 11 0,0 0 51 0,-1 7 7 15,0 4 41-15,0 2-56 0,0 4-8 0,0 2-28 16,1 1-31-16,-1 3-29 0,0 4-23 0,1 10 41 15,0 0-48-15,0 0 89 0,0 0-69 0,0 0 87 16,1 21-98-16,2 0 80 0,2 4-78 0,3 7-29 16,2 8-58-16,1 3 0 0,2 2 0 0,3 9 0 15,0 0 0-15,1 1 0 0,-2-8 0 0,-2-1 0 16,2 2 0-16,-2-5 0 0,0-1 0 0,-1-1 0 16,0-4 0-16,-2-7 0 0,-2-2 0 0,-2-5 0 0,0-2 0 15,-2-5 0-15,2 0 0 0,-2-2 0 0,-1-2 0 16,0-1 0-16,0-2 0 0,-3-9 0 0,4 10 0 15,-4-10 0-15,0 0 0 0,0 0 0 16,9-7 0-16,-2-2 0 0,-2-6 0 0,4-4 0 0,5-6 0 16,4-7 0-16,1-2 0 0,3-2 0 0,3 0 0 15,0-1-96-15,1 3-41 0,0 2 57 0,0 3-32 16,-4 1 54-16,-2 7-28 0,-3 2 46 0,-2 4-27 16,-3 0 48-16,-2 3-29 0,1 4 46 0,-2 0-39 15,-2-1 47-15,-2 2-44 0,-5 7 42 0,6-12-37 16,-6 12 40-16,-6-6-37 0,6 6 39 0,-20 0-36 15,3 3 41-15,-5 3-40 0,-3 2 42 0,-5 2-38 16,-1 2 40-16,-2 5-34 0,0 0 4 0,2 4 2 16,5-4 1-16,3 1 5 0,3 1 33 0,0 0-32 15,6 0 32-15,2-1-42 0,3 1 42 0,3-4-37 16,3 2 43-16,3-2-42 0,3 1 38 0,4-2-39 16,4 3 37-16,5-4 2 0,2 0-11 0,7 0-4 15,1-2-4-15,4-1-3 0,2-1-17 0,1-2-17 0,1-1-21 16,1-3-22-16,-1 1-11 0,-3-3-6 0,-1 1-2 15,0-3 0-15,-2 0 8 0,-1-2-26 16,-1-1 47-16,-2-3-24 0,-1-1 44 0,-2-2-26 0,-2-2 50 16,-3-1-30-16,0-1 38 0,-3-2-28 0,-2-1 15 15,-2 3 26-15,-3 0 11 0,-2 1 13 0,-3 1 0 16,-1 12 5-16,0-20 3 0,-3 10-5 0,3 10 0 16,-8-14-8-16,8 14 0 0,-12-8 4 0,12 8 0 15,-14 0 0-15,14 0 27 0,-13 6-29 0,13-6 34 16,-13 11-35-16,9-2 37 0,0 0-30 0,3 2 32 15,1 1-40-15,1 0 35 0,3 1-47 0,2 1 42 16,2 0-51-16,3 1 38 0,1-2-43 0,4 0 36 16,0 0-43-16,2-2 39 0,2-2-45 0,0-3 30 15,5 0-60-15,-2-1 32 0,0-2-8 0,-2-1-12 0,0-2-6 16,0-2 7-16,-2-1 2 0,2-3 4 16,-2-2 5-16,-2-3-31 0,-1-1 41 0,-4-5-37 15,-2-1 46-15,-1-4-40 0,-4-6 15 0,-2-5 42 0,-2-3-40 16,-2-2 38-16,-2-9-2 0,-1 0-2 15,-2-3-5-15,0-2 1 0,-1 4-31 0,0 0 51 16,0 4-15-16,-1 3 53 0,2 8-30 0,1 3 59 16,0 8-57-16,2 3 36 0,0 2-64 0,-2 5 35 0,5 12-47 15,-6-13 46-15,6 13-43 0,-7 6 48 0,4 4-40 16,3 7 59-16,-2 5-47 0,3 6 54 16,2 5-62-16,1 8 65 0,3 2-69 0,3 1 4 0,0 0 8 15,1 1 4-15,3-2 60 0,-1 0-83 0,1-4 78 16,-2 0-90-16,2-3 75 0,-3-6-86 0,-2 0 70 15,0-5-75-15,0-5 70 0,-2 0-82 0,-2-3 74 16,-1-4-79-16,1-1 85 0,-1 0-82 0,-1-4 78 16,-3-8-76-16,4 13 89 0,-4-13-92 0,0 0 70 15,0 0-73-15,0 0 60 0,0 0-67 0,-18-8 57 16,12-1-78-16,1-5 34 0,-2 1-71 0,1-1 35 16,1-4-44-16,2 2 4 0,1 0 8 0,2-2 15 15,2 4 44-15,1-2-31 0,1 2 50 0,3 2-29 16,0 2 42-16,1 0-31 0,1 2 43 0,1 3-30 15,0 0 38-15,-1 2-37 0,-9 3 46 0,21-2-17 16,-21 2 19-16,21 6 20 0,-11-1 54 0,-1 1-20 16,2 2 50-16,-1 0-53 0,-1 2 63 0,1 2-73 0,-1-2 57 15,-2 2-80-15,1 0 55 0,1-1-80 0,-2 3 69 16,0-2-83-16,-1 0 63 0,3 0-82 16,-3 0 6-16,1-1-124 0,-2-2-73 0,0 1-127 0,-5-10-75 15,10 14-107-15,-10-14-82 0,4 12-81 0,-4-12-870 16,0 0-1201-16</inkml:trace>
  <inkml:trace contextRef="#ctx0" brushRef="#br0" timeOffset="139819.1819">23438 13494 1115 0,'0'-23'850'0,"0"4"-85"0,-1 0-48 0,1 0-63 15,0 2-90-15,0 3-85 0,-1 0-58 0,1 3-100 16,0 11-27-16,0-21-103 0,0 21-13 0,1-15-74 15,-1 15 14-15,4-8-34 0,-4 8-55 0,0 0-77 16,19 6-103-16,-10 2-111 0,0 4-67 0,1 3-47 16,-3 3-73-16,-2 4-24 0,-1-1-28 0,-2 3-94 15,0-2-566-15,-1-2-777 0</inkml:trace>
  <inkml:trace contextRef="#ctx0" brushRef="#br0" timeOffset="140703.31">23542 13690 183 0,'0'0'693'0,"0"0"-106"0,11-8 0 0,-11 8-8 0,7-10-24 15,-7 10-4-15,8-12-15 0,-8 12 45 0,5-12-62 16,-5 12 15-16,7-9-120 0,-7 9-72 0,4-10-56 16,-4 10-54-16,0 0-48 0,6-9-42 0,-6 9-23 15,0 0-14-15,0 0 2 0,10 2 0 0,-10-2-16 16,11 11-18-16,-5-5-37 0,-1 1 12 0,1 1-48 16,1 2 0-16,1-1 0 0,-1 2 0 0,-1-1 0 15,0-1 0-15,1 0 0 0,-1 0 0 0,-2-2 0 16,-4-7 0-16,9 13 0 0,-9-13 0 0,7 11 0 15,-7-11 0-15,8 9-31 0,-8-9-41 0,0 0-31 16,12 4-21-16,-12-4-4 0,15-3 2 0,-7-1-14 16,3-3-3-16,2-1 12 0,-1-1 4 0,1-2 50 15,1-1-16-15,-1 2 43 0,1-2-20 0,-4 1 50 16,0 2-21-16,1 0 58 0,-3 1-21 0,-1 2 52 0,0-1-25 16,0 1 43-16,-7 6-42 0,11-10 34 15,-11 10-43-15,9-8 29 0,-9 8-40 0,9-6 36 16,-9 6-44-16,12-2 35 0,-12 2-39 0,15 1 40 0,-15-1-40 15,21 6 33-15,-8-4-38 0,0 3 36 0,1 0-36 16,3 0 37-16,-1 0-36 0,2 0 33 0,0 0-36 16,3 0 33-16,0 0-41 0,2 0-3 0,-4-2-1 15,1 1 4-15,-1-1 0 0,-1-2 37 0,2 0-48 16,-3 1 36-16,2-3-36 0,-1-1 44 0,-2-1-44 16,2-2 35-16,-3-2-38 0,2-3 43 0,-2-2-34 15,0-1 41-15,-3-2-39 0,1-1 41 0,-4 0-1 16,-2 1 4-16,-1 1 1 0,-2 1 5 0,1-2 4 15,-4 4 0-15,-1 11 2 0,1-22-1 0,-1 22-5 16,-3-16-4-16,3 16 5 0,-10-10 0 0,10 10 12 16,-13-1 10-16,13 1 10 0,-19 6-47 0,10 0 45 15,0 1-43-15,0 0 50 0,1 4-52 0,1-3 46 16,1 4-46-16,2-2 48 0,0 1-52 0,3 0 49 16,1-11-55-16,0 21 49 0,2-12-56 0,2 1 3 0,0-1 1 15,3-1 3-15,0 0 1 0,2-1 2 16,0-3-2-16,0 1 2 0,1 0 3 0,3-4 1 15,-2 1-3-15,-11-2 2 0,25-2-2 0,-13 1-1 0,5-4 66 16,-4 0-76-16,2-2 65 0,-1 0-60 0,0 0 87 16,-1-1-73-16,0 1 103 0,-2 2-102 0,-1-1 11 15,0 1-1-15,-10 5-7 0,15-6-7 0,-15 6 8 16,19 3 13-16,-6 5-30 0,5 5 0 0,2 6 0 16,3 7 0-16,-1 6 0 0,-1 5 0 0,3 12 0 15,-2 4 0-15,-4 3 0 0,-3 3 0 0,-1 2 0 16,-2-1 0-16,-3 1 0 0,-3-6 0 0,-2-2 0 15,-2 1 0-15,-4-2 0 0,-3-3 0 0,-3 0 0 16,-2-5 0-16,-5-5 0 0,0-5 0 0,-5-4 0 16,-3-5 0-16,1-7 0 0,-7-6 0 0,-2-4 0 15,-5-5 0-15,-3-6 0 0,-8-5 0 0,-3-6 0 16,-8-11-22-16,1-5-1 0,4-5 9 0,5-5 73 16,9-4-61-16,11-4 4 0,12 3-2 0,13-4 0 0,14-12 0 15,16 0 0-15,14-1 0 0,23-8 0 16,11 4 0-16,11 9-32 0,6 6-14 0,7 7 54 15,-1 3-104-15,-16 13 15 0,1 2-72 0,-7 4 2 0,-3 4-96 16,-6 3-42-16,-18 3-70 0,-6 3-106 0,-12 3-18 16,-10 3-29-16,-8 2-54 0,-13 1-225 15,0 0-448-15,-11 2-849 0</inkml:trace>
  <inkml:trace contextRef="#ctx0" brushRef="#br0" timeOffset="141436.8844">20790 14897 363 0,'-7'-14'701'15,"0"3"-84"-15,0 0-29 0,2 2-70 0,0 0-66 16,5 9-65-16,-8-14-65 0,8 14-52 0,-5-9 6 16,5 9 26-16,0 0 41 0,0 0 13 0,-7 14-14 15,7-2-30-15,2 1-34 0,0 8-22 0,1 5-28 16,0 6-25-16,2 4-75 0,1 6 48 0,1 6-76 15,2 2 59-15,0 1-96 0,1 10 61 0,-2-10-24 16,2 1-3-16,-1-2-37 0,0-4-5 0,1-2-40 16,-1-2-15-16,-1-4 0 0,-2-8 0 0,0-1 0 0,-2-6 0 15,1-4 0-15,-2-1 0 0,0-5 0 16,0 2 0-16,-1-5-58 0,-2-10-88 0,-1 14-54 16,1-14-54-16,0 0-43 0,0 0-45 0,-14-4 0 15,9-4-18-15,-3-3-26 0,2-5 2 0,0-3-22 0,1-5 44 16,0-1-10-16,-2-5 46 0,3-1 7 15,-1-3 59-15,1 2 32 0,0-3 70 0,-1-1 4 16,0-5 93-16,-2 3 1 0,1-2 69 0,-1 0-14 0,0 2 91 16,-2 0-20-16,1-1 68 0,0 7 33 0,0 0 63 15,-1 1 37-15,2 1 25 0,-1 1 7 0,2 0-10 16,-1 4 31-16,3 1-33 0,0 1-6 0,2 3-15 16,1 1-34-16,1 2-36 0,4-1-39 0,3-1-25 15,5 0-36-15,4 0-18 0,7 1-16 0,3 2-9 16,8 1-14-16,4 0-11 0,6 3-57 0,3 2-8 15,5 3-83-15,4 1-56 0,4 4-81 0,3 2-83 16,0 4-107-16,8 3-60 0,-3 5-129 0,-3 1-706 16,-14-1-943-16</inkml:trace>
  <inkml:trace contextRef="#ctx0" brushRef="#br0" timeOffset="141637.0948">21043 15418 1369 0,'-28'6'785'16,"6"-1"-166"-16,-2 0-132 0,4-2-55 0,3 3-75 0,1-3-44 15,2 0-61-15,2 0-39 0,12-3-38 0,-14 5-42 16,14-5-36-16,0 0-51 0,21 2-55 0,2-2-51 16,15 0-66-16,10 2-53 0,7-1-59 15,2 2-115-15,1 0-36 0,-2 3-80 0,0 0-40 16,-3 0-416-16,-1-1-495 0</inkml:trace>
  <inkml:trace contextRef="#ctx0" brushRef="#br0" timeOffset="141837.141">21691 15505 456 0,'0'0'847'16,"-6"-15"-127"-16,6 15-31 0,-8-16-17 0,8 16 12 16,-6-13-51-16,6 13-60 0,-8-11-32 0,8 11-41 15,-5-9-140-15,5 9 12 0,0 0-143 0,-6-9 18 16,6 9-115-16,0 0 60 0,0 0-86 0,0 0 68 15,1 16-110-15,2-5-64 0,2 4 0 0,4 2 0 0,-1 3 0 16,1 1 0-16,0-1 0 0,3 5 0 16,-1-3 0-16,0-1 0 0,-2 0 0 0,-1 0-81 15,0-2-320-15,1-1-123 0,-2-2-124 0,-1-1-68 16,0-2-129-16,-1-1-731 0,0-2-1223 0</inkml:trace>
  <inkml:trace contextRef="#ctx0" brushRef="#br0" timeOffset="142036.9183">21800 15308 957 0,'-5'-31'865'0,"-2"3"-141"0,1 5-97 0,1 1 6 0,1 0-38 16,-2 2-90-16,3 3-65 0,-1 2-75 0,0 1-69 16,1 3-63-16,0 2-56 0,3 9-45 0,-4-19-67 15,4 19-64-15,0 0-32 0,0 0-56 0,0 0-95 16,0 0-77-16,0 0-61 0,14 17-104 0,-8-3-29 15,1 4-37-15,2 2-117 0,4 2-576 0,-2 1-795 16</inkml:trace>
  <inkml:trace contextRef="#ctx0" brushRef="#br0" timeOffset="143137.076">21985 15398 517 0,'0'0'809'0,"11"-5"-112"16,-11 5-60-16,0 0-38 0,4-10 6 0,-4 10-24 15,0 0-62-15,0-11-11 0,0 11-84 0,0 0 10 16,0 0-135-16,-1-13 8 0,1 13-123 0,0 0 34 15,0 0-96-15,0 0 78 0,0 0-102 0,5 9 82 0,-5-9-109 16,8 18 70-16,-2-6-107 0,0 1-27 16,0 3-7-16,4 0 0 0,-3 2 0 0,1 0 0 15,0-2 0-15,0-2 0 0,-2 0 0 0,1-1 0 16,-1 1 0-16,0-3 0 0,-1 0 0 0,-1-2 0 0,1 0 0 16,-5-9-36-16,8 14-44 0,-8-14 10 0,6 11 13 15,-6-11 7-15,7 6-33 0,-7-6-26 0,0 0 6 16,12-5 54-16,-12 5-31 0,10-12 8 0,-5 2 11 15,1-1 11-15,0 1 9 0,0-3 7 0,-1 0 7 16,1 1 11-16,-1 2 1 0,-1 0 13 0,0 1 15 16,-4 9 5-16,7-16-1 0,-7 16 0 0,5-11-6 15,-5 11-6-15,5-10 1 0,-5 10 5 0,0 0 11 16,13-1 4-16,-13 1 4 0,12 8-3 0,-5-3-1 16,4 2 2-16,-1 3-9 0,4 0 32 0,0 0-43 15,4 1 31-15,0-2-38 0,3 2 32 0,1 0-34 16,3 0 31-16,3-2-57 0,1 1 24 0,0-2-39 15,0 0 9-15,-3-2-56 0,0 0 13 0,-1-1-34 16,-2-1 46-16,-2-4-20 0,0 2 46 0,-3-4-23 0,0-1 38 16,-2-2-23-16,0-2 2 0,-2-1 12 15,0-5 3-15,-3-1 8 0,-1-4 5 0,-3-1 1 16,-3 3 11-16,-2-2 7 0,-2 0 16 0,-2 1 24 0,-1 0-5 16,-1 0 9-16,-5 3-35 0,2 1 47 0,-4 1-32 15,-1 2 44-15,0 1-34 0,-1 3 45 0,-3 2-36 16,2 1 47-16,-2 3 2 0,1 5 4 15,-2 0-7-15,3 2-7 0,-4 3 5 0,5 1-21 0,-1 3-2 16,4 0-8-16,2 0-2 0,1 1-7 0,3 0-13 16,3 0 6-16,2 2-19 0,3-2-13 0,3-1-11 15,2 3 0-15,2-2 0 0,2-1-40 0,3 0-29 16,0-3-29-16,0-1-23 0,1-1 25 0,0 0-29 16,0-4 46-16,-2-1-24 0,-2-1 46 0,0-3-12 15,1-1 38-15,-3-3-21 0,1-2 35 0,-1-1-21 0,-1-5 5 16,-1 0 7-16,1-4 7 0,-2-1 2 15,-2-2 6-15,-1-1 10 0,-1 2 35 0,0 0 5 16,-1 3-10-16,-1-2 76 0,0 5-43 0,0 1 57 16,-1 0-64-16,-1 11 50 0,3-20-79 0,-3 20 58 0,1-14-81 15,-1 14 64-15,0 0-75 0,0 0 78 0,0 0-65 16,0 0 73-16,0 0-71 0,0 0 71 16,-4 11-88-16,4-11 70 0,1 18-14 0,1-8 2 0,0 2-48 15,1 1 0-15,0-1 0 0,1 1 0 16,3-1 0-16,-2 1 0 0,2-2-49 0,-1 0-58 0,1 0-21 15,0-2-8-15,-1-1-4 0,0-1 11 0,1 1 20 16,-7-8 20-16,13 7 16 0,-13-7 13 16,11 3 5-16,-11-3 5 0,15-5 22 0,-15 5-7 0,13-13 9 15,-7 3 6-15,1-3 5 0,0 0 9 0,-1-2 34 16,0-1 15-16,-1 1 32 0,1 1 34 0,0 0-31 16,-2 1 71-16,0 4-55 0,0-1 71 0,-1 1-102 15,-3 9 82-15,6-16-116 0,-6 16 64 0,4-11-92 16,-4 11 89-16,0 0-88 0,11-3 89 0,-11 3-91 15,7 5 0-15,-7-5 0 0,10 12 0 0,-5-6 0 16,1 1 0-16,-1 2 0 0,1 1 0 0,-1-1 0 16,1 0 0-16,1 2 0 0,-1-1 0 0,-1-2 0 0,0 1 0 15,1 0 0-15,-1 0 0 0,2-2 0 16,-2 2 0-16,1-2 0 0,-6-7 0 0,9 12 0 16,-9-12 0-16,9 8 0 0,-9-8 0 0,11 3 0 0,-11-3 0 15,12-3 0-15,-12 3 0 0,14-8 0 16,-7 2 0-16,0-1 0 0,0-3 0 0,1 2 0 0,-1-1 0 15,-1 1 0-15,0 1 0 0,-6 7 0 0,10-12 0 16,-10 12 0-16,9-13 0 0,-9 13 0 0,6-7 0 16,-6 7 0-16,6-7 0 0,-6 7 0 0,0 0 0 15,0 0 0-15,15 2 0 0,-15-2 0 0,11 8 0 16,-5-2 0-16,3 2 0 0,0-1 0 0,2 1 0 16,2 2 0-16,2 0-45 0,3 2-211 0,5 0-65 15,1 1-155-15,2-1-90 0,1 1-68 0,-1-2-31 16,-1 3-32-16,-4-4-743 0,0-2-1050 0</inkml:trace>
  <inkml:trace contextRef="#ctx0" brushRef="#br0" timeOffset="143720.6996">23934 15381 821 0,'5'-16'759'0,"-1"0"-79"15,0 4-62-15,-1 2-42 0,-2-2-51 0,1 2-31 0,-2 10-103 16,1-18-3-16,-1 18-43 0,-3-13-41 15,3 13-70-15,-9-8 16 0,9 8-64 0,0 0 30 16,-19 5-53-16,12 1 42 0,-3 4-74 0,2 2 64 16,0 3-87-16,-1 4 70 0,2 0-97 0,1 2 65 0,2-1-88 15,1 5 74-15,0-3-125 0,3-1-7 16,1-1 0-16,2 3 0 0,3 0 0 0,2-3 0 0,5 4 0 16,3-4 0-16,3-1 0 0,4-2 0 0,0-1 0 15,5-3 0-15,0-1 0 0,3-3 0 0,1 0 0 16,0-4 0-16,2 2 0 0,-4-4 0 0,1-2 0 15,-1-1-60-15,0-2-4 0,4-4 9 0,-1-1 8 16,1-1 10-16,2-5 6 0,-2-1 20 0,0-7-13 16,-2-1 8-16,0-4 4 0,-4 1 5 0,1-6-3 15,-3 2 1-15,-4-3-38 0,1 0 74 0,-5 2-48 16,-5 3 81-16,0 2-55 0,-3 2 84 0,-3 3-75 16,-3 4 88-16,-1 0-94 0,-2 4 78 0,-2 1-103 15,-2 0 86-15,-4 4-81 0,-4 1 32 0,-3 3-20 16,-2 3 0-16,-4 2 0 0,-4 5 0 0,-3 3 0 15,-1 3 0-15,-1 5 0 0,0 3 0 0,1 3 0 16,3 1 0-16,3 1 0 0,5-3 0 0,2 2 0 16,4 1 0-16,4-4 0 0,2 3 0 0,5-1 0 0,3-1 0 15,6 0 0-15,2 2 0 0,6-2 0 16,6 1 0-16,2-5 0 0,6 0 0 0,4 0 0 16,5-4 0-16,1 0 0 0,4-4 0 0,1 0 0 0,4-4 0 15,-5 1 0-15,3-3 0 0,-2-2 0 0,-4 1 0 16,-3-3 0-16,-1-1 0 0,-2-1 0 0,-4 0 0 15,-2-2 0-15,0 1 0 0,-5-1 0 0,-1 0 0 16,-5 1 0-16,1-2 0 0,-2 0 0 0,-5 0 0 16,-2-1 0-16,1 1 0 0,-5-2 0 0,-7 6 0 15,8-9-329-15,-8 9-200 0,0 0-89 0,-4-14-96 16,4 14-99-16,-11-9-829 0,2 4-1303 0</inkml:trace>
  <inkml:trace contextRef="#ctx0" brushRef="#br0" timeOffset="146773.1031">28238 11353 485 0,'0'0'490'16,"0"0"-112"-16,0 0-60 0,0 0-38 0,-3 9-21 16,3-9-4-16,0 0-13 0,0 0 16 0,0 0-12 15,0 0 5-15,0 0-35 0,0 0 1 0,-3 9-44 16,3-9 0-16,0 0-32 0,0 0 3 0,0 0-30 16,0 0 4-16,0 0-20 0,0 0 5 0,0 0-15 0,0 0-5 15,0 0-13-15,0 0-7 0,0 0-1 0,0 0-8 16,0 0-2-16,0 0-11 0,0 0 10 0,0 0-12 15,0 0 3-15,0 0-8 0,0 0-4 0,0 0 4 16,0 0-7-16,0 0-6 0,0 0 0 0,0 0-5 16,0 0-4-16,0 0-5 0,0 0 2 0,0 0-1 15,0 0 3-15,0 0 5 0,0 0-14 0,0 0 11 16,0 0 1-16,0 0-1 0,0 0 3 0,0 0-1 16,0 0-2-16,0 0-5 0,0 0 1 0,0 0-18 15,0 0 20-15,0 0-9 0,0 0 7 0,0 0-2 16,0 0 1-16,0 0-4 0,0 0-4 0,0 0 4 15,0 0-4-15,0 0 2 0,0 0-6 0,0 0 4 16,0 0 0-16,0 0-2 0,0 0 4 0,0 0 2 16,0 0-4-16,0 0-5 0,0 0 6 0,0 0-1 15,0 0 3-15,0 0-2 0,0 0 4 0,0 0-6 16,0 0 2-16,0 0 4 0,0 0-6 0,0 0 2 16,0 0-1-16,0 0 0 0,0 0-6 0,0 0 4 0,0 0 2 15,0 0 3-15,0 0-8 0,0 0 7 16,0 0 2-16,0 0-17 0,0 0 14 0,0 0 1 15,0 0-2-15,0 0 0 0,0 0 0 0,0 0-3 0,0 0 6 16,0 0 2-16,0 0-6 0,0 0 2 0,0 0-2 16,0 0 4-16,0 0-10 0,0 0 11 0,0 0-4 15,0 0 4-15,0 0-5 0,0 0 2 16,0 0 1-16,0 0 1 0,0 0-2 0,0 0-1 0,0 0 3 16,0 0-2-16,0 0 0 0,0 0-1 0,0 0 2 15,0 0 6-15,0 0 18 0,0 0-26 0,0 0-3 16,0 0 26-16,0 0-36 0,0 0 13 0,0 0 0 15,0 0 3-15,0 0 25 0,0 0-30 0,0 0 41 16,0 0-62-16,0 0 47 0,0 0-35 0,0 0 28 16,0 0-24-16,0 0 22 0,0 0-30 0,0 0 30 0,0 0-29 15,0 0 29-15,0 0-30 0,0 0 30 16,10-3-29-16,-10 3 33 0,0 0-29 0,0 0 28 16,0 0-31-16,0 0 30 0,0 0-30 0,0 0 29 15,0 0-36-15,0 0 42 0,5-9-39 0,-5 9 47 16,0 0-45-16,0 0 27 0,0 0-27 0,0 0 29 15,0 0-33-15,0 0 33 0,4-8-31 0,-4 8 33 16,0 0-35-16,0 0 37 0,0 0-33 0,0 0 31 0,0 0-31 16,0 0 32-16,0 0-28 0,0 0 30 0,0 0-37 15,0 0 46-15,4-8-35 0,-4 8 40 16,0 0-33-16,0 0 32 0,0 0-37 0,0 0 39 0,0 0-21 16,0 0 39-16,4-10-31 0,-4 10 33 0,0 0-36 15,0 0 30-15,0 0-43 0,0 0 32 0,0 0-40 16,0 0 31-16,0 0-37 0,0 0 38 0,0 0-48 15,0 0 43-15,0 0-39 0,0 0 39 0,0 0-40 16,0 0 35-16,0 0-37 0,0 0 42 0,0 0-41 16,3-9 35-16,-3 9-38 0,0 0 39 0,0 0-38 15,0 0 38-15,0 0-36 0,0 0 37 0,0 0-41 16,0 0 40-16,0 0-37 0,0 0 37 0,0 0-38 16,0 0 40-16,0 0-34 0,0 0 39 0,0 0-30 15,0 0 43-15,0 0-25 0,0 0 50 0,0 0-33 16,0 0 42-16,0 0-31 0,0 0 43 0,0 0-38 15,0 0 36-15,0 0-51 0,0 0 31 0,0 0-51 16,0 0 39-16,0 0-46 0,1-10 37 0,-1 10-41 0,0 0 37 16,0 0-46-16,0 0 43 0,0 0-52 0,0 0 33 15,0 0-41-15,0 0 40 0,0 0-33 16,0 12 30-16,0 2 14 0,0 3 9 0,-2 7 4 0,0 3 0 16,-2 6 53-16,0 2-67 0,-2 8 61 0,-1 0-72 15,2-2 67-15,-4 1-84 0,0-1 52 0,3-2-60 16,-3 0 0-16,3-7 7 0,-2-2-2 0,3-2 1 15,1-4 0-15,-1-1 5 0,0-3-3 0,1-2 2 16,0-4 1-16,2-1 5 0,-1-1 5 0,1-1 15 16,0-2 35-16,2-9 28 0,-4 14-27 0,4-14 5 15,0 0-13-15,0 0-10 0,0 0-26 0,0 0-17 16,7-14 0-16,-3 3 0 0,-2-4 0 0,6-6 0 16,-3-2 0-16,2-7 0 0,0-2 0 0,1-8 0 15,0-3 0-15,1-1-43 0,1-2-19 0,0-3 2 0,-1 2 7 16,2-3 62-16,1 2-59 0,1 0 56 15,1 3-56-15,-1 3 61 0,0 0-55 0,3 5 57 16,-2 0-57-16,0 11 55 0,-1 1-50 0,3 3 46 16,-2 6-46-16,3 3 48 0,0 3-5 0,4 3-3 0,-2 4-1 15,1 3 1-15,4 5-48 0,-1 3 55 0,2 3-50 16,-2 4 52-16,-1 3-52 0,-2 2 42 16,-3 2-42-16,-2 1 4 0,-2 2-3 0,-3 2-5 15,-3-1 32-15,-2-2-51 0,-3 1 48 0,-3-1-39 0,-1-1 44 16,-4 1-41-16,-2-2 41 0,-3 2-35 0,-1-2 44 15,-4-3-35-15,-2-1 38 0,2-3-33 0,0-1 41 16,-1-1-37-16,-2-2 40 0,3 0-35 0,-1-1 39 16,4-2-3-16,0 0-43 0,2-2 35 0,1 3-3 15,0-3 0-15,4 1-42 0,-1 2 41 0,7-9 12 16,-6 16-15-16,6-16 0 0,0 20 2 0,4-12-3 16,2 4-1-16,3 1 0 0,4-2-3 0,1 0-6 15,4 0-4-15,2 0-36 0,0-1 44 0,3 0-4 16,0-2-4-16,2-1-38 0,0 1 42 0,0-2-38 15,1-1 49-15,0-1-37 0,0-2 43 0,-2 0 0 16,-2 0-2-16,-1-3 2 0,1 0 4 0,-4-1 2 16,3-2-2-16,0-2 9 0,-2-1 15 0,0-1-1 15,0-4-1-15,-1-1-3 0,-2 1 14 0,4-6-1 0,-5 3 6 16,-1 0-28-16,0-1 44 0,-1 3-38 16,-2-2 54-16,0 4-40 0,-1 0 31 0,0 1-54 0,0 1 34 15,0 0-47-15,1 4 37 0,1 0-45 0,-1 3 37 16,-11 2-46-16,26 2 50 0,-12 3-50 0,0 0 45 15,-1 5 5-15,0-1-44 0,-1 3 48 0,-1 2-7 16,1 0-3-16,-3 1 2 0,-1 1-48 0,0-2 51 16,-2 2-46-16,-1 0 50 0,-2-2-54 0,-1 3 56 15,-1-5-53-15,-2 1 59 0,-1-1-55 0,-3 1 58 16,-1-4-65-16,-4 2 76 0,0-4-81 0,-3 0 58 16,-3-4-58-16,0 1 55 0,-1-3-60 0,-3-2 57 15,2-3-62-15,-4-1 37 0,1-4-61 0,2 0 45 16,0-3-50-16,4-1 21 0,1-1-72 0,3-3 5 15,6 0-71-15,2-1-16 0,3-1-42 0,5-3 1 16,6-5-5-16,4 1-19 0,5-5 28 0,4 2-6 16,2-1 46-16,3 0 8 0,0 2 33 0,2-2 29 15,0 2 19-15,1-1 28 0,-2-1 31 0,0-1 21 16,-1 1 35-16,-1 0 33 0,-3-2 28 0,1 0 30 0,-2 2 19 16,-2 1 30-16,-2-1 49 0,-4 6 27 0,-2 3 19 15,-2 1-10-15,-3 2-18 0,-1 1-20 16,0 5-15-16,-2-1-32 0,-1 4-30 0,-1 0-29 0,-4 9-24 15,7-11-6-15,-7 11-13 0,0 0 3 0,0 0-4 16,-1 18 10-16,-2-1 7 0,-1 7-42 0,1 6 77 16,-1 6-67-16,0 8 16 0,-1 4-3 0,0 4 72 15,2 0-89-15,-1 3 74 0,1 1-93 0,1 0 95 16,2 1-107-16,2-1 0 0,-1 0 0 0,4-3 0 16,-1 0 0-16,2-5 0 0,-1 0 0 0,0-6 0 15,0-8 0-15,1-2 0 0,-3-6 0 0,2-2 0 16,-2-6 0-16,0-1 0 0,-1-2 0 0,0-4 0 15,-2-11 0-15,5 14 0 0,-5-14 0 0,0 0 0 16,0 0 0-16,9-7 0 0,-9 7 0 0,3-24 0 16,-1 8 0-16,0-4 0 0,-1-4 0 0,1-4 0 15,1-4 0-15,0-2 0 0,2 0 0 0,-1 3 0 16,1 0-9-16,0 6 18 0,2 4-79 0,-2 1 63 16,0 3-64-16,1 2 71 0,1 4-62 0,2 0 68 15,2 4-59-15,0 1 61 0,2 3-53 0,2 3 65 16,2 3-69-16,1 1 66 0,2 3-54 0,1 4 61 15,3 2-8-15,-2 2-3 0,2 1 1 0,-1 2 4 16,-1 2-15-16,-2 0 3 0,0-1-56 0,-2 2 69 0,-1-2-59 16,-4-2 73-16,-1 0-51 0,-3-2 73 15,-1-2-58-15,-2 0 92 0,-4-1-76 0,0 0 82 16,-4-2-81-16,-4 0-6 0,-4 0-2 0,-5 1-2 16,-7-3 7-16,-6 0-10 0,-5-2-7 0,-3-2-63 0,-4-1-78 15,-6 1-104-15,3-3-184 0,-7-1-160 0,-1 0-162 16,0-3-310-16,0 0-471 0,2-1-1175 15</inkml:trace>
  <inkml:trace contextRef="#ctx0" brushRef="#br0" timeOffset="147424.165">27903 13439 98 0,'27'-23'566'0,"-6"7"-148"16,1-1-3-16,-2-2-40 0,1 2 28 0,-4-2-47 16,-1 3 9-16,-5-2-21 0,0 1-2 0,0-1-2 15,-2 0-33-15,-4 4-40 0,-5-2-42 0,2 1-20 16,-2 0-37-16,-3-1 0 0,-1 3-36 0,-4-2 14 15,-2 3-47-15,-1 2 17 0,1 0-47 0,-5 2 18 16,0 2-49-16,-2 4 32 0,0 0-41 0,-3 4 25 16,2 0-41-16,-4 6 31 0,3 1-6 0,-4 5-3 15,4 3-3-15,1 2-4 0,4 3 0 0,1 1 0 16,6 2-1-16,5-1-2 0,0 2-1 0,6 6 1 16,3 1-3-16,9 3-3 0,2 1-37 0,6 0 40 15,9 5-40-15,4-1 10 0,4-2 35 0,3 0-41 16,2-1 38-16,0-3-8 0,1-1-7 0,-2-2 2 15,1-3-5-15,-10-4-6 0,-2-4 5 0,-1 0-7 0,-7-4 0 16,-3-2 0-16,-5-3 5 0,-2-2 8 16,-3 1 16-16,-1-3 15 0,-3-2 21 0,-3 0 26 15,-6-6 22-15,5 13-3 0,-5-13 8 0,-11 11-4 0,-4-7-17 16,-3 0-5-16,-8-1-17 0,-9-1-12 16,-4 0-13-16,-13-2-5 0,-3 0-6 0,-4-1-16 15,-2 0 0-15,-2-1-17 0,3 1-30 0,-1-1-52 0,6 0-54 16,5 2-76-16,10-2-81 0,9 1-90 0,5-1-93 15,5 1-152-15,6 0-12 0,6-4-134 0,9 5-564 16,0 0-938-16</inkml:trace>
  <inkml:trace contextRef="#ctx0" brushRef="#br0" timeOffset="147839.9217">28458 13462 941 0,'12'-25'846'15,"-2"4"-116"-15,-3 1-24 0,0 1 29 0,-3 3-60 0,3 2-97 16,-3 0-70-16,-1 3-75 0,0 3-92 16,-3 8-69-16,5-17-50 0,-5 17 13 0,0 0-57 15,0 0 60-15,0 0-88 0,-2 12 54 0,0 0-93 16,1 4-23-16,1 4-88 0,1 3 0 0,0 2 0 0,1 3 0 16,2 3 0-16,0-1 0 0,2 1 0 15,2-1 0-15,-1 0 0 0,0-3 0 0,1 0 0 16,1-5 0-16,-2-3 0 0,0 0 0 0,-1-3 0 0,1-3 0 15,-2 0 0-15,-1-2 0 0,0-3 0 0,-4-8 0 16,10 11 0-16,-10-11 0 0,12 2-43 0,-12-2-39 16,13-7-42-16,-7 1 44 0,4-2-44 0,-2-3 49 15,0-2-26-15,-1 1 55 0,1 0 5 0,0-1 11 16,-3 4 4-16,1-1 12 0,0 2 6 0,-6 8 6 16,8-15 1-16,-8 15 1 0,7-10 2 0,-7 10-5 15,5-8 3-15,-5 8 14 0,0 0 20 0,0 0-32 16,17 1 47-16,-17-1-44 0,11 9 42 0,-3-3-49 15,1 3 51-15,3 0-54 0,0 0 52 0,4 3-48 16,3-1-10-16,5 1-100 0,0 3-40 0,1 0-114 16,1-2-79-16,1-1-70 0,-1 1-57 0,0-3-84 15,-4 0 44-15,-1 0-44 0,-2-3-40 0,-4-2-550 16,0-2-758-16</inkml:trace>
  <inkml:trace contextRef="#ctx0" brushRef="#br0" timeOffset="149289.5113">29210 13712 578 0,'3'-14'640'15,"-1"2"-50"-15,0 2-11 0,-1-1-16 0,-1 11-17 0,2-20 4 16,-2 20-38-16,2-18-34 0,-2 18-46 0,2-13-46 16,-2 13-57-16,1-12-63 0,-1 12-46 15,0 0-51-15,1-13-21 0,-1 13 2 0,0 0-8 0,0 0-8 16,0 0-61-16,7 9 53 0,-7-9-84 0,8 16 60 16,0-8-57-16,1 1 34 0,3 3-79 0,1-3 69 15,1 4-79-15,1-5 69 0,0 3-77 0,3 0 73 16,-1-2-81-16,1 1 71 0,-4-3-85 0,2-1 72 15,-2 0-68-15,1-3 71 0,-3 0-71 0,1-2 74 16,-13-1-71-16,21-1 71 0,-10-2-64 0,-1-3 67 16,0-2-76-16,0-2 72 0,-1-1-72 0,-1-3 67 15,1-3-63-15,-1-1 72 0,-1-1-6 0,-1 0 4 16,-1 4-14-16,2 0-8 0,-3 2-17 0,0 2 0 16,-1 2 0-16,0-1 0 0,-3 10 0 0,6-11 0 15,-6 11 0-15,0 0 0 0,0 0 0 0,11 9-52 16,-7 3 69-16,0 3-48 0,3 9 97 0,1 6-91 15,3 8 50-15,-2 4-25 0,4 4 0 0,3 10 0 16,1 2 0-16,-1 3 0 0,5-1 0 0,-2 0 0 16,3 4-2-16,0-3-101 0,-1-1 43 0,-2 0-48 0,0-3 56 15,-6-7-21-15,-4-4-2 0,-2-4-10 0,-5-9-25 16,-2 0-4-16,-5-3-6 0,-5-5-2 16,-4-3-4-16,-6-5 1 0,-2-4 6 0,-2-8 14 15,-5-2 18-15,-8-6 8 0,-6-2 10 0,-1-8 5 16,-2-3 3-16,2-4 11 0,-6-5-18 0,6-3 43 0,7 2 4 15,4-1 7-15,7 0-2 0,3-2 6 16,6 4 3-16,6-2 8 0,4 4-4 0,4-2 3 16,3 2-1-16,5-1 11 0,3-4-7 0,5 1 30 0,7-3-41 15,4 1-10-15,4 0-1 0,2 1 2 16,4 1-4-16,0-2-6 0,3 3 0 0,8-3 1 0,-7 4-19 16,1 0 1-16,0 0 4 0,0 1 5 15,-1 0 5-15,-2 1 5 0,0 1-8 0,-4 0 26 0,-1 1 11 16,-7 4 31-16,-2 1 14 0,-3-1 17 0,-2 3 0 15,-4-1 5-15,-1 2 15 0,-4-1-22 0,-2 2-10 16,-2 0 6-16,-4 1 3 0,-1 1 1 0,-3-1 1 16,-3 2 12-16,-3 0-1 0,-4 2-2 0,0 3-2 15,-4 1-2-15,1 2-6 0,-2 2-3 0,-1 2-6 16,0 1-10-16,2 4-3 0,0 2 0 0,4 3-29 16,0 0 31-16,2 0-40 0,4 1 42 0,2 2-3 15,4 0-4-15,1 2-3 0,4 0-6 0,4 4-5 16,3-3 5-16,5 4-11 0,3-2-6 0,2 0-6 0,2-1-9 15,0-1 8-15,2-3-43 0,0 0 25 16,-1-2-36-16,-3-3 32 0,0-3-27 0,-3-2 33 16,-1-1-30-16,-2-4 32 0,0-1-27 0,-1-5 15 15,1-1-38-15,-3-4 46 0,1-5-20 0,-4 3 2 0,-2-3 6 16,-1-1 6-16,-1 1 10 0,-2-2 12 16,1 2 10-16,-2 1 12 0,-1 1 7 0,-1 3 14 0,1 10-4 15,-3-24-7-15,3 24-5 0,-2-19-5 0,2 19 0 16,-2-16-11-16,2 16-5 0,-2-12 11 0,2 12-20 15,0 0-2-15,-6-9 4 0,6 9-5 0,0 0 5 16,0 0 0-16,-8 7 1 0,8-7 3 0,0 0-18 16,-2 16-10-16,2-16-24 0,3 13-20 0,-3-13-18 15,7 16-24-15,-3-8-33 0,1 1-30 0,2 2-35 16,1-4-17-16,1 1 9 0,1 0-14 0,3 0 11 16,-1-1 18-16,2-1 25 0,-1-5 31 0,1 1 21 15,0-2 30-15,1-2 12 0,1-2 22 0,-1-1 7 16,2-4 18-16,0-2 10 0,-1 0 32 0,-1 0 28 15,-3-1 45-15,-2 0 23 0,1 2 4 0,-2 0 24 16,-1-1 15-16,-2 2 25 0,2 2 4 0,-3-1 0 16,-5 8-21-16,9-13-38 0,-9 13-1 0,8-9-25 15,-8 9-21-15,7-8-14 0,-7 8-15 0,0 0 1 16,7-8-7-16,-7 8-10 0,0 0 2 0,0 0 8 16,8 7-2-16,-8-7 2 0,8 13-1 0,-2-6-9 15,0 2-2-15,1 3-7 0,1 0 1 0,2 1-7 16,1 0-2-16,0 1-4 0,2 3 19 0,-1-3-48 15,1 1 11-15,-1 0-49 0,0-1 1 0,1-2-52 16,-2 0 40-16,0 0-42 0,2-3 49 0,-2 0-33 0,2-1 51 16,-2-2-27-16,-1-1 37 0,3-3-43 15,-1 0 58-15,-12-2-32 0,24-2 54 0,-12 1-42 0,0 0 54 16,-1-4-29-16,-1 1 70 0,2 1-20 16,-3-2 75-16,0 2-11 0,-9 3 39 0,15-5-29 15,-15 5 32-15,12-5-37 0,-12 5 25 0,10-4-42 0,-10 4 14 16,9-5-41-16,-9 5 11 0,0 0-29 15,12-3 10-15,-12 3-37 0,11 5 26 0,-11-5-37 0,13 9 26 16,-6-4-31-16,1 2 31 0,0 0-32 0,1 3 22 16,-1-3-32-16,2 4 35 0,-2-1-33 0,1 0 30 15,0-1-27-15,-1 1 27 0,-2-2-31 16,3 1 35-16,-4-2-36 0,3 0 31 0,-8-7-29 16,11 12 34-16,-11-12-29 0,12 7 29 0,-12-7-29 0,15 3 30 15,-15-3-33-15,16-3 33 0,-5 0-34 0,-1-2 29 16,1-2-36-16,2-1 36 0,-1-1-37 0,1-1 33 15,-2 1-31-15,1 0 30 0,0 0-33 0,-2-1 32 16,1 2-25-16,-1-1 51 0,0 1-1 0,1-1 73 16,-2 3-14-16,-1 0 4 0,1 0 12 0,4-1-13 15,-2 2-6-15,4-1-71 0,0 2-22 0,2 1 0 16,1 1 0-16,2-1 0 0,1 2 0 0,1 0 0 16,6 1 0-16,0 1 0 0,2 1 0 0,0 0 0 15,0 0 0-15,6 1 0 0,-2 0 0 0,1 2 0 16,0-3 0-16,0 2 0 0,0-1 0 0,-5 0 0 0,-1-1-442 15,-1 0-128-15,-4-1-143 0,-2-1-99 16,-2-3-973-16,-5-1-1483 0</inkml:trace>
  <inkml:trace contextRef="#ctx0" brushRef="#br0" timeOffset="151040.6134">27982 15540 234 0,'7'-32'637'0,"-3"-3"-137"0,1-1 5 0,-1 1-13 15,-2 1-28-15,2 0-2 0,-1 2-20 0,0 0 10 0,-1 5-61 16,-2 2 15-16,2 5 19 0,0 1-26 0,-2 2-52 16,2 3-66-16,-1 2-63 0,0 0-45 15,-1 12-33-15,2-13-28 0,-2 13 19 0,0 0 18 0,5 7 7 16,-1 4-71-16,1 5 80 0,0 5-84 0,1 9 66 15,1 1-90-15,0 8 67 0,2 2-108 0,-2-1-16 16,0 0 0-16,1 2 0 0,0-3 0 16,-2 1 0-16,1-8 0 0,-1 1 0 0,0-2 0 0,0-2 0 15,-2-4 0-15,-1-2 0 0,1 0 0 0,-2-6 0 16,0-2 0-16,0-2 0 0,-1-1 0 0,1-1 0 16,-2-11 0-16,2 15 0 0,-2-15 0 0,0 0 0 15,0 0 0-15,0 0 0 0,-15-10 0 0,8-5 0 16,-3-6 0-16,-1-7-69 0,-2-8-23 0,3-4-27 15,0-4-14-15,0 0 2 0,4-1 14 0,1-1 5 16,3-2 12-16,2 3 8 0,0 0 16 0,6 2 9 16,1 3 45-16,3 1-33 0,2 4 39 0,3 5-26 15,2 5 34-15,4-1-31 0,3 7 40 0,0 3-36 16,3 3 37-16,2 3-29 0,2 2 33 0,-3 5-36 0,1 2 41 16,0 2-38-16,-3 2 34 0,1 3-32 15,-2 2 38-15,-3 0-37 0,-2 2 34 0,-1 2-47 0,-4 0 22 16,-1 2-42-16,-7-1 5 0,-1 0 3 0,-4-1 9 15,-2 2 0-15,-3 0 6 0,-3 0 3 0,-5 3 2 16,0-2-3-16,-3-1-7 0,-2 0 11 0,-2-1-30 16,3-1-12-16,-3-1-16 0,0 0-9 0,2-1 23 15,2-2-39-15,0-1 21 0,3-1-20 0,1 0 2 16,0-2-12-16,2 1 4 0,8-5 7 0,-13 10 12 16,13-10 22-16,-11 8 17 0,11-8 12 15,-6 12 12-15,6-12 9 0,-4 16 11 0,4-16 6 0,4 18 13 16,-1-10 19-16,1 3 1 0,3 2 6 0,0-1 2 15,4 0 9-15,3 1 5 0,0 1 4 0,3 0-3 16,4 2-11-16,2-2-5 0,3 1-6 0,1 0-3 16,6 0-5-16,-1 2-5 0,2-1 3 0,-1 0-8 15,-4-4 0-15,2 2-3 0,-3-1-1 0,0-1 2 16,-1-1-2-16,-5-1 5 0,1-1-5 0,-3-3 6 16,-3 2 27-16,-1-3 38 0,-2-1 35 0,-1-1-16 0,-1-2 9 15,-12-1-19-15,23-1 6 0,-13-4-2 16,1 1-7-16,-2-4-11 0,1 0-4 0,0-3-5 15,0 0-7-15,1-3-7 0,2 0 3 0,-1-1-3 0,0 0-5 16,4 2 2-16,-2-1-10 0,1 1 0 0,2 1 2 16,1 1-3-16,-1 3 0 0,-1 0-34 0,0 4 41 15,-1-1-12-15,2 3 2 0,-4 2 6 0,2 2-1 16,-1 1 1-16,0 3 3 0,1 1 9 0,-2 0 11 16,0 4 0-16,0 1-10 0,-1 0-6 0,-3 0-12 15,1 1 0-15,-1 1 1 0,-2-2-4 0,-1 2 1 16,-2-1 9-16,-1-2-31 0,-2 0 30 0,-1-11-32 15,-2 18 34-15,2-18-30 0,-7 18 26 0,1-12-35 16,6-6 35-16,-18 9-39 0,8-7 34 0,10-2-40 16,-24 0 35-16,11-3-35 0,-2-2 27 0,1-3-41 15,0 0 12-15,-1-4-56 0,2-2 6 0,2-1-44 16,2-2-51-16,1-3-32 0,4-1-56 0,2-1 12 16,4 0-11-16,1-3-4 0,6-1 16 0,1-2 28 0,2 3 30 15,4-6 19-15,-1 5 29 0,4-3 27 16,1 0 13-16,-1 0 18 0,1-1 18 0,-1 2 22 15,-1-1 60-15,-2 2 36 0,-2 2 38 0,0-1 32 16,-3 3-11-16,-2 1 53 0,2 3 35 0,-3-1 15 0,0 3 12 16,-3 2-34-16,0 3 7 0,2 0-61 0,-4 2-8 15,1 1-60-15,-4 9 6 0,7-10-47 16,-7 10 32-16,0 0-24 0,10 7 33 0,-5 4-13 16,0 6 35-16,2 4-31 0,0 8 12 0,4 10 21 0,-1 2 3 15,1 4-3-15,0 2-18 0,0 3-9 0,0 0-82 16,0 0-1-16,-1 0 0 0,-2 0 0 15,2-2 0-15,-3-1 0 0,1-2 0 0,-1-2 0 0,-2-4 0 16,2-7 0-16,-2-1 0 0,-1-7 0 0,-1-2 0 16,0-1 0-16,0-5 0 0,-1-1 0 0,0-4 0 15,-1 0 0-15,-1-11 0 0,5 13 0 0,-5-13 0 16,0 0 0-16,0 0 0 0,0 0 0 0,7-6 0 16,-7 6 0-16,4-22 0 0,-2 6 0 0,0-3-22 15,-1-5-47-15,1-1-38 0,1-2 31 0,0 1-16 16,0-1 41-16,2 3-23 0,-1 1 37 0,1 3-27 15,0 3 33-15,2 1-30 0,1 4 39 0,1 0-23 16,1 3 34-16,3 3-21 0,-1 4 28 0,1 1-27 16,4 3 32-16,1 4 4 0,1 2-3 0,0 3 7 0,2 4 3 15,-1 2 17-15,-2 1 8 0,-2 2 15 0,-2-2-20 16,-3 0 35-16,-2 1-16 0,0-1 33 16,-5 0-23-16,-2-2 48 0,-2-1-28 0,-2 0 23 0,-3 1-17 15,-7-3-81-15,-4 1-6 0,-5-3 0 0,-7-2 0 16,-6 0 0-16,-10-2 0 0,-6-3-49 15,-4-2-416-15,-1-3-204 0,-1-3-267 0,-1-2-978 0,3-3-1643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25:54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4485 1471 440 0,'-9'-14'454'0,"2"-1"10"0,0 0-54 0,0 1-39 15,0 0-17-15,0 1-3 0,1 0 8 0,0 0-12 16,0-1-2-16,-1 4-27 0,2 0-34 0,0 1-25 16,1 0-105-16,4 9 33 0,-8-13-106 0,8 13 41 15,0 0-67-15,-6-8 72 0,6 8-62 0,0 0 102 16,6 17-64-16,-1-4 42 0,1 3-65 0,1 6 54 15,3 6-66-15,-2 2 41 0,2 9-60 0,-2 0 33 16,2 2-59-16,-3 1 48 0,0 0-62 0,-2-1 49 16,1 0-53-16,-1-6 38 0,-1 1-51 0,-2-2 39 15,0 1-48-15,-1-4 37 0,1-2-61 0,-2-3-5 16,0 0 5-16,0-5 1 0,0-1 4 0,-1-3 10 16,1 0-2-16,0-4 14 0,0 0 11 0,-1-1 5 0,1-12 3 15,0 17 8-15,0-17-8 0,-3 11 3 16,3-11-6-16,0 0 0 0,-9 9-1 0,9-9-1 15,0 0 4-15,-13-4-4 0,13 4 47 0,-8-2-52 0,8 2 58 16,-8-6-60-16,8 6 47 0,0 0-52 0,-9-8 43 16,9 8-57-16,0 0 38 0,0 0-59 15,0 0 48-15,1-11-51 0,-1 11 40 0,19-5-66 0,-2 1 54 16,2 1-76-16,7 0 46 0,3 0-82 0,6-2 63 16,3 1-111-16,2 0 54 0,4-1-90 0,-5 2 61 15,7-3-58-15,-1 1 59 0,-5 0 12 0,3 0 23 16,-5-1-9-16,-2 1 16 0,1-1 10 0,-4 1 19 15,-3-2 9-15,1 0 21 0,-10 0 15 0,0-1 15 16,-4 2 31-16,-3-2 68 0,-1 1 34 0,-2-2 14 16,-2 1 17-16,-3 1-76 0,-3-3 99 0,-3 10-75 15,4-15 92-15,-4 15-67 0,-4-17 59 0,4 17-66 16,-9-13 55-16,9 13-75 0,-13-10 48 0,13 10-81 16,-17-8 47-16,17 8-71 0,-15-2 47 0,15 2-58 15,-19 4 60-15,10 0-66 0,-1 2 61 0,1 0-66 0,2 2 49 16,-1 2-62-16,0-1 56 0,3 2-68 15,1 0 61-15,2 1-63 0,1-1 6 0,1 0-5 16,1 1 10-16,2-1-4 0,3 2 9 0,3-1 0 0,1-1 6 16,2-2 3-16,6 1-4 0,3-2 0 15,1-3-10-15,3 1-7 0,3-2-25 0,1-1-18 16,0-3-20-16,0-1 0 0,2-1 68 0,3-2-78 16,-1-2 70-16,-1-5-79 0,-1 0 71 0,3-5-89 0,-2-4 95 15,-1-2-79-15,-2-4 84 0,-3-4-77 0,-1-2 95 16,-2-2-75-16,-5-4 84 0,-1-2-50 0,-4 1 87 15,-3-4-65-15,-3-2 73 0,-3 0-72 0,-2 1 110 16,-4 0-52-16,-3 2 100 0,-2 2-33 0,-2 3 34 16,0 6-12-16,-3 3-14 0,0 2 0 0,0 2-16 15,1 5-22-15,0 2-7 0,0 2-6 0,1 4-18 16,1 4-15-16,1 3-8 0,8 4-20 0,-17 3-17 16,10 4 59-16,-1 5-40 0,2 3 43 0,4 5-46 15,2 5 52-15,5 8-39 0,4 9 41 0,4 4-45 16,8 11 33-16,2 3-38 0,3 2 32 0,2 1-40 15,5 2 10-15,0 0-5 0,1 0 1 0,1 0 2 16,-1-2 3-16,-1-1-2 0,-1-1-1 0,-3-2-3 16,-3-4 4-16,-2-3-7 0,-7-11-9 0,-3-2 4 15,-2-3 2-15,-4-6 5 0,-6-4-6 0,1-2 7 16,-4-5 3-16,-2 0-3 0,-4-2 6 0,-1 0-7 16,-5-4 6-16,1-3-6 0,-2-1 5 0,-3-5-8 15,-2 0-26-15,0-4 1 0,-1-3-10 0,-2-2-25 0,2-4-37 16,1-3-33-16,2-1-11 0,2-3-23 0,4-3-12 15,2-2-27-15,4-1 4 0,3-2 5 0,3-2-4 16,5-5-8-16,3 0 4 0,5-5 18 0,3-1-33 16,2-1 57-16,3 0 8 0,2 0-11 0,4-11-3 15,1 6 37-15,-1-1 12 0,-6 6 24 0,2-1 13 16,-2 2 31-16,-1-1 50 0,-3 2 11 0,-1 0 50 16,-2 4 43-16,-5 4 14 0,-1 3 51 0,-3 2-20 15,-2 0 85-15,-1 5-61 0,-3 2 104 0,1-1-57 16,0 2-3-16,-1 2 33 0,-1 2-78 0,1 11 26 15,-1-20-84-15,1 20 11 0,-1-15-74 0,1 15 41 0,0 0-64 16,0 0 44-16,0 0-42 0,0 0 50 0,-5 14-44 16,5 0 42-16,3 6-53 0,1 5 39 15,2 4-45-15,2 4 36 0,2 5-52 0,1 2 37 0,2 0-37 16,0 1 36-16,1-1-41 0,0-1-1 0,1-1 1 16,-2-4-1-16,3 1-2 0,-3-3-12 0,-1-4-12 15,0-1-5-15,-1-4-30 0,-2-3-15 0,1-2-9 16,-2-3 12-16,-3-1 18 0,1-2 18 0,0-1 16 15,-2-3 13-15,-4-8 11 0,7 12-4 0,-7-12-4 16,0 0-3-16,0 0-8 0,0 0 5 0,0 0 7 16,-6-15-6-16,2 7 3 0,-2-2 2 0,1 2-2 15,-1-3 8-15,1 0 12 0,-1-1 38 0,0 4-56 0,1-3 52 16,1 3-57-16,4 8 42 0,-4-20-55 0,4 20 47 16,6-21-76-16,4 10 41 0,3-2-86 15,5 3 16-15,5-4-137 0,5-1-13 0,6 0-139 0,3 1-58 16,3-1-93-16,1 2-131 0,5 0-501 0,-1 1-771 15</inkml:trace>
  <inkml:trace contextRef="#ctx0" brushRef="#br0" timeOffset="530.6203">8009 1983 224 0,'0'0'693'0,"-12"-1"-174"0,12 1 10 0,-14-7-35 0,14 7-34 16,-13-12-93-16,7 6 55 0,-2-2-117 0,3 0 62 16,0 0-126-16,5 8 56 0,-7-16-111 0,7 16 22 15,-3-17-97-15,3 17 28 0,5-16-90 0,1 9 50 16,2 0-81-16,5 1 53 0,-1 1-73 0,5 3 58 16,0 0-70-16,2 3 62 0,0 1-74 0,3 4 56 15,-1 0-84-15,-2 4 53 0,1-1-76 0,-2 3 85 16,-3 0-73-16,-1 0 84 0,-3 0-80 0,-4 1 89 0,-1 0-79 15,-2 0 12-15,-4-1 11 0,-5 2 6 16,0 0 6-16,-8 1 7 0,-1-1 5 0,-3-1 7 0,-5 2-2 16,-4-3 6-16,-3-1 7 0,-1-1 7 0,-3-3 3 15,-1-1 1-15,0-2 7 0,-2-2-19 0,5-1 79 16,0-3-21-16,-2-1-4 0,0-1-6 0,6-3 1 16,2 1-4-16,1-2 2 0,4 0-2 0,1-3-20 15,3-1-6-15,6-1-43 0,4 1-25 0,4-1-20 16,4 1-26-16,7-5-41 0,5 1 32 0,8-3-148 15,13 0-3-15,1-1-60 0,5 4-47 0,3 2-57 16,3 0-24-16,1 1 2 0,0 2-17 0,0 1-4 0,-1 2-5 16,0 0-215-16,-4 1-176 0</inkml:trace>
  <inkml:trace contextRef="#ctx0" brushRef="#br0" timeOffset="1264.7255">8359 1796 689 0,'17'-2'358'0,"-17"2"0"0,21-2 28 0,-21 2 15 16,16-3 5-16,-16 3 17 0,12-4-72 0,-12 4 86 15,0 0-82-15,10-3 53 0,-10 3-96 0,0 0 24 16,0 0-90-16,9-5 14 0,-9 5-85 0,0 0 18 15,0 0-52-15,0 0 23 0,0 0-48 0,8 7 28 0,-8-7-57 16,0 0 27-16,7 12-47 0,-7-12 17 16,5 13-42-16,-5-13 23 0,9 16-44 15,-4-8 22-15,1 1-32 0,2 1-12 0,1 0-9 0,0-1-50 0,2 2 4 16,-1-2-66-16,0 1 20 0,3 0-61 0,0-1-2 16,1-1-24-16,0 1 57 0,2-2-85 0,-2-3 85 15,3 0-60-15,-2-1 88 0,-1-2-56 0,0-3 84 16,2-1-58-16,-3-6 81 0,0 1-48 0,0-2 83 15,-2-1-48-15,-2-3 113 0,1 0-25 0,0-1 124 16,-4 1-29-16,-2 0 93 0,1-1-47 0,-2 1 107 16,-1 3-30-16,0 0 10 0,-2 11-63 0,0-20 20 15,0 20-51-15,1-14 0 0,-1 14-49 0,0-13-25 16,0 13-3-16,0 0-45 0,1-11 15 0,-1 11-33 16,0 0 26-16,5 8-30 0,-5-8 24 0,9 17-24 0,0-4 0 15,2 2-2-15,0 1-2 0,4 1 0 0,1 0-2 16,3 0 5-16,1 1-8 0,-1-1 3 0,1 1-3 15,1-3-11-15,-1 1-17 0,-1-4-14 0,-1 0-13 16,0-2-25-16,1-1-1 0,-5-1 1 0,2-2 12 16,-2-2 20-16,-3-2 11 0,2-1 9 0,-2-3 5 15,0-1 2-15,-2-4 14 0,-2-3-4 0,0-4 39 16,-3-2-44-16,1-7 37 0,-4-4-37 0,-5-6 30 16,0-3-38-16,-3-6 49 0,-4-2-30 0,-1-2 21 15,-1 1 23-15,-2 3 50 0,2 1 20 0,-1 4 30 16,-2 3 40-16,5 6 2 0,0 3-23 0,3 6-27 0,0 0-134 15,2 5 0-15,-1 2 0 0,3 1 0 0,4 11 0 16,-7-9 0-16,7 9 0 0,0 0 0 0,-3 12 0 16,5-1 0-16,3 9 0 0,2 2 0 0,3 8 0 15,5 7 0-15,2 2 0 0,1 3 0 0,7 6 0 0,-4-8 0 16,0 2 0-16,-1-2 0 0,0-2 0 16,0 0 0-16,0-1 0 0,-1-1 0 0,-2-5 0 15,-3-4-80-15,-2-1-119 0,0-6 18 0,-3-1-25 0,-2-4 71 16,0-1-2-16,-1-3 68 0,-1-1-19 0,-5-10 46 15,3 11 11-15,-3-11 1 0,0 0 14 0,0 0-3 16,-14-1 8-16,6-6-1 0,-3-3-1 0,-3-2 10 16,1-3 39-16,-2-1-26 0,1 1 59 0,0-1 13 15,2 0 18-15,0 1 8 0,2 2 7 0,2 1-2 16,1-1-17-16,1 0-30 0,2 3-17 0,2-2-17 16,4 0-8-16,5 1-6 0,2-2 0 0,5 2-12 15,3 0 0-15,4 1-22 0,7 1-44 0,2 0-50 16,2 4-51-16,2 0-146 0,2 0-46 0,-3 1-222 15,2 1-163-15,-5 3-167 0,-2 0-568 0,-1 0-1095 0</inkml:trace>
  <inkml:trace contextRef="#ctx0" brushRef="#br0" timeOffset="1864.6417">9851 1891 574 0,'-13'0'726'0,"13"0"-113"0,0 0-58 16,-16-1-59-16,16 1-101 0,0 0 46 0,-16-1-116 15,16 1 31-15,0 0-112 0,-18 1 38 0,18-1-87 16,0 0 25-16,-16 1-94 0,16-1 23 0,0 0-89 15,0 0 37-15,-14 0-79 0,14 0 41 0,0 0-95 16,0 0 60-16,0 0-69 0,7 8 64 0,-7-8-89 16,19 3 63-16,-5-3-111 0,2 0 47 0,3 0-95 15,1-2 72-15,0 0-67 0,-1-2 74 0,3-2-55 0,-1 0 63 16,-3-3-47-16,0-1 77 0,-2-4-43 0,-1 0 67 16,-4-1-42-16,-2-2 76 0,-2 2-14 0,-4 0 95 15,-2 0-55-15,-3 1 53 0,-2-1-63 0,-4 2 90 16,-1 0-75-16,-5 2 80 0,1 1-82 0,-2 3 81 15,-4 2-69-15,-1 2 80 0,0 5-68 0,-5 0 64 16,1 4-59-16,-3 4 50 0,1 1-66 0,3 2 48 16,2 2-70-16,4-2 51 0,2 4-61 0,4 0 54 15,2 0-65-15,3 0 57 0,4 0-58 0,2 0 51 16,6 4-59-16,5-2-6 0,6 1 8 0,8-2-28 16,8 1-46-16,7-5-73 0,5 0-78 0,5-3-83 0,3-3-33 15,3-2-118-15,1-1-35 0,1-2-108 0,0-1-520 16,-4-5-735-16</inkml:trace>
  <inkml:trace contextRef="#ctx0" brushRef="#br0" timeOffset="2164.5311">10661 1748 228 0,'-9'-14'731'16,"0"1"-91"-16,-1 3 1 0,1-2-75 0,0 2 82 16,0 0-85-16,2 2 6 0,1 1-134 0,1 0-36 15,5 7-115-15,-10-12-29 0,10 12-89 0,0 0 2 16,0 0-74-16,0 0 19 0,0 0-61 0,18 7 29 15,-1 4-47-15,3 3 26 0,4 4-44 0,6 3 33 0,0 2-40 16,1 1 28-16,-1 1-39 0,-2 0 0 0,0 0 0 16,-2 0-2-16,-5-5-12 0,-2-1-16 0,0 0-13 15,-5-2-2-15,-2-3 8 0,-1-2 12 0,-2-1 0 16,-1-2 13-16,-3 1 9 0,-5-10 5 0,7 13 10 16,-7-13 11-16,-4 8 1 0,4-8-5 0,-13 1-2 15,4-4-1-15,-4-1-1 0,-1-3 39 0,-3-3-50 16,1-2 36-16,0-2-77 0,3-1 4 0,1-2-100 0,1-1 9 15,6 0-134-15,1 0-24 0,6 1-122 0,3-2 12 16,7 0-57-16,4 0 0 0,6 1-48 0,5 1-59 16,10 3-425-16,-1 1-575 0</inkml:trace>
  <inkml:trace contextRef="#ctx0" brushRef="#br0" timeOffset="2433.4909">11557 1670 1027 0,'0'0'855'16,"0"-13"25"-16,0 13-141 0,0 0-5 0,0-15-145 0,0 15-156 16,0 0 36-16,0 0-71 0,0-14-80 0,0 14-49 15,0 0 1-15,0 0 27 0,13 12-34 16,-5 1-22-16,6 10-29 0,5 8-39 0,3 6-149 0,5 9-24 16,-1 6 0-16,3 2 0 0,-1 1 0 0,-1 1 0 15,-1 0 0-15,-2-2 0 0,0-1 0 0,-4-2 0 16,-4-5 0-16,-3-4 0 0,1-1 0 0,-3-2 0 15,-4-7 0-15,-1-1 0 0,-1-4 0 0,-4-2 0 16,-1 0 0-16,-4-3 0 0,-2-3 0 0,-3-1 0 16,-2-5 0-16,-7-1 0 0,-2-2 0 0,-3-6-404 15,-1-4-182-15,-4-2-147 0,-5-7-83 0,-5-6-163 16,-1-9-504-16,-3-8-1106 0</inkml:trace>
  <inkml:trace contextRef="#ctx0" brushRef="#br0" timeOffset="2614.5897">11413 1277 876 0,'-4'-23'841'0,"1"4"-85"0,1 1-95 15,-1 2-62-15,1 1-60 0,0 2-90 16,0 1-97-16,2 12-70 0,-3-20-62 0,3 20-63 0,-2-15-82 16,2 15-43-16,0 0-20 0,5-11-51 0,-5 11-92 15,18 6-104-15,-7 3-80 0,7 6-139 0,4 5-101 16,3 9-74-16,2 1-463 0,0 3-708 0</inkml:trace>
  <inkml:trace contextRef="#ctx0" brushRef="#br0" timeOffset="3115.8904">12152 1662 669 0,'8'-8'715'0,"-1"0"-26"0,-3 1-76 15,1-2 77-15,2 0-112 0,-4 0 15 0,3-1-81 16,-3 3-39-16,-3 7-69 0,6-15-74 0,-6 15-84 15,6-11-59-15,-6 11-40 0,6-8-34 0,-6 8-24 16,0 0-21-16,15-3-11 0,-15 3-11 0,16 8-10 16,-5-1-5-16,0 2 24 0,1 1-30 0,3 2 4 0,-1 1-27 15,-3-1 31-15,2 3-37 0,-4-4 1 16,0 0 25-16,0 0-24 0,-3 1 13 0,0-3-29 16,-2 0 32-16,-4-9-32 0,2 17 39 0,-2-17-36 15,-6 14 30-15,-4-8-33 0,-1-2 29 0,-2-1-34 0,-7-2 29 16,1 1-30-16,0-2 37 0,0-2-31 15,1 1 31-15,3-2-42 0,-1 0-21 0,3-2-71 16,2 0 30-16,1-3-65 0,3 0 48 0,3-1-72 0,4 9 40 16,0-21-95-16,6 8 39 0,4 0-99 0,4-1 60 15,6 0-72-15,1-2 74 0,4 2-26 0,3 0 72 16,1 2-16-16,0 0 64 0,0 2-30 16,1-1 81-16,1 2-32 0,-2-1 26 0,-2 2 27 0,-3 1 43 15,-3 0 49-15,-3 2 52 0,-3 0 124 0,0 0-21 16,-2 2 41-16,-3-1 17 0,4 0 24 0,-14 4 11 15,15-5 7-15,-15 5-6 0,14-4-1 0,-14 4-32 16,10-3-39-16,-10 3-30 0,0 0-31 0,13-2-27 16,-13 2-23-16,0 0-14 0,9 5-4 0,-9-5-7 15,5 11-3-15,-1-3-4 0,0 1-6 0,0 1-19 0,2 3 2 16,1 4-10-16,1-4-4 0,1 5-22 16,1-1-17-16,2-1-120 0,2 5-38 0,-1-5-183 15,0 0-76-15,1-1-153 0,-2-2-130 0,0-1-205 16,0-5-381-16,-5-1-907 0</inkml:trace>
  <inkml:trace contextRef="#ctx0" brushRef="#br0" timeOffset="3298.221">12677 1210 982 0,'-11'-16'996'0,"0"1"-123"0,2 3-121 0,0 0-86 16,2 2-154-16,1 1-49 0,1 0-134 0,5 9-30 15,-10-13-92-15,10 13-62 0,-6-10-105 0,6 10 9 16,0 0-126-16,0 0-22 0,14 4-187 16,-5 5-83-16,1 1-121 0,4 7-95 0,-1-2-98 0,6 5-488 15,-6 2-781-15</inkml:trace>
  <inkml:trace contextRef="#ctx0" brushRef="#br0" timeOffset="3698.3777">13048 1466 804 0,'0'0'968'0,"0"0"-135"0,7-9-56 0,-7 9 7 0,0 0-83 16,4-9-67-16,-4 9-71 0,0 0-104 0,0 0-133 15,4-9-46-15,-4 9-65 0,0 0-36 0,0 0-81 16,0 0 21-16,9 6-49 0,-1 0 21 0,-2 1-10 16,3 5-20-16,3 0-12 0,-1 2-3 0,1 3 4 15,3-1-47-15,-5 0-3 0,4 1 0 0,-3-2 0 16,-2 2 0-16,3-3 0 0,-3-1 0 0,1-1-15 15,0-1-40-15,-1-1 9 0,-3-1 3 0,1-2 8 0,0-1 19 16,-7-6 12-16,16 7-14 0,-16-7-7 0,18-1-19 16,-7-3-16-16,0-3 1 0,3-2 4 15,1-4-5-15,-1-3 0 0,1-3 8 0,2-1 10 0,-2 0 12 16,-1 3 5-16,-1-1 8 0,-1 2 25 0,-1 1 25 16,-1 2 40-16,-3 2 21 0,2 1-11 0,-4 2-19 15,1 0-8-15,-6 8-28 0,11-10 9 0,-11 10 22 16,14-4-6-16,-14 4 39 0,21 2-15 0,-6 4-73 15,4 1-4-15,4 3 0 0,5 2 0 0,7 2 0 16,4 3 0-16,3-2 0 0,2 3 0 0,2-1 0 16,11 3 0-16,1-1 0 0,1 0 0 0,2-1 0 15,-3 0-298-15,-9-4-156 0,1-1-41 0,-4 0-142 16,-3-1-78-16,-11-4-59 0,-1 1-754 0,-9-5-1161 16</inkml:trace>
  <inkml:trace contextRef="#ctx0" brushRef="#br0" timeOffset="4415.394">6748 2464 50 0,'-54'-2'447'0,"3"-1"-106"0,1 1-59 16,9 1-31-16,0-3-39 0,2 3-21 0,1-2-29 16,-2 1-6-16,0 2-2 0,3-1 87 0,5 0 18 0,2 1-9 15,2-2-13-15,1 1-45 0,6 1 64 0,1-1-65 16,1 1 63-16,5-1-107 0,0 1 41 16,14 0-94-16,-22 0 54 0,22 0-79 0,-15 1 69 15,15-1-73-15,0 0 70 0,-11 2-76 0,11-2 65 0,0 0-76 16,0 0 63-16,15 4-87 0,-2-4 62 0,2 2-79 15,5-4 66-15,7 2-77 0,3-1 68 16,8 0-76-16,11-2 66 0,2 0-63 0,7-1 64 0,15-1-63 16,5-1 10-16,9 2 14 0,9-4 5 0,8 1-2 15,28-1 10-15,5 0 3 0,10 1 0 0,10-3 12 16,8 3 6-16,9 0-8 0,7-1 1 0,10 3 5 16,10-4 14-16,3 1 20 0,56-2-10 0,-1 2 0 15,4-2-7-15,2 1-33 0,5 1 35 0,2 0-4 16,-1 1-28-16,0 2 40 0,0 6 4 0,-4-6-20 15,0 2 44-15,-48 0-35 0,48 3 58 0,-44 0-45 16,46 0 40-16,-52 0-45 0,4 2 6 0,-3 0 35 16,-2-1-38-16,-6 0 28 0,-5 0-25 0,-7-1 36 15,-7 0-25-15,-7-1-78 0,-12 0-15 0,-9-1 0 0,-10-1 0 16,-10 2 0-16,-10-2 0 0,-30 0 0 16,-5 2 0-16,-8-3 0 0,-8 2 0 0,-19-1 0 15,-8 0 0-15,-3 2 0 0,-12-2 0 0,-9 2 0 16,-1 0 0-16,-5 0 0 0,-4 0 0 0,-1 0 0 15,-3-1 0-15,-3 2 0 0,-1-1 0 0,-13 1 0 16,21-1-319-16,-21 1-119 0,12 0-75 0,-12 0-67 16,0 0-106-16,0 0-6 0,0 0-148 0,-10-3-467 0,-1 0-908 15</inkml:trace>
  <inkml:trace contextRef="#ctx0" brushRef="#br0" timeOffset="7850.6399">7048 3732 476 0,'-12'-6'452'0,"1"0"-45"16,3 2-118-16,0 1 21 0,8 3-41 0,-18-9-1 15,18 9-29-15,-12-6-2 0,12 6-46 0,-12-4-19 16,12 4-41-16,0 0-11 0,-13-5-41 0,13 5 4 15,0 0-17-15,0 0 9 0,-13 3-11 0,13-3 9 16,0 0-17-16,-2 10-5 0,2-10-16 0,0 0 7 0,3 13-15 16,-3-13 10-16,10 8 1 0,-10-8 15 15,15 9-17-15,-3-6 1 0,2-2-13 0,3-1-2 16,4-2-6-16,5 0-1 0,6-6-10 0,0 1-8 0,6-5-8 16,1-1-5-16,-2-1-1 0,-1-1 4 0,-3-2-2 15,-2-2 3-15,-2 1 10 0,-5-1-8 0,-3 0 4 16,-3 0-1-16,-2-1 1 0,-5 1-2 15,-3 1 1-15,-1 2 12 0,-5 1-5 0,-2 2 4 0,-5-3 2 16,-1 2 6-16,-2 3 16 0,-3 0 1 0,-6 1 15 16,-2 3 54-16,-1 2-72 0,-2 2 62 0,-1 3-64 15,-2 3 3-15,-7 4 7 0,0 3 18 0,-4 3-20 16,0 6 0-16,2 1 11 0,2 4-2 0,1 1 1 16,3 3-18-16,3 1 35 0,3 1-37 0,1 2-2 15,5 0 11-15,6-1-20 0,1-1 16 0,5 1-20 16,3-5 15-16,3 2 0 0,5 3-8 0,3-1 0 15,7 1-3-15,3-3-1 0,5-2-5 0,5-4-8 16,4-3-16-16,3-3-19 0,3-4-17 0,3-2-18 16,1-4-22-16,-5-2-4 0,0-3-4 0,0-1 8 0,1-3 8 15,-3-2 6-15,-1-1 14 0,-3-4 10 0,4-2 7 16,-4-4 9-16,-2-3 12 0,-2-2 11 16,-3-2 0-16,-5 2 20 0,-2 0 17 0,-2 0 36 15,-1-1 9-15,-3 5 38 0,-3-1 39 0,1 2-12 0,-4 2 37 16,0 0-40-16,-1 1 52 0,-1 1-31 0,1 2 39 15,-2 2-58-15,-4 8 18 0,7-15-65 0,-7 15 16 16,4-12-61-16,-4 12 28 0,5-9-56 0,-5 9 33 16,0 0-42-16,0 0 31 0,0 0-35 0,0 0 38 15,13 3-45-15,-13-3 1 0,7 14 4 16,-4-6 5-16,2 1-3 0,-1 1 1 0,3 2 0 0,0 0 6 16,-1 1-4-16,1-1 31 0,2 1-53 0,-1 0 14 15,0-1-68-15,1 0 30 0,1 0-38 0,0-1 52 16,0-1-52-16,1 0 28 0,0-1-33 0,0-1 37 15,1-2-14-15,0 0 32 0,-2-3-14 0,-10-3 29 16,23 2-20-16,-11-4 25 0,-2-1-22 0,2-3 26 16,1-2-17-16,-2 1 25 0,2-3-19 0,-3 2 11 15,0-3 2-15,1 3 12 0,-3-2 34 0,-1 2 36 0,0 2 11 16,-1-2 4-16,-6 8-7 0,13-11-9 16,-13 11-14-16,8-8-18 0,-8 8-12 0,7-8-14 15,-7 8-6-15,0 0-7 0,11-6 6 0,-11 6-6 16,0 0-3-16,12 2 4 0,-12-2 1 0,10 7 0 15,-10-7 7-15,14 11-13 0,-14-11 6 0,12 13-3 0,-6-7 0 16,2 2-8-16,-8-8-8 0,12 11-9 16,-12-11-11-16,11 11 0 0,-11-11 5 0,10 9 5 0,-10-9 9 15,8 6 12-15,-8-6 2 0,0 0 16 16,10 7-15-16,-10-7 2 0,0 0 5 0,13-8-1 16,-13 8-2-16,7-11 12 0,-7 11-11 0,9-17 8 0,-5 9-13 15,1-2-1-15,-5 10 4 0,7-17-4 0,-7 17 6 16,5-15 4-16,-5 15-1 0,6-11 10 0,-6 11-7 15,3-12 2-15,-3 12 0 0,5-9-5 0,-5 9-9 16,0 0 11-16,6-11-24 0,-6 11 4 0,0 0 0 16,0 0 0-16,9-7 7 0,-9 7 1 0,0 0 0 15,14 6 8-15,-14-6-4 0,19 9 3 0,-6-4 10 16,2 0-13-16,0 1-10 0,6 2-13 0,1-1-19 16,1-1-10-16,0-1-4 0,1 0-29 0,2 0 6 15,-1-1-14-15,2-3 14 0,1 0 1 0,-5-2 1 16,2 0 9-16,-4-2 17 0,1-3 4 0,-1-2 16 0,-1-1 11 15,-3-4 6-15,2-4 15 0,-4-2 17 16,-1-5 31-16,-3-2 17 0,-2-2 10 0,-4-3-1 16,-2-2-2-16,-3-3 16 0,-2-1 27 0,-4-4 34 15,-2 0 8-15,-1 0-11 0,-3 3 15 0,-1 2 13 0,-1 2 18 16,1 8-21-16,2 0 31 0,1 6-60 0,-1 2 10 16,3 4-68-16,2 1 10 0,0 1-61 15,-1 5 25-15,7 7-49 0,0 0 38 0,-12 1-41 0,10 9 42 16,0 8-33-16,1 8 36 0,2 7-33 0,2 11 30 15,3 3-40-15,2 4 31 0,3 11-38 0,0 5 9 16,1 2 7-16,0 2 36 0,-1 3-50 0,3 0 43 16,-1 1-50-16,1-2-6 0,-1-3-6 0,2 0 0 15,-2-8-12-15,0-2-35 0,-1-12 50 0,-2 0-36 16,1-6 44-16,1-3-3 0,-5-9-14 0,1-2-14 16,-2-7 17-16,0-1 3 0,-2-5 9 0,0-2 38 15,0-1 19-15,-4-12-8 0,5 11-55 0,-5-11 60 16,0 0-68-16,9-11 46 0,-7-1-49 0,1-4 33 15,-1-7-17-15,-1-4-14 0,0-7 1 0,-1-5-58 0,0-9 15 16,-2-1-33-16,1-4 38 0,-1 1-17 16,0-1 11-16,0 3 14 0,-3 2 10 0,3 2 22 15,-1 2 19-15,1 9-32 0,1 2 34 0,0 7-32 16,0 2 32-16,0 3-39 0,2 3 36 0,0 2-33 0,3 0 34 16,2 4-38-16,2-1 45 0,2 5-39 0,3 1 33 15,3 3-34-15,-2 3 41 0,5 2-36 16,0 1 3-16,3 4 5 0,1 3 5 0,2 2-1 0,0 2 3 15,-2 3 7-15,1-2-6 0,-3 4-7 0,-1-2 1 16,-4-2-1-16,-1 1 36 0,-3-1-38 0,-3-1 39 16,0 0-33-16,-4-1 43 0,-2-1-41 0,-4 2 36 15,-3-2-35-15,-5 1 39 0,-3 1-41 0,-7-1-7 16,-5-1 22-16,-5 2-80 0,-3-5-30 0,-1 1-97 16,-4-3-81-16,3 0-107 0,5-3-120 0,0-3-77 15,5-3-797-15,2-1-990 0</inkml:trace>
  <inkml:trace contextRef="#ctx0" brushRef="#br0" timeOffset="8767.1831">10546 3284 526 0,'0'0'482'0,"-15"0"-98"0,15 0-57 0,-15-2-14 15,15 2-9-15,-14-1-23 0,14 1-21 0,-13-2-6 16,13 2-16-16,-13 0-26 0,13 0-34 0,0 0-20 16,-17-1-18-16,17 1-14 0,0 0-14 0,-13-1-21 15,13 1-21-15,0 0-13 0,0 0-5 0,0 0 20 16,0 0 30-16,0 0 16 0,0 0 19 0,13 7 9 0,5-6-34 15,10-1 43-15,9-1-10 0,14-1-6 0,5-3-33 16,5 1-48-16,16-2 34 0,3 1-12 16,2-3-9-16,1 3-14 0,0 0-48 0,-1-1 39 0,-5 0-10 15,-1 1-6-15,-18 1-40 0,0 0 41 0,-6 0-25 16,-4 2 11-16,-10-2-38 0,-4 2 40 0,-6-1-35 16,-3 1 46-16,-5 1-49 0,-1-1 36 15,-4 1-46-15,-1 1 15 0,-2-2-62 0,-12 2 21 0,21-1-103 16,-21 1-75-16,0 0-97 0,12-1-72 0,-12 1-51 15,0 0-20-15,-11 2-92 0,2 3-562 0,-4-2-739 16</inkml:trace>
  <inkml:trace contextRef="#ctx0" brushRef="#br0" timeOffset="9139.3652">10708 3851 6 0,'-22'10'675'15,"0"-1"-145"-15,2-1-168 0,0-1 15 0,3-1-12 16,2-1-6-16,1 1-16 0,3-2-17 0,2-1-26 0,-2 1-35 16,11-4-30-16,-15 7-43 0,15-7-20 15,-13 4-47-15,13-4-11 0,0 0-29 0,0 0 15 0,0 0-13 16,0 0 46-16,18 5-19 0,5-6 10 0,11-3 13 15,11 1 0-15,8-1-4 0,5-1-9 0,13 0-22 16,4-1-13-16,2 1-5 0,0 0-10 0,1 0-17 16,-2 1-12-16,-2-2-4 0,-1 3-7 15,-11-1-2-15,-5 0-7 0,-1 1-2 0,-3 0 0 0,-2-2-6 16,-10 4 0-16,-3-3-6 0,-4 1 2 0,-6 1-5 16,0 0 1-16,-4 0 4 0,-3 0-5 0,-4 0 0 15,0 0-3-15,-2 0 2 0,-1 2-11 0,-3-3-27 16,-11 3-38-16,21-1-58 0,-21 1-67 0,17-5-50 15,-17 5-71-15,14-6-115 0,-14 6-44 0,11-4-43 16,-11 4-69-16,6-6-567 0,-6 6-767 0</inkml:trace>
  <inkml:trace contextRef="#ctx0" brushRef="#br0" timeOffset="9607.4594">12056 3327 178 0,'-10'-10'591'0,"2"2"-104"16,-1-2-80-16,-1 1 4 0,1 1-11 0,1-3-20 16,0 4-29-16,1 0-17 0,1-2-13 0,-1 3-21 15,1-1-33-15,6 7-27 0,-10-12-51 0,10 12 35 16,-9-9-52-16,9 9 42 0,-6-8-76 15,6 8 32-15,-6-8-47 0,6 8 38 0,0 0-41 0,-8-9 23 16,8 9-46-16,0 0 23 0,0 0-41 0,-6-7 17 16,6 7-43-16,0 0 19 0,0 0-54 0,0 0 25 15,0 0-49-15,0 0 29 0,0 0-33 0,0 0 44 16,-7 7-17-16,7-7 58 0,2 20-19 0,-2-8 58 16,2 5-33-16,-1 2 52 0,3 4-32 0,2 0 58 15,-1 2-47-15,2 4-7 0,-1 2 12 0,3 1-93 16,3 5 80-16,-4-1-89 0,4 1 23 0,0 0-38 15,1-2 0-15,-1 1 0 0,1-1 0 0,0-1 0 16,-1-6 0-16,0 0 0 0,0-2 0 0,-1-2 0 0,-2-3 0 16,0-2 0-16,0-1 0 0,-3-4 0 0,1-1 0 15,-3-1 0-15,2-2 0 0,-2-1-62 0,-4-9-87 16,7 15 4-16,-7-15-119 0,4 9-137 16,-4-9-153-16,0 0-152 0,0 0 39 0,0 0-123 0,-7-15-626 15,3 6-1020-15</inkml:trace>
  <inkml:trace contextRef="#ctx0" brushRef="#br0" timeOffset="10074.6615">11931 3169 116 0,'-10'-12'535'0,"1"3"-122"0,4 0-7 15,-4 1-106-15,4-2 45 0,-2 3-23 0,1 0 26 0,1-1-3 16,-2 1-22-16,7 7-29 0,-9-12-36 16,9 12-27-16,-6-10-54 0,6 10-29 0,-6-7-44 15,6 7-15-15,0 0-29 0,0 0 10 0,0 0-7 16,0 0 61-16,0 0 14 0,14 8 72 0,0 2 1 15,7 4 42-15,6 1 15 0,10 5-8 0,7 1-41 16,12 5 32-16,2 0-55 0,7 2 49 0,0 1-68 16,1 0 22-16,1 2-65 0,2 0 11 0,-2 2 4 0,4 0-84 15,0 1-65-15,1-1 0 0,0-1 0 0,-2 0 0 16,1-2 0-16,-4-1 0 0,-3-4 0 0,-3 0 0 16,-6-3 0-16,-9-3 0 0,-6-3 0 0,-2-1 0 15,-1-2 0-15,-11-3 0 0,-2 0 0 0,-3-2 0 16,-4-2 0-16,0 0 0 0,-4-1 0 0,-1-2 0 15,-2 1 0-15,1-2 0 0,-11-2 0 0,16 7 0 16,-16-7 0-16,13 0 0 0,-13 0 0 0,10-2 0 16,-10 2 0-16,9-5-78 0,-9 5-208 0,0 0-84 15,6-10-40-15,-6 10-50 0,3-10-60 0,-3 10-50 0,0 0-37 16,-3-17-56-16,3 17-678 0,-8-13-944 16</inkml:trace>
  <inkml:trace contextRef="#ctx0" brushRef="#br0" timeOffset="10489.441">13463 3119 241 0,'0'0'525'0,"-2"-9"-123"0,2 9-78 0,-6-8 12 16,6 8-65-16,0 0 34 0,-9-8-41 0,9 8-17 16,-12-4-22-16,12 4-4 0,-17 0 1 0,5 2-11 15,-4 2-1-15,-4 3-7 0,-3 3-2 0,-6 3-23 16,-5 6 13-16,-4 5 11 0,-8 3-39 0,-4 6 48 16,-6 3-15-16,1 1-58 0,0 2 29 0,-3-1-55 15,-1 3-18-15,1-1-3 0,1-1-15 0,-1 1-10 16,1-1-12-16,4-1-6 0,-1-2-10 0,4-1-7 15,2-2-5-15,2-2-6 0,10-6-4 0,1-1-2 0,3 0-2 16,0-2 31-16,7-5-42 0,1-1 2 16,4-2-2-16,2-1-1 0,1-2 2 0,3-2-3 15,2-1 0-15,0-1 1 0,4-2-1 0,-1 2-3 16,-1-3-1-16,10-4-25 0,-15 9-58 0,15-9-69 0,-12 3-22 16,12-3-16-16,0 0-47 0,-14-2-60 0,14 2-29 15,0 0-38-15,-9-5 46 0,9 5-52 16,0 0 26-16,-6-10-72 0,6 10-38 0,0 0-413 0,0-13-425 15</inkml:trace>
  <inkml:trace contextRef="#ctx0" brushRef="#br0" timeOffset="11010.4306">13470 3209 515 0,'0'0'387'0,"0"-13"-51"0,0 13-51 16,-2-11-13-16,2 11 27 0,0 0-23 0,0-16-10 15,0 16-15-15,-1-12-2 0,1 12-8 0,0 0-5 16,-4-15 4-16,4 15-1 0,0 0 4 0,-2-11-10 0,2 11-31 16,0 0 44-16,-2-11-51 0,2 11 30 15,0 0-62-15,0 0 10 0,0 0-70 0,-4-10 34 16,4 10-83-16,0 0 17 0,0 0-58 0,0 0 30 0,0 0-25 16,0 0 71-16,0 0-6 0,2 21 62 0,0-8-18 15,0 2 68-15,2 3-13 0,-1 4 39 16,4 3-42-16,0 3 15 0,3 2 18 0,-1 0-20 0,5 4-31 15,-3 2-161-15,3-1 0 0,1 0 0 0,1 2 0 16,-2-2 0-16,2 0 0 0,-3-2 0 0,3 1 0 16,-3-1 0-16,0-7 0 0,-1 1 0 0,1-2 0 15,-1-2 0-15,-3-4 0 0,-1 0 0 0,1-2 0 16,1-3 0-16,-4-1 0 0,1-1 0 0,-1-2 0 16,0-1 0-16,-2 0 0 0,-4-9 0 0,9 13 0 15,-9-13 0-15,8 8 0 0,-8-8 0 0,0 0-329 0,0 0-191 16,0 0-88-16,12-1-97 0,-12 1-50 15,0 0-148-15,0-14-487 0,0 14-990 0</inkml:trace>
  <inkml:trace contextRef="#ctx0" brushRef="#br0" timeOffset="13338.64">15021 3157 436 0,'-9'-27'718'16,"-1"-1"-132"-16,1 2-64 0,-3-2-78 0,1 1-29 16,0 4-7-16,-1-2 0 0,1 0 7 0,1 6-44 15,1 1-7-15,2 3-31 0,0 1-66 0,1 3-58 16,1 1-51-16,5 10-38 0,-8-10-15 0,8 10-24 0,0 0 27 15,1 12 3-15,3 3-25 0,5 7 11 16,4 11 18-16,2 5-43 0,4 5 22 0,5 9-48 16,2 2 22-16,-1 1-44 0,0-1 23 0,2 1-32 15,0-1-5-15,-2-3 0 0,-1-2-8 0,1 0-1 0,-5-9-27 16,0-2 40-16,-2-2-9 0,-3-3-13 0,-2-7-13 16,-2-1-5-16,-3-5-5 0,0-2 1 0,-1-3 15 15,-1-2 3-15,-2-2 3 0,-4-11 1 0,4 14 1 16,-4-14 1-16,0 0-4 0,0 0 0 0,-15-3 1 15,5-7 3-15,-1-5-4 0,-5-6 2 16,-1-10 13-16,-2-1-51 0,0-7 20 0,2-4-21 0,-3-12-13 16,2-4-5-16,0-2 5 0,3 0-26 0,-1 1 57 15,1 0-24-15,3 1 39 0,3 11 12 0,0 0 1 16,0 4 4-16,3 4 13 0,1 7-4 0,1 3 19 16,2 7 15-16,-2 4-14 0,3 1-18 0,-1 3-14 15,0 3-16-15,2 12 5 0,5-17 10 0,-5 17-11 16,18-4 4-16,-1 7 10 0,7 5-6 0,11 6-30 15,5 4 39-15,13 8-31 0,2 3 47 0,3 3-43 16,0 3 44-16,3 1 5 0,-3 2-13 0,0 1-3 16,-3 0-1-16,-4 1 3 0,-3-1-8 0,-3 0-34 15,-5-2 41-15,-9-6-35 0,-4-2 36 0,-2 0-35 16,-5-2 45-16,-6-4-41 0,-4-2 5 0,-4-1 1 0,-4 0 5 16,-4-4-2-16,-3 0 3 0,-6 2-1 0,-5-3 5 15,-7 1-7-15,-2-1-4 0,-7-5-22 16,-9 0-30-16,-1-2-13 0,3-4-13 0,-2-3-10 15,1-1-4-15,1-3-5 0,0-1 13 0,2-2 9 0,4 1 19 16,6-1-14-16,2 1 37 0,5 1-19 0,2-1 8 16,4 0-20-16,4 1 13 0,10 4 14 0,-10-8-4 15,10 8 21-15,8-8 11 0,3 4-3 0,5 0 5 16,8 0 1-16,5 0 4 0,7 0-2 0,9-2-6 16,2 1-9-16,3-1-22 0,1 2-21 0,1-2-20 15,1-1-8-15,0 0-11 0,-1-1-9 0,0-2 9 16,-1-1 13-16,-3-1 19 0,-1-1 17 0,-6 0 19 15,-2 0 27-15,-9 0 46 0,-3 1 36 0,-3-1 32 16,-6 1 11-16,-2 0 13 0,-6 2 0 0,0-2-19 16,-4 2-7-16,-4-2-5 0,-2 12-12 0,-2-19 4 15,-3 9-8-15,-3 1-11 0,-2 0 7 0,-1 1-32 16,-2 2 38-16,2 2-55 0,0 1 33 0,-2 2-39 16,13 1 31-16,-24 4-33 0,12 0 37 0,0 2-42 15,0 4 40-15,2-1-40 0,2 2 47 0,0 1-44 16,3 1 55-16,2 0-58 0,1 1 51 0,2-2-53 15,3 1 50-15,1 1-61 0,1 1 15 0,5-1 2 16,1 0-10-16,5-1-8 0,0-1-24 0,5-1 13 0,1-2-63 16,5 0 0-16,-1-3-32 0,2-2-3 0,1-2-23 15,1 0-3-15,0-4 12 0,3-3 24 0,-1-2 23 16,0-4 12-16,2-5 19 0,-3-4 11 0,-1-5 16 16,-1-3 34-16,-4-3 40 0,-2-5 42 0,-4-2 7 15,-1-4-12-15,-3-1 29 0,-4-2-21 0,-3-4 57 16,-2 1 8-16,-4-3-5 0,-2 0 12 0,-3 0 12 15,-3 1-19-15,-3 2 7 0,-3 2-8 0,0 1-17 16,-3 6-10-16,-1 1 1 0,1 5 0 0,2 7-10 16,1 4-24-16,2 4-25 0,2 5-20 0,1 6-23 15,7 7 12-15,0 0 6 0,-19 7-3 0,13 7 22 16,1 9 8-16,0 8 11 0,2 6-31 0,2 9 36 16,4 9-25-16,1 9-7 0,4 7 4 0,4 1-16 15,1 3 2-15,2 1 29 0,4 2-55 0,1 0-4 16,-1 1-18-16,2-1-33 0,1-2 66 0,0 0-75 15,0-3 84-15,-1-3-42 0,-1-1 0 0,-1-7 0 16,-1-4 0-16,-4-11-22 0,1-5-33 0,-4-4-8 16,-1-8-3-16,-1-3 0 0,-3-6 17 0,0-3 16 15,-1-3 14-15,-1-4 9 0,-4-11-1 0,4 13 6 16,-4-13-3-16,0 0-2 0,0 0-16 0,-1-16-21 16,0 0-28-16,-3-6-30 0,0-9-19 0,-1-1-34 0,-1-12 7 15,0-2-19-15,-1-1 43 0,2-3 15 0,2 0 54 16,0 0-25-16,2 2 50 0,1 2-31 15,1 2 54-15,0 6-36 0,1 2 63 0,0 4-34 0,2 1 38 16,-1 6-40-16,1 1 37 0,3 1-38 0,1 3 36 16,1 3-42-16,3 2 46 0,1 2-50 0,2 6 42 15,2 2-2-15,2 3 2 0,1 3-7 0,7 5-3 16,2 1-2-16,1 2 6 0,0 4-6 0,3 2 0 16,-1 3 8-16,-6-3-16 0,-3 2-47 0,0 0 37 15,-5 0-40-15,-2-3 43 0,-5 0-42 0,-2-3 50 16,-5 1-28-16,-4-12 39 0,-1 19-38 0,-4-10 4 15,-5 0 5-15,-5-2 6 0,-1-1 1 0,-7-1 1 16,-2-1 5-16,-1-1 2 0,-2-3 5 0,0-2-1 16,0 1 6-16,3-2 42 0,3 0-40 0,4 2 52 0,0-3-44 15,4 0 37-15,1 1-53 0,5-1 40 16,8 4-44-16,-8-11 31 0,8 11-42 0,4-12 34 16,3 5-56-16,4 1 34 0,3-2-60 0,4 0 49 15,2 0-58-15,2-1 42 0,1 1-37 0,3-3 41 0,1-1 4 16,0-2 3-16,-1-1 6 0,4-6 6 0,-1-2-2 15,-1-3 5-15,-2-2 27 0,-2-4-61 16,1-2 38-16,-4-2-26 0,0-3 69 0,-5-2-39 0,0-2 57 16,-5-1 16-16,-2-2 7 0,-1-1-10 0,-4 2 21 15,-1 1 31-15,-3 6 4 0,-2 4-8 0,1 2 38 16,-2 4-15-16,0 3-24 0,-1 3-3 0,2 2-14 16,-1 3-28-16,0 3-17 0,1 1-15 0,2 13-10 15,-5-12-1-15,5 12 0 0,0 0 7 0,-17 9-9 16,11 5 0-16,-1 4-6 0,2 3-3 0,1 4 7 15,2 8-36-15,2 1 36 0,2 4-25 0,3 6 38 16,1 1-38-16,5 0 35 0,1 2-35 0,2-3 32 16,1-3-39-16,2 3 37 0,-1-3-37 0,0-1 37 15,0-3-42-15,-2-3 38 0,-1-7-39 0,-2-3 15 0,-3-3-45 16,2-3 36-16,-5-4-25 0,1 1 38 16,-1-4-29-16,-1-1 43 0,0 0-36 0,-4-10 36 15,5 9-34-15,-5-9 31 0,0 0-35 0,0 0 41 16,0 0-32-16,-8-5 26 0,8 5-35 0,-10-14 35 0,5 6-27 15,0-2 37-15,-1 1-19 0,2-2 70 16,1 1 8-16,2-2 28 0,3 1-46 0,2-4 32 16,8-1-15-16,5-2 12 0,9-4 8 0,8 3-97 0,7-2-6 15,12 1 0-15,5 0 0 0,5 0 0 0,3 4 0 16,3 2 0-16,-2 0 0 0,2 2 0 16,-3 2 0-16,-10 1 0 0,-1 2 0 0,-2 0 0 0,-3 2 0 15,-2-1 0-15,-9 2 0 0,-2-1 0 0,-3 2 0 16,-6 0 0-16,-2 1 0 0,-4 0 0 0,-3 0 0 15,-1 1 0-15,-2 0 0 0,-2-1 0 0,-2 0 0 16,-12 2 0-16,21-2 0 0,-21 2 0 0,15-1 0 16,-15 1 0-16,15-2 0 0,-15 2 0 0,12-2 0 15,-12 2 0-15,0 0 0 0,15-1 0 0,-15 1 0 16,0 0 0-16,11-3 0 0,-11 3-25 0,0 0-358 16,11-2-139-16,-11 2-104 0,0 0-76 0,8-10-84 15,-8 10-843-15,0 0-1288 0</inkml:trace>
  <inkml:trace contextRef="#ctx0" brushRef="#br0" timeOffset="17736.8511">5947 6028 31 0,'-4'-10'778'0,"1"1"-157"16,-1 0-62-16,-1-1-32 0,-1 1-46 0,0 0-24 15,1 0-36-15,-1-1-17 0,1 1-38 16,-3 0-26-16,2 2-33 0,1 0-16 0,5 7-38 0,-10-12-44 15,10 12-41-15,-9-11-39 0,9 11-34 0,0 0-20 16,0 0-3-16,-13 5 25 0,13-5 7 0,-5 25-35 16,2-4 46-16,1 5-49 0,1 8 34 15,1 0-4-15,1 4-5 0,1 6-1 0,2 1-41 0,1 1 57 16,3-1-67-16,1 0 56 0,0-1-61 0,1-2 48 16,2 1-76-16,-1-3 56 0,0-1-74 0,2-2 5 15,-1-3 3-15,-2-6 1 0,1-1-1 0,-3-6-1 16,1 0 6-16,-1-3-4 0,-2-3-4 0,-1-2 7 15,1 0-4-15,-2-4 3 0,-1 0 2 0,-3-9 9 16,7 13-2-16,-7-13-6 0,0 0-8 0,0 0-4 16,0 0-15-16,0 0-4 0,-3-13 54 0,-3-1-87 15,1-3 40-15,-1-5-56 0,-2-6 33 0,-3-9-13 16,2-2-8-16,0-4-3 0,-1-3 2 0,1 0 13 0,-1-1-29 16,1 0 48-16,-1 2-23 0,2 1 9 0,-1 2 45 15,0 3-34-15,4 7 49 0,-1 3-9 16,2 6 6-16,0 2-3 0,1 5-8 0,0 1-9 15,0 4-23-15,3 11-4 0,-2-16 3 0,2 16-27 0,0 0 51 16,13 3-29-16,-3 7 45 0,4 6-42 0,8 10 46 16,4 5 1-16,3 2 0 0,9 9-1 0,4-1-2 15,1-2-2-15,5 1-2 0,0-4-16 0,2-2-11 16,-1-3-12-16,1-3-9 0,-8-6-34 0,1-4 37 16,-1-1-32-16,0-5 36 0,-2-1-32 0,-6-3 39 15,-2-3-25-15,-4-2 56 0,-1-2-5 0,-6-3 12 16,2-2 39-16,-3-3 26 0,-4-2 2 0,0-3 8 15,-5-4-5-15,-4-2-6 0,-2-2-8 0,-3-5-14 16,-4-2-11-16,-4-5-40 0,-3-7 33 0,-3 2-40 16,-2 1 50-16,0 1-51 0,-2 0 35 0,1 3-36 15,1 7 37-15,2 3-9 0,2 5-3 0,1-1-9 16,2 5-37-16,0 2-84 0,2 2-63 0,5 9 1 16,-5-10 40-16,5 10-31 0,0 0-54 0,5 8-39 0,2 2-105 15,3 3-64-15,6 6-15 0,2 2-118 16,7 4-101-16,2 0-333 0,2-1-598 0</inkml:trace>
  <inkml:trace contextRef="#ctx0" brushRef="#br0" timeOffset="18854.8294">7372 6407 411 0,'0'0'798'0,"12"-10"-135"0,-12 10-53 16,3-13-86-16,-3 13-27 0,-4-15-23 0,-1 6-46 15,-3-1 1-15,-2 1-25 0,-2 0-51 0,-3 0-53 16,0 3-43-16,-2 0-49 0,-2 1-41 15,2 2-32-15,-3 3-24 0,2 1-24 0,0 4-18 0,-3 2-6 16,4 2-15-16,-1 5-3 0,3 1-11 16,1 0-6-16,4 2 0 0,2 3-1 0,2-1-3 0,2 0-5 15,1 0-2-15,4 0-34 0,1 0 31 0,3 2-29 16,2-1 39-16,2-1-41 0,0 0 38 0,4-2-46 16,0-1 30-16,2-1-48 0,0-3 22 0,1 1-59 15,0-5 21-15,-1 1-47 0,-1-2 19 0,1-2-39 16,-2-1 42-16,-2 0-23 0,2-2 46 0,-13-2-25 15,21-4 18-15,-11 1-26 0,-2-4 17 0,0-2 2 16,0-1 24-16,-1-5-7 0,-1 0 24 0,-2 0-4 0,-1-2 25 16,0 0 21-16,-1-2 19 0,0 1 26 0,0 1 38 15,-2 0 7-15,0 0 33 0,0 3-1 16,-1 0 2-16,1 3 6 0,-1-1-8 0,1 12-31 16,0-19-16-16,0 19-21 0,0-15-20 0,0 15-18 0,0 0-6 15,0-13-3-15,0 13 2 0,0 0-2 0,0 0-4 16,8 5-3-16,-8-5 0 0,8 12 1 15,-2-4-7-15,-1 2 3 0,3 1 2 0,1 0-3 0,-1 1-32 16,2 0 36-16,-1 1-39 0,1-2 14 0,1 1-53 16,-1 0 33-16,1-1-46 0,0-1 29 0,0-1-35 15,-1-1 47-15,2-1-28 0,-2-2 48 0,1-1-29 16,0-2 46-16,-11-2-30 0,23-4 40 0,-9-1-1 16,-1-2 2-16,1-3-2 0,-1-2-1 0,2-3-3 15,-2-1 4-15,1-2 7 0,-1 1 10 0,-2 1 25 16,1 1 34-16,-3 2 20 0,-1 1 27 0,1 2 10 15,-3 1-52-15,-1 1 47 0,1 0-81 0,-6 8 43 16,8-11-78-16,-8 11 43 0,9-9-60 0,-9 9 57 16,0 0-58-16,15-1 72 0,-15 1-73 0,13 8 69 0,-13-8-74 15,13 13 74-15,-6-6-78 0,3 1 67 0,-1 2-70 16,0 0 65-16,0 2-74 0,2-1 67 16,-1 2-69-16,-1-1 69 0,2 1-74 0,-1-1 75 0,0 1-79 15,1-1 52-15,-2 0-73 0,0-1 58 0,1-1-63 16,-1-1 68-16,-2-2-62 0,0-1 57 0,1 1-49 15,-1-2 51-15,-7-5-41 0,11 8 59 16,-11-8-57-16,14 0 39 0,-14 0-60 0,14-3 47 0,-7-2-12 16,2-1-3-16,-1-2 3 0,0-1 6 0,0-1-7 15,1-1 3-15,-1-1 3 0,0 0 3 0,0-1-2 16,-1 0 5-16,0 1 0 0,0 0 2 0,-1-1 1 16,1 2 0-16,-2 0 7 0,0 2-4 0,-1 1 6 15,-4 8-8-15,7-14 2 0,-7 14-4 0,7-9-4 16,-7 9-4-16,5-10-2 0,-5 10 5 0,0 0-1 15,10-6 3-15,-10 6 4 0,0 0 3 0,15 0-4 16,-15 0 4-16,12 4 5 0,-12-4-6 0,12 6 1 16,-12-6 4-16,16 9 1 0,-9-3-3 0,2 0-1 15,1 1 0-15,-2-1 1 0,2 3 2 0,1-1 0 16,1 0-28-16,-1 1 52 0,3-2-58 0,-1 2 42 16,0 0-35-16,0-1 40 0,2 0-36 0,-1 1 40 15,2-3-39-15,-1 1 48 0,1-1-48 0,0-3 41 0,3 1-6 16,-1-1-1-16,2-1-5 0,1-2 0 15,-1-3 6-15,4 1-7 0,1-2-4 0,-2 0 5 16,-1-4-2-16,1-1 1 0,-1-1-3 0,0-3 2 0,1-2 1 16,-2-1-4-16,-1-3 8 0,-6 2 4 0,3-6 6 15,-3 1-35-15,-1 0 57 0,-3 1-23 0,-3 1 72 16,0 0-51-16,-3 1 61 0,-2 4-73 0,-2-2 12 16,-1 1-14-16,-1 1 5 0,-2 2-7 0,-2 1-11 15,0 3 0-15,0 2 2 0,-4 3-6 0,10 4 9 16,-22 1 3-16,8 5 63 0,0 2-79 0,-2 4 90 15,2 4-92-15,0-1 88 0,2 4-81 0,1 0-4 16,3 2-6-16,2 0 0 0,2-1 0 0,2-1 0 16,2 1 0-16,4 1 0 0,2-1 0 0,4-1 0 15,4-1 0-15,3 0 0 0,4-3 0 0,4 0 0 16,3-2 0-16,3-1 0 0,8-3 0 0,5 1 0 16,0-2 0-16,1-3 0 0,1 0 0 0,-6-1-147 15,0-1-331-15,-2-1-68 0,-6-1-142 0,-2-2-142 0,-2 1-908 16,-1-6-1425-16</inkml:trace>
  <inkml:trace contextRef="#ctx0" brushRef="#br0" timeOffset="19454.3655">11758 5857 542 0,'3'-17'552'0,"-3"1"-155"15,-4 1 20-15,0-1-5 0,-2 1-11 0,-3-3-28 16,-1 0-28-16,-2 3 1 0,1-1-33 0,-1 1-29 16,0-1-33-16,2 4-17 0,-1 3-32 0,-3-1-33 15,3 3-26-15,-3 1-21 0,-1 5-9 0,-2 5 3 16,-4 4 3-16,-6 6-5 0,-7 9 5 0,-7 9-1 16,-3 5-15-16,1 2-52 0,1 5 34 0,1 4-24 15,3 0 32-15,-1 2-38 0,5 2 36 0,3-2-48 16,4-2 34-16,8-7-49 0,1 0 34 0,5-1-41 15,1-2 33-15,6-5-39 0,4-2 36 0,2-5-46 0,5 1 37 16,3-1-39-16,6-2 36 0,1-2-47 16,7-3 8-16,3-2-80 0,5-4-16 0,2-2-110 15,7 1-39-15,-2-8-31 0,2-2-84 0,-1-1-65 0,-2-4-41 16,1-1-16-16,-2-4-114 0,1-1-97 0,-2-5-321 16,-3-4-619-16</inkml:trace>
  <inkml:trace contextRef="#ctx0" brushRef="#br0" timeOffset="20657.1087">11556 6267 204 0,'-29'-10'629'0,"-3"0"-135"0,-1 2-35 0,-2 1-5 0,1 2-5 16,-1 0 0-16,3 0-1 0,4 1-38 0,3 1-47 15,4 0-42-15,2 2-58 0,3-1-23 0,1 1-79 16,2 0 1-16,13 1-62 0,-18-1 6 0,18 1-37 16,0 0 20-16,0 0-42 0,0 0 22 15,11 5-40-15,8-4 19 0,7 1-46 0,1-1 15 0,4 0-54 16,7 1-16-16,0-1-29 0,0 1-30 0,2-2-11 15,-1 1-33-15,-1-1-9 0,-2-1 4 0,-1-1 16 16,-1-1 48-16,-4 1 1 0,-3-4 18 0,-1 0 42 16,-2 0 10-16,-2-1 59 0,-3 0 24 0,-2-1 41 15,-2 0-1-15,-1 1 55 0,-3 0 26 0,-2 0 17 16,1 1 20-16,-2 0 36 0,-2 0 12 0,-6 6-11 0,11-11-26 16,-11 11-33-16,10-7-32 0,-10 7-31 0,7-6-29 15,-7 6-24-15,0 0-10 0,0 0-17 16,12 0-1-16,-12 0-2 0,8 9-1 0,-8-9-3 15,9 15-4-15,-4-3-3 0,1-2 71 0,0 3-91 0,2 1 72 16,-1 1-93-16,1-2 89 0,0 4-96 0,2 1 77 16,-1-2-106-16,0 1 46 0,1-2-90 15,-2-1 22-15,-1-1-65 0,3-2 31 0,-2 1-57 0,-2-2 29 16,1-1-1-16,-1-1 9 0,2-1-27 16,-2-1 59-16,-6-6-33 0,13 6 44 0,-13-6-32 0,17 0 28 15,-9-5-36-15,1-1 34 0,3-1-23 0,-1-3 36 16,1 0-1-16,-2-2 27 0,0 1-7 0,1-2 25 15,-2 1-11-15,-2 1 38 0,1-1-4 0,-1 2 48 16,0 0-30-16,-3 2 41 0,1-2-28 0,0 2 50 16,-1 1-39-16,-4 7 31 0,9-13-46 0,-9 13 25 15,4-10-47-15,-4 10 33 0,7-8-48 0,-7 8 32 16,0 0-52-16,6-10 57 0,-6 10-44 0,0 0 38 16,12-4-40-16,-12 4 27 0,0 0-47 0,16 0 18 0,-16 0-41 15,14 1 24-15,-14-1-32 0,15 3 31 16,-15-3-24-16,13 3 24 0,-13-3-25 0,16 4 10 15,-16-4-10-15,13 2 12 0,-13-2 10 0,14 2 9 0,-14-2 11 16,13 0 1-16,-13 0 3 0,15 0 2 0,-15 0 1 16,15-6 9-16,-15 6 4 0,16-5 2 15,-16 5 2-15,15-8 47 0,-15 8-44 0,12-7 26 16,-12 7-14-16,13-7 27 0,-13 7-17 0,11-9 1 0,-11 9-16 16,10-8 24-16,-10 8-7 0,10-7-8 0,-10 7 3 15,9-7-11-15,-9 7-6 0,12-5-7 16,-12 5 1-16,11-6 6 0,-11 6-6 0,16-2 5 0,-16 2-3 15,19-4-2-15,-7 2 1 0,0 2-1 0,1-1-11 16,3-1-20-16,-1 1-20 0,3 0-12 0,0 0-11 16,0-1-21-16,1 0 7 0,-2 0-12 0,1 0 31 15,-3-2-3-15,1 1 36 0,-2-2-6 0,0-2 37 16,-3-2 2-16,0 1 35 0,-2-4 30 0,-3-2 2 16,-1-3 35-16,-3-1-13 0,0-5 67 0,-2-1-5 15,-2-4-4-15,0-3 11 0,-3-2-12 0,1-1-15 16,-4-5 11-16,0 0-25 0,-1 1 15 0,1 5-46 15,1 2 55-15,-3 1-41 0,2 3 54 0,1 5-71 16,1 3 73-16,0 2-103 0,2 4 47 0,-1 1-99 0,5 12 60 16,-6-10-70-16,6 10 64 0,-9 13-70 15,5 4 74-15,-1 12-80 0,0 7 73 0,1 10-80 0,2 5 76 16,2 6-73-16,2 15 22 0,2 2 13 0,1 3-11 16,4 3 79-16,0-2-91 0,2 1 84 0,1 1-88 15,3-5 6-15,1 0-12 0,-1-6-6 0,2-5-4 16,-2 1-1-16,1-7-8 0,-3-12 55 0,-1-4-52 15,-1-5 58-15,-2-8-62 0,0-6 67 0,-2 0-53 16,-1-4 79-16,-4-5-68 0,3-5 62 0,-5-9-61 16,2 10 5-16,-2-10 3 0,0 0 1 0,0-11-1 15,-4 1 8-15,-1-5-1 0,3-7 2 0,-4-3-33 16,1-8-27-16,-2-8 21 0,0-3-61 0,1-1 25 16,1-4-45-16,-2-1 33 0,2 0-31 0,-1 1 36 15,4 1-33-15,0 3 52 0,2 7-26 0,0 2 13 16,2 3 10-16,2 2 8 0,0 5 3 0,1 2 1 15,2 3 32-15,2 1-32 0,2 4 39 0,1 2-30 16,1 5 36-16,1 1-30 0,1 4 6 0,1 3 6 0,0 3 34 16,4 4-32-16,-3 2 38 0,4 4-42 0,-2 2 45 15,0 4-36-15,1 1 33 0,-4 1-31 0,0 1 35 16,-3 0-29-16,-1-4 48 0,-1-1-31 16,-3 1 39-16,-2-4-29 0,0 1 48 0,-4-2-26 0,-2 0 44 15,-2 0-15-15,-4 0-10 0,-4-2-10 0,-5 3-10 16,-4-3-8-16,-3-1-40 0,0-1 31 15,-5-2-57-15,-2 1-5 0,0-4-97 0,3 0-63 0,-1-2-17 16,8-1-70-16,-2 0-104 0,5-2-94 0,3-2-115 16,5-2-179-16,3-1-293 0,5 7-694 0</inkml:trace>
  <inkml:trace contextRef="#ctx0" brushRef="#br0" timeOffset="20888.2718">13430 5870 1106 0,'8'-16'913'0,"-2"3"-127"0,0 1-101 16,-2 3-13-16,1 0-76 0,-5 9-60 0,6-14-59 16,-6 14-55-16,3-11-129 0,-3 11 30 0,0 0-91 15,0 0 79-15,0 0-81 0,13 6 19 0,-10 5-5 16,1 3-128-16,3 5-116 0,-1 2 0 0,2 6 0 16,0 0 0-16,-1 3 0 0,1-1 0 15,0 1 0-15,1 1 0 0,-3-1 0 0,1 1 0 0,3-1 0 0,-4-3 0 16,1-4 0-16,1 0 0 0,0-1-18 15,-2-3-485-15,3-1-38 0,-1 0-85 0,0-5-80 16,-1-6-161-16,1 0-695 0,-8-7-1205 0</inkml:trace>
  <inkml:trace contextRef="#ctx0" brushRef="#br0" timeOffset="21088.7251">13354 5881 761 0,'-21'-20'769'0,"3"4"-53"0,3 0-83 0,1 1-22 15,3-1-42-15,2 2-78 0,2 0-60 0,0-1-56 16,5 1-59-16,0 1-54 0,4 1-58 0,4-1-35 16,6-4-44-16,3 4-29 0,8-1-24 0,6 2-45 15,1 1-69-15,3 4-67 0,5 1-70 0,3 4-74 0,-1 2-63 16,-2 2-87-16,0 4-55 0,3 4-54 16,-3 3-122-16,-6 2-536 0,-5 2-780 0</inkml:trace>
  <inkml:trace contextRef="#ctx0" brushRef="#br0" timeOffset="21272.7775">13508 6209 406 0,'-18'14'846'0,"3"1"-182"15,3-5-97-15,1 1-65 0,-1-3-17 0,4-1-30 16,3 0-57-16,5-7-43 0,-8 11-75 0,8-11-11 16,4 11-77-16,-4-11-8 0,17 10-65 0,0-6 5 15,3 1-64-15,2-1-18 0,5 0-79 0,2 0-45 16,5 0-52-16,-1-1-56 0,-3-2-55 0,1 2-37 15,-2-1-45-15,1-2-10 0,-3 0-11 16,2-4-58-16,-2 0-25 0,-2-3-3 0,2-3 0 0,-3-2-284 16,-1-2-224-16</inkml:trace>
  <inkml:trace contextRef="#ctx0" brushRef="#br0" timeOffset="21789.5075">14020 6176 1128 0,'14'-28'265'0,"-3"-6"4"16,-2 2-3-16,1-6 0 0,-2 1 10 0,-2 3 42 16,-1 2 23-16,-1 0 33 0,-2-1-15 0,1 7 66 15,-2-1-12-15,-1 3-36 0,0 4-2 0,0 0-6 16,0 3-15-16,-1 3-63 0,1 2-65 0,0 12-57 15,0-19-37-15,0 19-16 0,0 0-11 0,0 0 13 16,0 0 9-16,5 12 5 0,-1 2-60 0,1 7 80 16,3 2-96-16,0 6-4 0,1 2 2 0,4 6-5 15,0 2-3-15,0 0-14 0,1 0-2 0,-2 0-20 0,1-2-11 16,0-1-7-16,-1 0 64 0,1-2-57 0,-4-5 2 16,0-2-1-16,0-5 0 0,-2-2-14 15,2 0 28-15,-3-4-55 0,-1-2 67 0,0-2-76 0,0 0 74 16,-1-4-64-16,-4-8 80 0,4 14-84 0,-4-14 79 15,0 0-88-15,0 0 63 0,0 0-91 0,0 0 47 16,-4-18-73-16,0 2 22 0,-4-4-36 0,3-2 14 16,-5-6-41-16,3-3 24 0,-4-7 41 0,1-4-40 15,0 1 51-15,-2-3 4 0,3-2 7 0,1 1 11 16,-2-1 7-16,3-2 6 0,1 2 9 16,-1 1 15-16,3 2-8 0,2 8 10 0,0 2 5 0,0 5 15 15,2 3-5-15,2 2-8 0,0 4-2 0,4 3-1 16,-1-1 0-16,6 6-1 0,1 1-3 0,3 5 2 15,1 3 3-15,4 4-1 0,4 6 0 0,3 7 3 0,4 7 1 16,1 5 23-16,4 9 16 0,0 4 11 16,0 1-8-16,-2 2-37 0,-3 1 37 0,-2 0-34 15,-1 2 39-15,-8-8-35 0,0 1 37 0,-3-3-38 16,0-1 36-16,-4-1-6 0,-1-4-4 0,-4-1 10 0,-1 0 2 16,-3-8-2-16,2 2 15 0,-4-2 8 0,-1-2-9 15,-2-1-48-15,-1-1 55 0,-6-2-50 16,1 0 48-16,-4-1-65 0,-4-1 56 0,-3-3-67 0,-2-1 38 15,-5-3-57-15,-1-2-20 0,-5-1-138 0,1-3-161 16,-7-1-126-16,1-4-185 0,-6-2-184 0,1-4-721 16,3-3-1210-16</inkml:trace>
  <inkml:trace contextRef="#ctx0" brushRef="#br0" timeOffset="23873.7493">16942 5875 170 0,'-6'-19'688'0,"-1"-1"-163"16,-2 1-98-16,0 0 11 0,-1-1-26 0,0 1-33 15,-1-2-14-15,1 0-10 0,-1 2-39 0,1-1-8 16,0 1-15-16,0 2 16 0,1 0-2 0,2 3-25 15,1 4-38-15,0 0-47 0,0 3-38 0,2-2-45 16,4 9-27-16,0 0-7 0,0 0 31 0,-8 6 17 0,8 6 3 16,2 6-9-16,2 5-12 0,2 7-57 15,5 9 41-15,-1-1-55 0,3 1-4 0,1 3-1 16,1 0-4-16,2-1-6 0,1 1 0 0,-1-3 36 0,2 2-52 16,-2-2 40-16,2-2-51 0,-3-1 40 0,0-2-51 15,-3-6 43-15,-1-4-66 0,-3-4 35 16,-1-2-39-16,-2-3 50 0,1-2-42 0,1-1 46 15,-7-1-37-15,-1-11 45 0,3 11-49 0,-3-11 46 0,0 0-41 16,0 0 40-16,-12-10-41 0,3-2 36 0,-3-6-40 16,-2-6 4-16,-4-8-5 0,-2-3 4 0,2-2-8 15,-1-4 40-15,-4-9-45 0,3 0 41 0,3 6-2 16,0-11-13-16,0 1-2 0,5 7 1 0,0 1 2 16,4-1-6-16,1 3 6 0,2 1-36 0,0 9 46 15,4 1-35-15,0 6 38 0,2 2-40 0,0 6 38 0,4-1-34 16,-1 3 34-16,3 4-28 0,3 3 25 15,2 2-33-15,3 5 39 0,4 4-38 0,4 6 42 16,4 6-1-16,8 8 1 0,0 6-3 0,7 9-4 16,3 4-3-16,-4 1-9 0,0 3-3 0,0 2-15 0,-3-1-40 15,-1 0 31-15,-2 1-44 0,-4 1 32 16,-1-3-34-16,-9-6 24 0,-2-1-34 0,-2-1 35 16,-5-3-27-16,-4-4 32 0,-5-3-21 0,-5-2 25 0,-5 0-24 15,-5 2 11-15,-7-4-13 0,-5 2-7 0,-6-1 10 16,-2-5 8-16,-4-1-5 0,0-3 18 0,4-5-21 15,-3 0 20-15,1-6-17 0,0 2 11 0,6-4 4 16,-1-1-8-16,3-1 13 0,1-4 3 0,3 1-35 16,2-3 0-16,3 1 2 0,4-1 15 0,2 0 7 15,2 1 4-15,9 6 8 0,-5-11 11 0,5 11 7 16,5-9-2-16,-5 9 31 0,18-10-19 0,-2 6 4 16,5 0 1-16,6-2 4 0,1 4 2 0,8-3-1 15,4 3-3-15,8-3-10 0,2 1-15 0,2 2-26 16,2-3-13-16,1 0-23 0,3 2-11 0,-5-3 6 15,2 0-4-15,-2 0 11 0,-3-2 13 0,-3-2 20 16,-1 0 18-16,-6-3 25 0,-3 0 53 0,-3-3 18 16,-7 1 29-16,-4-1 4 0,-4-1 42 0,-4 0-12 15,-3 1-7-15,-3-2 2 0,-4 1 3 0,-3 2 13 0,-2-1-2 16,-1 2-3-16,-2 2 6 0,-2-2-2 16,-1 1-12-16,0 1-13 0,-1 2-11 0,1 3-16 15,-3 2-11-15,0 2-3 0,9 3-3 0,-17 0 6 16,6 3-12-16,1 2 4 0,1 5-11 0,-1 0-2 0,2 2-9 15,1 4 2-15,2-2-7 0,0 3-1 16,3 0-5-16,2 2 14 0,1-1-22 0,3 1 17 16,3 2-19-16,2-2 22 0,7 2-27 0,2-1 21 0,6-3-43 15,1 0 12-15,5-4-53 0,1-1-16 0,7-1-5 16,-6-3-21-16,1-3-5 0,-4-2-14 16,1-2-1-16,-1-2 18 0,-1-3 19 0,-2-2 20 0,2-4 16 15,-4-3 18-15,1-5-10 0,-4-2 28 0,2-7-13 16,-5-4 32-16,-2-3-2 0,-3-5 5 0,-2-3 23 15,-4-2 12-15,-2-3 26 0,-3-1 2 0,-2-3 22 16,-3 0 1-16,-3 1 22 0,-2 0-18 0,-1 3 37 16,-1 3 8-16,-1 3 43 0,-1 3-32 0,2 8 54 15,0 3-53-15,3 6 15 0,0 2-71 0,1 2 9 16,1 3-64-16,-1 2 20 0,6 12-45 0,-10-7 35 16,10 7-39-16,-11 11 39 0,5 4-8 0,-1 8-13 15,1 7 29-15,3 5 7 0,2 12 14 0,2 0-9 16,3 5-57-16,2 2 55 0,5 10-54 0,-1 2 9 15,3-2-5-15,1 3 64 0,1-1-81 0,1 0 64 0,-1-3-76 16,1-1 64-16,-1-5-74 0,1-1 69 16,-4-10-74-16,0-4-5 0,-2-1 8 0,1-5 0 15,-2-8 1-15,-2-2 2 0,-1-4 1 0,-1-4 6 0,-1-2 1 16,1-1 8-16,-1-2 0 0,-2-3 12 0,-2-10 5 16,5 14-4-16,-5-14-6 0,0 0-2 0,0 0-5 15,0 0 1-15,-3-11-8 0,0-1 52 16,-1-5-101-16,-3-5-1 0,1-9-63 0,-3-6 15 0,1-4-54 15,-2-2 36-15,3-1-22 0,1-1 20 0,2 1 16 16,2 0 42-16,2 5-34 0,2 1 51 0,2 3-25 16,1 1 38-16,1 1 5 0,4 4 3 0,-1 1 5 15,2 3 1-15,1 5 0 0,-1 2 4 0,2 3-2 16,2 4 3-16,-1 1 18 0,2 5-47 0,0 3 48 16,0 2-45-16,2 5 39 0,2 1-33 0,0 4 40 15,-1 2-33-15,-1 1 34 0,0 2-39 0,-1 3 10 16,0 1 0-16,-3-2 2 0,0 0 21 0,-3 1-28 15,-1-1 22-15,-3-3-44 0,0 1 52 0,-3 0-30 16,-2-3 25-16,-3-1-23 0,-2 1 9 0,-3-2-50 16,-5 1 2-16,0-1-13 0,-5-2-3 0,-3-1-6 15,-3 0-18-15,-2-2 20 0,-1-2-4 0,1 1 17 16,1-4 16-16,1 1 9 0,1 1 13 0,3-2 7 0,2 0 8 16,3-1 19-16,1 0-30 0,12 1 10 0,-17-4-28 15,17 4 27-15,-6-7-22 0,6 7 31 16,6-8-24-16,3 2 5 0,3 0-33 0,4 0 3 0,4-2-18 15,2-1 10-15,5 0-11 0,1-1 31 0,1-2-2 16,1 0 26-16,3-3-10 0,-1-2 10 0,0-2 12 16,-2-2 11-16,-1-3 39 0,-2-1 24 0,-2-2 11 15,-3-3 21-15,-3-2 1 0,-2-2 17 0,-4-2-7 16,-2-3 10-16,-3 0-15 0,-4 4 14 0,-2-1-16 16,-2 0 0-16,-1 3 30 0,-2-1-21 0,-1 3 55 15,-1 3-20-15,0 4 35 0,-1 3-57 0,2 4 12 16,0 2-64-16,2 4 15 0,2 11-50 0,-8-13 28 15,8 13-37-15,-12 4 54 0,4 8 10 0,1 5 2 16,-2 8 2-16,0 6-6 0,0 7-2 0,3 5-8 16,1 0-11-16,2 3-46 0,0 2 36 0,3 0-46 15,5 0 3-15,-2 0-3 0,2-3 37 0,1 0-45 16,0-3 37-16,2-1-50 0,-2-7 9 0,1-4-59 16,-1 1 19-16,0-4-62 0,1-4 23 0,-2-2-52 0,-1-4 35 15,0-1-19-15,0-2 60 0,-1-3-16 16,-1-2 57-16,-2-9-35 0,4 13 42 0,-4-13-32 15,0 0 39-15,0 0-32 0,0 0 37 0,-3-10-33 0,0 2 37 16,-2-3-29-16,0-1 33 0,-1-1-29 0,-1-1 7 16,1 0 10-16,-1 0 17 0,2 1 30 0,-1 0 38 15,2 1 22-15,0 2 25 0,2-2-17 0,2 12-26 16,3-23 14-16,4 11-56 0,2 0 27 0,5-1-54 16,4 1 34-16,7 0-48 0,3 1 30 0,4 0-63 15,0 2-21-15,1 1-105 0,0 1-53 0,-1 1-91 16,-1 1-107-16,-6 1-137 0,-1-1-117 0,-5 2-871 15,-2-1-1168-15</inkml:trace>
  <inkml:trace contextRef="#ctx0" brushRef="#br0" timeOffset="26691.5526">19811 5904 228 0,'-5'-13'600'0,"1"0"-170"0,-1-2-4 16,-1 0-7-16,0 1-2 0,0-3-16 0,0 2 21 16,1-2-23-16,0 2-17 0,0-1-6 0,0 1-28 15,1 1-9-15,0 3-24 0,1 0-42 0,0 1-59 16,3 10-47-16,-4-15-45 0,4 15-35 0,-4-11-21 16,4 11-11-16,0 0-7 0,0 0-7 0,0 0 0 15,-2 17-6-15,3-5-3 0,1 3-4 0,-1 2-5 16,2 2-36-16,-1-1 37 0,2 6-35 0,0 0 35 15,-1-1-32-15,0 0-4 0,0 2 8 0,2-3 3 16,-1 1 30-16,-1-2-36 0,2 1 33 0,-2-5-52 16,0-1 9-16,1 0-56 0,-1-2 33 0,0-2-47 15,-1-2 34-15,1-1-25 0,-3-9 47 0,4 16-12 16,-4-16 25-16,5 10-40 0,-5-10 8 0,0 0-30 16,15-4 6-16,-5-3 8 0,0-2-6 0,4-6 9 15,0-2-2-15,3-6-1 0,1 1 36 0,3-7-34 16,0 2 10-16,-1-1 9 0,-2 5 7 0,-2 1 9 15,0 3 7-15,-4 3 2 0,1 1 2 0,-4 3-2 0,-1 3 0 16,-1 0 0-16,1 2 0 0,-8 7 5 16,12-7 2-16,-12 7 6 0,0 0 5 0,20 3 8 15,-20-3 10-15,15 10 6 0,-8-3 1 0,3 4 21 16,-1 0 2-16,4 2 9 0,1-1 1 0,1 2 13 16,2 0-23-16,3 3 4 0,1-3-7 0,3 1-9 15,1-1-3-15,3-1-5 0,1-1-4 0,1-1-2 0,2-2-12 16,1 0 2-16,1-2-16 0,0 0-4 0,-1-3-31 15,-3-1 24-15,-1-2-2 0,-1-1 13 0,-1-4-6 16,-1 0 19-16,-2-5-17 0,2-1 6 0,-1-5-4 16,-3 0 12-16,-4-3-8 0,-2-3 24 0,-1-1 3 15,-4 1-4-15,-3-1 5 0,-3 0 16 0,-1 0 3 16,-2 3-2-16,-1 1 8 0,-1 0 10 0,-1 3-3 16,-2-2-19-16,-1 4-5 0,-1-1-11 0,-2 3-5 15,-3 2-4-15,1 4-1 0,-3 0 2 0,-3 6 4 16,-1 3 0-16,-5 1-1 0,-1 4 4 0,-1 3-4 15,-1 2-5-15,1 2 2 0,2 0-2 0,3 1-31 16,2 3 38-16,3-2-33 0,2 1 37 0,3 1-37 16,2 0 42-16,2-4-38 0,2 4 9 0,2-3-2 15,2 1 2-15,3 0 32 0,4 1-49 0,3-3 18 16,3 0-54-16,5 0 6 0,2-1-52 0,1-3 4 16,-1-4-19-16,3 0-7 0,-2-3 12 0,0-1-4 15,-2-3 21-15,-1-1 1 0,0-2 30 0,-1-3 1 16,1-3 30-16,-2-2-7 0,-1-2 22 0,-3-2-3 15,-1-3 13-15,-3-1 20 0,-1-1 19 0,-2-1 21 16,0 0 8-16,-3-1 1 0,-2 3 14 0,0 1 13 16,-2-1 6-16,0 3 3 0,0 1-5 0,-1 1 5 15,0 1-9-15,1 12-20 0,-2-21-7 0,2 21-19 16,-1-15-15-16,1 15-8 0,0 0-2 0,-3-11-5 16,3 11 0-16,0 0-10 0,0 0 5 0,-5 7-4 15,5-7-3-15,0 13 2 0,0-13 6 0,2 18-6 16,1-8-2-16,0 2-31 0,2 1-57 0,0-1-21 15,2 1-28-15,0-2-33 0,1 1-11 0,0-1-60 16,2-1-27-16,2 0-19 0,0-2-24 0,2 0 9 16,0-3 8-16,2-1-17 0,-2-1 53 0,2-1 31 15,-2-4 26-15,4-1 38 0,-3-2 17 0,1-3 72 16,0-2 0-16,0-3 68 0,-1-1 17 0,-1-2 77 16,-2 0-14-16,-1 0 111 0,0 0 29 0,-3 1 28 0,-2 3 20 15,0-1 27-15,0 1-4 0,-1 2-24 16,-1 2-37-16,-4 8-31 0,6-16-36 0,-6 16-29 15,5-11-35-15,-5 11-19 0,0 0-8 0,6-9-14 0,-6 9-3 16,0 0 11-16,0 0-4 0,8 11 11 0,-8-11 2 16,5 15-6-16,-3-5-12 0,1 1-3 15,-1-1-27-15,2 3 25 0,1 3-35 0,-1-2 27 16,1 1-39-16,-1 0 38 0,1 0-38 0,-1-1 22 0,1 0-25 16,-1 0 23-16,0-2-40 0,1-1 6 0,-2-2-48 15,0 1-5-15,-3-10 9 0,7 15 8 0,-7-15 10 16,4 13 5-16,-4-13 19 0,6 9 6 15,-6-9-1-15,0 0-4 0,11 3 4 0,-11-3-2 16,8-4-1-16,-8 4-5 0,9-8 6 0,-9 8-3 0,12-13 5 16,-7 7-1-16,1-1 3 0,0 0 3 0,0 1-2 15,1 0 3-15,-1-2 2 0,-6 8 6 0,10-11-10 16,-10 11 4-16,9-12 2 0,-9 12 1 16,8-7-3-16,-8 7-1 0,7-6-7 0,-7 6 7 0,0 0-2 15,8-6 1-15,-8 6-1 0,0 0 1 0,0 0 4 16,12 4 1-16,-12-4-2 0,6 7 2 0,-6-7 6 15,6 9-7-15,-6-9 5 0,7 12-2 0,-7-12 0 16,9 13 0-16,-9-13-1 0,7 13 1 16,-7-13-5-16,8 13 2 0,-8-13 1 0,7 11-6 0,-7-11 7 15,7 9-3-15,-7-9 6 0,7 8-2 0,-7-8 1 16,9 4 6-16,-9-4-5 0,0 0-2 0,17-3 0 16,-17 3 1-16,15-7-5 0,-7 2 4 0,1-2-1 15,-2 0 6-15,0 0 4 0,1 0-3 0,-2-1 3 16,1 1 14-16,-1 1 11 0,-6 6 25 0,11-14 28 15,-11 14 4-15,9-11-10 0,-9 11-16 0,7-8-13 16,-7 8-14-16,6-6-14 0,-6 6-7 0,0 0-11 16,7-7 1-16,-7 7-6 0,0 0-2 0,0 0 3 15,13 2-1-15,-13-2 1 0,10 6 1 0,-10-6-33 16,13 7 44-16,-4-1-30 0,2-1 39 0,3 0-32 16,3 0 32-16,2-2-37 0,3 1 34 0,4-1-32 15,1 0 32-15,2-1-34 0,-1-1 29 0,2 0-38 16,0-2 27-16,0 0-35 0,0-2 32 0,2-3-32 15,0-1 38-15,-1-2-1 0,-1-3-2 0,-1-1 4 16,-2-3-6-16,1-5 1 0,-3-3-2 0,-2 1 12 16,-4 1 17-16,-3-1 17 0,-2 0 25 0,-5 1 11 15,0 3 1-15,-2-1-1 0,-4 3-3 0,-1 2-17 16,-2 1-10-16,-4-1-18 0,-4 2-9 0,-1 3 0 16,-5 2-10-16,-5 2 0 0,-3 5 2 0,-5 2 6 15,-5 6-4-15,0 4 9 0,-4 3-4 0,4 4 5 16,2 2 12-16,4 2 14 0,6-3 7 0,2 3 5 0,7 1-22 15,3-1 58-15,4 0-72 0,5-2 62 16,6 2-74-16,6 3 0 0,9 1-4 0,7-1-2 16,5-1-4-16,5-4-25 0,4 2-56 0,3-4-69 15,-2-2-90-15,4-1-95 0,-2-3-76 0,0-1-158 0,-5-3-163 16,-6-4-964-16,-8-3-1359 0</inkml:trace>
  <inkml:trace contextRef="#ctx0" brushRef="#br0" timeOffset="28191.0787">24462 5622 223 0,'-8'-27'739'0,"-1"-1"-165"0,-1 1-55 16,1 1-10-16,2 4-36 0,-1-1-12 0,0 2-18 15,2 2 11-15,1 4-71 0,1-1 10 0,-2 2-85 16,2 3-19-16,0 1-95 0,0 1-10 0,4 9-82 15,-6-12 13-15,6 12-44 0,0 0 46 0,-6 9-42 16,3 1 31-16,1 5-16 0,0 3-14 0,1 6-3 16,1 2-7-16,-2 2-11 0,4 1-8 0,-2 5-10 15,2-2-1-15,2 3-14 0,1-3-36 0,0-2 35 16,0 3-38-16,3-2 39 0,-2-2-36 0,1-2 33 16,-1-4-50-16,-1-2 23 0,1-4-43 0,-2-2 7 15,0-1 9-15,-1-2 6 0,0-1 14 0,0-2 7 16,-3-9 4-16,4 11 1 0,-4-11 19 0,0 0-45 15,0 0 40-15,2-10-50 0,-2 10 42 0,0-28-7 16,0 8-18-16,-1-8-5 0,0-7-2 0,2-4-9 16,0-8-5-16,0-2 4 0,2-2-38 0,3 0 59 15,-1 1-36-15,1-2 46 0,1 4-3 0,-1 0 7 16,2 4 5-16,0 4 2 0,-2 8 1 0,0 3 3 16,1 5-6-16,-2 4-6 0,0 3-5 0,0 3-3 15,1 1 1-15,0 6-2 0,-6 7 7 0,17-6 8 16,-17 6 16-16,18 8 6 0,-6 0-3 0,1 6-37 15,1 1 43-15,1 6-33 0,3 2 35 0,-4 2-39 16,2 1 40-16,2 4-8 0,0-1-4 0,-2-1-3 16,-3-3-4-16,0 0-13 0,1 1-8 0,-2-2-9 15,-1-3-13-15,-1-2-7 0,-3-2 4 0,-1-3-23 16,1 0 8-16,-2-3 14 0,0-1 9 0,-1-2 7 16,2 0 10-16,-6-8 0 0,5 9 3 0,-5-9 1 15,0 0-28-15,9-5-3 0,-5-3-5 0,0-3 2 16,1-4-11-16,2-6-33 0,3-6 21 0,-1 1 1 15,3-5 16-15,2-2 4 0,0-2 9 0,1 2 8 16,-3 5 4-16,1 1 8 0,-2 2 6 0,-2 5 21 16,1 1 25-16,-2 2 2 0,-1 4-8 0,-1 0-18 15,-1 3-9-15,0 2-14 0,0 0 10 0,-5 8-12 16,10-6 11-16,-10 6-6 0,11 2 4 0,-3 4-2 16,0 5-10-16,1 0 18 0,5 6-12 0,-1 5 23 15,3 1-31-15,4 5 35 0,1 3 10 0,3 1-17 16,0 1-11-16,2 1-1 0,3-1-19 0,2-2-29 15,0 0-29-15,1 0-20 0,2-3-22 0,4-2-27 16,-2-2-21-16,2-2-29 0,0-1-27 0,3-4 6 16,-3-1-23-16,2-3 29 0,0-4-8 0,-5-4 64 15,0-3-22-15,-3-2 76 0,2-4-21 0,1-3 66 16,-3-3-26-16,2-7 72 0,-1-2 2 0,-2-3 60 16,-4-1 22-16,-2-1 47 0,-2-1 11 0,-6 3 38 0,-2 0 26 15,-3 5-10-15,-3-1-21 0,-1 2-25 16,-4 0-9-16,-4 3-29 0,0 0-7 0,-4 0-30 15,-6 2 9-15,-1 2-22 0,-5 1 6 0,-4 3-4 0,-5 2 3 16,1 2-7-16,-4 5-3 0,-3 1-4 0,0 3-6 16,1 2 2-16,1 4-10 0,5 0 0 0,-1 4-3 15,2 0-7-15,5 2-6 0,3 0 1 0,4 0-3 16,0 2-4-16,6-3 4 0,3-1-11 0,4 1-20 16,3 0-18-16,6 0-15 0,0-2-25 0,7 3-15 15,2-5-11-15,3 0-11 0,0-1 6 0,0-6 6 16,0 1 9-16,0-4 16 0,2-1 17 0,-6-3 13 15,2-3 9-15,-1-4 20 0,0-2 14 0,0-3 47 16,1-7 19-16,-4-2 10 0,0-3 21 0,2-8 1 16,-3 1 17-16,-5 2-5 0,1-1 20 0,-5 1 48 15,1 0-29-15,-3 6 45 0,2 0-37 0,-2 4 31 16,-1 3-56-16,-2 1 5 0,2 1-77 0,-1 3 13 16,-3 10-53-16,4-12 38 0,-4 12-51 0,0 0 37 15,14 11-42-15,-10 2 39 0,5 7-6 0,0 8-3 16,3 10-6-16,1 2 8 0,1 6 2 0,1 9-8 15,1 3-38-15,-1 2 31 0,-1 2-40 0,-1 0-19 16,0-2 20-16,1 1-57 0,-3-2 20 0,-1-10-32 16,-3-2 19-16,-1-1-16 0,-1-2 38 0,-1-9-13 15,0-1 28-15,-4-7-7 0,0-2 27 0,0-4-8 16,-2-3 44-16,-2 0 13 0,-1-3 60 0,-1-2-20 16,-1-3 64-16,-3-5-66 0,0 1 26 0,-3-5-43 15,-4-2 24-15,-1-2-47 0,-4-5 28 0,-3-2-47 0,-2-5 33 16,-4-4-40-16,2-1 31 0,1-5-47 0,1 0 32 15,4 0-51-15,0-3 20 0,7 4-57 16,2 0-32-16,4-1-18 0,2 3-6 0,6 2-52 0,4-2-25 16,6 1-23-16,5-4-34 0,2 1-25 0,12-1-45 15,3 0-37-15,5 1-20 0,4 1-99 0,10-5-103 16,3 2-380-16,0-1-553 0</inkml:trace>
  <inkml:trace contextRef="#ctx0" brushRef="#br0" timeOffset="28557.8328">26906 5472 721 0,'-2'-20'588'0,"0"2"-74"0,-3-5-12 16,0 3 0-16,-1-2-11 0,1 1-32 15,-1 2 22-15,0 1-11 0,4 3-12 0,-2 0-14 0,2 2-50 16,-1 2-80-16,1 1-79 0,2 10-52 0,-2-16-45 16,2 16-26-16,7-9-21 0,-7 9-21 0,18 1-11 15,-3 8-55-15,6 6 42 0,6 6-44 0,0 5 39 16,0 5-7-16,1 1-4 0,2 3 5 0,1 7-7 0,-6-7-7 15,0 1-6-15,0-1-9 0,-5-1 2 16,0-1-7-16,0-1 5 0,-6-6-7 0,0-2-37 16,-4-4 45-16,-1-1-36 0,1-2 41 0,-4-3-16 15,-1-5 30-15,1 4-27 0,-2-3 81 0,-4-10-27 0,3 11 82 16,-3-11-68-16,0 0 101 0,0 0-83 0,-11-2 43 16,6-6-128-16,-3-2 0 0,3-4 0 0,0-1 0 15,1-3 0-15,4-3 0 0,4-5 0 0,6-3 0 16,9-8 0-16,12-6 0 0,9 2 0 0,4 1 0 15,8 2 0-15,5 0 0 0,0 5 0 0,6 3 0 16,1 1-120-16,-1 5-100 0,0 2-28 0,-3 4-36 16,-9 4-59-16,-4 3-58 0,-6 1-93 0,-7 3-101 15,-8 3-59-15,-5 1-134 0,-4 1-491 0,-17 2-885 16</inkml:trace>
  <inkml:trace contextRef="#ctx0" brushRef="#br0" timeOffset="30675.7488">6353 7549 149 0,'-15'-4'559'0,"1"0"-128"16,2 1-85-16,-1-1-47 0,-3-1-25 0,2 1 3 15,-1 1-14-15,1-2 4 0,-1 1-12 0,1 1-16 16,-1-2-9-16,1 3-26 0,1-2-19 0,2 0-24 16,0 2-18-16,11 2-12 0,-19-5-22 0,19 5-24 15,-14-3-20-15,14 3-18 0,0 0 0 0,0 0 9 0,0 0 14 16,0 0 5-16,8 6-2 0,13 0-1 0,13-2 0 16,14 2-20-16,8 0-1 0,19-3-12 0,5 0-3 15,5-2-12-15,4 1-3 0,2 0-11 16,-3-1 1-16,-2-1-10 0,-4 2 0 0,-7-1-24 0,-16 0-5 15,-5 1-28-15,-11-1 2 0,-4 1-45 0,-9-2 30 16,-2 1-9-16,-6 0 37 0,-3-1-10 0,-4 0 30 16,-15 0-18-16,20 2 27 0,-20-2-16 0,0 0 22 15,0 0-13-15,0 0 3 0,-13-6 0 0,0 5 4 16,-2 0 0-16,-3-1 6 0,-1-1 2 0,1 2 2 16,-1-1-1-16,1-1 2 0,0 0-1 0,3 0-4 15,1 1 10-15,1 1-4 0,0-2 0 0,2 2 0 16,11 1 0-16,-20-3 1 0,20 3-4 0,-14-2-1 15,14 2-13-15,-14-2-16 0,14 2-25 0,0 0-15 16,-14-2-9-16,14 2-22 0,0 0-13 0,0 0-13 16,0 0-22-16,0 0-25 0,-11 2-29 0,11-2-45 15,0 0-50-15,0 0-62 0,7 11-476 0,-7-11-381 16</inkml:trace>
  <inkml:trace contextRef="#ctx0" brushRef="#br0" timeOffset="31525.6806">7025 7613 524 0,'0'0'519'0,"0"0"-92"0,0 0-28 0,0 0-4 0,0 0-39 15,-10-5-35-15,10 5-7 0,0 0-44 0,0 0 10 16,0 0-40-16,-7-5-2 0,7 5-47 0,0 0-18 15,0 0-33-15,0 0-12 0,0 0-32 0,0 0-9 16,-8-7-16-16,8 7 0 0,0 0-19 0,0 0-1 16,0 0-13-16,0 0-1 0,0 0-10 0,0 0-4 15,0 0-8-15,0 0 5 0,0 0 0 0,0 0-10 16,0 0-6-16,0 0-1 0,0 0 1 0,0 0 6 16,0 0-6-16,0 0 4 0,0 0-4 0,0 0 10 0,-7-5 10 15,7 5-20-15,0 0 5 0,0 0 5 16,0 0 2-16,0 0-9 0,0 0 14 0,0 0-8 15,0 0 13-15,0 0-13 0,0 0 15 0,0 0-16 16,0 0 20-16,0 0-24 0,0 0 10 0,0 0-16 16,0 0 11-16,0 0-20 0,0 0 23 0,0 0-19 15,0 0 14-15,0 0-12 0,0 0 10 0,0 0-9 16,0 0 8-16,0 0-19 0,0 0 21 0,0 0-18 0,0 0 16 16,0 0-19-16,0 0 18 0,0 0-32 0,0 0 39 15,0 0-20-15,0 0 16 0,0 0-18 0,0 0 17 16,0 0-12-16,0 0 10 0,0 0-20 0,0 0 20 15,0 0-14-15,0 0 19 0,0 0-20 0,0 0 17 16,0 0-13-16,0 0 21 0,0 0-9 0,0 0 25 16,0 0-16-16,0 0 39 0,0 0-29 0,0 0 49 15,0 0-37-15,0 0 44 0,0 0-32 0,0 0 37 16,0 0-31-16,0 0 37 0,0 0-29 0,0 0 36 16,0 0-40-16,0 0 28 0,0 0-35 0,0 0 33 15,0 0-39-15,0 0 30 0,0 0-44 0,0 0-3 16,0 0-3-16,0 0-7 0,0 0-4 0,0 0-6 15,0 0-7-15,0 0-3 0,0 0 27 0,0 0-39 16,0 0 36-16,0 0-33 0,0 0 43 0,7 9-39 16,0-2 42-16,-1 4-26 0,2 0 51 0,3 4-38 15,1 1 50-15,3 5-51 0,2 1 64 0,0 1-70 16,3 6 74-16,1 1-82 0,-1 2 69 0,1 0-77 16,-1 1 75-16,-2 3-84 0,-1-1 68 0,1 0-79 0,-1 2-1 15,-3-1 5-15,0 0 2 0,-2-1 8 0,-2-6-10 16,-3 3-1-16,-2-3-6 0,-1-2 0 0,-2-2-1 15,0-2-4-15,-3-1 67 0,2-3-75 0,-3 2 58 16,-2-4-51-16,-1 3 62 0,-2-4-66 0,-2-2 64 16,-3 1-52-16,-2-2 42 0,-2-3-57 0,-5 0 66 15,-1-5-67-15,-5 0 67 0,-2-2-64 0,-2-3 48 16,-7-3-60-16,1 0 4 0,-1-3 5 0,0 1 8 16,-7-5 0-16,7-1 12 0,2-2 0 0,6 1-2 15,3-1 1-15,2 1 3 0,5-1-10 0,1 1-12 0,5-2-37 16,0 1 0-16,5 1-81 0,3 1-25 0,4-1-79 15,3 0-32-15,5-2-31 0,4 2-101 16,6 0-85-16,4-1-50 0,7 2-184 0,2 1-500 16,3 0-850-16</inkml:trace>
  <inkml:trace contextRef="#ctx0" brushRef="#br0" timeOffset="31779.6494">7779 8136 1349 0,'0'0'870'0,"-2"-16"-180"16,2 16-112-16,0 0-60 0,-5-11-77 0,5 11-8 15,0 0-68-15,0 0-8 0,-4-10-92 0,4 10-12 16,0 0-82-16,0 0 13 0,0 0-56 0,0 0 20 16,-5 10-59-16,5-10 18 0,2 17-53 0,-1-5 20 15,1-1-47-15,0 1-9 0,2 2-10 0,1 0-42 16,-1 0-57-16,1 1-71 0,0-2-61 15,0 1-48-15,0-2-101 0,1 0-89 0,-1-2-63 0,-1-1-124 16,1 0-139-16,-5-9-325 0,7 9-729 0</inkml:trace>
  <inkml:trace contextRef="#ctx0" brushRef="#br0" timeOffset="31961.185">7730 7759 1029 0,'-6'-29'737'0,"-1"2"-98"0,0 2-62 0,3 2-44 0,-1 1-37 16,0 2-78-16,1-1-18 0,0 4-67 16,1 1-4-16,0 2-64 0,1 3-60 0,-1-1-55 0,3 12-114 15,-1-15-1-15,1 15-67 0,5-8-17 0,-5 8-69 16,15 1-56-16,-3 2-56 0,5 7-93 0,-1 2-42 16,5 2-41-16,0 4-83 0,-1 3-116 0,4 4-453 15,-1 0-674-15</inkml:trace>
  <inkml:trace contextRef="#ctx0" brushRef="#br0" timeOffset="32559.9958">8131 7884 511 0,'0'0'762'0,"0"0"-107"16,0 0-60-16,0 0-69 0,8-5-43 0,-8 5-32 16,0 0-71-16,0 0-45 0,0 0-78 0,0 0-1 15,0 0-92-15,0 0 35 0,11 3-5 0,-11-3-5 16,6 10-4-16,-6-10-12 0,10 15-31 0,-4-6-29 15,2-1-14-15,0 4-21 0,1 2-14 0,0-1-12 16,1 2-45-16,-1 1 33 0,1-1-41 0,-1-2 38 16,0 0-45-16,-1 1 27 0,-1-3-46 0,1 0 31 15,-2-2-47-15,0-1 24 0,-1 1-46 0,0-3 44 0,-5-6-29 16,10 12 48-16,-10-12-30 0,8 7 37 0,-8-7-42 16,0 0 39-16,17-3-38 0,-17 3 40 15,13-12-37-15,-5 5 34 0,1-5-31 0,0 2 33 0,0-2-32 16,-1-1 38-16,1 3-32 0,-1-2 41 0,0 0-39 15,0 0 41-15,-2 5-34 0,0-1 51 0,-1 0-39 16,-5 8 33-16,9-12-47 0,-9 12 42 16,10-9-33-16,-10 9 49 0,0 0-39 0,15-2 39 0,-15 2-36 15,13 5 47-15,-13-5-19 0,14 9-3 0,-7-3-6 16,0 1-4-16,1 0-4 0,0 1 1 0,-1-1-7 16,3 3-31-16,-3-2 36 0,0 0-40 0,0 0 40 15,-1-1-39-15,1 0 43 0,-1 1-44 0,-6-8 37 16,11 10-42-16,-11-10 38 0,9 10-33 0,-9-10 43 15,9 9-36-15,-9-9 40 0,0 0-39 0,13 4 38 16,-13-4-42-16,12-8 40 0,-12 8-4 0,13-11-5 16,-6 0-4-16,2 0-5 0,-1-1-2 0,1-2-2 15,-2 0 2-15,2 0 5 0,-1-2-5 0,-1 3 6 0,0-2 9 16,1 2 20-16,-3 0-15 0,1 1 60 0,-1 3-28 16,0 0 42-16,-5 9-55 0,9-15 33 15,-9 15-60-15,8-11 42 0,-8 11-41 0,12-4 56 16,-12 4-51-16,17 3 56 0,-5 0-63 0,3 2 49 0,-1 3-61 15,5 1 55-15,0 0-62 0,2 1 43 0,1 0-87 16,2 2 1-16,1-1-96 0,0 3-40 0,1-1-56 16,2 0-14-16,0 0-61 0,1-1-132 0,-1 1-97 15,-4 1-70-15,-1 0-227 0,-6-2-421 0,-5-3-873 16</inkml:trace>
  <inkml:trace contextRef="#ctx0" brushRef="#br0" timeOffset="34062.098">6796 9156 535 0,'0'0'408'0,"0"0"-78"0,0 0-75 0,0 0-35 16,0 0-14-16,0 0-5 0,0 0-15 0,-7 7-15 16,7-7 7-16,0 0-18 0,0 0-2 0,0 0-20 15,0 0 2-15,0 0-15 0,0 0 10 0,0 0-16 16,0 0 15-16,0 0-23 0,0 0 13 15,-6 6-18-15,6-6 18 0,0 0-35 0,0 0 14 0,0 0-28 16,0 0 18-16,0 0-27 0,0 0 17 16,0 0-26-16,0 0 15 0,0 0-21 0,0 0 14 0,0 0-20 15,0 0 11-15,0 0-21 0,0 0 7 0,0 0-8 16,0 0 8-16,0 0-18 0,0 0 11 0,0 0-19 16,0 0 0-16,0 0 0 0,0 0 2 0,0 0-15 15,0 0 11-15,0 0-7 0,0 0 4 0,0 0-17 16,0 0 6-16,0 0-1 0,0 0 12 0,0 0-18 15,0 0 19-15,0 0-17 0,0 0 11 0,0 0 7 16,0 0-6-16,0 0-12 0,0 0 14 0,0 0-10 16,0 0 5-16,0 0-6 0,0 0 11 0,0 0-11 15,0 0 8-15,0 0-10 0,0 0 8 0,0 0-12 16,0 0 8-16,0 0-3 0,0 0 11 0,0 0-9 16,0 0 7-16,0 0-11 0,0 0 11 0,0 0-2 0,0 0 3 15,0 0-11-15,0 0 8 0,0 0-10 16,0 0 12-16,0 0-16 0,0 0 12 0,0 0-5 15,0 0 9-15,0 0-8 0,0 0 11 0,0 0-9 16,0 0 9-16,0 0-8 0,0 0 6 0,0 0-14 0,0 0 12 16,0 0-9-16,0 0 6 0,0 0-6 0,0 0 4 15,-9-3 7-15,9 3-2 0,0 0 1 16,0 0-2-16,0 0-8 0,0 0-5 0,-9-5 13 0,9 5 1 16,0 0 0-16,0 0-5 0,0 0 1 0,0 0-3 15,0 0-3-15,-11-6 7 0,11 6 4 0,0 0-5 16,0 0 0-16,0 0-1 0,0 0 0 0,-9-4-8 15,9 4 10-15,0 0 3 0,0 0-2 0,0 0 0 16,-9-2 2-16,9 2-2 0,0 0-4 0,0 0 8 16,0 0 1-16,-12-5 1 0,12 5 2 0,0 0-1 15,0 0 11-15,0 0-7 0,0 0 4 0,-11-3 3 16,11 3 2-16,0 0-7 0,0 0 10 0,-9-3-7 16,9 3-2-16,0 0 3 0,0 0 5 0,-12-4 11 15,12 4 3-15,0 0 0 0,0 0-10 0,-10-4 4 0,10 4 2 16,0 0 1-16,0 0-1 0,-12-4-7 15,12 4 3-15,0 0-19 0,-11-2 8 0,11 2-2 16,0 0 11-16,0 0 3 0,-11-5 14 0,11 5-10 0,0 0 1 16,0 0-3-16,0 0 16 0,0 0 21 0,0 0 8 15,0 0 6-15,23-3-1 0,0 0 6 0,13 0-20 16,11 0-11-16,8-1-10 0,6 0-13 0,15-2 30 16,1 0-46-16,-2 0-5 0,1 1-6 0,-2 3 1 15,-12-3 3-15,-3 2 22 0,-3 1-62 0,-6 1-5 16,-10-1-85-16,-8 1-32 0,-3 1-71 0,-5-1 17 15,-4 2 6-15,-5 0-39 0,-15-1-22 0,17 3-63 16,-17-3-13-16,0 0-16 0,-9 10 51 0,-1-8 27 16,-6 3 20-16,-3-1 26 0,-4 0 18 0,-1 1 42 15,-3 0 9-15,1-1 52 0,0 1-1 0,3 0 36 16,-1-1 3-16,4-1 28 0,3 1-3 0,-1 0 31 16,4-1 3-16,0 0 37 0,4 1 23 0,1 1 33 15,0 1 33-15,9-6 27 0,-9 14 0 0,9-14 31 16,0 19 19-16,3-6 4 0,3 1 6 0,4 3 25 0,0 0-18 15,2 3-15-15,3 1-15 0,2 1 2 0,0 0-33 16,1 1 1-16,-1 1-39 0,0-2 7 16,-2 1-60-16,1 0 33 0,-3-1-56 0,-3-3 26 0,1-2-41 15,-3 1 27-15,-2-3-38 0,-2 0 37 16,-1-1-33-16,-3-1 43 0,-2-1-59 0,-4 1 3 0,-2-1 31 16,-8 0-41-16,-2-2 36 0,-7 1-34 0,-5-3 28 15,-5 0-35-15,-9-2 34 0,-3-2-32 0,-3-1 32 16,0-3-33-16,-1-1 32 0,1-2-31 0,3-1 28 15,2-2-32-15,9-1 29 0,3-1-40 0,3 0-5 16,6 1-75-16,5-3-42 0,6 1-20 0,4-2-71 16,7 3-44-16,4-3-51 0,8 1-69 0,10-2-82 15,8-1-183-15,11-2-373 0,5 1-656 0</inkml:trace>
  <inkml:trace contextRef="#ctx0" brushRef="#br0" timeOffset="34793.3326">7741 9528 458 0,'-10'4'757'0,"10"-4"-147"0,-13-6-37 0,4 1-42 15,1-2-23-15,1 0-43 0,-1-1-32 0,-1-3-85 0,2 2 17 16,1-2-64-16,0 1-9 0,2 1-72 16,0-1-7-16,4 10-80 0,-2-15 5 0,2 15-65 15,7-17 16-15,-1 10-54 0,4 1 27 0,1 1-69 0,4 2 18 16,-2 0-48-16,3 3 17 0,-1 1-41 0,2 3 28 15,0 0-40-15,-1 1 21 0,-1 1-23 0,0 3 36 16,-3-2-20-16,-1 2 34 0,-1 0-25 0,-3 0 46 16,-2-1-32-16,-5-8 34 0,5 17-21 0,-5-17 24 15,-6 17-20-15,0-9 25 0,-3 0-24 0,-1 0 29 16,-3-1-26-16,-2-1 27 0,0 0-25 0,0-1 26 16,0-2-23-16,2 1 24 0,-1-3-28 0,3 1 28 15,11-2-30-15,-21 0-6 0,21 0-30 0,-16-6-21 16,16 6-23-16,-11-12 2 0,11 12 5 0,1-18-35 15,4 4-41-15,4-1-22 0,4-3-11 0,5-5-10 16,6-3-18-16,3 0-1 0,1-3 7 0,2 1 31 16,0 0 34-16,0-1 8 0,0-1 44 0,-2-1 18 15,-1 1 27-15,-3-2 27 0,-2 1 25 0,-4 1 57 16,-2-3 42-16,-5 6 33 0,-3-2 36 0,-1 6 40 16,-4-2-5-16,-1 3 36 0,-2 3-16 0,0 0-2 0,-3 2 2 15,0 2-34-15,-2 1 21 0,2 2-40 16,-1 3-29-16,4 9-15 0,-8-13 10 0,8 13 35 0,0 0-5 15,-16 6 0-15,11 3 1 0,1 1-39 0,1 5 38 16,-1 3-36-16,3 4 42 0,1 4-49 0,1 1 4 16,3 7-6-16,3 5-14 0,3 2-10 15,0 0-10-15,2 3 58 0,1-1-108 0,0-2 74 0,3 0-97 16,-3-1 69-16,3-1-46 0,-1-2-39 0,-2-3-12 16,0-4-5-16,-2-4-12 0,0 1-5 0,-3-6-8 15,0-4-3-15,-1-2 1 0,-1-2 0 0,-1-3 9 16,0 1 5-16,-1-2 9 0,-4-9-24 0,8 8 32 15,-8-8-57-15,0 0 42 0,15-3-50 0,-10-5 40 16,2-1-37-16,-2-4 37 0,2-2-36 0,-2-1 48 0,0-5-28 16,-1 0 45-16,1 2-28 0,-2 0 42 15,0 2-26-15,1 1 53 0,-2 4-15 0,1 0 47 16,-2 0-41-16,2 1 39 0,-3 11-55 0,3-15 36 0,-3 15-43 16,4-11 46-16,-4 11-22 0,0 0 42 0,0 0-47 15,14 3 40-15,-14-3-49 0,15 11 40 16,-5-4-46-16,1 3 40 0,1-1-37 0,5 1 37 15,-1 2-66-15,4-1 13 0,3 2-77 0,3-1 7 0,1 1-125 16,3-2-73-16,0-2-44 0,1 2-94 0,0-2-56 16,-2 1-19-16,0-2-18 0,-4-2-33 15,-1 0-93-15,-5-3-372 0,2-1-623 0</inkml:trace>
  <inkml:trace contextRef="#ctx0" brushRef="#br0" timeOffset="35160.2255">8943 9435 715 0,'-1'-13'745'0,"-1"1"-98"16,-1 1-53-16,1 0-2 0,-1-1 14 0,0 4-42 15,0-3 25-15,0 3-61 0,3 8-36 0,-4-15-39 16,4 15-55-16,-5-12-91 0,5 12-7 0,-3-9-63 16,3 9-38-16,0 0-25 0,0 0-123 0,0 0-51 15,0 0 0-15,0 0 0 0,7 6 0 0,-7-6 0 16,9 18 0-16,-2-6 0 0,-1-1 0 0,2 3 0 16,-2-1 0-16,1 0 0 0,0 1 0 0,-1 0 0 0,2 1 0 15,-2-2 0-15,-1-1 0 0,1 1 0 16,-3-4 0-16,1 0 0 0,1-1 0 0,-5-8 0 15,6 14 0-15,-6-14 0 0,6 9 0 0,-6-9 0 0,0 0 0 16,0 0 0-16,17-6 0 0,-11-1 0 0,2-6 0 16,2-3-1-16,1-1-103 0,-1-1 11 0,2-3 15 15,0 3 18-15,-1 0 11 0,-1 1 10 0,0 3 19 16,-2 2 16-16,-1 1 8 0,-1 1-1 0,1 3-1 16,-1 1 2-16,-6 6 12 0,13-8 21 0,-13 8 30 15,15 0-15-15,-4 2-9 0,2 3-2 16,1 2-12-16,3 3-6 0,1 0-12 0,3 2-59 0,3 3-26 15,0 1-1-15,7 2-165 0,2 1-51 0,2 1-81 16,0 0-107-16,0 3-114 0,-2-1-60 0,-2-1-151 16,-2 1-609-16,-7-4-1019 0</inkml:trace>
  <inkml:trace contextRef="#ctx0" brushRef="#br0" timeOffset="36479.3735">6929 10354 297 0,'0'0'426'0,"0"0"-107"0,13 0-6 0,-13 0-38 16,0 0-26-16,0 0-23 0,0 0-33 16,0 0-19-16,0 0-18 0,0 0-8 0,0 0-6 0,0 0-7 15,0 0-16-15,0 0-5 0,0 0-8 0,0 0-10 16,0 0-4-16,0 0-6 0,12 2-4 0,-12-2-7 16,0 0 1-16,0 0-4 0,0 0 6 0,0 0-2 15,0 0-1-15,0 0 2 0,0 0 1 16,0 0-4-16,0 0 0 0,0 0 2 0,0 0-1 0,0 0-3 15,0 0-8-15,0 0-6 0,0 0-13 0,0 0 1 16,0 0-6-16,0 0-6 0,0 0-4 0,0 0-5 16,0 0-3-16,0 0-6 0,0 0 1 0,0 0-3 15,0 0-2-15,0 0-2 0,0 0 2 0,0 0-5 16,0 0 3-16,0 0-2 0,0 0-2 0,0 0 4 16,0 0 0-16,0 0-2 0,0 0-2 0,0 0-1 15,0 0 1-15,0 0-2 0,0 0-3 0,0 0 2 16,0 0-1-16,0 0 1 0,0 0-2 0,0 0 1 15,0 0-1-15,0 0-2 0,0 0 1 0,0 0 1 16,0 0-3-16,0 0 1 0,0 0 11 0,0 0-11 16,0 0-1-16,0 0 3 0,0 0-3 0,0 0 0 15,0 0 4-15,0 0-2 0,0 0-2 0,0 0 4 16,0 0-1-16,0 0 0 0,0 0-2 0,0 0 1 16,0 0 0-16,0 0 2 0,0 0-2 0,0 0-2 15,0 0 6-15,0 0-7 0,0 0 4 0,0 0 0 0,0 0 1 16,0 0 0-16,0 0-1 0,0 0 0 0,0 0-1 15,0 0 7-15,0 0-5 0,0 0 7 16,0 0 6-16,0 0 6 0,0 0-3 0,0 0-1 0,0 0-1 16,0 0-1-16,0 0-6 0,-14 1-4 0,14-1-1 15,0 0 0-15,-11-3-1 0,11 3 22 0,0 0 4 16,-12-3 10-16,12 3 7 0,0 0-16 0,-14-2 21 16,14 2-23-16,0 0 16 0,-13-2-15 0,13 2 25 15,0 0-19-15,-13-3 41 0,13 3-25 0,0 0 39 16,-13-1-31-16,13 1 41 0,0 0-32 0,0 0 35 15,-14-4-37-15,14 4 38 0,0 0-34 0,0 0 42 0,0 0-29 16,-12-2 39-16,12 2-39 0,0 0 44 16,0 0-52-16,0 0 60 0,0 0-69 0,12-7 64 15,5 3-70-15,7 0 71 0,11-3-96 0,11-1 70 0,6 1-75 16,15-2 54-16,1-1-92 0,3 1 82 0,1 0-94 16,0 2 83-16,-1 0-91 0,-1 0 78 0,-11 2-88 15,-3 0 79-15,-1 1-97 0,-6 0 32 0,-9 2-106 16,-2 0-7-16,-9 0-104 0,-3 2-25 0,-4-1-23 15,-3 1 48-15,-4 1 22 0,-15-1 2 0,19 1-13 16,-19-1-13-16,0 0-1 0,0 0 3 16,-14 9 43-16,0-6 36 0,-4-2 30 0,-5 3 19 0,-3-2 27 15,-1 0 16-15,-2 1 17 0,1-2 10 0,0 1 13 16,0-1 5-16,1 1 8 0,4-2 8 0,1 0 21 16,0 1 17-16,4-1 22 0,-1 0 17 0,3 1 16 0,2-1 5 15,3 0-7-15,-2 2-7 0,3 2 52 16,1 1 39-16,-1 2 43 0,4 3-22 0,1 3 53 15,1 2-21-15,2 2 33 0,0 2-42 0,3 1 42 16,2 4-72-16,0 1-4 0,1 6-22 0,2 0-14 16,0 1-17-16,1 0-23 0,0 2-17 0,-1-1-9 15,1-1-14-15,1-1-14 0,-2 1-9 0,0-3-7 16,-1-3-6-16,2-3-14 0,-5 2-33 0,3-4-51 0,-2-2-60 16,0-4-68-16,-1 1-157 0,1-3-55 0,0-1-102 15,-1-3-114-15,2 0-88 0,3-2-845 0,-7-7-1207 16</inkml:trace>
  <inkml:trace contextRef="#ctx0" brushRef="#br0" timeOffset="36694.3293">8160 10574 927 0,'7'-12'806'0,"-7"12"-158"16,0 0-182-16,6-9-74 0,-6 9-92 0,0 0-5 15,0 0-35-15,0 0-1 0,0 0-37 0,0 0-18 16,5 9-40-16,-5-9-30 0,1 13-23 0,-1-13-21 16,2 18-18-16,0-5-21 0,1-3-12 0,1 2-45 15,0 1-77-15,1-1-72 0,-1 1-101 0,2-1-61 16,-1-2-76-16,0 1-149 0,0-3-615 0,-5-8-773 16</inkml:trace>
  <inkml:trace contextRef="#ctx0" brushRef="#br0" timeOffset="36913.3517">8209 10344 636 0,'-8'-19'785'0,"2"1"-152"0,0 3-56 16,1-1-31-16,0 2-41 0,0 1-77 0,1-2-46 15,1 5-87-15,-1-2-17 0,2 3-80 0,2 9-22 16,-4-17-75-16,4 17-61 0,-2-12-59 0,2 12-50 15,0 0-49-15,8-8-58 0,-8 8-76 0,13 6-74 16,-3 0-53-16,0 3-117 0,0 3-167 0,2 2-301 16,-1 1-553-16</inkml:trace>
  <inkml:trace contextRef="#ctx0" brushRef="#br0" timeOffset="37561.3893">8442 10464 1060 0,'0'0'840'0,"0"0"-111"0,3-10-56 0,-3 10 19 16,0 0-82-16,0 0-27 0,0-11-107 0,0 11-72 16,0 0-73-16,0 0-73 0,0 0-54 0,0 0-41 0,0 0-24 15,0 0-5-15,0 0-12 0,8 6-8 0,-8-6-13 16,11 16-18-16,-6-5-13 0,3 2-19 16,-1 1-3-16,3 2-16 0,-1 2 7 0,0-1-21 0,1 0 8 15,0 0-16-15,0 0 9 0,0-1-16 0,-2-4-27 16,1 1-24-16,-2-2-26 0,1 0-26 0,-1-1-19 15,-1-1-15-15,0-2-12 0,2-1-10 0,-8-6-26 16,14 7-4-16,-14-7-1 0,17 1 11 0,-17-1 12 16,19-5 28-16,-9-1 27 0,-1-3 15 0,1 0 19 15,1-2 12-15,-2-2 11 0,-1 1 9 0,0-1 6 16,0 0 31-16,-2-1 24 0,0 3 8 0,-1 1 66 16,-1 0 10-16,1 1 67 0,-5 9-44 0,7-14 21 15,-7 14-65-15,6-12 19 0,-6 12-54 0,4-9 24 16,-4 9-39-16,0 0 60 0,10-6-19 0,-10 6 26 15,0 0-44-15,16 4 1 0,-16-4-6 0,15 9-5 16,-5-4-3-16,1 2-7 0,1-1-6 0,1 3-3 16,0 0-4-16,0-1-2 0,0 0-7 0,-2 1-1 0,2 0-1 15,-1-2-3-15,-1 1 0 0,-1 0 0 0,-1-2-3 16,1 0-4-16,-3 0 3 0,0-2 1 16,-7-4 1-16,12 7-3 0,-12-7 6 0,11 8-3 15,-11-8 6-15,9 4 6 0,-9-4-16 0,0 0-11 0,16-2-13 16,-16 2-12-16,13-10 7 0,-6 4-23 0,1-2 1 15,1-3-12-15,0 1 23 0,1-3 5 0,2-2 7 16,0 1 4-16,-5 1-1 0,5-3 43 0,-1 2-35 16,-1 1 52-16,0 1-12 0,-2 3 25 0,-1-1 62 15,-1 1-47-15,0 1-15 0,-6 8-9 16,10-12-8-16,-10 12-4 0,9-8-7 0,-9 8 0 0,12-6 16 16,-12 6 9-16,14 1-1 0,-14-1 11 0,19 6-5 15,-10-1-5-15,2 0 13 0,2 2-16 0,-1 0-2 16,2-1-4-16,-2 3-20 0,1-2 12 0,1 3-18 15,-2-2 9-15,2 1-14 0,-1-1 9 0,0 3-16 16,-2-4-3-16,2 1-24 0,-1 2-23 0,-1-4-36 16,-1 2-59-16,0-2-54 0,-2 0-98 0,1 0-65 15,1-1-109-15,-1-1-142 0,-9-4-190 0,21 4-790 0,-21-4-1246 16</inkml:trace>
  <inkml:trace contextRef="#ctx0" brushRef="#br0" timeOffset="39762.9678">11908 7356 10 0,'0'0'392'0,"0"0"-80"0,0 0-77 0,0 0-3 15,5-7-51-15,-5 7 10 0,0 0-49 0,0 0 23 16,0 0-19-16,0 0-26 0,0 0-7 0,0 0-19 15,3-11-18-15,-3 11-13 0,0 0-8 0,0 0-7 0,0 0-12 16,0 0 0-16,0 0-9 0,0 0-4 16,0 0 3-16,0 0-10 0,0 0-2 0,0 0-12 15,0 0 13-15,0 0-2 0,0 0 5 0,0 0 1 16,0 0 1-16,0 0 7 0,0 0 0 0,0 0 11 0,0 0 1 16,0 0 2-16,0 0 7 0,0 0 12 15,0 0 9-15,0 0-1 0,0 0 9 0,0 0 4 0,0 0 2 16,0 0-2-16,0 0 10 0,0 0-1 0,5-7-14 15,-5 7 13-15,0 0 1 0,0 0-3 0,0 0-6 16,0 0-7-16,0 0-11 0,0 0-9 0,0 0-10 16,0 0-5-16,0 0-3 0,0 0-3 0,0 0-3 15,0 0-1-15,0 0 2 0,0 0 1 0,0 0 0 16,0 0-1-16,0 0 4 0,0 0-5 0,0 0 0 16,0 0 5-16,0 0-2 0,0 0-3 0,0 0-1 15,0 0-2-15,0 0-7 0,0 0 1 0,0 0-1 16,0 0-5-16,0 0-4 0,0 0-1 0,0 0-2 15,0 0-3-15,0 0 1 0,0 0-1 0,0 0-2 16,0 0 0-16,0 0 0 0,0 0-1 0,0 0-3 0,0 0 4 16,0 0 0-16,0 0-3 0,0 0 1 15,0 0-1-15,0 0 0 0,0 0 3 0,0 0-3 16,0 0-6-16,0 0 8 0,0 0-1 0,0 0-2 16,0 0 1-16,0 0-2 0,0 0-3 0,0 0 9 0,0 0-4 15,0 0 0-15,0 0 2 0,0 0-4 0,0 0 6 16,0 0-5-16,0 0 2 0,0 0 1 15,0 0-1-15,0 0 3 0,0 0-7 0,0 0 5 0,0 0 10 16,0 0-12-16,3-9-1 0,-3 9 1 0,0 0-1 16,0 0-2-16,0 0-3 0,0 0 4 0,0 0 0 15,0 0 2-15,3-12 0 0,-3 12-1 0,0 0-3 16,0 0 3-16,2-11 1 0,-2 11 2 0,0 0 0 16,2-9 9-16,-2 9 4 0,0 0 0 0,4-10 25 15,-4 10 19-15,0 0 19 0,3-10 7 0,-3 10-13 16,0 0 20-16,0 0-20 0,2-13 35 0,-2 13-23 15,0 0 31-15,0 0-14 0,0 0-13 0,3-10-24 16,-3 10-18-16,0 0-8 0,0 0-7 0,0 0 9 16,0 0 7-16,5 16 30 0,-3-5-18 0,0 1 43 15,0 4-39-15,0 1 33 0,2 2-36 0,-4 0 3 16,4 4 7-16,0-1-8 0,-2 1-12 0,2 2-5 16,-1 1-4-16,1-2-8 0,-2 1 29 0,2-1-47 15,-1 1 38-15,1-3-47 0,-1 0 32 0,1-2-49 16,-1-1-2-16,-1 1-103 0,0-4-35 0,0 1-117 15,0 1-45-15,0-5-74 0,0 0-120 0,-1-2-56 16,1-1-102-16,-2-10-733 0,4 13-1003 0</inkml:trace>
  <inkml:trace contextRef="#ctx0" brushRef="#br0" timeOffset="40162.908">12349 7454 1033 0,'1'-12'748'0,"-2"1"-131"0,1 11-81 0,0-22-32 16,0 10-44-16,-2 1-57 0,2 0-31 0,-2-1-34 15,2 0-29-15,0 12-50 0,0-23-52 16,0 23-46-16,0-20-38 0,4 9-29 0,-2 2-21 0,5 0-19 16,-3 2-15-16,6-2-25 0,-1 3-29 0,2 2-18 15,2-2-15-15,0 5-12 0,1-1-18 0,0 4 2 16,4 1-1-16,-3 1 25 0,0 3-11 0,2 3 14 15,-1 1 13-15,-1 2-2 0,-3 1 13 0,-1 2 3 16,-3 1 2-16,-1 3 6 0,0 0 10 0,-4-1 0 16,-5 0 8-16,-1 4-22 0,-4 1 24 0,-2 1-4 0,-4 1 15 15,-3 6-3-15,-4-3 17 0,-2 0-5 0,-1-1 52 16,0 0-29-16,4-7 31 0,0-1-32 0,2 0 27 16,3-4-32-16,3-3 26 0,-1 0-35 0,5-2 35 15,1-3-32-15,2 1 46 0,4-9-33 0,2 13 37 16,4-7-54-16,6-1 28 0,6-4-50 0,6 1 35 15,6-4-54-15,5 1 4 0,3-4-114 16,8-1-49-16,-2-1-73 0,2-1-110 0,-2 0-84 0,-1-2-59 16,-2-1-119-16,1 2-111 0,-4-2-376 0,-2-2-717 15</inkml:trace>
  <inkml:trace contextRef="#ctx0" brushRef="#br0" timeOffset="40654.5867">13207 7552 67 0,'0'0'768'0,"0"-17"-133"15,0 17-79-15,-2-19-6 0,2 19 5 0,-4-19-43 16,2 7-38-16,2-1-87 0,-3 1-12 0,6-1-74 16,-3 0-5-16,4-1-48 0,1 0-43 0,1 0-20 15,3 0-26-15,3-1-33 0,3 1-27 0,-1 1-17 0,5 2-15 16,0 0-12-16,1 1-11 0,2 3-5 16,-1 0-13-16,1 0-4 0,-2 5-6 0,0 0-6 15,1 1-5-15,-2 2 1 0,-2 0-2 0,2 1 1 0,-2 2 0 16,-1 1-4-16,-3 1 4 0,-2 0-36 0,1 0 49 15,-4 2-32-15,-1-1 35 0,-7-7-38 0,4 18 45 16,-4-18-39-16,-4 19 37 0,-3-8-34 0,-1-1 33 16,-4 0-36-16,-4 3 34 0,0-2-32 0,-1 0-2 15,-2 0 0-15,2-2 5 0,-1 1-1 0,-1-1-4 16,2 1 25-16,1-3-50 0,3 1-12 0,-1 1-25 16,5-2-15-16,-2 2-13 0,5-1-3 0,0-1 3 15,6-7 33-15,-6 16 14 0,6-16 3 16,4 16 13-16,2-7 9 0,2 0 3 0,3-1 5 0,0 2 6 15,3-3 8-15,3 2-3 0,-1 1 2 0,5-2 24 16,-1 1-24-16,2 1 26 0,1-2-27 0,0 1 29 16,-2 0-30-16,2-1 28 0,0 0-29 0,-3 1 33 15,0-1-33-15,0 2 36 0,-4-2-35 0,0-1 43 16,-1 1-36-16,-1 0 41 0,-3-1-26 0,0 0 35 16,-1-1-30-16,0 1 31 0,-3-2-33 0,-1 2 28 15,-6-7-43-15,6 12 40 0,-6-12-36 0,-2 14 33 16,-3-7-42-16,-4 2 29 0,-2-1-45 0,-7 4 11 0,-3-2-81 15,-5 1-49-15,-3-1-60 0,-5 1-108 0,-5 1-94 16,-3-1-79-16,1-1-134 0,0-2-704 16,4 0-923-16</inkml:trace>
  <inkml:trace contextRef="#ctx0" brushRef="#br0" timeOffset="42080.4693">12236 9018 135 0,'0'0'616'0,"0"0"-136"0,-13 2-87 15,13-2-11-15,0 0-35 0,-14 1-25 0,14-1-30 16,0 0 7-16,0 0-32 0,-14 0 3 0,14 0-53 15,0 0-28-15,0 0-27 0,0 0-8 0,-12 0-37 16,12 0 0-16,0 0-35 0,0 0 8 0,0 0-32 0,0 0 5 16,0 0-26-16,0 0 10 0,0 0-22 15,-14 0 3-15,14 0-17 0,0 0 12 0,0 0-19 16,0 0 12-16,0 0-15 0,0 0 15 0,0 0-22 0,0 0 12 16,0 0-10-16,0 0 16 0,0 0-17 15,0 0 12-15,0 0-14 0,0 0-11 0,0 0 15 0,0 0 17 16,0 0-20-16,0 0 18 0,0 0-19 15,0 0 19-15,0 0-19 0,0 0 9 0,0 0-5 0,0 0 13 16,0 0-16-16,0 0 18 0,0 0-17 0,0 0 15 16,0 0-15-16,0 0 17 0,0 0-15 0,0 0 20 15,0 0-8-15,0 0 16 0,0 0-7 0,0 0 21 16,0 0-3-16,0 0 1 0,0 0-4 0,0 0-4 16,0 0-8-16,0 0-1 0,0 0 1 0,0 0-5 15,0 0-5-15,0 0 3 0,-10-3 1 0,10 3-14 16,0 0 2-16,0 0 7 0,0 0-5 0,0 0 1 15,0 0-28-15,0 0 31 0,0 0-18 0,0 0 13 16,0 0 8-16,0 0-4 0,0 0-3 0,0 0 1 16,0 0 6-16,0 0-5 0,0 0 2 0,0 0 1 15,0 0 4-15,0 0-5 0,0 0-7 0,0 0 4 16,0 0 6-16,0 0 2 0,0 0-4 0,0 0-1 16,0 0-3-16,0 0 3 0,0 0-5 0,0 0-24 15,0 0 25-15,0 0 0 0,0 0-3 0,0 0-6 16,0 0 8-16,0 0 0 0,0 0-1 0,0 0-2 15,0 0 1-15,0 0-1 0,0 0-2 0,0 0 1 0,0 0 5 16,0 0 1-16,0 0-4 0,0 0 3 0,0 0-25 16,0 0 25-16,0 0-1 0,0 0 2 0,0 0-1 15,0 0 1-15,0 0-1 0,0 0-5 0,0 0-1 16,0 0 6-16,0 0-4 0,0 0 4 0,0 0 3 16,0 0-4-16,0 0-11 0,0 0 8 0,0 0 4 15,0 0-1-15,0 0 1 0,0 0 1 0,0 0-12 16,0 0 8-16,0 0 2 0,0 0 0 0,0 0 0 15,0 0 3-15,0 0 1 0,0 0-4 0,0 0 6 16,0 0 5-16,0 0 2 0,0 0-4 0,0 0 0 16,0 0 0-16,0 0-13 0,0 0 21 0,0 0 0 15,0 0 0-15,0 0-1 0,0 0-1 0,0 0-6 16,0 0 2-16,0 0 5 0,0 0-1 0,0 0 19 16,0 0 26-16,0 0-36 0,0 0 4 0,0 0 10 15,0 0 5-15,0 0 4 0,0 0 2 0,0 0 8 16,0 0-11-16,0 0-4 0,0 0-3 0,0 0-6 15,0 0 0-15,0 0-2 0,0 0-7 0,0 0-1 16,0 0-5-16,0 0-1 0,0 0 2 0,0 0 11 0,0 0 10 16,0 0 8-16,0 0-6 0,0 0-14 0,0 0-4 15,0 0-1-15,0 0-6 0,6-10 28 0,-6 10-45 16,7-8 34-16,-7 8-45 0,14-9 47 0,-5 4-55 16,1 0 39-16,2 0-41 0,1 0 36 0,3 1-38 15,1-1 34-15,4 0-37 0,2-1 37 0,1 4-44 16,3-1 30-16,-2 1-51 0,2 1 17 0,-2 1-36 15,-4 1-2-15,2 1-11 0,-4-1-3 0,0 2 6 16,-2 0 4-16,1 1 21 0,-5 0 3 0,0 1 13 16,-3 0 7-16,-2 2 4 0,-3 0 8 0,-5-7 7 15,0 19 2-15,-4-5 16 0,-3 0-13 0,-7 3 7 16,-3 3-4-16,-4 2 0 0,-4 3 2 0,-2 0 31 16,3 2-37-16,-3-1 43 0,2 1-52 0,0-1 41 15,2 1-37-15,6-5 40 0,0 0-43 0,4-1 38 16,3-3-38-16,0 0 39 0,3-3-36 0,3-1 48 15,0 0-24-15,4-3 48 0,0-11-33 0,5 21 42 16,1-13-37-16,5 1 33 0,2-2-45 0,3-2 27 0,2-2-45 16,3 1 36-16,-2-3-39 0,6 0 26 0,2-2-68 15,2-2-46-15,5-2-59 0,2 0-52 0,7-4-64 16,-2 0-117-16,1-1-88 0,1-3-105 16,1 0-196-16,-3-1-520 0,2-4-894 0</inkml:trace>
  <inkml:trace contextRef="#ctx0" brushRef="#br0" timeOffset="42666.0048">13578 8932 808 0,'9'-10'835'0,"2"1"-117"0,-4 2-87 15,-1 0-37-15,-1-1-41 0,2 0 2 0,-3 1-58 16,-4 7 29-16,10-11-100 0,-10 11 27 0,6-11-151 15,-6 11-49-15,6-8-45 0,-6 8-35 0,0 0-36 16,3-13-34-16,-3 13-20 0,0 0-22 0,-5-8-22 16,5 8-19-16,0 0-9 0,-13-6-21 15,13 6-12-15,-16 0-13 0,16 0-7 0,-17 0 36 0,17 0-61 0,-21 5 42 16,10-3-49-16,-3 0 55 0,1 1-43 16,-1 1 50-16,-1-1-38 0,-1 2 47 0,1-1-38 15,1 0 43-15,-2 2-37 0,0 0 38 0,1 1-39 0,1 1 44 16,-1 2-38-16,0 1 39 0,0 0-34 0,1 3 3 15,1-1 2-15,2 0 4 0,0 0 2 0,4 0 8 16,0 1-5-16,1-1 5 0,-1 1 0 0,4-1 4 16,-1-2-2-16,2-1 2 0,2-10 3 0,-4 21-2 15,4-21 2-15,0 18 10 0,0-18-5 0,4 15-1 16,-4-15 5-16,6 13-4 0,-6-13 1 0,14 8-1 16,-14-8-1-16,16 7-1 0,-16-7-2 0,22 4 0 15,-22-4-1-15,25-2 1 0,-12 1 13 0,3-1-17 16,-2 2 13-16,4-1-12 0,-1-1 10 0,2 1-17 15,1-1 8-15,-2 2-10 0,2 0 17 0,1 3-16 16,-2-1 4-16,0 1-2 0,0 1 0 0,0 1 4 16,1 1 7-16,-5-1-10 0,2 3 1 0,-2-2 0 15,-1 0 9-15,-1-1 11 0,-4 1 0 0,0 0 7 0,-4 2 6 16,-5-8 0-16,6 12 1 0,-6-12-2 16,-7 13-3-16,-6-4-5 0,0 0-3 0,-6-1-5 15,-10 2 2-15,-2-1-5 0,-10 1-5 0,-3 0-2 0,-6 0-8 16,0-2-16-16,1 3 4 0,2-4-83 0,2 0-18 15,12-1-103-15,3 0-53 0,6-1-57 0,5-4-111 16,6 0-96-16,13-1-45 0,-11-2-149 0,11 2-601 16,7-11-937-16</inkml:trace>
  <inkml:trace contextRef="#ctx0" brushRef="#br0" timeOffset="43064.4252">13942 8829 1005 0,'11'-17'793'0,"-2"0"-106"0,2 1-19 16,-4 1-14-16,0 2 31 0,-1 1-104 0,-1 4-3 16,-1-1-145-16,-1 0 3 0,-3 9-169 0,7-12 4 15,-7 12-104-15,0 0 81 0,0 0-108 0,0 0 8 16,8 9-13-16,-8-9-5 0,2 22-25 0,-2-8-45 0,0 3-60 16,0 1 0-16,2 0 0 0,-1 2 0 15,1 4 0-15,1-2 0 0,1 0 0 0,1 0 0 16,-1-1 0-16,2 0 0 0,-1-1 0 0,2-4 0 0,0 0 0 15,-1-2 0-15,1-1 0 0,4-2 0 0,-2-2 0 16,2-2 0-16,1-2 0 0,-1-2 0 16,0-2 0-16,3-2 0 0,-1-2 0 0,1-3 0 0,-1-1 0 15,3-5 0-15,-3-1 0 0,0-4-8 0,1-1-12 16,-3 0 5-16,1-2 1 0,-1 2 5 16,-1 1 5-16,-2 1 10 0,-1 3 22 0,-1 0 8 0,-1 3-36 15,-1 1 0-15,3 1 0 0,-7 8 0 0,7-10 0 16,-7 10 0-16,0 0 0 0,0 0 0 0,9 10 0 15,-9-10 0-15,6 20 0 0,-3-6 0 0,1 0 0 16,3 3 0-16,0 2 0 0,2 1 0 0,4 5 0 16,-1-1 0-16,2 0 0 0,1 1-192 0,5 2-97 15,-3-2-86-15,2 3-42 0,1-1-62 0,-2-2-85 16,-5-2-81-16,3-1-172 0,-5 1-586 0,-1-3-1006 16</inkml:trace>
  <inkml:trace contextRef="#ctx0" brushRef="#br0" timeOffset="44348.886">12397 10146 376 0,'0'0'401'0,"0"0"-68"0,0 0-42 0,-7 7-21 0,7-7-9 15,0 0-20-15,0 0 3 0,0 0-6 0,0 0-2 16,0 0-6-16,0 0-9 0,-5 7-8 0,5-7-8 16,0 0-6-16,0 0-4 0,0 0-4 0,0 0-8 15,0 0-21-15,0 0 5 0,0 0-19 0,0 0-9 16,0 0 9-16,-2 10-27 0,2-10 17 0,0 0-38 15,0 0 26-15,0 0-46 0,0 0 23 0,0 0-44 16,0 0 24-16,0 0-48 0,0 0 35 0,0 12-48 16,0-12 24-16,0 0-41 0,0 0 33 0,0 0-36 15,0 0 33-15,0 0-41 0,0 0 38 0,0 0-37 16,2 12 31-16,-2-12-38 0,0 0 37 0,0 0-35 16,0 0 32-16,0 0-33 0,0 0 32 0,0 0-35 15,0 0 36-15,0 0-37 0,0 10 39 0,0-10-40 16,0 0 35-16,0 0-35 0,0 0 35 0,0 0-35 15,0 0 36-15,0 0-43 0,0 0 47 0,0 0-39 16,0 0 36-16,0 0-37 0,0 0 33 0,0 0-32 16,0 0 36-16,0 0-34 0,0 0 34 0,0 0-36 15,0 0 35-15,0 0-38 0,0 0 42 0,0 0-40 16,0 0 50-16,0 0-58 0,0 0 42 0,0 0-36 16,0 0 36-16,0 0-41 0,0 0 43 0,0 0-38 15,0 0 34-15,0 0-34 0,0 0 35 0,0 0-34 16,0 0 44-16,0 0-47 0,0 0 36 0,0 0-38 0,0 0 38 15,0 0-37-15,0 0 38 0,0 0-40 0,0 0 40 16,0 0-38-16,0 0 37 0,0 0-37 0,0 0 38 16,6 8-40-16,-6-8 39 0,0 0-35 0,0 0 37 15,0 0-39-15,0 0 35 0,0 0-32 0,0 0 36 16,0 0-37-16,0 0 35 0,0 0-36 0,0 0 39 16,0 0-39-16,0 0 39 0,0 0-38 0,0 0 42 0,0 0-44 15,8 6 39-15,-8-6-38 0,0 0 41 16,0 0-46-16,0 0 42 0,0 0-34 0,0 0 41 15,0 0-42-15,0 0 35 0,0 0-37 0,0 0 40 16,0 0-38-16,0 0 40 0,0 0-43 0,0 0 39 0,0 0-37 16,0 0 40-16,0 0-43 0,0 0 42 15,7 6-41-15,-7-6 34 0,0 0-33 0,0 0 35 0,0 0-40 16,0 0 39-16,0 0-28 0,0 0 21 0,0 0-35 16,0 0 34-16,0 0-35 0,0 0 34 0,0 0-31 15,0 0 34-15,0 0-44 0,0 0 45 0,0 0-33 16,0 0 35-16,0 0-36 0,0 0 41 0,0 0-39 15,0 0 35-15,0 0-27 0,0 0 34 0,0 0-42 16,0 0 40-16,0 0-35 0,0 0 35 0,0 0-36 16,0 0 36-16,0 0-34 0,0 0 36 0,0 0-36 15,0 0 33-15,0 0-38 0,0 0 38 0,0 0-33 16,0 0 32-16,0 0-40 0,0 0 48 0,0 0-44 16,0 0 38-16,0 0-35 0,0 0 33 0,0 0-30 15,0 0 31-15,0 0-29 0,0 0 28 0,0 0-31 16,0 0 33-16,0 0-33 0,0 0 36 0,0 0-34 15,0 0 31-15,0 0-35 0,0 0 36 0,0 0-31 16,0 0 44-16,0 0-55 0,0 0 47 0,0 0-39 0,0 0 33 16,0 0-32-16,0 0 31 0,0 0-34 15,0 0 46-15,0 0-46 0,0 0 33 0,0 0-34 16,0 0 27-16,0 0-62 0,0 0-46 0,0 0-58 16,0 0-101-16,0 0-70 0,0 0-29 0,0 0-13 0,0 0-3 15,9 2-80-15,-9-2-78 0,17 2-505 0,-3-4-651 16</inkml:trace>
  <inkml:trace contextRef="#ctx0" brushRef="#br0" timeOffset="44749.139">12994 10080 666 0,'0'0'528'0,"0"0"-104"15,-2-13-25-15,2 13-7 0,0 0-10 0,-16-5-32 16,16 5-7-16,-18 1-36 0,6 4 0 0,-3-1-35 15,-6 5-26-15,-3 3-19 0,0 3-16 0,-7 5 19 16,1 2-61-16,-1 4 38 0,1 1-51 16,1 2 29-16,2 1-42 0,0 2 29 0,2 0-65 0,5 0-7 0,2 1-8 15,4-5-3-15,3-1 0 0,5 2 0 0,1-4-18 16,5 0-6-16,2 0-8 0,5-1-8 16,-1-2-9-16,9 1-6 0,0 0-3 0,5-3 1 15,1-2-15-15,-1-4-3 0,4 0-5 0,-3-3-13 0,-1-2-11 16,2 0-5-16,1-3-17 0,0-2-4 0,-6-1 3 15,4-2 7-15,-4 1 2 0,-1-4 5 0,-3 1 4 16,1-2-3-16,-3-1 3 0,-2-2-2 0,1 0 8 16,-4-1-1-16,-2-1 19 0,-4 8-16 0,3-17 2 15,-3 17-4-15,-7-18 5 0,1 8 1 0,-2 1-1 16,-3-2 3-16,0 3 1 0,-3-1 0 0,1 1-8 16,-3 1-13-16,1 1-27 0,1 0-44 0,1 0-64 15,2 2-49-15,1 0-81 0,10 4-110 0,-17-6-41 16,17 6-1-16,-8-6-41 0,8 6-24 0,0 0-119 15,10-11-348-15,-1 4-567 0</inkml:trace>
  <inkml:trace contextRef="#ctx0" brushRef="#br0" timeOffset="45148.0882">13383 10290 726 0,'0'0'730'0,"-3"-14"-115"0,3 14-25 15,-7-13-16-15,7 13-24 0,-8-14-52 0,8 14 5 16,-7-14-62-16,7 14 2 0,-4-13-84 16,4 13-7-16,-6-10-124 0,6 10-2 0,0 0-94 0,6-17 12 15,-6 17-70-15,15-11-22 0,-1 6-34 0,3 0-27 16,2 0-40-16,4 1-20 0,3-1 10 16,1 2-48-16,0-1 28 0,2 0-40 0,-2 1 28 0,2 0-19 15,-2 0 40-15,-3 0-17 0,-3 1 42 0,-1-1-19 16,-2 1 50-16,-2 0-19 0,-3 0 69 0,1 1 4 15,-3 0 61-15,-11 1-33 0,18-3 31 16,-18 3-59-16,15 0 25 0,-15 0-38 0,0 0 44 0,10 7-15 16,-10-7 62-16,-5 15-34 0,-2-3 89 0,1 1-53 15,-3 3 6-15,-3 3 3 0,1 2 6 0,0 1-7 16,-2 2-5-16,2 0-48 0,1 1 23 0,3-3-69 16,-1 0-29-16,3 0 0 0,1 0 0 0,2-3 0 15,2 2 0-15,0-3 0 0,2 1 0 0,0-2 0 16,2 0 0-16,1-1-115 0,-1-1-95 0,1-2-57 0,2 0-89 15,0-1-28-15,-1-3-95 0,1-2-101 0,-1 0-51 16,-6-7-82-16,10 8-703 0,-10-8-1023 16</inkml:trace>
  <inkml:trace contextRef="#ctx0" brushRef="#br0" timeOffset="45334.941">13614 10480 308 0,'-13'-4'805'0,"1"2"-128"0,12 2-63 15,-17-7-21-15,17 7-13 0,-17-6-42 0,17 6-40 16,-13-5-32-16,13 5-35 0,-10-7-52 0,10 7-62 16,-8-8-68-16,8 8-54 0,0 0-50 0,9-15-53 15,0 10-52-15,4-1-69 0,8-1-47 0,4 2-108 16,4 1-56-16,5-2-37 0,4 0-93 0,6-1-54 16,1 1-48-16,0 0-25 0,0 0-135 0,0-2-539 15,-2 1-783-15</inkml:trace>
  <inkml:trace contextRef="#ctx0" brushRef="#br0" timeOffset="45864.4593">14470 10150 278 0,'12'-13'751'0,"-2"1"-90"0,-3-1-76 15,1 1-27-15,-3-1-40 0,0 0-22 0,0 1-48 16,-3 0-37-16,0 0-19 0,-2 12-24 0,0-20-52 16,0 20-44-16,-2-21-41 0,2 21-34 0,-8-17-50 0,2 11-22 15,6 6-32-15,-11-12-7 0,11 12-31 16,-17-5 3-16,17 5-24 0,-24 5-8 0,11 0-8 0,0 2-3 15,1 1-1-15,-1 6-5 0,-1-1-1 0,5 3-5 16,2-2 42-16,1 2-40 0,1 1 25 0,2 0-42 16,3 1 39-16,3 1-40 0,2 1 4 0,4 1-1 15,4 1-3-15,3 1 37 0,5-2-40 0,3 3 37 16,5 2-41-16,0-3 39 0,3-1-42 0,-1 0 2 16,2-1-3-16,-3-2-2 0,1 1-2 0,-6-4 0 15,-2 2-4-15,0-2 4 0,-4 0-11 0,-2-1-6 16,-3-1 8-16,0 0 10 0,-5-1 4 0,-3 2 21 15,-1-3-16-15,-5 1 9 0,-2-3-1 0,-4 4 3 16,-5-1 4-16,-5 0 0 0,-4-1 0 0,-5-1 2 16,-3 0 4-16,-3-4 8 0,-3 0 14 0,-3-2-18 15,-2-2-7-15,3-3 27 0,3 0-4 0,3-2 41 16,3 0 10-16,3-3 6 0,8-1-30 0,0-1-2 0,9-2-21 16,7 9-12-16,-2-22-12 0,11 5-22 15,5-3-43-15,10-6-44 0,3-1 5 0,7-1-47 16,6-5 24-16,1-3-23 0,2 2 35 0,0-1 2 0,-3 0 35 15,-7 6 1-15,0-1 38 0,-3 0-15 0,-1 1 12 16,-2 1 42-16,-4 2 38 0,-5 3 36 0,-3 2 7 16,-4 2-6-16,-3-1-8 0,-2 3-17 0,-4 0-3 15,-5 1-12-15,-3 0-8 0,-7 0-6 0,-5 0-7 16,-7 2-3-16,-3 1 4 0,-6 3-11 0,-2 3-36 16,-1 2-41-16,1 2-33 0,0 0-91 0,5 3-112 15,4 3-124-15,0 0-102 0,6 1-145 0,2 0-699 16,4 2-977-16</inkml:trace>
  <inkml:trace contextRef="#ctx0" brushRef="#br0" timeOffset="47666.4926">18524 6896 371 0,'-6'-10'476'15,"-1"2"-105"-15,1 2-28 0,0 0-4 0,6 6-24 16,-11-13 1-16,11 13-34 0,-8-9-15 0,8 9-52 16,-6-9-24-16,6 9-51 0,0 0-17 0,-8-5-27 15,8 5 51-15,0 0 0 0,-7 12 21 0,7-12-22 16,-4 22-2-16,2-5 11 0,-1 2-4 0,1 3 6 15,-1 3-2-15,0-1 6 0,0 2-44 16,0-1 20-16,1 2-41 0,-3-1 19 0,2 0-52 0,1 1 34 16,0-2-42-16,0 0 23 0,1-1-45 0,0-2 29 15,1 0-47-15,-1-3 35 0,1-2-43 0,1 1 28 0,-1-2-39 16,0-3 39-16,1 0-39 0,-1-2 29 0,0-11-37 16,1 19 41-16,-1-19-35 0,0 16 39 15,0-16-31-15,1 15 36 0,-1-15-22 0,0 0 45 16,0 13-47-16,0-13 28 0,0 0-46 0,0 0 38 0,0 0-40 15,-6-11 33-15,6 11-41 0,-6-17 36 0,3 3-7 16,-3 0-2-16,2-3-1 0,-2-4-7 0,0-1-8 16,0-2-1-16,-2-5-3 0,2 0-4 0,-1-1-34 15,1 1 36-15,-1-2-27 0,0 2 36 0,1-3-34 16,0 3 41-16,1 4-32 0,1 0 33 0,1 0-30 16,0 2 34-16,1 3-41 0,2 0 44 0,2 1-43 15,2 1 25-15,3-3-45 0,2 2 30 0,7-1-47 16,3-1 5-16,4 3-38 0,9-2 10 0,2 4-33 15,4 1-31-15,4 1-39 0,2 3-26 0,2 4-42 16,0 1-30-16,-4 3-54 0,-1 3-20 0,-1 1-72 16,-2 4-74-16,-1 1-502 0,-5 1-616 0</inkml:trace>
  <inkml:trace contextRef="#ctx0" brushRef="#br0" timeOffset="47848.566">18475 7167 305 0,'-15'12'707'0,"3"-3"-145"0,1-1-71 0,0-1-47 0,2-1-59 16,2 1-50-16,7-7-59 0,-12 8-45 15,12-8-45-15,0 0-40 0,0 0-29 0,4 11-23 16,-4-11-20-16,20 1-33 0,-2 1-44 0,3-2-51 0,7 1-60 16,6 1-70-16,6-2-49 0,1 0-76 15,4 0-111-15,6 0-543 0,1 0-550 0</inkml:trace>
  <inkml:trace contextRef="#ctx0" brushRef="#br0" timeOffset="48048.7694">19275 7197 12 0,'0'0'799'0,"0"0"-183"0,-2-13-63 16,2 13-39-16,0 0-18 0,-6-9-19 0,6 9-44 16,0 0-33-16,0 0-80 0,-7-8-12 0,7 8-66 15,0 0-73-15,0 0-5 0,0 0-58 0,0 0 12 16,0 0-31-16,0 0 21 0,-8 8-19 0,8-8-12 15,-2 10-19-15,2-10-8 0,0 15-7 0,0-15-47 16,0 19 8-16,0-19-105 0,2 22-36 0,-2-10-60 16,2-2-84-16,-2 3-95 0,2-1-66 0,0-1-65 0,0 1-141 15,1-2-463-15,0 0-727 0</inkml:trace>
  <inkml:trace contextRef="#ctx0" brushRef="#br0" timeOffset="48248.8201">19289 7106 541 0,'-1'-21'734'0,"1"3"-121"0,-1 0-3 16,0 0-34-16,1 0-59 0,0 1-51 0,1-1-48 15,-1 3-63-15,0 2-28 0,1 1-46 0,-1-1-54 16,0 13-49-16,0-21-38 0,0 21-45 0,1-16-74 16,-1 16-78-16,1-11-19 0,-1 11-6 0,0 0-49 15,0 0-31-15,14 1-81 0,-8 6-58 0,0 1-63 16,1 3-13-16,1 2-57 0,-1 4-66 0,2-1-74 15,2 1-306-15,0 0-437 0</inkml:trace>
  <inkml:trace contextRef="#ctx0" brushRef="#br0" timeOffset="48615.7963">19585 7136 6 0,'0'0'783'0,"0"0"-185"0,7-5-77 16,-7 5 1-16,0 0-29 0,2-10-8 0,-2 10-12 15,0 0-37-15,0-12-25 0,0 12-78 0,0 0-18 16,0 0-98-16,0-13-8 0,0 13-81 0,0 0 2 15,0 0-59-15,0 0 30 0,0 0-61 0,0 0 29 16,0 0-52-16,3 10 38 0,-3-10-7 0,4 15-8 16,-4-15-6-16,8 17-4 0,-4-6-8 15,0-1-4-15,-1 1-6 0,1 0-49 0,0 0 35 0,-1 0-34 16,2-1 35-16,-2 1-46 0,1-2 44 0,0 0-39 0,-4-9 38 16,5 15-35-16,-5-15 42 0,6 12-36 15,-6-12 49-15,5 9-37 0,-5-9 37 0,11 3-34 16,-11-3 37-16,14-1 0 0,-14 1-8 0,21-8-2 15,-10 1 1-15,2 0-2 0,-1 0-6 0,1-1 7 0,-2 1 3 16,0-1-8-16,-1 1 9 0,-1 2 11 0,-1-2 6 16,-8 7 4-16,15-10-5 0,-15 10-5 0,11-7-7 15,-11 7-6-15,11-6 0 0,-11 6-3 0,15-2-2 16,-15 2 1-16,22 0 4 0,-5 2-5 0,5 3 2 16,4-1-3-16,7 3-8 0,3 0-46 0,5 1-89 15,3 1-48-15,0 1-61 0,1 0-120 0,-3 1-125 16,-1-1-85-16,-7-1-273 0,-3-2-349 0,-4 1-808 15</inkml:trace>
  <inkml:trace contextRef="#ctx0" brushRef="#br0" timeOffset="50284.4594">18511 8403 557 0,'6'-6'470'0,"-6"6"-75"0,0 0-44 0,0 0-39 0,3-10-7 16,-3 10-48-16,0 0-11 0,0 0-43 0,0 0-16 15,2-11-36-15,-2 11-5 0,0 0-33 0,0 0 1 16,0 0-36-16,0 0 20 0,0 0-29 0,0 0 19 15,1-10-24-15,-1 10 23 0,0 0-23 0,0 0 21 16,0 0-11-16,0 0 26 0,0 0-16 0,0 0 9 16,0-13-11-16,0 13-6 0,0 0 2 0,0 0 10 15,-2-10 0-15,2 10-15 0,0 0 1 0,-1-12-7 16,1 12 12-16,0 0-11 0,-2-13-2 0,2 13-8 16,-2-12 11-16,2 12 19 0,0-13-22 0,0 13 42 15,-1-12-48-15,1 12 39 0,-1-13-37 0,1 13 28 16,0-14-35-16,0 14 33 0,-1-11-50 0,1 11 35 0,0 0-47 15,-1-14 30-15,1 14-55 0,0 0 27 16,0 0-42-16,0 0 32 0,0 0-39 0,0 0 37 16,0 0-35-16,-2 11 5 0,2 2 13 0,0 4 1 0,-1 2 7 15,1 2 3-15,0 4 36 0,1 2-34 0,1 0 54 16,0 6-43-16,1-2 40 0,0 1-42 16,1 0 37-16,2 0-39 0,-3-3 34 0,2-4-40 15,-1 0 30-15,0-3-40 0,0 0 32 0,-1-3-31 0,1-3 30 16,-1-1-39-16,0-2 38 0,-1-1-35 0,0-2 46 15,-2-10-45-15,4 19 82 0,-4-19-42 0,3 12-3 16,-3-12 36-16,0 0-58 0,0 0 44 0,0 0-60 16,0 0 43-16,4-16-53 0,-3 4 46 0,0-4-57 15,0-2 47-15,1-1-53 0,0-6 0 0,1 0-5 16,1-1 1-16,-1-6 1 0,2 1 6 0,0 2 4 0,0 4 5 16,0 2 3-16,0 0 1 0,0 2 5 15,-1 4-2-15,0 1 0 0,0 2 0 0,-1 3-3 16,0 1-3-16,-1 0-1 0,-2 10 5 0,8-12-3 0,-8 12 5 15,10-7 1-15,-10 7 1 0,12 1 2 16,-12-1 4-16,16 9 1 0,-7-2-2 0,1 1-1 16,1 3 2-16,-2 2 1 0,2-3 28 0,-1 3-53 15,1 2 26-15,-1-3-62 0,0 1 29 0,-1 0-44 0,-1-1 21 16,2 0-37-16,-2-1 36 0,-1 0-43 16,-1-2 29-16,1-1-34 0,-2 0 31 0,-5-8-13 15,8 11 42-15,-8-11-12 0,8 10 43 0,-8-10-35 0,0 0 27 16,14 1-34-16,-14-1 27 0,12-10-22 0,-5 3 30 15,3-1-12-15,-1-3 20 0,0 0-12 0,1 0 3 16,-2 0 6-16,1 0-2 0,-1 1 6 0,0 2 10 16,-1 0 3-16,-2 1 3 0,-5 7-4 0,11-12-1 15,-11 12-1-15,8-8-5 0,-8 8 0 0,10-3 2 16,-10 3-2-16,12 4 17 0,-12-4 20 0,16 11-19 16,-7-2 26-16,2 2-28 0,1 2 30 0,0 1-35 15,1 2 35-15,1 0-37 0,2 4 39 0,2-1-42 16,0 1 30-16,2-2-28 0,0 1 27 0,3 0-32 15,1-3 31-15,0 1-37 0,0-3 16 0,3-1-35 0,-1-1 12 16,0-1-27-16,-3-3 27 0,-2-2-23 16,1 0 21-16,-1-1-9 0,-3-3 19 0,1-2-11 15,0 0 20-15,-2-1-24 0,1-3 34 0,-3 0-23 0,1-3 16 16,0-4-16-16,-3 3 20 0,-2-4-13 16,-2-1 19-16,1 1-22 0,-3-2 27 0,-2 0-15 15,-1 1 23-15,-1 0-25 0,-1 1 39 0,-2 12-31 16,-1-20 27-16,1 20-39 0,-6-19 2 0,1 13-1 0,-2 0 5 15,-3 1-8-15,10 5 13 0,-23 0 6 0,8 3 26 16,1 3-32-16,-2 0 32 0,1 2-37 0,-2 2 35 16,3 1-38-16,-1 2 30 0,3 1-33 0,2-1 39 15,2-3-44-15,2 5 34 0,0-2-33 0,3 1 38 16,2-2-40-16,0 0 35 0,3-3-33 0,0 3 33 16,3-3-42-16,2 1 37 0,2-2-47 0,2 1 26 15,1-4-45-15,1 1 24 0,0-1-37 0,-1-2 24 16,2-2-26-16,-1-1 24 0,0 0-9 0,0-2 20 15,2-2-8-15,-3-2 23 0,1-1-18 0,-1-2 29 0,-1-1-24 16,-4-2 20-16,5-2-18 0,-5 1 23 16,0-1-20-16,-2 1 26 0,1 1-5 0,-3 0 24 15,-1 3-21-15,1-2 25 0,-3 11-24 0,4-15 28 16,-4 15-33-16,3-13 19 0,-3 13-28 0,0 0 24 16,5-11-22-16,-5 11 25 0,0 0-32 0,9 9 43 0,-9-9-35 15,10 15 28-15,-2-5-29 0,1 0 30 0,4 3-40 16,1 1 0-16,2-1-53 0,1 0-31 0,2 1-42 15,3 0-69-15,-3-2-53 0,4 1-49 0,1 1-17 16,-3-4-27-16,0-1-89 0,1 1-75 0,-1-3-510 16,-2-1-644-16</inkml:trace>
  <inkml:trace contextRef="#ctx0" brushRef="#br0" timeOffset="51600.8059">20187 8688 494 0,'3'-13'561'0,"-1"0"-68"0,0 1-2 0,0 0-16 15,1 0-9-15,-1 2-24 0,1 0-17 0,1 1-55 16,-4 9-65-16,7-16-53 0,-7 16-67 0,8-10-13 16,-8 10-6-16,11-3 25 0,-11 3-39 0,19 4 26 15,-7 2-62-15,0 3 22 0,2 0-42 0,0 2 15 16,1 4-54-16,-2 0 23 0,1-1-42 0,-2 5 23 16,-1-2-44-16,0 1 23 0,-3 1-46 0,0-2 35 0,-3-1-42 15,1-1 30-15,-3 0-41 0,-1-5 36 16,-1 3-36-16,-1-13 3 0,-1 20 8 0,1-20 0 15,-7 15 6-15,7-15 1 0,-12 8 6 0,12-8 28 0,-15 1-36 16,15-1 32-16,-19-5-38 0,11-1 36 0,0-5-39 16,-1 1 33-16,2-4-59 0,2-1-10 15,2-2-50-15,1-2-6 0,2-2-15 0,1-3 14 0,3-3 8 16,-1 0-8-16,3-3 21 0,2 1 15 0,2-2 10 16,-1 0 15-16,1 0 9 0,0 0 1 15,0 1 13-15,-1 1 36 0,1-2 26 0,-1 1 29 0,0 1 3 16,-2 0 58-16,2 3-8 0,-3 4 56 0,0-1-16 15,-1 3 47-15,-1 3-23 0,1 2 50 0,-2 1-64 16,1 3 22-16,-2 0-88 0,0 1 16 0,-2 10-75 16,4-10 37-16,-4 10-44 0,0 0 70 0,10 2-53 15,-10-2 88-15,10 21-90 0,-5-6 10 0,1 5 12 16,1 7-16-16,2 2 23 0,-2 2-41 0,2 7-39 16,-1 2 0-16,1-1 0 0,-1 1 0 0,-1 0 0 15,1-1 0-15,0-6 0 0,-2-2 0 0,1 0 0 0,0-3 0 16,-1-4 0-16,0-2 0 0,-1-2 0 15,1-1 0-15,-1-2 0 0,-1-3 0 0,-1-3 0 16,2-1 0-16,-2-1 0 0,-3-9 0 0,9 13 0 0,-9-13 0 16,11 5 0-16,-11-5 0 0,14-4 0 0,-14 4 0 15,18-12 0-15,-6 2 0 0,-2-1 0 0,4-6 0 16,1-2 0-16,3-4-119 0,-1 1 6 0,4-5-37 16,1-1 40-16,-1 3-41 0,-1 3 5 0,1-1 19 15,-3 2 19-15,0 2 11 0,-3 4 22 0,-1 1 11 16,-1 0 8-16,-4 4 9 0,1 0 7 0,-3 2 0 15,0 1 5-15,-7 7 5 0,12-12 3 0,-12 12 1 16,5-7 6-16,-5 7 7 0,0 0 2 0,0 0 2 16,-24 4 0-16,7 3 35 0,-5 1-36 0,-6 4 33 15,-1 1-35-15,0 0 37 0,1 2-40 0,2 1 40 16,1 0-39-16,4 0 40 0,2 2-36 0,3-3 40 16,2 0-38-16,3 1 29 0,4-3-18 0,1 2 35 15,3-4-40-15,2 1 41 0,3-2-42 0,3 4 38 16,5-3-40-16,0-2 40 0,7 3-49 0,0-3 28 15,1 0-50-15,2-2 13 0,1-1-53 0,1-2 37 16,-3 0-50-16,3-2 23 0,1-2-35 0,0-1 17 0,1-1-17 16,2-2 15-16,0-3-8 0,3-1 18 0,-2-2 16 15,-4 1 10-15,-2-1 13 0,0-2 13 0,-3 0 0 16,-1-2 6-16,-1 2 6 0,-3-1 17 16,-4 1 3-16,1 1 24 0,-2 0-15 0,-4 2-1 0,-1 0-4 15,-3 9 8-15,1-17-4 0,-1 17 3 0,-5-10 1 16,5 10 7-16,-9-6 31 0,9 6-30 0,0 0 34 15,-19 2-30-15,19-2 32 0,-13 10-35 0,6-4 37 16,1 3-36-16,0 0 33 0,2 1-40 0,0 1 41 16,1 0-43-16,1 3 33 0,1-3-42 0,1 3 34 15,1-2-38-15,2 1 29 0,2 0-35 0,0-1 33 16,2-1-38-16,3 1 31 0,1-2-38 0,5-1 22 16,0 0-57-16,4-3 23 0,-2 0-48 0,1-2 29 15,0-1-26-15,-1-3 21 0,1-1-24 0,-1-2 42 0,0-2-32 16,-1-5 34-16,0-2-18 0,-1-4 29 15,-1-4-21-15,-2-5 33 0,-1-5-26 0,-2-7 26 16,-1 1-17-16,-1-4 22 0,-2-3 34 0,-2 0-24 16,0-1 47-16,-2 0-30 0,-1 6 57 0,-1 1 12 0,-2 2 7 15,1 1 30-15,0 4-8 0,0 5-15 16,-1 2-1-16,1 4-11 0,1 2-23 0,-2 3-20 16,2 1-19-16,0 13-4 0,-3-14-6 0,3 14-1 0,0 0-4 15,0 0-33-15,-9 14 47 0,6-1-40 0,0 5 44 16,2 4-47-16,-1 4-3 0,2 1 17 0,0 6-1 15,2 3 1-15,-1-1 39 0,2 3-48 0,1-1 40 16,-1-1-48-16,0-3 39 0,0 1-58 0,1-1 25 16,-2-7-48-16,0 2 26 0,1-6-54 0,-2-3 50 15,0 0-47-15,-1-4 47 0,1-2-28 0,-2-1 48 16,1-12-34-16,-4 19 47 0,4-19-35 0,-5 10 37 16,5-10-35-16,0 0 37 0,0 0-36 0,0 0 29 15,-11-6-50-15,11 6 25 0,2-14-65 0,1 4 20 16,3-3-33-16,2 2 54 0,1 0-23 0,1 0 45 15,0 2-27-15,2-1 39 0,-2 3-24 0,-1 1 36 16,2 0-32-16,-2 0 37 0,1 4-31 0,-10 2 47 16,20-1-22-16,-20 1 52 0,19 5-31 0,-8 0 40 15,-3 1-40-15,0 1 42 0,1 1-44 0,-1 1 35 0,0 1-45 16,-2 0 34-16,2 2-40 0,-2-2 21 16,-1-1-97-16,0 3-56 0,1-2-93 0,-2 0-127 15,2-2-125-15,-6-8-77 0,7 15-173 0,-7-15-602 16,4 10-931-16</inkml:trace>
  <inkml:trace contextRef="#ctx0" brushRef="#br0" timeOffset="51800.0962">21752 8307 976 0,'-4'-19'830'0,"1"5"-118"0,1-3-85 0,0 5-107 16,1-1-11-16,0 1-85 0,1 12-11 0,0-20-62 15,0 20-67-15,-1-15-64 0,1 15-48 0,1-11-37 16,-1 11-37-16,0 0-66 0,0 0-125 0,14 0-70 16,-14 0-57-16,12 12-108 0,-8-1-73 0,1 1-43 15,-3 3-120-15,0 1-125 0,0 1-372 0,-2 0-678 16</inkml:trace>
  <inkml:trace contextRef="#ctx0" brushRef="#br0" timeOffset="52622.9179">21792 8468 594 0,'0'0'693'0,"0"0"-63"16,0 0 3-16,0 0-63 0,8-8-24 16,-8 8-43-16,0 0-54 0,0 0-68 0,6-9-67 0,-6 9-64 15,0 0-43-15,0 0 24 0,0 0-43 0,9 4 33 16,-9-4-47-16,11 13 14 0,-6-6-68 16,0 5 26-16,1 0-52 0,-1 1 29 0,2 1-65 15,-2 0 37-15,0 0-67 0,-1 2 46 0,1-1-65 16,-1 0 34-16,-1-2-65 0,2 2 26 0,-2-3-63 0,0-2 22 15,-1 1-49-15,1-2 34 0,-3-9-35 0,4 16 48 16,-4-16-26-16,4 13 48 0,-4-13-37 0,7 6 27 16,-7-6-51-16,0 0 35 0,17-1-27 0,-17 1 43 15,16-9-29-15,-5 1 29 0,-2-3-33 0,3 1 41 16,1-5-28-16,-2 1 44 0,2 1-35 0,-1-4 41 16,-3 6-34-16,2-1 27 0,-4 2 30 0,1-1-22 15,0 2 17-15,-3 2 2 0,1 0-8 0,-6 7-3 16,9-12-6-16,-9 12-4 0,8-7-2 0,-8 7 30 15,10-5-36-15,-10 5 37 0,0 0-41 0,14 3 34 0,-14-3-36 16,15 7 48-16,-6-1-51 0,0 0 39 0,3 2-43 16,0-1 43-16,1 0-39 0,0 1 38 15,2-1-38-15,1 0 32 0,-1 0-49 0,3-1 28 0,0 0-56 16,-1-1 36-16,2-1-31 0,-2-1 45 0,0 0-30 16,-1-1 44-16,0-2-42 0,-1 0 42 15,2-4-31-15,-1 1 35 0,0-2-33 0,-2-2 39 0,2-2-39 16,-3-2 41-16,2-1-36 0,-4-2 36 0,-1 2-35 15,-2-3 44-15,-1 4-34 0,-1-1 8 0,-2 1 7 16,1 1-14-16,-1 2 14 0,-4 8-8 16,3-16 10-16,-3 16-12 0,0 0 2 0,-5-9-2 0,5 9 33 15,0 0-38-15,-16 2 33 0,16-2-34 0,-12 11 31 16,5-5-38-16,2 2 40 0,0 3-38 0,1-2 36 16,-1 1-40-16,1 0 34 0,2-1-36 0,0 1 40 15,2-10-37-15,-5 19 39 0,5-19-40 0,0 16 42 16,0-16-40-16,3 14 39 0,-3-14-34 0,6 12 34 15,-6-12-32-15,9 9 34 0,-9-9-35 0,12 7 36 16,-12-7-21-16,17 2 15 0,-17-2-36 0,18 4 40 16,-18-4-40-16,22 1 44 0,-22-1-44 0,22 2 44 15,-12 1-36-15,2 1 45 0,0 0-6 0,-1 6 54 0,3 2-28 16,-2 3 58-16,0 4-61 0,-2 5 37 0,-1 2-45 16,-1 4 32-16,-3 2-49 0,-3 4-4 0,-2 2 2 15,-3 7-8-15,-6 1-6 0,-2 2-14 16,-6 8-18-16,-3 0 31 0,-4-3-55 0,-2-2 39 0,-3-2-35 15,-2-5 42-15,-2-3-32 0,-3-4 8 0,3-7 19 16,-4-4 12-16,-3-7 17 0,1 1 15 0,-16-2 23 16,6-6 20-16,0-6 12 0,1-5-5 0,-4-2-14 15,0-8-14-15,2-4-10 0,-9-8-11 0,6-5-11 16,4-5 0-16,6-4-2 0,12 4-16 0,6-2-11 16,10-3-36-16,7 2-71 0,8-2-63 0,10-3-76 15,6-2-50-15,13-6-40 0,5 3-64 0,5 3-47 16,1 3-33-16,1 3-16 0,1 1-46 0,-8 8-165 15,-2 1-440-15,-3-1-758 0</inkml:trace>
  <inkml:trace contextRef="#ctx0" brushRef="#br0" timeOffset="54234.3439">20639 7140 389 0,'0'0'492'0,"6"-11"-41"16,-6 11-80-16,7-10-9 0,-7 10-44 0,2-12-40 16,-2 12-36-16,1-13-20 0,-1 13-41 0,-1-10-31 15,1 10-25-15,-6-12-29 0,6 12-12 0,-10-7-8 16,10 7-8-16,-17-1-8 0,4 4 0 0,0 2-6 16,-3 1-1-16,-1 4 0 0,0 1-4 0,0 1 0 15,1 3 7-15,-1-1-4 0,4 2-8 0,-1 0-7 16,2 0-8-1,2 0 4-15,2-2-3 0,1 1 0 0,2-1 0 0,1 0 2 0,2 0-1 0,2-1 1 0,3-2 7 16,2 1-21-16,3-1 18 0,1-1-27 16,2 0-2-16,3-2-17 0,0-1-18 0,4-1-20 15,-1 0-9-15,1-3 0 0,0 1 3 0,1-2 8 16,0-2 9-16,-2-2 6 0,0 1 10 0,-2-3 7 0,0-1-1 16,-2-3 11-16,0 1 2 0,-3-3 5 0,-2 0 3 15,-1-4 3-15,0 1 6 0,-3-1 11 16,-1 0 11-16,-1 1 1 0,-1 1 0 0,-1 0 1 15,0 12-3-15,0-22 13 0,0 22 3 0,-2-18-9 16,2 18-5-16,-2-15-6 0,2 15-5 0,-2-12-8 0,2 12-6 16,0 0-5-16,-2-13 0 0,2 13-5 15,0 0 2-15,0 0-1 0,0 0 1 0,0 0-4 16,0 0 2-16,6 13-3 0,-6-13-13 0,11 13-14 0,-4-6-23 16,3 1-16-16,1 1-12 0,1-1-12 0,1 0-28 15,0 2-13-15,2-3-19 0,-2 1-20 0,2-2 0 16,0-1 11-16,-1 2 19 0,0-1 25 0,0-2 22 15,-3-1 17-15,0-2 36 0,-11-1 27 0,21 0 34 16,-21 0 35-16,18-4 30 0,-18 4 25 0,14-12 14 16,-8 4 4-16,0 0 10 0,0-3 12 0,-2 1-5 15,0 0 19-15,-1 0-9 0,0 0-10 16,-1-1-1-16,-2 11 0 0,4-16-1 0,-4 16-33 0,2-13-8 16,-2 13-32-16,3-13-10 0,-3 13-29 0,0 0 9 15,3-11-21-15,-3 11 6 0,0 0-9 0,0 0 1 16,0 0-7-16,0 0 0 0,0 14-4 0,0-14-2 15,0 12-2-15,0-12 4 0,1 16-6 0,-1-16 4 16,3 18-12-16,-3-18 15 0,4 19-10 0,-4-19 5 16,4 18-11-16,-4-18-4 0,5 18-26 0,-5-18-10 15,4 13 1-15,-4-13-5 0,3 12-2 0,-3-12 8 0,4 13 13 16,-4-13 10-16,0 0 7 0,5 9 6 16,-5-9 3-16,0 0 2 0,0 0 2 0,9-3-1 15,-9 3 5-15,7-11-3 0,-3 3 4 0,-1-1 2 0,3-1 5 16,-2 0 4-16,1 0 10 0,-1 0 16 0,0 1 18 15,0 1-2-15,-4 8 23 0,6-14-23 16,-6 14 8-16,6-11-43 0,-6 11 17 0,5-9-34 0,-5 9 10 16,0 0-10-16,0 0 10 0,9-3-13 0,-9 3 10 15,0 0-22-15,9 12 23 0,-9-12-12 16,12 13 10-16,-6-4-16 0,3 1-14 0,1-1-33 0,-1 2-45 16,2 0-45-16,4 0-48 0,0 1-60 0,0-1-54 15,2 0-36-15,1 0-34 0,-1-3-78 0,2 1-75 16,-1-2-412-16,-1-2-517 0</inkml:trace>
  <inkml:trace contextRef="#ctx0" brushRef="#br0" timeOffset="54651.3576">21617 7255 134 0,'10'-14'601'0,"-1"1"-165"0,0 1-4 0,-1-1-24 0,-1-2-7 16,1 2-19-16,-3-1-7 0,0 2-26 16,-1-1-13-16,0 2-27 0,-2 0-48 0,-2 11-48 15,4-18-41-15,-4 18-32 0,0-12-28 0,0 12-15 16,-4-9-11-16,4 9-9 0,0 0-4 0,-19 2 0 0,9 0-21 15,1 4 9-15,-1 1-3 0,-2 4-8 16,3-1 9-16,1 3-12 0,2-1 2 0,0 3-6 16,2-1-6-16,2 3 3 0,2-2-14 0,1 0-24 0,3 0 23 15,0 2-33-15,4-2 32 0,-1-1-28 0,2-1 27 16,3 1-34-16,-1-3 16 0,1 0-27 0,1-3 17 16,0-1-22-16,2 0 21 0,-1-2-28 15,1-2 39-15,-2-1-25 0,0-2 22 0,1-2-18 0,0-2 22 16,2-3-23-16,-2-1 30 0,2-3-29 0,-2-3 27 15,0 1-20-15,-1-5 23 0,-1 0-23 0,-1-2 34 16,-2 0-14-16,-2 1 32 0,0 1-21 0,-4 1 25 16,0 1-36-16,-2 3 33 0,-2 1-46 0,-2-1 38 15,-4 3-40-15,-2 0 38 0,-3 3-30 0,-2 5 32 16,0-1 0-16,-3 4 26 0,0 1-18 0,-2 3 2 16,0 3-2-16,0 4 4 0,2 0-1 0,3 2 9 15,1 2 0-15,3 0 0 0,2 3-7 0,4-1-7 16,3 0-6-16,3 1-45 0,4 1 42 0,7 4-66 0,2 0-26 15,9-1-113-15,4 1-65 0,4-4-74 16,2-1-121-16,2-1-88 0,2-3-142 0,0-4-750 16,-2-1-1017-16</inkml:trace>
  <inkml:trace contextRef="#ctx0" brushRef="#br0" timeOffset="57002.2789">24760 6824 132 0,'0'0'591'15,"0"0"-114"-15,0 0-77 0,0 0-19 0,8 6-25 16,-8-6-13-16,0 0-14 0,0 0 1 0,0 0-32 16,0 0-3-16,0 0-31 0,0 0-12 0,5 6-30 15,-5-6-17-15,0 0-19 0,0 0-16 0,0 0-13 16,0 0-9-16,0 0-15 0,0 0-6 0,0 0-18 15,0 0-9-15,0 0-10 0,0 0-11 16,0 0-6-16,0 0-12 0,0 0-8 0,0 0-12 0,0 0-4 16,0 0-8-16,0 0-6 0,0 0-4 0,0 0-3 15,0 0-4-15,0 0-1 0,0 0-3 0,0 0-2 16,0 0-1-16,0 0-1 0,0 0-3 0,0 0-2 16,0 0 2-16,0 0 1 0,0 0-1 0,0 0-3 15,0 0 5-15,0 0-3 0,0 0-4 0,0 0 8 16,0 0-2-16,0 0 0 0,0 0-2 0,0 0 1 15,0 0-2-15,0 0 1 0,0 0 3 0,0 0-2 16,0 0-2-16,0 0 2 0,0 0 5 0,0 0 40 16,9 6-57-16,-9-6 4 0,0 0 1 0,0 0 1 15,0 0 4-15,0 0-3 0,0 0-6 0,0 0 8 0,0 0 0 16,0 0 0-16,0 0-1 0,0 0 3 0,0 0-4 16,0 0 2-16,0 0 1 0,0 0 1 15,0 0 0-15,0 0-1 0,0 0-3 0,0 0 3 0,0 0 2 16,0 0-4-16,0 0-3 0,0 0 4 0,0 0-1 15,0 0 1-15,0 0 2 0,0 0-4 16,0 0 4-16,0 0 0 0,0 0 0 0,0 0-3 0,0 0-1 16,0 0 0-16,0 0 3 0,0 0 0 15,0 0 0-15,0 0-5 0,0 0 0 0,0 0-3 16,0 0 2-16,0 0-3 0,0 0 4 0,0 0-2 0,0 0 1 16,0 0 0-16,0 0 1 0,0 0 1 15,8-7 1-15,-8 7-2 0,0 0-2 0,0 0-2 16,0 0 3-16,0 0 2 0,0 0 5 0,2-10-3 15,-2 10 0-15,0 0-2 0,0 0 4 0,0 0 1 0,0-12 2 16,0 12-6-16,0 0 4 0,0 0 0 16,2-11 31-16,-2 11-34 0,0 0 36 0,0 0-34 0,4-14 51 15,-4 14-28-15,0 0 34 0,3-12-32 0,-3 12 45 16,0 0-32-16,4-10 32 0,-4 10-35 0,0 0 48 16,4-9-38-16,-4 9 26 0,0 0-48 0,0 0 24 15,0 0-54-15,3-10 31 0,-3 10-38 0,0 0 38 16,0 0-31-16,1 13 14 0,-1-13 17 0,0 20 16 15,0-6 10-15,-1 5 52 0,1-1-35 0,0 4 59 16,0 3-65-16,0 0 64 0,1 2-85 0,1 2 77 16,2 1-98-16,-1 0 70 0,-1-2-89 0,2-1 70 15,-2-1-77-15,1 0 68 0,0-2-80 0,1 0 76 16,-2-2-85-16,1-4 8 0,-1 0 8 0,0-3-1 16,-1-1-2-16,1-3 11 0,-1 0 8 0,-1-11 9 15,2 20 1-15,-2-20 3 0,2 11-1 0,-2-11-9 16,0 0-1-16,0 0-2 0,0 0 75 0,0 0-99 15,-2-15 63-15,-1 4-89 0,1-5 55 0,0-3-96 16,0-6 58-16,1-3-63 0,0-5 44 0,1-2-41 16,1-1 49-16,0-1-31 0,2-9 8 0,1 4 49 15,1-1-33-15,1 0 44 0,2 2-37 0,2 0 47 16,1 2-9-16,0 3-1 0,3 0 0 0,2 5-2 16,-2 8-3-16,4 2 0 0,-1 1-1 0,5 5 5 15,-1 5-6-15,3 4 4 0,1 4-5 0,2 5-2 16,3 3 6-16,0 5-4 0,3 5-34 0,-1 4 44 15,-2 2-32-15,-1 2 5 0,-4 5 8 0,-2-2 2 16,-3 3 30-16,-5-4-48 0,-2 0 38 0,-4 0-49 16,-1-2 30-16,-4 0-51 0,-4 1 28 0,-2-3-51 15,-2 0 22-15,-4 1-47 0,-2-2 36 0,-1-1-39 0,-2-3 23 16,-1 0-31-16,-3-2 22 0,2-3-3 16,-1 1 7-16,-2-4 8 0,3 0 17 0,2-3 14 15,2-2 19-15,1 2 1 0,1-1-5 0,9-5 0 16,-16 5 0-16,16-5 1 0,-9 3 5 0,9-3 9 0,0 0 4 15,0 0-1-15,0 0 12 0,0 0-4 16,0 0 8-16,0 0 0 0,13 4 2 0,-13-4 0 16,21 4 2-16,-8-2 5 0,1 3-2 0,4-1 5 0,-3 1-3 15,3 0 5-15,0 1-1 0,3 2 2 0,1 1-2 16,-2-4 0-16,2 5 2 0,1-3 0 16,-1 0-1-16,3 1 0 0,-2-1 0 0,0 1 0 0,-1-2-3 15,2-1 10-15,-1 4-3 0,-5-5-3 0,0-1 4 16,2 0 1-16,-4-2 8 0,-1-1 9 0,1 0 25 15,-2-2 12-15,-1-2 15 0,3-2-20 0,-3-2 20 16,1-3 14-16,-1-1-7 0,-2-3-4 0,3-2 2 16,-3-3 13-16,3-2-39 0,-3 0 33 0,2-3-44 15,-1 1 76-15,1 1-55 0,-1 3 34 0,-3 1-43 16,2 2 30-16,0 1-43 0,-2 4 28 0,0-1-50 16,2 2 27-16,-2 2-43 0,-2 4 32 0,3 0-43 15,2 1 35-15,-12 4-40 0,23 1 38 0,-12 2-39 16,4 2 36-16,-1 2-40 0,-1 2 41 0,3 2-40 0,-3 2 37 15,2 2-4-15,-2-1 0 0,1 2-5 16,-3 1-5-16,0 0 2 0,0 0-7 0,-4-2-1 16,-1 0-1-16,-3-1-3 0,1 1 0 0,-4-1 2 15,0-1-2-15,-5 0-1 0,-1-1 4 0,-1-1-6 0,-5 0-3 16,0-3 0-16,-1-1 2 0,-2-1-6 0,-3-2-4 16,3 0 2-16,-1-3-16 0,2-1 4 15,0-1-8-15,-1-2-16 0,2-1-13 0,-1 0-50 0,3-4-20 16,-1 1 0-16,4-2 15 0,1-2-14 0,3 2 7 15,0-2-3-15,2-1 3 0,2-2 9 0,4 2 17 16,0-5-2-16,2 3 8 0,3-4 5 0,3 2 10 16,1-3 10-16,4-1 18 0,0-1 30 0,1 2-16 15,-1-4 27-15,2 3-15 0,0-2 27 0,-2 1-19 16,1 1 41-16,-2-2-8 0,0-2 7 0,-1 2 9 16,-1-2-3-16,-1 2 25 0,-1 2 27 0,-3-1-4 15,-1 2 9-15,1 0 26 0,0 0-11 0,-4 3 3 16,1 1 21-16,-1 1 8 0,-1 2 10 0,-2 0 15 15,3 1-29-15,-2 3-22 0,-3 8-24 0,6-15-26 0,-6 15-21 16,5-10-12-16,-5 10-5 0,0 0-3 16,0 0 2-16,10 1-1 0,-7 8 2 0,2 3-32 15,1 2 46-15,1 6-28 0,0 3 49 0,4 6-9 16,-4 2 29-16,4 6-47 0,-1 2 37 0,0 2-47 0,1 0 33 16,-1 1-2-16,-1 0-13 0,1-2-6 15,-1-1-1-15,-1-2-9 0,-2-3-39 0,1-5 40 0,-1 1-37 16,0-6 37-16,-2 0-42 0,0-2 34 0,-1-4-39 15,1-2 40-15,-2-2-38 0,0 0 43 0,0-4-35 16,0 0 48-16,-2-10-41 0,5 18 38 0,-5-18-42 16,0 0 43-16,0 0-41 0,0 0 36 0,0 0-41 15,0 0 38-15,5-11-3 0,-3 0-7 0,0-2-21 16,3-4-8-16,-1-3-2 0,3 0-2 0,2-2-7 16,0-5-4-16,2 2-29 0,1 3 48 0,1-1-33 15,-2 5 38-15,1 0-32 0,-1 2 37 0,3 2-39 16,1 4 42-16,-2 0-36 0,3 5 41 0,2 0-37 15,-2 3 39-15,4 4-4 0,0 3 0 0,0 2 2 16,1 3-4-16,1 4-1 0,0 3 5 0,-3 1-8 16,-2 1 2-16,-1 1 1 0,-5-2 4 0,1-1-2 15,-3 1 0-15,-3-2 2 0,-2-1 8 0,-1 1 1 16,-3-4 3-16,0 1-32 0,-5 0 45 0,-1 0-43 0,-3-1 39 16,-7-1-34-16,-1-2 33 0,-6 1-46 15,-6-2 23-15,-5-1-107 0,-2-2-66 0,-3-2-99 16,-9 1-131-16,-2-1-140 0,-2-3-123 0,1 0-847 0,-1 0-1142 15</inkml:trace>
  <inkml:trace contextRef="#ctx0" brushRef="#br0" timeOffset="57620.1333">25097 8166 430 0,'21'-22'720'16,"-3"2"-106"-16,0-1-45 0,-5-1-62 0,-1 2-41 15,-4 2-26-15,0-1-36 0,-3-1-78 0,-2 2-36 16,-1 1-37-16,-2 1-1 0,-2-1-66 0,-3 5-1 15,1-3-68-15,-4 3 10 0,1 3-54 0,-5 1 13 16,-1 3-47-16,-1 4 27 0,-4 2-50 0,-4 4 31 16,0 3-3-16,-5 6-14 0,-3 3-38 0,2 5 33 15,2 2-41-15,2 2 42 0,3 1-39 0,6-1 37 16,3 2-38-16,5 1 8 0,4 2-1 0,5 1 9 16,6 7 5-16,6 2 26 0,4 0-38 0,9 5 33 15,5 1-38-15,3-3 37 0,2 0-43 0,2-3 33 16,-2 1-36-16,1-4 32 0,0-1-35 0,-8-8 33 15,-2-1-43-15,-3-2 43 0,-7-5-42 0,-2-2 37 16,0-3-33-16,-5 0 36 0,-2-3-23 0,-3-2 65 16,-1-1-31-16,-5-10 45 0,-2 19-28 0,-3-12 31 0,-2 0-43 15,-6-2 35-15,-2 1-44 0,-5-1 31 0,-4-3-49 16,-4 0 39-16,-2-1-40 0,-2-2 28 16,-6 0-50-16,0-2 22 0,-1-2-89 0,4 2 16 0,0-2-88 15,2 0-31-15,7-1-27 0,4 0-90 0,1-1-116 16,5 0-58-16,5 0-137 0,5-3-678 0,6 10-903 15</inkml:trace>
  <inkml:trace contextRef="#ctx0" brushRef="#br0" timeOffset="58052.8448">25554 8338 861 0,'11'-12'741'0,"-1"1"-90"16,0 0-67-16,-1 1-33 0,-2 3-43 0,-1 1-85 15,1-1-61-15,-7 7-90 0,9-11-27 0,-9 11-70 16,9-6 37-16,-9 6-13 0,0 0 33 0,10 7-65 16,-10-7-9-16,6 14-13 0,-4-3-11 0,-2 1-13 15,1 5-19-15,-1 2 30 0,0 0-59 0,0 1 30 0,0 4-56 16,0 1 33-16,0 1-52 0,1-1 35 16,0 0-55-16,1 0 37 0,0 0-49 0,0-2 25 15,1-4-67-15,-1 0 30 0,2-3-48 0,1 0 43 0,0-3-45 16,3 0 37-16,-3-2-36 0,3 1 41 15,2-6-49-15,-1-1 41 0,1-2-41 0,3-2 48 16,-1-2-42-16,2-3 34 0,0-2-38 0,1-3 48 0,1-3-41 16,0-1 46-16,-3-1-30 0,1-1 42 0,-1 2-31 15,-2-1 48-15,-1 1-33 0,-2 2 41 0,-1 2-27 16,-1 0 42-16,-1 1-57 0,2 1 52 0,-7 7-43 16,7-10 34-16,-7 10-36 0,0 0 55 0,0 0-22 15,0 0 39-15,13 3-36 0,-13-3 39 0,4 10-35 16,-4-10 38-16,10 15-44 0,-4-7 33 0,1 4-40 15,5 0 29-15,-1-1-51 0,2 2-3 0,1 0-111 16,3-1-58-16,-1 1-68 0,0-3-99 0,2 0-76 16,-2 2-78-16,-1-2-15 0,-2-2-140 0,2-2-579 15,-4-2-846-15</inkml:trace>
  <inkml:trace contextRef="#ctx0" brushRef="#br0" timeOffset="59486.7968">26312 8549 535 0,'1'-11'802'0,"-1"11"-98"0,2-16-87 16,-2 16-57-16,3-12-52 0,-3 12-59 0,2-11-71 16,-2 11-55-16,0 0-49 0,2-12-55 0,-2 12-36 0,0 0-27 15,0 0-7-15,0 0 36 0,0 0-45 16,0 0 14-16,11 8-63 0,-11-8 16 0,9 16-59 0,-2-8 30 16,0 3-50-16,1 0 31 0,1 1-48 15,3-2 35-15,-3 1-50 0,2 0 29 0,1-2-52 16,0 0 33-16,0-2-43 0,-1 1 37 0,0-2-34 0,-1-2 42 15,1-1-36-15,-1-2 42 0,-10-1-31 0,21-1 38 16,-12-2-41-16,3-3 50 0,-2-2-23 0,-1-2 48 16,1-1-39-16,1-6 35 0,-3 0-38 0,2 1 37 15,-3-3-31-15,1 2 12 0,-1 1 5 0,-1 0 11 16,0 3 17-16,-2 1-11 0,0 0-16 0,-1 4-12 16,1-1-16-16,-4 9-5 0,6-9 2 0,-6 9-2 15,0 0-1-15,0 0-3 0,8 16 42 0,-8-4-48 16,2 7 37-16,0 6-41 0,1 7 41 0,1 3-43 0,0 7 43 15,1 3-40-15,-1 0 34 0,3 1-38 16,-2-1 2-16,-1 0 3 0,2 0 4 0,-3 2 0 16,-1-5 1-16,2-6-3 0,-4 0 34 0,2-4-35 15,-4-2 32-15,0-5-44 0,0-1 46 0,-3-3-46 0,-3-2 41 16,-2-2-40-16,2-4 42 0,-6-4-42 0,0-2 37 16,-3-4-42-16,-3-2-4 0,-1-3-2 0,-1-3-18 15,-3-4-18-15,-2-2-8 0,0-6-16 0,0-2-17 16,2 0 1-16,6-1-31 0,0-1-27 0,6-1-12 15,3 1-30-15,4-1-12 0,4 0 8 0,4 0-20 16,2-1 18-16,6-2 29 0,5 0 21 0,6-3 21 16,6 2 4-16,4-1 19 0,5 3 9 0,2 0 21 15,5 1 10-15,4-3 17 0,-2 7 13 0,-2-2 5 16,-1 3 23-16,-1 1 20 0,-1-1 26 0,-4 3 24 16,-7 2 32-16,0 1 28 0,-4 1 17 0,-5 0 28 15,-2 2 11-15,-2 2 3 0,-3-2-18 0,-1 0-44 16,-3 2-8-16,0-1-27 0,-3 1-9 0,-6 7-18 15,4-13-5-15,-4 13-37 0,-6-9 27 0,6 9-15 16,-15-9 25-16,3 8-19 0,12 1 15 0,-27 1-19 16,12 2 20-16,-1 2-24 0,0 1 23 0,0 1-23 15,1 3 28-15,-1 2-25 0,1 0 32 0,3 2-34 0,1 1 37 16,4 0-5-16,1-2-9 0,0 3-4 0,4-2-1 16,2 1-11-16,2-1-35 0,2 1 34 0,0-1-40 15,2 1 31-15,1-3-42 0,0 1-37 16,2-3 12-16,0 0-21 0,0 0 23 0,2-3-5 0,-2-2 10 15,0 0 10-15,-9-5 17 0,20 4-6 0,-20-4 15 16,16-4-13-16,-7-1 15 0,0-2-5 0,0-1 11 16,-3-3-3-16,2-2 11 0,0 0-5 0,-3-2 26 15,-1-1-1-15,1 0 17 0,0 0 0 0,-1-1 26 16,-2 4-31-16,1 0 34 0,-1 1-36 0,0 2 27 16,-2 10-42-16,2-19 25 0,-2 19-48 0,0-15 36 15,0 15-40-15,0 0 28 0,2-13-36 0,-2 13 34 16,0 0-39-16,0 0 41 0,0 0-28 0,0 0 25 15,2 16-34-15,-2-16 32 0,5 13-35 0,-5-13 15 16,9 16-43-16,-2-7 0 0,1 2-27 0,-1-3-10 16,3 3-14-16,1-2-19 0,-1-1-9 0,0 1-19 15,1-1 0-15,-2-3 2 0,1 1 7 0,-2-1 11 16,1-1 17-16,1-1 6 0,-10-3 22 0,17 3 18 0,-17-3 9 16,18-1 8-16,-18 1 12 0,16-11 1 0,-8 5 9 15,0-2 10-15,1-3 9 0,-3-1 27 16,3 3 14-16,-2-4 10 0,0 3 19 0,-1-2 22 15,0 4 5-15,-1-2 6 0,2 2 14 0,-4-1-8 0,-3 9 1 16,6-13-7-16,-6 13-15 0,7-10-16 0,-7 10-21 16,4-10-5-16,-4 10-10 0,0 0-6 15,0 0-5-15,0 0 2 0,0 0-3 0,0 0 2 0,0 0-10 16,8 11 3-16,-8-11-7 0,2 13 4 0,-2-13-6 16,0 19 4-16,0-19-7 0,2 21 6 0,-2-21 0 15,5 21 1-15,-3-13-6 0,0 3-4 0,0-3-22 16,-2-8-2-16,7 19-31 0,-7-19-10 0,4 15-1 15,-4-15 5-15,9 12 7 0,-9-12 9 0,7 9 3 16,-7-9 0-16,11 7 8 0,-11-7 5 0,14 1 5 16,-14-1 1-16,15-4 7 0,-15 4 5 0,18-9 7 15,-9 3-1-15,3-1 4 0,-1-2 20 0,-1 0 13 16,1 0 7-16,-1-1 18 0,-1 2 13 0,1-1 23 16,-2 3 8-16,-1-1 18 0,-7 7-34 0,11-11 10 15,-11 11-41-15,10-9 6 0,-10 9-35 0,8-4 27 16,-8 4-24-16,0 0 24 0,13 3-35 0,-13-3 25 15,12 7 0-15,-12-7-8 0,9 14 1 0,-9-14-7 0,10 16-6 16,-7-7-3-16,2 1-3 0,0 0-4 0,-1 0-3 16,-2 0 2-16,3 0-2 0,-1 0-5 0,-2-1 5 15,3 0-8-15,-5-9-2 0,5 14 3 16,-5-14-1-16,4 13 7 0,-4-13-1 0,4 10 4 0,-4-10-1 16,7 7-1-16,-7-7 6 0,14 3-7 0,-14-3 4 15,15-1 3-15,-6-1 7 0,3-3 6 0,1-1 12 16,1 0 2-16,-1-1 3 0,1 0 14 0,-1-1 16 15,0 0-1-15,1 0 12 0,-1 1-25 0,1 0 41 16,-1 1-43-16,1-2 36 0,-1 2-47 0,0 1 45 16,3-1-58-16,-2 2 38 0,4 1-54 0,0 0 41 15,1 2-56-15,3 1 41 0,0 1-49 0,4 3 40 16,3 0-6-16,3 0-33 0,-1 2-43 0,0-1-45 16,-4 2-55-16,-1-2-54 0,-1 1-54 0,-1-1-41 15,-1 0-63-15,-6 0-69 0,0-1-102 0,-4-1 36 16,-3 0-84-16,-10-3-176 0,12 0-290 0,-12 0-658 15</inkml:trace>
  <inkml:trace contextRef="#ctx0" brushRef="#br0" timeOffset="61688.2108">19013 9929 218 0,'0'0'343'0,"0"0"-61"15,0 0-39-15,0 0-48 0,0 0 24 0,0 0-49 16,0 0 24-16,0 0-34 0,0 0 11 0,-3-9-6 16,3 9-32-16,0 0-1 0,0 0-19 0,0 0 4 15,0 0-27-15,0 0 13 0,0 0-16 0,0 0 14 16,0 0-13-16,0 0 3 0,0 0-12 0,0 0 4 15,0 0-14-15,0 0 6 0,0 0-19 0,0 0 19 16,0-13-19-16,0 13 12 0,0 0-28 0,0 0 15 16,0 0-24-16,0 0 13 0,0 0-24 0,0 0 14 15,0 0-23-15,0 0 14 0,0 0-20 0,0 0 18 16,0 0-22-16,0 0 17 0,0 0-18 0,0 0 16 16,0 0-20-16,0 0 19 0,0 0-22 0,0 0 18 15,0 0-19-15,0 0 20 0,0 0-21 0,0 0 21 16,0 0-22-16,0 0 20 0,0 0-20 0,0 0 20 15,0 0-20-15,0 0 20 0,0 0-23 0,0 0 22 16,0 0-23-16,0 0 23 0,0 0-20 0,0 0 24 16,0 0-28-16,0 0 26 0,0 0-20 0,0 0 19 0,0 0-20 15,0 0 19-15,0 0-18 0,0 0 15 16,0 0-15-16,0 0 20 0,0 0-27 0,0 0 27 16,0 0-20-16,0 0 22 0,0 0-24 0,0 0 24 0,0 0-25 15,0 0 17-15,0 0-13 0,0 0 20 0,0 0-23 16,0 0 20-16,0 0-16 0,0 0 19 0,0 0-24 15,0 0 24-15,0 0-20 0,0 0 20 0,0 0-23 16,0 0 22-16,0 0-24 0,0 0 26 0,-3-10-23 16,3 10 23-16,0 0-24 0,0 0 22 0,-1-13-16 15,1 13 16-15,0 0-16 0,-2-18 39 0,2 18-17 16,-2-17 30-16,0 7-10 0,-1-1 36 0,0-4-13 16,0 2 29-16,-3-2 2 0,2 1 0 0,-2-1 3 15,0 1 17-15,0-2-2 0,1 3 0 0,-2 0 18 16,2 2-23-16,1 1 23 0,-1 2-43 0,1-1 33 0,4 9-59 15,-6-13 16-15,6 13-44 0,-6-11 25 16,6 11-37-16,0 0 43 0,0 0-20 0,-12 5 47 16,8 3-23-16,0 4 11 0,0 4 6 0,-2 5 1 15,2 3 0-15,0 2-2 0,0 4-11 0,1 2-8 0,1 1-4 16,1 1-5-16,1-1-3 0,0 1-10 0,2-1 35 16,1 0-46-16,-1-2 29 0,3 0-45 0,-2-5 34 15,1-2-44-15,1-1-3 0,-1-2 42 0,-1-4-49 16,0-1 4-16,-1-1 0 0,0-2 6 0,0-3 0 15,-2-10 5-15,3 19 58 0,-3-19-44 0,3 14 8 16,-3-14 10-16,0 0-9 0,0 0-8 0,0 0-4 16,0 0-5-16,0 0-1 0,-6-10-4 0,3-1 0 15,0-4 1-15,0-3-11 0,-1-4 5 0,0-4-5 16,0-6-1-16,0 0 11 0,0 0-12 0,-1-2-2 0,1 1 4 16,0 0 1-16,1-1-8 0,0 1 8 15,-1 2 3-15,3 4 51 0,1 0-66 0,0 1 65 16,1 2-70-16,0 1 63 0,3-1-68 0,1 3 52 15,3-1-53-15,1 3 45 0,6-1-57 0,3 2 35 0,6 2-62 16,3 2 26-16,9 0-65 0,5 2 9 16,3 3-65-16,1 2 6 0,4 3-81 0,0 1-20 15,-5 3-30-15,6 1-85 0,-4 3-72 0,0 3-62 0,-5 1-82 16,-8 2-833-16,-4-1-1024 0</inkml:trace>
  <inkml:trace contextRef="#ctx0" brushRef="#br0" timeOffset="61887.8055">19047 10106 757 0,'-15'6'817'0,"1"0"-143"16,2-3-120-16,3 0-53 0,9-3-41 0,-19 6-38 16,19-6-66-16,-11 2-81 0,11-2-61 15,0 0-64-15,0 0-4 0,0 0-32 0,14 0-23 0,2-1-33 16,5-1-56-16,6 1-67 0,10-1-105 0,1 1-69 15,2 1-123-15,3 0-87 0,0 0-165 16,0 0-545-16,1 0-773 0</inkml:trace>
  <inkml:trace contextRef="#ctx0" brushRef="#br0" timeOffset="62105.5784">19782 10159 1126 0,'0'0'886'0,"0"0"-148"16,-5-10-55-16,5 10-30 0,0 0-55 15,-5-9-59-15,5 9-63 0,0 0-60 0,0 0-69 0,-7-8-64 16,7 8-50-16,0 0-23 0,0 0-21 0,0 0-23 16,-8 11-11-16,8-11-32 0,-5 14-23 0,3-3-19 15,1 0-13-15,0 1-4 0,0 0-16 0,0 3-39 16,2-2-49-16,0 0-47 0,0 2-59 0,1 1-76 16,0-1-92-16,2-1-33 0,-1 0-34 0,0-3-78 15,1 0-42-15,0-1-48 0,1-2-83 0,-5-8-100 16,12 11-458-16,-12-11-800 0</inkml:trace>
  <inkml:trace contextRef="#ctx0" brushRef="#br0" timeOffset="62304.7983">19884 9887 572 0,'0'-21'785'0,"1"2"-132"0,-2 2-47 0,1-1-22 15,0 5-26-15,0-2-74 0,0 2-47 16,-1 0-99-16,0 2-30 0,1 11-99 0,0-18-19 15,0 18-93-15,0-13-8 0,0 13-70 0,0 0-13 16,0 0-62-16,0 0-45 0,15 3-50 0,-7 4-72 0,2 4-46 16,1 3-86-16,2 3-52 0,2 2-87 15,0 2-120-15,1 2-405 0,-1-3-626 0</inkml:trace>
  <inkml:trace contextRef="#ctx0" brushRef="#br0" timeOffset="62671.8928">20170 10076 672 0,'0'0'842'0,"0"0"-119"16,0 0-120-16,0 0-48 0,10-2-62 0,-10 2-58 16,0 0-64-16,0 0-58 0,0 0-44 0,0 0-13 15,0 0-16-15,6 7-4 0,-6-7-23 0,4 12 5 16,-4-12-69-16,5 16 9 0,-2-5-63 0,0 1 19 16,0 0-58-16,1 1 23 0,0 1-50 0,0 0 31 15,2 1-48-15,-3-2-2 0,2 0-2 0,-1 0-14 0,0-2-25 16,-1-1-19-16,0 0-10 0,-3-10-8 15,6 17 30-15,-6-17-34 0,5 12 17 0,-5-12 6 16,7 8 3-16,-7-8 2 0,0 0-17 0,13 1-5 16,-13-1 10-16,15-9-12 0,-5 0 10 0,-1-3 5 0,5-3 13 15,-2 1 3-15,1-4 5 0,0 1 13 0,0 2 1 16,-1-2 4-16,-1 3 8 0,-1 2 17 16,-2 0 18-16,-1 0-2 0,0 5-5 0,0 0-11 0,-7 7-1 15,11-11-4-15,-11 11 3 0,11-2 5 0,-11 2 3 16,18 3-3-16,-7 1 30 0,4 3-37 15,-1 0 30-15,6 2-44 0,0 0 15 0,3 0-68 0,4 1-22 16,3 1-60-16,0-3-60 0,3 1-16 0,1-1-78 16,1 0-107-16,7 0-39 0,-5-2-122 0,4 2-704 15,-5-4-875-15</inkml:trace>
  <inkml:trace contextRef="#ctx0" brushRef="#br0" timeOffset="63871.3522">21102 10076 171 0,'-8'-5'317'0,"8"5"-84"16,0 0-53-16,0 0-7 0,0 0-1 0,2-14-15 15,-2 14-2-15,8-7 10 0,-8 7-12 0,10-6 17 16,-10 6-2-16,11-7 5 0,-11 7 23 0,9-8 1 0,-9 8 22 15,11-8 10-15,-11 8 47 0,8-8-17 16,-8 8 25-16,5-9-21 0,-5 9-31 0,3-10-34 0,-3 10-28 16,-1-12-29-16,1 12-21 0,-7-8-23 0,7 8-1 15,-16-11-5-15,6 9-12 0,10 2 1 0,-25-2-6 16,10 4 11-16,-2 2-1 0,-2 3 7 0,-1 2-10 16,-1 3-5-16,1 2 26 0,-1 4-52 0,2 0 31 15,4 2-52-15,0 1 30 0,4-2-44 0,2 0 30 16,2 1-41-16,3-3 34 0,2 0-31 0,3 1 28 15,1-2-41-15,3-1 37 0,3 0-50 0,3-1 24 16,3 0-49-16,1-4-7 0,2-1-14 0,-2-3-2 16,2 0 4-16,0-4-4 0,1 0-2 0,-3-1 23 15,0-4 11-15,1 1 7 0,-1-3 5 0,-1-2 5 16,-1-4 3-16,-1 2 2 0,-3-4 4 0,1-3-4 16,-1-1 11-16,-2-1-1 0,-1-1 15 0,0 3-5 15,-2-1 23-15,-1 3 20 0,-1-2 19 0,1 4 3 16,-1 0-5-16,-1 2-6 0,-1 10-10 0,3-19-5 15,-3 19-14-15,2-15-11 0,-2 15-6 0,2-10-4 16,-2 10-6-16,0 0-1 0,0 0 4 0,0 0-4 16,0 0-3-16,0 0 0 0,0 0-4 0,0 0-5 15,0 0-4-15,0 0-17 0,0 0-17 0,7 8-1 16,-7-8-2-16,10 11-13 0,-3-4-12 0,1 0-3 0,2-1-18 16,1 1-15-16,1 0-16 0,2-2 12 0,1 1-39 15,0-1 10-15,1 0-16 0,0-3 28 0,0 1-1 16,0-1 41-16,-2-2-1 0,0 0 36 0,-1-2 0 15,1-1 33-15,-2-3-21 0,-1-1 50 0,-1-2-13 16,-2-1 40-16,-1-1 18 0,-3-1 42 0,-1 1-9 16,2-2 36-16,-4 1 10 0,0 0 10 0,-1 0 12 15,0 12 22-15,1-22 13 0,-1 22-6 0,-1-15-19 16,1 15-26-16,0-14-30 0,0 14-38 0,0 0-1 16,1-14-13-16,-1 14-11 0,0 0 4 0,0 0 16 15,3 11-2-15,-3-11 4 0,5 19-4 0,-2-8 0 16,1 3 29-16,1 2-54 0,1 0 27 0,0 2-48 15,0-2 35-15,3 3-47 0,-4-2 37 0,1-1-45 0,0 0 39 16,-1-1-42-16,0-1 34 0,0 0-44 16,0-2 34-16,0-1-40 0,-2-2 51 0,1 0-58 15,-4-9 45-15,7 14-40 0,-7-14 38 0,8 10-41 0,-8-10 41 16,10 4-50-16,-10-4 37 0,11-2-37 0,-11 2 37 16,13-9-38-16,-5 1 39 0,-1-1-38 15,0-2 46-15,0 1-35 0,1-2 42 0,-2 0-38 16,-1 2 11-16,-1 0 17 0,0 1 17 0,0 0 16 0,-1 0 7 15,-3 9-2-15,7-13-3 0,-7 13-12 0,5-11-7 16,-5 11-11-16,0 0-2 0,6-9-3 16,-6 9 1-16,0 0-3 0,0 0-3 0,0 0 45 0,12 6-52 15,-12-6 39-15,10 11-44 0,-4-3 43 0,1-1-43 16,2 3 40-16,3-1-53 0,0 2 7 0,4-1-67 16,1 1-15-16,3 0-96 0,1 1-29 0,0-4-51 15,2 1-73-15,1 0-41 0,1-2-81 0,-2 1-34 16,2-2-60-16,0-1-140 0,0-1-387 0,-3-2-710 15</inkml:trace>
  <inkml:trace contextRef="#ctx0" brushRef="#br0" timeOffset="64322.1653">22419 10051 421 0,'4'-13'759'0,"-1"1"-122"0,-3 12-68 16,4-19-22-16,-3 8-31 0,-1 11-50 0,-1-17 3 15,1 17-94-15,-3-16-22 0,3 16-33 0,-6-13-33 16,6 13-36-16,-10-9-36 0,10 9-12 15,-15-4-33-15,15 4-13 0,-18 5-11 0,7-1-21 16,-1 5-7-16,1-1-13 0,-1 7-17 0,1 0-11 16,-1 1-7-16,5 3-14 0,1 0-8 0,2-1-5 15,3 0-10-15,1 0-7 0,1 2-2 0,4 0-3 0,2 0 1 16,5-1-7-16,4 1-1 0,5-2-23 0,5-3-30 16,2 1-14-16,7-3-18 0,-2-3-25 0,3-3-16 15,-1 1-11-15,1-4 2 0,-1-1 6 0,-3-2-4 16,-1-2 10-16,-1 0 16 0,-1-3 19 0,2-3 11 15,-3 0 17-15,-1-5 11 0,-2 0 7 0,-2-3 3 16,-3-3 6-16,-1-1 8 0,-3-4 6 0,-1 2 17 16,-3-3 17-16,-2 3 12 0,-2 1 7 0,-3 1-8 15,-2 2 26-15,-2 0-15 0,-1 4 15 0,-2-2-27 16,-3 1 10-16,-2 2-18 0,-4 3 23 0,-1-1-13 16,-3 4 19-16,-4 3-15 0,-2 2 6 0,1 2 3 0,-5 1 8 15,2 7-2-15,-3 1 1 0,3 4 1 16,3 2 5-16,5 0 8 0,3 2-13 0,3 1-3 15,3 1 29-15,4 0-45 0,4-1-2 0,6 1 1 0,5 2-13 16,6-1-5-16,8 1-3 0,5-1-2 0,4-4-27 16,4-1-43-16,2-2-41 0,5-2-41 15,-5 1-47-15,2-4-25 0,-1-2-123 0,-6-1-68 0,0-2-129 16,-2-2-103-16,-5-2-177 0,-1-2-662 0,-1-2-1086 16</inkml:trace>
  <inkml:trace contextRef="#ctx0" brushRef="#br0" timeOffset="66873.3949">25852 9639 436 0,'0'0'491'0,"0"0"-100"0,0 0-55 15,-5-10-29-15,5 10-22 0,0 0-34 0,0 0-8 16,0 0-9-16,0 0-16 0,-4-9-9 16,4 9-9-16,0 0-15 0,0 0-12 0,0 0-4 15,0 0-9-15,0 0-8 0,0 0 0 0,0 0 8 0,0 0-2 16,0 0 0-16,-4-8 23 0,4 8-35 15,0 0 39-15,0 0-37 0,0 0 29 0,0 0-55 16,0 0 32-16,0 0-56 0,0 0 23 0,0 0-53 0,0 0 24 16,0 0-56-16,0 0 28 0,0 0-46 0,0 0 30 15,0 0-46-15,0 0 34 0,0 0-43 0,-7-7 35 16,7 7-44-16,0 0 36 0,0 0-43 16,0 0 41-16,0 0-37 0,0 0 37 0,0 0-38 15,0 0 39-15,0 0-41 0,0 0 41 0,0 0-42 0,0 0 41 16,0 0-31-16,0 0 32 0,0 0-39 0,0 0 42 15,0 0-41-15,0 0 42 0,0 0-40 0,0 0 43 16,0 0-41-16,0 0 36 0,0 0-36 0,0 0 48 16,0 0-50-16,0 0 40 0,0 0-33 0,0 0 33 15,0 0-40-15,0 0 46 0,0 0-38 0,0 0 44 16,0 0-34-16,0 0 41 0,0 0-34 0,0 0 35 16,0 0-38-16,0 0 40 0,0 0-45 0,0 0 36 15,0 0-38-15,0 0 37 0,0 0-40 16,0 0 37-16,0 0-42 0,0 0 40 0,0 0-45 0,0 0 41 15,0 0-39-15,0 0 39 0,0 0-39 0,0 0 37 16,0 0-40-16,0 0 43 0,0 0-37 0,0 0 37 16,0 0-38-16,0 0 40 0,0 0-38 0,0 0 34 15,0 0-41-15,0 0 41 0,0 0-41 0,0 0 39 16,0 0-39-16,0 0 40 0,0 0-38 0,0 0 36 16,0 0-36-16,0 0 41 0,0 0-40 0,0 0 37 15,0 0-39-15,0 0 42 0,0 0-39 0,0 0 42 16,0 0-44-16,0 0 44 0,0 0-46 0,0 0 38 15,0 0-37-15,0 0 38 0,7-6-40 0,-7 6 42 16,0 0-44-16,6-10 43 0,-6 10-41 0,0 0 45 16,5-10-39-16,-5 10 44 0,0 0-37 0,2-11 53 15,-2 11-49-15,0 0 44 0,5-8-50 0,-5 8 39 16,0 0-44-16,0 0 48 0,2-11-52 0,-2 11 51 16,0 0-52-16,0 0 46 0,0 0-46 0,0 0 53 15,2-11-56-15,-2 11 46 0,0 0-48 0,0 0 44 16,0 0-45-16,0 0 42 0,0 0-45 0,0 0 54 15,0 0-55-15,0 0 43 0,0 0-43 0,0 0 42 16,0 0-39-16,-1-12 43 0,1 12-45 0,0 0 46 16,0 0-43-16,0 0 44 0,0 0-46 0,0 0 47 15,0 0-46-15,0 0 47 0,0 0-46 0,0 0 45 0,0 0-44 16,0 0 44-16,0 0-47 0,0 0 46 16,0 0-46-16,0 0 45 0,0 0-42 0,0 0 48 15,0 0-48-15,0 0 61 0,0 0-66 0,0 0 45 16,0 0-42-16,0 0 47 0,0 0-48 0,0 0 48 15,0 0-47-15,0 0 49 0,0 0-50 0,0 0 55 0,0 0-54 16,0 0 49-16,0 0-49 0,0 0 50 0,0 0-50 16,0 0 49-16,0 0-49 0,0 0 45 15,0 0-43-15,0 0 49 0,0 0-47 0,0 0 48 16,0 0-48-16,0 0 56 0,0 0-57 0,0 0 56 0,0 0-60 16,0 0 56-16,0 0-60 0,0 0 47 0,0 0-53 15,0 0 49-15,0 0-44 0,0 0 46 16,0 0-48-16,0 0 52 0,0 0-40 0,8 6 40 0,-8-6-46 15,4 10 52-15,-4-10-41 0,5 14 52 16,-1-4-49-16,1 3 70 0,-2 1-50 0,1 1 15 0,0 3 7 16,1 5 1-16,-1-1 0 0,2 0-5 0,2 6-2 15,1 0-4-15,-2 2 3 0,3-2-4 0,-2 1-6 16,1-2 3-16,-1 3-3 0,2-4-9 0,-1 0 3 16,-1-3 4-16,-1-3-11 0,0 0 2 0,-2-2 1 15,1-1-1-15,-2-3 0 0,1 0 0 0,-3-3-2 16,2-1-6-16,-4-10 1 0,6 17 2 0,-6-17 6 15,4 15-7-15,-4-15 3 0,0 0 4 0,0 0-10 16,0 0-1-16,0 0-3 0,0 0-1 0,0 0-4 16,-12-12-6-16,5-1-2 0,1-3-19 0,-2-4-9 15,0-2-2-15,1-6 13 0,-1-2-12 0,-1-2 3 0,-1-6-7 16,4-1 36-16,-1-3-35 0,-1 0 43 16,2 1-37-16,2-2 45 0,0-3-36 0,2 3 40 15,1 5-37-15,2 2 44 0,1 0-41 0,2 3 39 16,0 1-35-16,4 3 1 0,-2 6 4 0,3 2 1 0,5 3 3 15,3-1 4-15,2 7-1 0,4 4 3 0,1 3 2 16,3 4 33-16,6 7-37 0,-1 3 41 16,7 7-44-16,-2 4 35 0,1 3-35 0,-4 4 38 15,0 0-38-15,-1 4 38 0,-4-1-39 0,-1 1 34 16,-2 0-51-16,-5-1 30 0,-3-1-40 0,-4-5 7 0,-4-2 7 16,-5-2 7-16,-3-2 7 0,-2-2-1 15,-4 0 9-15,-3-2 3 0,-4 1 1 0,-3-4 0 16,-3 0 19-16,-4-2-19 0,-4-2 1 0,0-3 1 15,0-1 0-15,-1-2 5 0,2-1-2 0,1 0-3 0,2-1 3 16,2-1-4-16,0-1-3 0,4 2-2 0,-1 0-13 16,5-1-36-16,11 2-17 0,-20-1 19 0,20 1 11 15,0 0 2-15,-9 5 16 0,9-5 5 16,8 11 4-16,-1-5 2 0,5 2 11 0,5 3 1 0,1-1 2 16,7 3-5-16,-3 1-2 0,5-2 3 0,2 1-10 15,1 0-1-15,-1-1-3 0,5 2 20 16,-3-3-38-16,0-1 21 0,1-1-32 0,-3-1 34 0,2-1-24 15,-6-1 39-15,2-1-31 0,-4 0 33 0,1-4-27 16,-3 0 34-16,1-1-31 0,-1 0 15 0,-4-2-1 16,2-1 7-16,-2-2 1 0,-1-2 2 0,0-1 4 15,-2 0-3-15,-1-3 12 0,1-1-7 0,-4 1 5 16,-1-2 4-16,1-1 15 0,-3 2 17 0,1-1 45 16,-1 0-22-16,2 1 49 0,0 2-47 0,-2 0 18 15,1 1-55-15,0 2 28 0,1 0-50 0,-1 3 29 0,4 1-47 16,-12 3 40-16,22 0-43 0,-10 2 3 15,1 1 2-15,1 4 4 0,-1 0 1 0,0 2-3 16,3 2 4-16,-1 0 3 0,-1 3-2 0,-3-1 0 0,3 2 1 16,-7-2-5-16,2-1 5 0,-3 1 5 0,2 1 32 15,-4-2-37-15,-2 0 34 0,0 0-41 0,-2-12 38 16,-4 20-38-16,0-12 32 0,-4 1-40 16,-1-2 41-16,-2-1-40 0,-3 0 34 0,-3-3-38 0,1 0 36 15,-2-3-38-15,0-2 35 0,-2-1-39 0,2-1 25 16,-3-3-33-16,4 2 1 0,1-4-12 0,5 1-17 15,-1-2-35-15,4-1-23 0,5 1-14 0,1-1-9 16,4-2-1-16,5 0-2 0,2-4-2 0,7 1 6 16,2-2-14-16,4 0 23 0,5-5-8 0,0 2 36 15,2-1-2-15,1 0 19 0,-1-1 19 0,-2-1 7 16,2-1 24-16,-2-1 27 0,-3 0 30 0,-1-2 16 16,0-2 22-16,-4 0 24 0,-1-1 14 0,-1 0 15 15,-6 3 36-15,-1 0-31 0,-2 0 31 0,0 1-35 16,-3 2 42-16,-3 3-32 0,0 2 38 0,0 2-22 15,0 2-7-15,-1 2-22 0,-1 2-22 0,0 0-23 16,0 12-19-16,2-15-12 0,-2 15 7 0,0 0 24 16,0 0-29-16,-7 10 46 0,5 2-41 0,-2 7 48 15,2 4-47-15,1 3 55 0,1 7-56 0,0 3 70 16,1 2-77-16,5 6 83 0,-1 3-101 0,1-2-7 16,3 0 2-16,-2-1 0 0,2-1-6 0,-2-1 2 0,2-2-5 15,-2-2 1-15,1-4 0 0,-1-3-3 0,1-2 67 16,-4-5-75-16,2-2 77 0,0-1-87 0,-3-6 71 15,1 1-77-15,1-5 82 0,-4 0-73 0,3-1 40 16,-4-10-10-16,5 15-19 0,-5-15 0 0,0 0 0 16,8 7 0-16,-8-7 0 0,0 0 0 0,8-12 0 15,-4 3 0-15,-2-2 0 0,0-3 0 0,2-3 0 16,-1-1 0-16,1-3 0 0,0-1 0 0,1 0 0 16,2 2 0-16,-2-2 0 0,4 3 0 0,-1 2 0 15,4 1 0-15,-1 4-3 0,0 1 6 0,3 3-45 16,-1 1 59-16,3 4-72 0,-1 2 9 0,4 4 10 15,-2 1 4-15,1 3 6 0,1 4 11 0,0 0 5 16,-1 4-8-16,0 2 8 0,0 1 6 0,-3-1 6 16,-3-1 3-16,-1 1 6 0,-1 0 5 0,-2-3-5 0,-3 1 7 15,2 0 16-15,-5-2 10 0,-2-1 7 16,-2 0 2-16,-3 1-21 0,-4-3-32 0,-4 0 0 16,-5 1 0-16,-7-3 0 0,-6-2 0 0,-7 0 0 15,-1-1-42-15,-8-3-185 0,-2-2-186 0,6 0-128 16,3-1-187-16,-1 0-260 0,5-5-673 0,2 0-1329 0</inkml:trace>
  <inkml:trace contextRef="#ctx0" brushRef="#br0" timeOffset="115258.6823">6983 11708 26 0,'0'0'435'0,"0"0"-116"0,0 0 0 0,10-4-56 16,-10 4 1-16,0 0-77 0,0 0 34 0,4-10-1 16,-4 10-20-16,0 0-22 0,0 0-1 0,1-13 12 15,-1 13-10-15,0 0-15 0,0 0-19 0,0 0-18 16,0-13-23-16,0 13-22 0,0 0-18 0,0 0-11 16,0 0 0-16,0 0-3 0,0 0-2 0,6 10 10 15,-6-10 1-15,7 17-3 0,-4-6-5 0,3 2-6 0,-2 2-4 16,2 4-2-16,0 2 7 0,0 1-2 0,2 1-2 15,-1 5-4-15,1 1-7 0,2 2-4 16,-2 1 8-16,3 2-21 0,1 4 19 0,1-1-22 0,-1 2-2 16,1-1-2-16,-1-1-7 0,2 1-14 0,-1-1-1 15,-1-2-17-15,-2-6-8 0,0 0 2 0,0-2 3 16,-3-6 1-16,0 1 2 0,-1-3 10 0,-1-3 2 16,1-2 5-16,-2-1 5 0,0-3 5 0,-2 1 6 15,1-3-8-15,-3-8 12 0,3 12 0 16,-3-12 2-16,0 0-3 0,0 0-2 0,0 0-1 15,0 0-1-15,-12-10 0 0,7 0-2 0,-2-4-7 0,-1-3-4 16,0-5-4-16,-4-5-5 0,1-1 18 0,-2-8-26 16,-1-1 15-16,1-3-7 0,0-3-1 0,1-1-2 15,1-2-4-15,-1-1 7 0,3-1 2 0,1 0 5 16,0 2 1-16,2-1 6 0,3 1-4 0,0 4-2 16,2 6 11-16,3 4-2 0,0 4 2 0,1 2 0 15,1 3-1-15,4 2 1 0,0 3-1 0,1 3 6 16,3 2 1-16,0 4 1 0,1 3-2 0,4 2 4 0,-2 3 2 15,4 6-4-15,3 1 5 0,-1 4 2 16,4 5-5-16,-1 2-2 0,3 7 3 0,0 0-3 16,-1 2-2-16,-2 0 1 0,0 1 4 0,-1-1-3 0,-1 1-8 15,-5-5 4-15,-1 1-3 0,-2-2-6 0,-4-3 7 16,0 0 2-16,-4-4-3 0,-2 3 0 0,-2-5 4 16,-4 2 1-16,-2-1 14 0,-3 2-19 0,-5 0 18 15,-3-2-16-15,-3 0 7 0,-4 0-13 0,-3 0-5 16,-1-2-50-16,-2-1-32 0,5-2-53 0,1-2-31 15,4-2-24-15,1 0-87 0,5-1-160 0,12-3-426 16,-13 0-425-16</inkml:trace>
  <inkml:trace contextRef="#ctx0" brushRef="#br0" timeOffset="116275.6016">7698 12187 447 0,'1'15'751'15,"-1"-15"-174"-15,0 0-106 0,0 14-68 0,0-14-5 0,0 0-34 16,-1 12-14-16,1-12-63 0,0 0-39 16,0 0-69-16,2 12-25 0,-2-12-43 0,0 0-13 15,7 7-28-15,-7-7-19 0,12 6-4 0,-12-6-3 0,18 3-49 16,-18-3-7-16,23 2-42 0,-23-2 1 16,26-1-44-16,-12 0-5 0,2-2-32 0,-1-1-3 15,0-1-30-15,-1 0 27 0,0-2 13 0,-2 0 25 16,-2-2 5-16,0-1 9 0,-1 0 27 0,-4 1 15 0,-1 0 16 15,-4 9 32-15,4-18 28 0,-4 18 19 0,-3-16-2 16,3 16 4-16,-11-13 17 0,2 9 13 0,-2 0 2 16,-1 2 13-16,-3 2 4 0,0 1 21 0,-3 2-29 15,2 2 16-15,-3 2-24 0,1 3 18 0,1 3-20 16,2 0 4-16,-1 4-13 0,5 1 13 0,-1 1-24 16,3 1 3-16,4 3-19 0,1 0-4 0,3 0-12 15,2 2-5-15,2 0-6 0,5 2-1 0,1 1 0 16,6-3 0-16,2-1-4 0,6 2-7 0,3-3-1 15,2-3 3-15,-2-3-13 0,0-5-12 0,2 1-5 16,0-3 1-16,1-4 4 0,-4 0-22 0,1-3-15 16,-3-3-5-16,0-2 11 0,0-2 3 0,-1-3 0 15,0-3 6-15,-1-7 4 0,0-1 8 0,-2-4-5 16,-1-7 6-16,-3-4 23 0,-2-3-16 0,-3-3 26 0,-4-3-17 16,-2-5 22-16,-3-1-16 0,-3-6 4 0,-2 0 16 15,-4-12 6-15,-2 0 8 0,-4 1 9 0,-3 4 7 16,-5 1 21-16,0 6 14 0,-1 4 16 15,0 12 0-15,3 4 6 0,-1 5 29 0,4 5-46 0,2 3 7 16,3 7-49-16,2 3 14 0,2 7-31 0,8 4 29 16,-13 3-32-16,8 6 43 0,2 5-7 15,3 6-1-15,4 6-4 0,6 12-5 0,3 2-5 0,6 4-2 16,4 8-9-16,5 2-41 0,3-1 35 0,-1 0-28 16,3-1-4-16,-1-1 19 0,0-2-69 0,-2-3 0 15,0-1-66-15,-5-9-28 0,0-2 11 0,-1-1-50 16,-3-3-56-16,0-1-29 0,-5-7-24 0,-1-2-24 15,-3-4 12-15,-1-1 8 0,-3-3 49 0,-1-2 37 16,-1-2 10-16,-6-8-24 0,5 8-21 0,-5-8 34 16,0 0 13-16,0 0 31 0,0 0 11 0,-10-11 45 15,3 2 34-15,-1-1 76 0,0-2 25 0,-2 0 84 16,0 0 35-16,0 0 7 0,-2-1 15 0,-1 0 26 16,-1 1 42-16,3 0 26 0,0 3 33 0,-1-1-8 0,3 2 6 15,0 1-27-15,1 0-28 0,1 1-37 16,7 6-40-16,-11-11-43 0,11 11-15 0,-6-6-25 15,6 6-8-15,0 0-19 0,8-11-7 0,-8 11-9 16,23-2-2-16,-5-1-3 0,3 1-33 0,4 0-10 0,2 0-44 16,2 0-9-16,-2 1-43 0,3-2 0 15,-1 1-8-15,0 1 2 0,0-1-41 0,0-1 13 16,-2 2 15-16,-2-2 9 0,-4 0 13 0,-3 0 29 0,0-1 10 16,-3-2 18-16,-1-1 2 0,-2-1 15 0,-2 0 23 15,-2 0 23-15,-2 1 14 0,-6 7 19 16,7-15-3-16,-7 15-1 0,-1-15 13 0,1 15 10 0,-10-13 6 15,2 6 12-15,-3 2-4 0,0 3-2 0,-4-2 6 16,1 4 4-16,-2 0 20 0,0 3-34 0,-1 0 13 16,2 2-14-16,1 1 17 0,2 2-18 0,1 1 12 15,2 1-8-15,1 4 6 0,4-1-4 0,2 0-11 16,1 0 4-16,4 2-17 0,1-1 2 16,4 2-14-16,3 0-2 0,1 0-13 0,4-1 1 0,3 1-8 15,2-2 2-15,4 1-20 0,-3-2-58 0,0-3-55 16,0 1 1-16,1-3-53 0,-1 2-98 0,0-3-46 15,1 0 25-15,-1-1-40 0,2-1-69 0,-4-1-94 16,-1-1-473-16,2-2-553 0</inkml:trace>
  <inkml:trace contextRef="#ctx0" brushRef="#br0" timeOffset="116592.6672">9179 12275 608 0,'1'-16'553'0,"0"0"-55"16,-3 0-24-16,1-1-39 0,-1 2 5 0,0-1-12 15,-2 1-17-15,2 3-12 0,0 0-53 0,0 2-7 16,2 10-94-16,-4-18-23 0,4 18-83 0,-2-14 8 15,2 14-60-15,0 0 10 0,10-7-45 16,-10 7 25-16,16 4-47 0,-2 3 7 0,3 0-10 0,2 3-4 16,5 4 3-16,-2 0 2 0,2 4-6 0,-1 1 31 15,4 5-34-15,-1 0 33 0,-2 2-43 0,1-2 32 16,-2 1-41-16,-4-4 35 0,-1 0-44 0,-1 0 42 16,-3-4-5-16,-1-1-1 0,-1-1-2 0,-3-2-5 15,-1-1 2-15,0-2 7 0,-2-2 23 0,-1 0 12 16,-5-8 8-16,5 11-9 0,-5-11-5 0,0 0-2 15,0 0-44-15,-14 1 31 0,4-5-42 0,-1-5 35 16,-2 0-40-16,0-5 35 0,0-3-42 0,1 0 36 16,3-4-45-16,3-1-44 0,2-2-29 0,4-1-41 15,3-1-39-15,4-5-22 0,8-3-20 0,4 2-18 0,4 2-28 16,3 1-46-16,3 4-42 0,1 3-44 16,1 2-43-16,1 3-116 0,-4 3-592 0,-1 3-758 15</inkml:trace>
  <inkml:trace contextRef="#ctx0" brushRef="#br0" timeOffset="117974.8467">13324 11592 270 0,'0'0'271'0,"0"0"-35"0,0 0-32 16,0 0 13-16,0 0-39 0,0 0 20 0,0 0-13 15,0 0-9-15,0 0-17 0,0 0-14 16,0 0-18-16,0 0-9 0,0 0-11 0,0 0-10 0,0 0-7 15,0 0 10-15,-5 9-3 0,5-9 4 0,0 0 9 16,0 0-1-16,0 0-5 0,0 0 14 16,0 0-5-16,0 0-11 0,0 0 4 0,0 0 6 0,0 0 5 15,0 0 1-15,0 0-8 0,0 0-10 0,0 0-3 16,0 0-8-16,0 0-12 0,0 0 2 0,0 0 15 16,0 0-28-16,0 0 1 0,0 0-16 0,0 0 3 15,0 0-19-15,0 0 1 0,0 0-14 0,0 0-5 16,0 0-2-16,0 0 6 0,0 0-12 0,0 0 5 15,0 0-11-15,0 0 11 0,0 0-14 0,0 0 5 16,0 0-2-16,0 0 5 0,0 0-10 0,0 0 9 16,0 0-14-16,0 0 13 0,0 0-7 0,0 0 7 15,0 0-12-15,0 0 12 0,0 0-8 0,0 0 7 16,0 0-8-16,0 0 13 0,0 0-13 0,0 0 9 16,0 0-7-16,0 0 8 0,0 0-15 0,0 0 10 15,0 0-4-15,0 0 8 0,0 0-8 0,0 0 9 16,0 0-12-16,0 0 5 0,0 0-4 0,0 0 10 15,0 0-11-15,0 0 8 0,0 0-9 0,0 0 11 16,0 0-14-16,0 0 7 0,0 0-2 0,0 0 12 16,0 0-15-16,0 0 12 0,0 0-8 0,0 0 9 15,0 0-9-15,0 0 9 0,0 0-12 0,0 0 8 0,0 0-6 16,0 0 7-16,0 0-12 0,0 0 2 0,0 0-3 16,0 0 8-16,0 0-11 0,0 0 10 0,0 0-16 15,0 0 16-15,0 0-8 0,0 0 11 0,0 0-15 16,0 0 16-16,0 0-11 0,0 0 9 0,0 0-12 15,0 0 16-15,0 0-13 0,0 0 19 0,0 0-19 16,0 0 16-16,0 0-16 0,0 0 5 0,0 0-1 16,0 0 15-16,0 0-16 0,0 0 12 0,0 0-11 15,0 0 10-15,0 0-13 0,0 0 18 0,0 0-16 16,0 0 14-16,0 0-12 0,0 0 11 0,0 0-14 16,0 0 9-16,0 0-7 0,0 0 13 0,0 0-13 15,0 0 15-15,0 0-15 0,0 0 14 0,0 0-15 16,0 0 14-16,0 0-14 0,0 0 14 0,0 0-18 15,0 0 1-15,0 0-36 0,0 0-21 0,0 0-9 16,0 0-10-16,0 0-6 0,0 0-7 0,0 0 4 16,0 0 4-16,0 0 12 0,0 0 18 0,0 0 6 15,0 0 12-15,0 0-5 0,0 0 14 0,0 0 5 16,0 0 4-16,0 0 5 0,0 0 7 0,0 0 4 0,6 7-8 16,-6-7 13-16,0 0 0 0,0 0 2 0,0 0 1 15,0 0 2-15,0 0 3 0,0 0-6 16,0 0 6-16,0 0-8 0,0 0 8 0,0 0-4 0,0 0-1 15,0 0 2-15,0 0-1 0,0 0 0 0,0 0-5 16,0 0 6-16,0 0 1 0,0 0-1 0,0 0-7 16,0 0 0-16,0 0-9 0,0 0-14 0,0 0-7 15,0 0-17-15,0 0-16 0,0 0-21 0,0 0-5 16,0 0-8-16,0 0-2 0,0 0 4 0,0 0-1 16,0 0 1-16,0 0-26 0,0 0-27 0,0 0-28 15,0 0-47-15,0 0-37 0,-12 4-33 0,12-4-289 16,0 0-99-16</inkml:trace>
  <inkml:trace contextRef="#ctx0" brushRef="#br0" timeOffset="118392.1975">13052 11644 68 0,'-20'3'392'0,"2"0"-84"0,-2 0-10 0,2 0-25 16,0-1-19-16,0 1-5 0,1 0 2 0,3-2-17 0,1 1 8 16,1-1 2-16,12-1-9 0,-18 3-9 0,18-3-15 15,-16 1-16-15,16-1-13 0,0 0-14 0,-17 1-22 16,17-1-7-16,0 0-47 0,0 0 5 0,2-11-31 15,4 5 12-15,5-2-33 0,3 2 14 0,3-2-20 16,6-1 7-16,2 2-24 0,2-2 12 0,7 3-22 16,-1 1 9-16,-3 3-16 0,-1-1 17 0,2 3-20 15,-1 3 15-15,5 1-14 0,-3 2 15 0,-1 2-18 16,-2 3 14-16,-2 3-15 0,-2 0 2 0,-5 2 9 16,1 4 4-16,-8 0 5 0,-1 1 10 0,-6 2-10 15,-2 0 11-15,-4 4-16 0,-4 2 17 0,-7 1-14 16,-5 4 16-16,-3-1-16 0,-4 2 22 0,-4-3 13 15,-1-2 13-15,-1 2-7 0,2-3-7 0,-2-2 10 16,2-1-3-16,3-1-4 0,5-6-11 0,-1 0 8 16,5-3-20-16,1-1 19 0,3-4-29 0,2 0 13 15,-1-1-29-15,4-1 33 0,0-1-23 0,6-8 34 16,-1 13-19-16,1-13 20 0,9 7-35 0,-9-7 26 16,25 3-37-16,-7-5-8 0,6 0 9 0,1-3-6 15,9-2-28-15,7-3-34 0,-1-1-20 0,2 0-35 0,2-3-39 16,0-1-58-16,2 1-93 0,0-1-54 0,0-1-56 15,-4 1-159-15,0-1-106 0,-3 2-300 0,-5-3-575 16</inkml:trace>
  <inkml:trace contextRef="#ctx0" brushRef="#br0" timeOffset="118976.8354">14378 11601 511 0,'12'-12'827'16,"-2"1"-113"-16,-1 2-115 0,-2 1-73 0,-1 0-48 16,-1 0-35-16,-5 8-58 0,9-15-63 0,-9 15-51 15,5-15-47-15,-5 15-35 0,2-12-33 0,-2 12-32 16,-4-10-10-16,4 10-40 0,-14-10-13 0,5 7-15 16,-3 1-8-16,-2 0-12 0,0 2-5 0,-5 2-3 15,0 0-7-15,-2 1-8 0,-2 1 29 0,1 0-38 16,0 1 24-16,-1 0-33 0,2 1 19 0,0-1-32 0,3 1 34 15,-1-2-36-15,4 2 33 0,-2 0-27 0,2 2 31 16,-1-2-34-16,3 2 29 0,-1 1-26 16,1 0 34-16,2 2-37 0,-1 3 36 0,-1 1-29 0,4 0 29 15,-3 2-29-15,2 1 37 0,3 1-34 0,-2-1 34 16,0 2-34-16,5-1 31 0,-3 1-28 0,3-2 34 16,1 0-35-16,0-2 29 0,1 1-26 0,2-2 29 15,0-1-31-15,0-1 31 0,0 0-44 0,2-1 58 16,1-2-38-16,0 0 29 0,1-1-26 0,2-1 30 15,-1-2-37-15,4-1 33 0,0-2-24 0,2-1 21 16,2-1-29-16,1-1 32 0,-1-2-36 0,6 0 38 16,-2-1-41-16,1-1 34 0,1 0-41 0,-2 0 38 15,2 1-32-15,-2 0 28 0,3 0-33 0,-3 1 41 16,0 1-38-16,1 1 31 0,0 0-29 0,0 2 29 16,-1 0-31-16,0 1 34 0,1 4-31 0,-2-1 29 15,0 1-30-15,1 3 37 0,-1 0-33 0,-3 2 33 16,-2 1-27-16,1-1 0 0,-5 1 7 0,-1 2-2 15,-3-1 7-15,-2-1-3 0,-2 0 4 0,-4 3 2 16,-4 0-2-16,-2 0-1 0,-7 2 0 0,-2 0-1 16,-4-2-1-16,-8 3 22 0,-4-1-45 0,-5-1 22 15,1-1-40-15,-3-1 14 0,-1-2-26 0,0 0-2 0,2-2-15 16,4-1-41-16,7-1-36 0,5-5-62 0,2 2-40 16,6 0-76-16,0-3-49 0,5-1-56 15,13-2-95-15,-17 0-118 0,17 0-276 0,-4-9-487 0</inkml:trace>
  <inkml:trace contextRef="#ctx0" brushRef="#br0" timeOffset="119359.2151">14989 11437 567 0,'15'-19'798'0,"-1"2"-92"0,-4 3-112 0,-1 2-71 15,-1 1-71-15,-2 2-70 0,-1 0-56 0,-1 2-52 16,-4 7-36-16,4-10 15 0,-4 10-32 0,0 0 39 15,-13 5-53-15,1 4 8 0,-1 4-60 0,-5 6-11 16,-2 7 19-16,-4 6-55 0,1 3 32 0,0 1-55 16,1 4 25-16,-2 8-12 0,5-6-13 0,2 0-43 15,3 0 28-15,5 2-46 0,0-3 32 0,6-4-44 16,3-2 1-16,3-1-1 0,6 4-2 0,2-2 3 0,8-1-3 16,1-2-4-16,4-3 5 0,1-4-10 0,2-3-19 15,0-2-12-15,-2-6-13 0,0 0-10 0,0-5-19 16,-4 0 9-16,0-4 13 0,-2-2 6 0,0-3 7 15,-4-1 6-15,2-1 7 0,-3-2 3 0,0-2 7 16,-2-2 3-16,-1-2 1 0,-2 0 1 16,-4 0 5-16,-1-1 4 0,-2-1 0 0,-4 0 34 15,0 1-31-15,-5-2 30 0,-2 2-39 0,-5-1 33 0,-4 2-38 16,-3 1 34-16,-3 2-40 0,-2 1 38 0,-2 1-47 16,0 3 7-16,-1 1-85 0,2 1-44 0,0 2-80 15,2 0-97-15,2 1-76 0,5 2-89 0,2 2-58 16,3-3-124-16,4 2-590 0,9-7-871 0</inkml:trace>
  <inkml:trace contextRef="#ctx0" brushRef="#br0" timeOffset="123000.4171">19027 11629 521 0,'0'0'405'0,"-8"-14"-63"0,8 14-31 0,-9-18-33 0,5 10-37 15,0 0 7-15,1-1 27 0,0 1-42 0,0-3-8 16,3 11-45-16,-4-19-12 0,4 19-37 0,-4-19 0 16,4 19-20-16,-1-18 36 0,1 18-35 0,1-19 3 15,-1 19-28-15,3-19 13 0,0 10-42 0,1-2 4 16,0 1-20-16,3-1 17 0,0-1-27 0,5 0 1 16,-1 1-4-16,4-1-1 0,1 0-3 0,2 0-4 15,2 2-2-15,1 1-2 0,2 1 3 0,2 2-2 16,-1 1 3-16,3 3 11 0,0 2-10 0,2 2 20 15,2 6-16-15,1 0 17 0,3 6-21 0,-2 4 12 16,-1 3-6-16,-3 4 8 0,-2 4-13 0,-2 1 8 0,-4 3-12 16,-6 3-8-16,1 1 3 0,-5 0-4 0,-3 1-1 15,-4-5 5-15,-3 0-11 0,-1-3 6 0,-3 0-15 16,-2 0 9-16,-3-1-5 0,-1-3 14 0,-3-1-11 16,-2-1 8-16,-3-3-11 0,-1-2 26 0,-4 0 2 15,-2-3 13-15,-2-3-1 0,-3-1 1 0,-2-3-2 16,-1-2-5-16,-3-3 7 0,-1-1-12 0,1-4 5 15,-2-2-15-15,-1-3 9 0,-3-4-20 0,2-3 18 16,2-4-14-16,2-1 13 0,2-3-11 0,6-4 8 16,2-1-17-16,4-3 15 0,2 0-22 0,8 1 9 15,5 0-11-15,3 4 6 0,4-1-14 0,4 2-11 16,1-1-13-16,6 1-22 0,2 1-34 0,4 3-16 16,1 0-43-16,3 4-5 0,2 1-53 0,2 1-21 15,0 5-56-15,0 0-54 0,0 4-33 0,1 1-52 0,0 1-104 16,0 4-325-16,1-2-404 0</inkml:trace>
  <inkml:trace contextRef="#ctx0" brushRef="#br0" timeOffset="123844.3178">19949 11368 256 0,'-1'-19'694'15,"0"1"-118"-15,0 1-28 0,-1-1-64 0,0 0-18 16,-2 2-46-16,2 0-48 0,0 2-28 0,0 2-33 16,0 1-65-16,2 11-31 0,-2-17-65 0,2 17-19 15,-2-12-34-15,2 12 4 0,0 0-25 0,0 0 36 16,0 0-20-16,0 20 32 0,2-3-37 0,1 5 27 16,1 8-46-16,0 4 3 0,4 9 24 0,0 4-47 15,0 0 28-15,0 3-50 0,3 1 31 0,1 8-43 16,-2-9 33-16,1 0-45 0,0-2 35 0,0 0-42 15,0-3 8-15,-1-2-3 0,0-2 1 0,-2-1 2 16,-1-6-4-16,-2-2 3 0,0-3-1 0,0-4 1 16,-1-2-1-16,-1-4 5 0,0-2 25 0,0-1-37 15,-2-4 5-15,1 1-4 0,0-2 3 0,-2-11 5 16,2 19 2-16,-2-19-2 0,1 12 0 0,-1-12-1 16,0 0-2-16,0 0-6 0,0 0-8 0,-11-5-13 15,6-3-18-15,-1-3-25 0,-2-5-7 0,0-3 20 0,0-2-34 16,-2-4 35-16,1-3-22 0,0-1 16 0,2-2-3 15,0-2 16-15,2 0 0 0,1 2 39 16,1 0-31-16,1 3 17 0,3 1-8 0,1 2 10 0,2 0-1 16,3 2 2-16,7 0 6 0,1 2 1 0,5 3-7 15,3 3 13-15,3 3 2 0,-2 4-8 0,1 3 9 16,3 2-7-16,-1 3 0 0,1 3-4 16,-2 3-5-16,3 3-5 0,-2 1 2 0,-3 4-12 0,-1-1-15 15,-4 1-3-15,-4 0 1 0,-1 0 6 0,-3 0 9 16,-4-1 5-16,-3 1 7 0,-3-3 4 0,-1 1 5 15,-4 0 20-15,-3 0-23 0,-2-2 24 0,-4 0-15 16,-4 1 17-16,-2-2-20 0,-3 0 21 0,0-2-16 16,-3 0 0-16,-2-3 0 0,2-1 2 0,1 1 7 15,4-1-7-15,1-1 5 0,3 0 0 0,2-1 0 16,1 0-4-16,13-1-8 0,-21 3-11 0,21-3-10 16,-12 0-10-16,12 0 7 0,0 0-3 0,0 0-1 15,0 0-11-15,20-3-7 0,-6 3-22 0,1-1-9 16,4 0 6-16,1-1-6 0,0 0 3 0,5-1-6 0,-1-1 19 15,2 0-2-15,-2 1 8 0,3-2 3 0,-2-2 2 16,4-1 6-16,0 0 7 0,-2-2 12 16,0-2 6-16,-1 0 9 0,-3 0 16 0,-1-2 9 0,-4 0 28 15,-2 3 11-15,-1-4 16 0,-3 1 8 0,-2 2-7 16,-1-1 10-16,-4 1 5 0,0-1 4 0,-3 2-9 16,-2 11-6-16,-1-22-4 0,-2 12-7 0,-2 0 1 15,-4 2-6-15,1 2 6 0,-3 2 7 0,-2-1-5 16,0 3-2-16,0 2 1 0,-2 2 3 0,1 3 7 15,-1 2 3-15,3 2 14 0,-1 1 3 0,4 2-29 16,1 2 2-16,2 0-13 0,0 1 5 0,4 2-12 16,1-1-1-16,3 2-12 0,2-1-4 0,5 0-5 15,3 0-17-15,3 0-50 0,4-1-33 0,3 0-73 16,3 0-33-16,2-3-24 0,0 1-67 0,0-3-92 16,2-1-87-16,-1 0-86 0,0-2-368 0,-4-2-485 15</inkml:trace>
  <inkml:trace contextRef="#ctx0" brushRef="#br0" timeOffset="124195.3102">20999 11796 13 0,'-5'-13'705'0,"-3"1"-150"0,2 0-47 0,0 3-7 16,2-1-45-16,-1 3-25 0,5 7-29 0,-9-15-43 16,9 15-52-16,-6-12-73 0,6 12-48 0,0 0-47 0,-4-9-18 15,4 9-23-15,0 0-14 0,12 10-14 16,-5-2 3-16,2 2-26 0,2 2-8 0,3 2-5 0,-1 3-9 15,1-1-5-15,-1 1-4 0,0 0 0 0,0 2-6 16,-2-2-1-16,2 1-6 0,-3 0-9 0,-1 0-19 16,0-3 3-16,-1-1-1 0,-2 0 14 0,0-1-7 15,-2-4 12-15,1 1-11 0,-2-2 13 0,-3-8 1 16,6 16 7-16,-6-16-7 0,0 0 19 0,-1 14-7 16,1-14 13-16,0 0-15 0,-13 2 3 0,13-2 4 15,-14-7-1-15,6 0-1 0,-3-2-2 0,1-2-3 16,1-3 2-16,0-3 0 0,2 0-7 0,2 0 1 15,1 1 0-15,1-2-3 0,3 0-4 0,0 2-1 16,2 0-15-16,2 1-19 0,1-1-19 0,2 3-43 0,3 1-25 16,1 0-22-16,2 4-38 0,1-1-34 15,3 2-26-15,1 2-32 0,1 2-16 0,-1 2-23 16,2 1-34-16,1 0-29 0,-2 3-57 0,2-1-311 16,-1 2-252-16</inkml:trace>
  <inkml:trace contextRef="#ctx0" brushRef="#br0" timeOffset="125061.3933">21612 11816 252 0,'0'0'489'0,"17"-2"-34"0,-17 2-54 16,11-6-7-16,-11 6 9 0,6-10-43 0,-6 10-18 16,1-9-24-16,-1 9-18 0,-4-16-17 0,0 8-16 15,-3 1-35-15,0-1-27 0,-1 1-24 16,-3 1-16-16,-3 0-31 0,2 3-4 0,-2-1-33 0,2 2 0 16,-2 3-24-16,1 1 13 0,-1 2-33 0,0 1 13 15,2 2-43-15,0 2 43 0,2-1-43 16,2 2 25-16,0 1-34 0,3 2 29 0,1-2-36 0,2 0 25 15,2 1-27-15,0-1 29 0,2 0-41 0,1 1 33 16,1-1-34-16,4 0 33 0,-3-2-43 0,3 1 12 16,0-2-42-16,0-1 17 0,0 0-18 0,0-1 17 15,1-1-13-15,-9-5 19 0,18 6-4 0,-18-6 26 16,17 0-28-16,-17 0 9 0,17-6-1 0,-9 0 1 16,1-1-12-16,-2-3 2 0,1-2 0 15,-2-2-1-15,2-2 1 0,-2 0 8 0,-1-1 2 0,0-4 2 16,-2 4 7-16,0 2 9 0,-1 0 6 0,-1 1 7 15,0 2 9-15,-1 12 7 0,1-22 5 0,-1 22-9 16,0-17 6-16,0 17-12 0,0-11 2 0,0 11-8 0,0 0 8 16,0 0 1-16,-5-8 25 0,5 8-15 0,0 0 21 15,-1 12-16-15,1-12 25 0,3 16-33 16,-1-7 23-16,3 2-31 0,0 0 25 0,2 1-31 0,1 1 36 16,2-1-50-16,-1 0 46 0,4 2-43 0,2-2 29 15,-2 0-36-15,2-1 30 0,-1-3-35 0,0 1 34 16,-1-1-47-16,1-2 18 0,0 0-28 15,-1-1 25-15,-1-2-19 0,-1-2 24 0,-11-1-25 0,21-1 24 16,-10-2-12-16,-2-2 17 0,0-4-18 0,-1-2 25 16,-2-4-28-16,0-6 33 0,0-1-23 0,-3-3 16 15,-1-4-19-15,-1-5 20 0,-2-3-16 0,1-8 10 16,-2-1 15-16,0-1-25 0,-2 0 19 0,0 0-17 16,-1 4 48-16,0 0 23 0,1 10 1 0,-2 2 38 15,3 6 1-15,-2 3-14 0,2 4-15 0,0 2-15 0,0 0-18 16,1 7-16-16,2 9 9 0,-5-11 5 15,5 11 9-15,0 0 7 0,-9 14 7 0,7-3-34 16,0 6 39-16,4 2-39 0,1 8 9 0,2 4-2 0,3 8 33 16,1 3-42-16,3 1 24 0,1 0-42 0,1 1 39 15,-2-1-46-15,1-1 32 0,1-2-45 16,-2 0 18-16,0-4-72 0,-3-4 20 0,-1-2-76 16,-1-2 48-16,-1-3-32 0,-2-2 29 0,0-2-37 0,-2-3 47 15,0-1-23-15,-1-4 19 0,1-1 13 16,-1-1 9-16,-1-11 13 0,-1 16 30 0,1-16-23 15,-5 11 26-15,5-11-33 0,0 0-3 0,-11 1-28 0,11-1-18 16,-7-8-39-16,7 8-22 0,-4-18 12 0,4 18 9 16,1-25 11-16,2 10 15 0,3-1 16 0,0 1 8 15,2-3 13-15,1 1 9 0,2 2 13 0,0 0 10 16,-2 3 15-16,3 1 12 0,-1 2 15 0,-1 0 9 16,0 4 2-16,0-1 8 0,-1 3 12 0,-9 3 17 15,20-1 1-15,-20 1-3 0,20 4 7 0,-10 0 13 16,-1 1-5-16,0 2 14 0,1 0-10 0,-1 2 8 15,0 0-32-15,-1 0 11 0,1 2-31 0,-1 0 12 16,1 0-22-16,-1 1 9 0,0-2-20 0,0 2-11 16,1-2-38-16,0 1-57 0,-2-3-43 0,0 1-91 0,2-1-72 15,-2 0-45-15,0-2-86 0,-7-6-201 16,13 11-467-16,-13-11-718 0</inkml:trace>
  <inkml:trace contextRef="#ctx0" brushRef="#br0" timeOffset="125261.8305">22448 11481 313 0,'-2'-17'753'15,"-1"1"-120"-15,2 1-37 0,-1 3-79 0,1 0-63 16,1 12-65-16,-2-20-63 0,2 20-52 0,-2-17-73 16,2 17-35-16,3-11-47 0,-3 11-15 0,7-7-34 15,-7 7-35-15,18 2-71 0,-6 1-46 0,1 4-86 16,2 5-69-16,0 2-66 0,-1 2-28 0,-3 4-62 15,-2-1-88-15,-1 3-435 0,-3 1-486 0</inkml:trace>
  <inkml:trace contextRef="#ctx0" brushRef="#br0" timeOffset="125863.6583">22654 11779 65 0,'0'0'679'0,"7"-6"-121"15,-7 6-34-15,4-8-27 0,-4 8-14 0,6-12-20 16,-6 12-22-16,6-13-24 0,-6 13-16 0,8-11-73 15,-8 11-16-15,6-11-92 0,-6 11-14 0,9-8-79 0,-9 8 13 16,10-6-63-16,-10 6 23 0,0 0-56 16,19 1 35-16,-19-1-52 0,13 7 33 0,-5-1-41 0,-1-1 32 15,0 4-38-15,-1-2 32 0,0 2-40 16,-2 1 36-16,0-1-34 0,-1 0 36 0,-1 4-39 0,-2-13 42 16,1 20-42-16,-1-20 37 0,-2 21-40 15,-1-11 39-15,-1-1-40 0,-1 0 30 0,-1-1-37 0,-1-1 39 16,0 1-40-16,-1-2 35 0,-1-2-42 0,0 2 39 15,9-6-36-15,-18 6 32 0,18-6-37 0,-15 4 33 16,15-4-63-16,-14-4 18 0,14 4-55 0,-13-6 35 16,13 6-76-16,-7-14 13 0,4 2-16 0,3 0 7 15,1-3-8-15,3-3 2 0,1-1 11 0,3-1 11 16,2-1 40-16,-1-1-4 0,2 2 25 0,0 1-5 16,0 1 35-16,0 2-4 0,1 1 20 0,-3 2-4 15,1 3 13-15,1 0-4 0,-1 4 18 0,-1 1 8 16,2 1 12-16,-11 4 3 0,20 1 6 0,-9 2 7 15,0 2-10-15,2 1 28 0,-2 2-38 0,0 1 14 0,1 1-29 16,-1 2 34-16,0-2-33 0,0 1 21 16,0 1-27-16,0 0 25 0,-1-1-32 0,0-1 27 15,0 1-38-15,0-2 33 0,-1 1-30 0,-2-3 44 0,2 0-26 16,-2-1 64-16,0-1-32 0,-7-5 37 0,15 8-34 16,-15-8 35-16,16 2-55 0,-16-2 33 0,19-4-47 15,-9-1 28-15,2-3-44 0,2-1 30 0,0-2-41 16,2-2 36-16,0 1-45 0,-1 0 37 0,-3 2-40 15,1 0 52-15,-2 2-21 0,-2 0 45 0,1 1-36 16,-3 2 27-16,-7 5-47 0,13-9 45 0,-13 9-55 16,12-4 54-16,-12 4-28 0,13 3 41 0,-13-3-42 15,16 10 36-15,-8-3-45 0,2 2 38 0,1 2-50 16,4 3 43-16,0-2-50 0,4 5 21 0,1 0-108 16,1-2-22-16,2 2-109 0,0-1-27 0,1-1-32 15,-2-1-40-15,3 1-5 0,1 0-50 0,0-2-106 16,-1 0-47-16,-5-3-208 0,0-2-406 0,-5-2-760 15</inkml:trace>
  <inkml:trace contextRef="#ctx0" brushRef="#br0" timeOffset="127962.3893">26337 11271 370 0,'-4'-13'477'0,"4"13"-55"0,-6-15-59 16,6 15-18-16,-7-18-21 0,2 7-19 0,0 1-7 15,1 0 1-15,0-1-31 0,-1 0-20 0,3 1 7 16,-2-1 0-16,1 2-26 0,3 9-20 0,-7-17-19 16,7 17-30-16,-2-13-40 0,2 13-27 0,-5-11-6 15,5 11-42-15,0 0 14 0,0 0 16 0,0 0 29 0,3 13-10 16,-1-2 53-16,0 4-44 0,0 3 43 15,1 5-37-15,-1 2 6 0,1 6-2 0,1 0-2 16,0 2-7-16,-1 0-14 0,-1 1 16 0,2-1-47 16,-2 2 31-16,1-2-56 0,2 1 32 0,-3-3-48 0,2 0 35 15,-2-4-45-15,1-1 33 0,-1-1-46 16,0-3 39-16,0-2-39 0,-2-2 37 0,2-1-44 16,-2-1 38-16,0-3-38 0,2-1 41 0,-2-12-39 15,0 21 39-15,0-21-36 0,1 15 42 0,-1-15-46 0,0 0 39 16,-1 11-44-16,1-11 40 0,0 0-45 0,-10-15 30 15,7 5-56-15,-3-6 29 0,-2-4-48 16,0-7 30-16,-1-2-59 0,2-4 3 0,-2-6 10 0,2-2 1 16,1-2 33-16,-1 1-31 0,2-2 44 0,1 1-32 15,2 6 50-15,-1 2 0 0,3 2 13 0,-2 5-3 16,2 5 19-16,0 3-4 0,-2 2-7 0,2 3-9 16,0 3-2-16,0 12 4 0,4-16-1 0,-4 16 3 15,12-3 4-15,-12 3-39 0,17 10 44 16,-3 4-35-16,0 3 41 0,4 4-31 0,4 5 7 0,1 4 5 15,3 1-1-15,2 1 37 0,1 2-38 0,9 3 34 16,-2 1-37-16,1-3 35 0,3-1-2 0,-5-8 1 16,1 1-9-16,-2-4-1 0,1-3-2 0,-1-2-2 15,-7-4 0-15,2-3-2 0,-6-2 7 0,-2-2 2 16,-4-4 7-16,1-2 14 0,-2-1 10 0,0-4-27 16,-3-3 52-16,1-2-34 0,-3-8 30 0,0-1-43 15,-2-3 28-15,-2-6-39 0,-1-4-2 0,-2-3 33 16,-1-1-49-16,-1-3 36 0,-2 1-5 0,-2 0-5 15,0 1-4-15,1 2 3 0,-3 1-6 0,2 7 0 16,0 1-2-16,-2 3-5 0,3 3-3 0,-3 2-6 16,2 3-21-16,-1 2-55 0,3 12-39 0,-2-17-26 15,2 17-20-15,0 0-34 0,-7-7-39 0,7 7-43 16,-2 11-34-16,2-11-46 0,2 25-59 0,3-7-20 16,-1 4-94-16,5 4-692 0,0 1-832 0</inkml:trace>
  <inkml:trace contextRef="#ctx0" brushRef="#br0" timeOffset="128947.5035">27298 11537 594 0,'0'0'842'0,"3"-14"-120"0,-3 14-41 0,5-11-55 16,-5 11-48-16,2-13-55 0,-2 13-60 0,0 0-45 15,2-13-47-15,-2 13-54 0,0 0-53 0,3-11-55 16,-3 11-37-16,0 0-37 0,0 0-27 15,0 0-16-15,0 0-16 0,0 0-9 0,0 0-5 0,0 0-11 16,-3 14-12-16,3-14 48 0,-2 19-64 0,0-9 44 16,2 2-63-16,0 1 48 0,0-1-57 15,2 1 54-15,0 2-49 0,2-1 40 0,-1 1-58 0,1-2 51 16,1 1-59-16,-1-3 39 0,5 1-64 0,-4-2 19 16,4 0-56-16,-3-2 28 0,4-1-8 0,0-3-1 15,0 1-7-15,1-2-6 0,-11-3-1 0,22 0-6 16,-8-2-9-16,-3-4-54 0,3-1 46 0,-3-3-20 15,5-2 47-15,-5-1-9 0,2 0 43 0,-3-2-16 16,0 2 38-16,-3 1-18 0,0-1 40 0,0 1-17 16,-5 0 36-16,3 3-21 0,-1-1 38 0,-4 10-28 0,4-16 35 15,-4 16-44-15,4-12 38 0,-4 12-43 16,0 0 46-16,0 0-32 0,-2-10 45 0,2 10-32 16,0 0 52-16,-8 6-39 0,8-6 35 0,-7 10-40 0,7-10 37 15,-6 15-47-15,6-15 34 0,-5 18-43 0,5-18 41 16,0 18-10-16,2-8-6 0,3 1-2 0,-1 0-8 15,3 0-4-15,1 0-2 0,2 0-2 0,1 0-3 16,6-1-18-16,0 0-16 0,1-2-17 0,0 0-26 16,2-2-18-16,-2-2-12 0,2 0-4 0,0-3-24 15,-2 0 35-15,2-3-23 0,-3-2 20 0,5-3-12 16,-2-2 6-16,4-4 2 0,-3-3 11 0,-1-3 3 16,2-3 16-16,0-6-1 0,-3-1 19 0,2-4-1 15,-4-2 17-15,-1-2-2 0,-1-2 4 0,-3-3 5 16,-1-2 6-16,-3 1 6 0,-3-1 8 0,2 0 20 15,-6 6 25-15,-2 1-13 0,-4 2 5 0,1 2 17 16,-1 3-12-16,-2-1 26 0,-1 4-13 0,-2 6 18 16,0 2-37-16,1 2 19 0,-1 4-30 0,1 3 23 0,-2 2-13 15,-1 6 44-15,12 2-38 0,-21 5 54 0,7 4-9 16,3 4-3-16,-3 3-4 0,5 4 2 16,0 6 5-16,-1 3 2 0,5 2 4 0,-2 2-51 15,4 3 31-15,2 1-42 0,1 1 1 0,-1 7 4 0,3 0 26 16,1-1-48-16,2 0 40 0,-1-1-49 0,3 0 32 15,0-4-36-15,0-1 35 0,1-5-7 0,1-3-2 16,1 0-43-16,0-4 39 0,2 1-44 0,-1-5 39 16,3-4-35-16,-3 0 28 0,4-4-46 0,-1-2 44 15,2-1-9-15,0-3-11 0,-1-1-12 0,3-3-8 16,1-2-7-16,-2-2 3 0,4-3-6 0,0-4-6 16,2-2-19-16,2-7-26 0,4-4 5 0,-2-4-23 15,-2-7 27-15,2-3-30 0,-3-1 19 0,3-12-1 16,-2-2 30-16,-3-2 22 0,-4-2-3 0,-1-6 16 15,-4 0 11-15,-4-1 7 0,-1 9 10 0,-5-1 21 16,-1 2-9-16,-2 5 38 0,-2 6 0 0,-2 4 28 16,-1 4-39-16,-3 1 29 0,2 9-41 0,-2 2 30 15,-1 2-35-15,-4 6 45 0,0 4-25 0,-3 3 57 16,0 6-19-16,-4 5 47 0,-4 7 0 0,4 5 13 16,-3 10-4-16,3 3 4 0,3 5 11 0,5 2-42 15,3 4 70-15,5 0-68 0,3 4-1 0,4 2-19 16,4 1 36-16,7 9 20 0,1 1-43 0,6 0-98 15,1-2 0-15,2-1 0 0,1-3 0 0,2-1 0 16,0-1 0-16,1-3 0 0,-1-3 0 0,-4-8 0 16,-1-1 0-16,-1-3 0 0,-3-2-209 0,1-1-112 15,-5-6-82-15,0-1-77 0,-3-6-80 0,-1 2-100 16,-3-2-159-16,-1-4-684 0,-2-3-1132 0</inkml:trace>
  <inkml:trace contextRef="#ctx0" brushRef="#br0" timeOffset="139083.9463">6761 13106 185 0,'0'0'257'0,"-14"-7"-39"15,14 7-19-15,-13-8-6 0,13 8-5 0,-13-4-47 16,13 4 4-16,-13-4-36 0,13 4 20 0,-13-3-49 16,13 3 30-16,-13-2-36 0,13 2 24 0,0 0-37 15,-16-3 30-15,16 3-49 0,0 0 27 0,-12-3-33 16,12 3 32-16,0 0-35 0,0 0 33 0,-12-1-37 16,12 1 28-16,0 0-30 0,0 0 40 0,0 0-41 15,0 0 32-15,-11 5-32 0,11-5 38 0,0 0-21 16,0 0 18-16,5 11-18 0,-5-11 28 0,10 10-26 15,-3-4 14-15,2 0-3 0,4 1 4 0,1 0-21 16,5 2 11-16,4 0-13 0,3 1 4 0,5-1-7 16,4 0-4-16,6 0-1 0,2 2-8 0,4-3 0 15,-1 0-1-15,4-1-5 0,1 0 4 0,-2-1-5 16,1-1 2-16,0 0-3 0,1-1 11 0,-1-2-17 0,0 3-2 16,1-4 1-16,0-1-3 0,-1 1-1 0,2-1-2 15,-1-1 0-15,0 1 2 0,0-2-1 0,2-2 0 16,-2 3-3-16,2-2 5 0,0 0-3 15,1 1 19-15,1-2-15 0,1 2 14 0,1-2-14 0,2 2 9 16,1-2-15-16,0 2 5 0,0-1-4 0,0 1 10 16,0 0-9-16,0 0 11 0,-3 0-12 15,3 1 16-15,-1-2-13 0,1 0 12 0,0 0-10 0,0-1 16 16,11-3-13-16,0 1 14 0,1-2-13 0,-1 2 8 16,1-1-4-16,1-1 13 0,-2 1-13 0,3 0 10 15,-3-1-8-15,0 1 10 0,0-1-9 0,0 1 4 16,-2 0 2-16,3 0 0 0,-2 1-2 0,2 1 3 15,1-1-3-15,0 0-8 0,0 1 8 0,2 1-6 16,-1-2 2-16,1 1-4 0,-1 0 2 0,2-2 3 16,2 3-4-16,2-2 0 0,1 1 4 0,4 0 2 15,1-1-1-15,1 1 2 0,1-2-3 0,1 1-4 16,-1-1 19-16,4 0-15 0,0 1 3 0,1 1-5 16,1-2 1-16,2 2 0 0,-4 1-2 0,2-1 2 0,-4 1 1 15,0 0-4-15,0 0 0 0,-2 0-6 16,4 0 0-16,-4 1-1 0,1 0 0 0,0 0 0 15,0 0-1-15,-4 1 1 0,0 0-2 0,1 0 1 16,0 0 3-16,-2 1-3 0,4 0-1 0,0 2-2 0,1-2-1 16,-1 1 0-16,2-2 1 0,-4 2 0 15,1-1 2-15,2 0-1 0,-3 0-1 0,2 1 0 16,0-1-3-16,1 1 1 0,-2-1 2 0,1 0-1 0,-1 1-1 16,-1-1 2-16,-2-1 2 0,1 1-6 0,0 0 2 15,-2-1 1-15,1 1 1 0,-1-1 1 0,-2 1-2 16,1 1 1-16,-3-2-2 0,-1 2-2 0,-2-2 3 15,0 1 1-15,-11 1 3 0,0-1-2 0,11-1-2 16,-11 2-7-16,12-2 6 0,-3 1 1 0,-9 1-1 16,0-1 3-16,-1 0-2 0,-1-1 0 0,-1 2 0 15,0-2-4-15,-3 2 9 0,0-1-5 0,-2 0 0 16,0 1-1-16,-2-2 1 0,0 1-1 0,-2 1-4 16,-2 0 5-16,1-1 0 0,-9 1 0 0,1 0 3 15,-1-1-4-15,-1 1-1 0,0 0-2 0,-3 0 7 16,0 0-5-16,0 0 3 0,-6 0-3 0,-2 1 0 15,-1-1 0-15,0 1 1 0,-3-1 1 0,-1 0 1 16,-3 1 0-16,0-1-1 0,-2 2-1 0,-1-2 1 16,0 1-2-16,-2-1 2 0,-1 1-2 0,-2-1 2 0,2 0 1 15,-1 0-3-15,1 2-2 0,2-2 5 16,-4 0 1-16,4 1-4 0,-2 0 2 0,2-1 0 16,-1 1-4-16,-1-1-1 0,2 1 6 0,-1-1 0 0,0 1 0 15,2 1-1-15,-1-1-1 0,0 0-2 0,1 0 1 16,2-1 3-16,0 1 0 0,0 1 0 0,0-2 0 15,1 2 1-15,2-2-3 0,1 1-3 0,1 1 6 16,-1-1 1-16,2 1-3 0,0-2-2 0,1 1 1 16,0 0 2-16,2 1-4 0,0-2 6 0,1 1-1 15,4 0 1-15,2 0-4 0,-1-1 2 16,2 1-1-16,0-1-2 0,0 0 1 0,1 2 2 0,0-1-2 16,2-1 3-16,-1 2-3 0,1-2 0 0,1 1-4 15,6 0 7-15,0 1 2 0,0 0-4 0,0-1-1 16,1 1 1-16,-2-1-2 0,1 1 4 0,-1 0 1 15,1 0-1-15,-2 0-1 0,2 0-4 0,1-1 2 16,-2 2 2-16,1-1-1 0,-1-1 1 0,1 1-1 16,0 0 0-16,-1-1 2 0,-6 0-2 0,7 0 1 15,-6 0 2-15,1 1 12 0,-1-2-18 0,1 0 15 0,-2 1-18 16,1-1 18-16,1 1-21 0,0-1 5 16,6 0 0-16,0 0 3 0,-1 2-2 0,2-2 0 15,-1 0 1-15,1 0-6 0,1 0 7 0,0 0 0 0,1 0 0 16,1 0 3-16,-1 0-3 0,0 0-1 0,2-2-1 15,0 2 18-15,-1 0-16 0,0 0-1 0,3 0 0 16,-1 0 2-16,1 0-2 0,1-1-2 16,1 1 4-16,0-1-1 0,2 1 1 0,-1 0 1 0,0 0-3 15,0-2 2-15,-1 1-3 0,2 0 3 0,0 0 0 16,1 1 0-16,0-1 2 0,3-1-2 0,-1 1-1 16,10-1-2-16,1 1 3 0,0-1 1 0,-10 0-2 15,10 1 1-15,0-1 0 0,1 0 4 0,1 0-8 16,0 1 7-16,4 0 1 0,1-1-1 0,0 1 1 15,2 1-1-15,2-1 0 0,0 1 3 0,-2-1-1 16,2 1 0-16,1 0 1 0,-1 1-4 0,3 0 1 16,-2-1 4-16,3 1 0 0,-1 1-4 0,1-1 1 15,0 0 2-15,-1 1 6 0,-1-1-15 0,2 1 4 16,0-1 2-16,2 3-1 0,1-2 2 0,0-1-1 16,1 1 0-16,0 0-3 0,0-2 3 0,1 1 1 15,0 1-2-15,2-1 1 0,-1 1-1 0,4-2-1 16,-4 1 0-16,3-1 1 0,-3 0 3 0,1 1 2 0,-1-1-4 15,4 0 2-15,-3 2-1 0,3-2-4 0,-1 2 6 16,2-1-5-16,-1 3 3 0,0-2 4 16,-1-1-4-16,0 2 0 0,2-1-1 0,-2-1-6 15,2 2 3-15,0 0 1 0,0 0 3 0,-2-2 0 0,1 1 0 16,-1-1 0-16,3 0-1 0,-1 1-6 0,4-2 2 16,1 1 1-16,1 0 4 0,-1 0 0 0,-4-1 0 15,1 3-2-15,0-1 1 0,-1-1 0 0,-2 2-1 16,0-1-2-16,-4 0 0 0,-2 0 1 15,-5 1-2-15,-4-2 3 0,-4 2-1 0,-6-1-1 0,-12-2 3 16,-4 0 3-16,-3 1-9 0,-4-1 7 0,-10 0-4 16,-4-1 23-16,-2-2-26 0,-6 0 9 15,-5 1-4-15,0-1-12 0,-5 1-19 0,-3-2-21 0,-1 0-53 16,-5 0-64-16,-1-1-126 0,-3-1-38 16,-7 6-133-16,6-10-628 0,-6 10-709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26T06:28:19.5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5943 1505 359 0,'-9'-9'379'0,"-1"2"-44"0,1 0-54 0,2-1-7 16,-2 0-27-16,0 1-18 0,0-1 4 0,1 1 27 16,-1 0 14-16,9 7-22 0,-11-11-49 0,11 11-47 15,-9-9-45-15,9 9-21 0,0 0-8 0,0 0-13 16,0 0-1-16,-10 6 10 0,10-6-43 0,1 22 77 15,3-4 6-15,-1 8 12 0,0 8-16 0,1 9-14 16,0 4-7-16,0 4-77 0,1 4 53 0,-1-1-64 16,4 11 62-16,-1-2-71 0,2-1 4 0,0-11 3 15,0 0 59-15,0-2-71 0,-2 0 61 0,5-5-66 16,-1 0 65-16,-2-4-75 0,2-4 68 0,-4-6-67 16,-1-5 67-16,-1-4-72 0,1-3 78 0,-2-1-65 15,-1-3 123-15,-1-2-6 0,2-2 41 0,-4-10-23 16,1 11-25-16,-1-11-26 0,0 0-18 0,0 0-10 0,-8-16-13 15,3-1-16-15,-3-5-18 0,0-8-44 16,-1-9-12-16,0-6-9 0,1-2 65 0,1-7-98 16,-1-10 59-16,2-5-83 0,-2 0 54 0,1-2-58 0,3 0 72 15,0 2-53-15,4 12 67 0,2 0-3 0,2 2 5 16,2 5 7-16,2 5 4 0,4 3 8 0,1 4 2 16,4 5 35-16,3 3-12 0,5 5 44 0,-1 7-9 15,3 4 0-15,2 3 9 0,-1 7 7 0,1 4 11 16,5 4-9-16,-1 7-14 0,3 3-64 0,0 7 72 15,-4 2-67-15,1 5 72 0,-5 4-73 0,-3 4 74 16,-3 3-77-16,-3 1 74 0,-1 4-72 0,-2-1 71 0,-2 1-110 16,-3 0 66-16,-1 0-64 0,-3-2 49 15,-3-7-61-15,-2-1 24 0,-2-4-80 0,-2-3 27 0,0 0 17 16,-2-3 3-16,-2-2 3 0,-2-3 4 0,1-2 8 16,-2-3-37-16,-2-4-30 0,-1-1-17 0,0-2-31 15,-2-3 29-15,1-2 18 0,-1-1 17 0,1-1 35 16,1 0 71-16,-1-2-1 0,13 2 65 0,-21-2-48 15,21 2 44-15,-15-1-71 0,15 1 41 0,0 0-45 16,-18 1 50-16,18-1-49 0,0 0 51 0,0 0-47 0,3 11 50 16,-3-11-50-16,17 11 8 0,-5-4 5 15,7 2 3-15,2 1 3 0,1-1 3 0,6 1-7 16,2 1 0-16,2-1 5 0,7 0-13 0,0 2-20 16,4-3-21-16,1 0-18 0,1-1-9 0,2 0 1 0,-2 0-5 15,1-3-6-15,-8-1-15 0,-1-2 15 0,-5-1-14 16,-2-1 25-16,-3-3 24 0,-3 1 56 15,-5-2 23-15,-2 0 49 0,-3-1 35 0,-1-1 42 0,-5 0 31 16,-8 6 60-16,10-12-3 0,-10 12 66 0,1-13-76 16,-1 13 60-16,-7-12-94 0,7 12 52 0,-11-12-100 15,11 12-23-15,-14-11-19 0,14 11-22 0,-11-7-19 16,11 7-11-16,-10-3-21 0,10 3-8 0,0 0 2 16,-13 3-6-16,13-3-5 0,-5 9 14 0,5-9-22 15,-3 14 0-15,3-14-2 0,3 17-9 0,-1-7-30 16,2 1-35-16,1 1 32 0,2 1-126 0,0-2-9 15,1 1-123-15,0 0-54 0,2-1-61 0,-2 0-127 16,2-1-490-16,-1-1-638 0</inkml:trace>
  <inkml:trace contextRef="#ctx0" brushRef="#br0" timeOffset="184.0233">7237 1975 496 0,'-7'-18'718'0,"0"-1"-98"0,-3 2-68 0,3 1-96 0,1 2-71 16,0 1-80-16,-1 1-46 0,3 3-95 0,0-2-116 16,4 11-135-16,-6-13-58 0,6 13-26 0,0 0-35 15,0 0-37-15,0 0-36 0,13 3-61 0,-4 5-44 16,1 0-296-16,5 5-187 0</inkml:trace>
  <inkml:trace contextRef="#ctx0" brushRef="#br0" timeOffset="1409.7721">7741 2090 448 0,'20'-2'476'0,"-20"2"-67"0,0 0 38 16,9-7-20-16,-9 7-41 0,0 0-38 0,-6-12-23 15,-1 6-90-15,-1 0 35 0,-4 1-104 0,-1 2 48 16,-3-1-82-16,0 3 48 0,-1-1-95 0,2 2 68 16,-2 2-115-16,0 0 61 0,0 4-82 0,1 1 60 15,-1 3-79-15,1 1 65 0,3 1-71 0,4 1-1 16,-1 1 3-16,5-1 2 0,0 3 4 0,2-1-4 15,3-1 1-15,1 3 8 0,1-3-7 0,2 1 1 16,2 0 6-16,2-2-18 0,-1 0-20 0,2-1 59 16,2-1-69-16,-1-2 51 0,1-1-74 0,1-2 63 15,-1-2-62-15,1-2 65 0,1-1-65 0,-1-2 72 0,1-3-60 16,-1-1 67-16,0-4-58 0,0-1 11 16,0-5 5-16,1-1 65 0,-3-2-61 0,-1-1 60 0,2 0-44 15,-3-1 75-15,0 2-15 0,-2 1 98 0,2 3-64 16,-2-1 67-16,0 3-102 0,-3 2 55 0,2 1-95 15,1 0 77-15,1 3-97 0,-7 6 85 0,18-5-58 16,-18 5 77-16,24 1-64 0,-9 3 70 0,2 6-54 16,2 1-1-16,1 7-4 0,5 7 10 0,1 6 5 15,-1 4-1-15,4 10-10 0,-2 5-4 0,-1 0-4 16,-1 4-10-16,-2-2-1 0,-2 3-4 0,-1-3-1 16,-5-7-4-16,-1-3-32 0,-2 0 32 0,-2-3-34 0,-4-4-19 15,-2-3 2-15,-3-6 45 0,-3-1-47 16,-2-1 48-16,-3-3-48 0,-4-2 43 0,-1-1-49 15,-3-4 23-15,-2-3-52 0,-3-1 21 0,3-5-33 16,-2-3 52-16,1-2-42 0,0-3 17 0,3-5-31 0,-2-2-22 16,4-6-46-16,0-6-9 0,4-6 33 0,3-2-69 15,4-6 49-15,4-10-54 0,2-4 51 0,4-1-17 16,5-13 57-16,0 3-39 0,4 1 39 0,-1-1 8 16,2 1 72-16,-2 1 5 0,1 3 14 0,-1 2 28 15,-3 6 30-15,-2 4 34 0,-2 0 48 0,1 5 52 16,-5 5 27-16,0 2 34 0,-2 5-61 0,0 2 84 15,-1 1-36-15,-1 5 48 0,1 2-72 0,-1 1 10 16,0 3-86-16,0 1 9 0,-1 12-79 0,3-18 24 16,-3 18-58-16,3-11 40 0,-3 11-45 0,0 0 42 15,12 6-44-15,-5 1 46 0,2 5-41 0,2 5 55 16,2 3-46-16,2 5 40 0,-1 0-49 0,4 8-77 0,0 1 97 16,2 1-7-16,0 1 0 0,0 2 0 0,1 2-11 15,0-2 1-15,0-1-9 0,1 0-15 16,-1-3-26-16,-1-2-16 0,1-1 31 0,-4-7-73 0,0-3-9 15,-1-1-1-15,-3-5 12 0,0-1 20 0,-2-4 15 16,-1-3 8-16,1-3 7 0,-11-4-13 0,20-4-1 16,-9-4-8-16,0-3-17 0,1-6 31 0,-1 0-5 15,-1-4 42-15,0-4-24 0,-1 3 2 0,-2 0 24 16,-1 0 16-16,-1 1 33 0,-2 1 43 0,0 2-42 0,1 1 74 16,-1 2-28-16,-1 3 36 0,-1 1-57 15,1 1 17-15,-2 10-64 0,3-17 25 0,-3 17-56 16,3-12 39-16,-3 12-47 0,0 0 43 0,0 0-46 15,12-1 39-15,-12 1-31 0,15 13 12 0,-4-3 9 16,3 3-1-16,3 2-2 0,4 3 6 0,2 1-23 16,6 4 22-16,1-1 0 0,0 0-4 0,0 0-5 0,0-3-1 15,0 2-4-15,-5-6-17 0,2 1-21 0,-1-1-22 16,1-1-13-16,-3-3 1 0,-4-3 0 16,-1 1 32-16,-4-4 4 0,-1-2 18 0,-14-3-18 15,22-4 1-15,-12-1 0 0,-1-5 2 0,-3-2 3 0,0-6 6 16,-5-1 8-16,0-6-3 0,-5-7-1 0,-3-8 13 15,-2-2 0-15,-3-1 56 0,-2-1-62 0,0-1 86 16,-2 4-36-16,0 2 69 0,0 3-20 0,1 4 73 16,2 7-28-16,0 1 24 0,4 7-48 0,0 2-6 15,2 2-47-15,0 2 1 0,1 3-40 0,6 8 22 0,-9-7-29 16,9 7 26-16,-6 7-36 0,6-7 37 16,-3 25-33-16,4-6 32 0,1 6-32 0,3 7 0 0,5 6-4 15,1 5-22-15,2 0 41 0,6 8 0 0,4 1-5 16,1-3-3-16,-1-1-27 0,-1-8-10 0,1-1-8 15,-3-2-13-15,1-2-1 0,-2-3-5 0,-4-7 6 16,-1-2 8-16,-4-6 10 0,0-1 12 0,-2-2 13 16,-3-3 31-16,0 0-3 0,-5-11-7 0,2 8-1 15,-2-8-1-15,0 0-5 0,-12-1-5 0,2-5 3 16,-1-2-7-16,-4-4-7 0,0-3-2 0,-1 1 3 16,3 0 1-16,0-2-2 0,0 2 4 0,2 0-4 15,3 2-2-15,1-1-3 0,2 1-4 0,4 0-3 16,3 0-7-16,5-1-9 0,5 0-33 0,6 0-35 15,7-2-49-15,10-1-56 0,5 1-74 0,2 0-64 16,2 2-31-16,5 1-60 0,3 1-71 0,1-1-167 16,0 2-547-16,0-2-830 0</inkml:trace>
  <inkml:trace contextRef="#ctx0" brushRef="#br0" timeOffset="1917.5562">11222 2069 170 0,'-11'-5'768'16,"0"-1"-108"-16,-2-1-102 0,1-2 9 0,0-1-77 15,-2-3 23-15,2-1-112 0,-3-2 21 0,3-2-104 16,-3-1 16-16,2-6-54 0,0 3 12 0,2-4-49 16,2-1 40-16,0 1-74 0,3 1-25 0,1 1-20 15,2 0-18-15,1 2-22 0,2 4-17 0,0-1-30 0,2 2-17 16,1 0-15-16,1 3-13 0,1 2-8 16,5 2-11-16,1 3-3 0,6 3-2 0,-1 4 8 15,8 3-3-15,4 7 19 0,5 8-27 0,2 4 26 0,4 11-27 16,2 5-91-16,-3 7 111 0,-2 1-20 0,-1 6-6 15,-1 2-51-15,-3 2 28 0,-3 0-26 0,-3-1 36 16,-3-4 4-16,-7-7-2 0,-1-1 5 0,-5-2 4 16,-5-7 8-16,-2 0 3 0,-4-6-4 0,-5 0 11 15,-3-2 18-15,-7-1 10 0,-3-3-10 0,-9-3 34 16,-4-2-15-16,-5-6 52 0,3-3-48 0,-5-6 41 16,-2-3-50-16,-8-6 38 0,-1-4-52 0,-6-6 24 15,-2-6-50-15,4-4 33 0,3-4-49 0,5-2 36 16,4-1-48-16,6-2 30 0,9 7-59 0,4-1 11 0,5 1-27 15,7 5-48-15,4 3-53 0,6 3-6 16,4-1-82-16,7-2 34 0,9-1-86 0,8-2 22 0,6 4-123 16,5 1 6-16,4 5-72 0,4 3-40 15,2 4-43-15,1 3-76 0,2 4-444 0,-2 3-694 0</inkml:trace>
  <inkml:trace contextRef="#ctx0" brushRef="#br0" timeOffset="2867.6993">11796 2138 751 0,'19'-4'861'0,"-19"4"-105"16,9-3-30-16,-9 3 1 0,0 0-41 0,7-7-37 16,-7 7-61-16,0 0-22 0,0 0-114 0,6-7-72 15,-6 7-67-15,0 0-62 0,0 0-59 0,0 0-36 16,0 0-45-16,0 0-85 0,0 0-26 0,0 0 0 0,0 0 0 16,10 4 0-16,-10-4 0 0,6 16 0 15,-2-8 0-15,0 0 0 0,3 3 0 0,1 1 0 0,0 0 0 16,3-1 0-16,-1-1 0 0,3 2-146 0,2 0 0 15,1-1-15-15,3-1-30 0,-2-2 2 16,4-1 2-16,-2-3 17 0,-1-1 21 0,1-3 20 0,0-1 20 16,0-3 17-16,-3-2 15 0,2-3-15 0,0-3 57 15,-5 0 2-15,0-4 3 0,-1-1 22 0,-1 1 45 16,-4-1 43-16,0 2 1 0,-3 1 33 0,-3-2-12 16,0 4 50-16,0-1-32 0,-2 2 4 0,0 0 6 15,1 11-10-15,-3-19-22 0,3 19-22 0,-2-15-16 16,2 15-24-16,0-10-19 0,0 10-4 0,0 0-2 0,0 0 6 15,0 0-6-15,0 0-4 0,2 15 1 16,2-5-36-16,3 2 50 0,1 1-46 0,4 2 38 0,1 2-33 16,3-2 42-16,2 2-32 0,3-1 42 0,0 0-52 15,-2-3 42-15,-1-1-40 0,0 0 27 0,2-4-69 16,-1 2 16-16,-2-3-37 0,-1-1 40 0,-1-4-30 16,-1 1 44-16,-1-2-30 0,-2-5 18 0,1 2-47 15,-1-6 29-15,-2-4-49 0,0 0 42 0,-2-8 1 16,-3-3 6-16,-2-2 5 0,-2-6 48 0,-2-5-43 15,-2-8 51-15,-3-1-43 0,-5-2 61 0,1 0-21 16,1 3 72-16,-4 2-33 0,1 3-36 0,1 4 146 16,1 8 30-16,2 1 2 0,1 6-21 0,2 4-31 0,0 2-34 15,1 2-32-15,1 1-27 0,-1 2-10 0,5 9-5 16,0 0 11-16,0 0-11 0,-9 5 0 0,9 7 9 16,5 5-6-16,-2 5 0 0,5 6 16 0,3 9-20 15,3 1 1-15,2 3-45 0,2 0 40 0,1 1-46 16,2-1 24-16,-1-1-82 0,2-1 8 0,-3 0-52 15,3-3 12-15,-5 1-94 0,2-3 2 0,-4-2-26 16,1-7-33-16,-5-6-36 0,-1 1-14 0,-1-4 1 16,-1-2 45-16,-1-1 53 0,0-4 48 0,-7-9 23 15,7 12 3-15,-7-12-4 0,0 0 20 0,0 0 20 16,0 0 22-16,-2-14 21 0,-3 4 12 0,-4-3 32 16,0 0 48-16,0-3 60 0,-2 0 11 0,2-1 59 0,-2 2 29 15,-1-2 25-15,4 4 33 0,1 0 28 16,0 1-7-16,-2 1-10 0,4 2-34 0,1 0-36 15,-2 1-48-15,6 8-34 0,-5-12-19 0,5 12-22 0,4-12-8 16,-4 12-12-16,15-8-12 0,0 4-9 0,2 1-34 16,6 2-32-16,4-2-30 0,2 2-15 0,1 1-17 15,1 0-9-15,2-1 2 0,-1 1-15 0,4 0 0 16,-3-2 7-16,1 0 2 0,-3 1 87 0,-4-3-66 16,2 0 93-16,-3-1-72 0,-2-1 96 0,-1-2-76 15,-3-2 83-15,-2 0-38 0,-3-3 91 0,-1-1-57 16,-7 2 81-16,1 0-41 0,-5-1 76 0,-1 2-62 0,-2 0 49 15,-5 0-53-15,-1 2 44 0,-3 0-47 16,-3 2 41-16,-3 2-46 0,-1 3 41 0,1 2-39 0,-4 1 28 16,2 5-40-16,-4 2 30 0,1 2-31 0,3 2-6 15,2 1 8-15,2 2-4 0,2 2-6 0,2 1-1 16,4 0-4-16,5-2-39 0,1 2 35 0,7 3-37 16,4 1 35-16,8-1-56 0,4 1-40 0,6 1-66 15,5-3-14-15,2-2-54 0,4-1-110 0,1-2-94 16,3-1-26-16,-2-1-75 0,2-1-8 0,-1-1-47 15,-1-3-122-15,2-2-383 0,-9-1-681 0</inkml:trace>
  <inkml:trace contextRef="#ctx0" brushRef="#br0" timeOffset="3168.0122">13754 2105 585 0,'-10'-18'668'0,"-1"0"-10"0,0 1-55 16,-1 0 47-16,1 1-85 0,-3-1 3 0,3 3 9 15,1 2-66-15,0 0-49 0,1 3-77 0,3 0-84 0,1 2-76 16,5 7-53-16,-7-9-32 0,7 9-25 0,0 0-19 15,0 0-11-15,7 5-13 0,2 4-10 16,4 4-11-16,7 6-10 0,1 1-44 0,4 5 33 16,-1 2-36-16,1 1 41 0,4-3-43 0,-4 3 38 0,-2 0-44 15,-4-2 32-15,-2-2-32 0,-2-3 20 0,-1-3-28 16,-3 1 38-16,-3-1-38 0,2-5 41 16,-3-1-30-16,-3-1 73 0,3-3 26 0,-7-8 70 0,6 14-20 15,-6-14-39-15,0 0-99 0,0 0 0 0,-6 5 0 16,6-5 0-16,-16-11 0 0,6 2 0 0,-2-5 0 15,3-3 0-15,-3-1 0 0,3-2 0 0,1-4-84 16,3 1-157-16,3-1-57 0,2 0 15 0,4 0-129 16,5-4 21-16,2 3-100 0,3 3-13 0,1-1-81 0,4 4-76 15,3 0-685-15,-2 3-948 0</inkml:trace>
  <inkml:trace contextRef="#ctx0" brushRef="#br0" timeOffset="3684.4785">15750 2232 698 0,'11'-13'662'0,"-3"1"-24"0,-3-1-16 0,-1-2-65 15,-1-1 80-15,-2-1-85 0,-3 1-58 0,-1-1-98 16,-2-1 121-16,-2 0 7 0,-1 1-67 0,0 3-59 0,1 0-47 16,0 2-56-16,2 3-76 0,0 0-45 15,5 9-174-15,-9-6 0 0,9 6 0 0,-6 11 0 16,6 1 0-16,1 6 0 0,4 12 0 0,4 10 0 16,3 6 0-16,5 15 0 0,3 2 0 0,3 4 0 0,0 2 0 15,0-1 0-15,1 0 0 0,0-1 0 16,-2 1 0-16,-2-1 0 0,0-2 0 0,-1-2 0 15,-5-1 0-15,0-1 0 0,-7-12 0 0,-1-2 0 0,-4-3 0 16,-3-7 0-16,-4 4 0 0,-7-2 0 0,-4-4 0 16,-5-2 0-16,-6-3 0 0,-4-5 0 0,-7-5-70 15,-3-1-396-15,-4-6-40 0,-3-5-78 0,-2-2-73 16,-4-6-56-16,3-7-95 0,-3-5-586 0,-7-8-998 16</inkml:trace>
  <inkml:trace contextRef="#ctx0" brushRef="#br0" timeOffset="3868.2825">14910 1781 793 0,'4'-35'820'16,"1"3"-186"-16,0 6-44 0,-3 2-134 0,3 2 6 16,-1 4-168-16,2-2 16 0,-1 4-140 0,2 2 30 0,1 1-132 15,2 1 34-15,4 4-124 0,1 0 14 0,5 5-124 16,1 2-25-16,7 5-159 0,8 3-48 15,7 6-114-15,2 7-144 0,8 6-259 0,-1 4-437 16</inkml:trace>
  <inkml:trace contextRef="#ctx0" brushRef="#br0" timeOffset="4368.2596">16236 2238 859 0,'4'-11'794'0,"-1"1"-100"0,1 0-44 15,-2-3-21-15,0-1-82 0,0-2-54 0,0 1-51 16,2-1-29-16,-2 2-57 0,1-2-59 0,1 2-51 16,0 1-61-16,3 1-39 0,0 0-30 0,3 4-26 15,4 1-18-15,0 1-10 0,5 3-13 0,0 3-14 16,2 4-8-16,3 1-9 0,1 3 0 0,0 2-3 16,0 4-7-16,0 0-35 0,-3 2 36 0,-2 1-43 15,0 0 31-15,-6 0-33 0,0-1 30 0,-4 0-37 16,-1-2 30-16,-5-2 8 0,-2 0-1 0,-2-12 1 15,-4 21-7-15,-4-11-7 0,-3-3 1 0,-3-1-15 16,-4 0-5-16,-1-5-9 0,-2-1-1 0,-5 0 5 16,1-4 3-16,1-1-34 0,0-2 51 0,3-2-63 0,2 0 23 15,5-3-48-15,2 1 6 0,4-3-46 0,4-1-39 16,4-1-5-16,3-2 48 0,5-2-63 16,5-3 67-16,4 3-54 0,4-1 73 0,6-2-37 0,1 0 74 15,4 4 18-15,-1 0 14 0,2 2 10 0,-2 2 12 16,-3 1 5-16,0 0 31 0,-4 4-22 0,-2-1 108 15,-2 3-32-15,-4-1 100 0,-1 2-52 0,-1 2 71 16,-1-1-74-16,-3 2 69 0,-1 1-65 0,-9 3 19 0,16-4 92 16,-16 4-22-16,12 2 39 0,-12-2-44 15,11 8 0-15,-11-8-15 0,9 16-8 0,-5-6-24 16,1 3-13-16,-1 2-18 0,4 2-54 0,-1 3 23 0,1 0-50 16,3 8 32-16,2-3-52 0,-1-1-22 0,1-1-46 15,0 1-111-15,-3-4-60 0,2-2-127 16,0 0-99-16,-2-4-147 0,0 1-53 0,-2-3-135 0,-2-3-560 15,-6-9-950-15</inkml:trace>
  <inkml:trace contextRef="#ctx0" brushRef="#br0" timeOffset="4535.9362">16762 1644 556 0,'-14'-24'970'0,"1"5"-206"16,3 1-15-16,0 2-132 0,1 3-67 0,2 1-59 15,1 1-155-15,0 1-21 0,1 2-122 0,1 1-68 16,4 7-44-16,0 0-30 0,0 0-68 0,0 0-104 16,13-2-78-16,-2 11-193 0,6 5-96 0,1 8-109 15,5 5-661-15,-2 1-867 0</inkml:trace>
  <inkml:trace contextRef="#ctx0" brushRef="#br0" timeOffset="4936.0237">17216 1960 708 0,'6'-16'978'0,"-6"16"-100"0,2-17-2 16,-2 17-101-16,0-14-169 0,0 14 52 0,0-14-94 15,0 14-104-15,0 0-81 0,-2-15-76 16,2 15-61-16,0 0-18 0,0 0-42 0,0 0-15 0,0 0-36 16,3 10-71-16,-1 1-60 0,3 3 0 0,-1 2 0 15,0 1 0-15,1 4 0 0,0 0 0 0,1-1 0 16,2 1 0-16,-2 1 0 0,2-3 0 15,-1 1 0-15,2-2 0 0,-1-1 0 0,0-3 0 0,0-1 0 16,1-1-58-16,-1-2-12 0,1-4-47 0,0 0 20 16,-9-6-34-16,21 3 32 0,-9-4-32 0,-1-4 21 15,1-2 15-15,2-5-15 0,0-1 4 0,0-5 17 16,0-2 53-16,0-4-33 0,-2 0 48 0,-1 2-31 16,-1 3 73-16,-1-1 13 0,-2 2 82 0,-1 3 17 0,0 2 38 15,-1 1 25-15,-1 2-17 0,0 1-44 0,-4 9-18 16,5-16-32-16,-5 16-21 0,8-10 22 15,-8 10-32-15,15-5-54 0,-1 5 0 0,4 3 0 0,6 0 0 16,0 3 0-16,10 1 0 0,1 2 0 16,7 0 0-16,4 4 0 0,1-1 0 0,4 1 0 0,10 4 0 15,2-1-12-15,-2 1-358 0,2 0-101 0,-4-1-114 16,-11-2-116-16,-4 0-30 0,-6-3-129 0,-10-2-558 16,-7-3-1024-16</inkml:trace>
  <inkml:trace contextRef="#ctx0" brushRef="#br0" timeOffset="5735.2464">6485 3509 1 0,'-18'1'605'0,"4"0"-174"0,14-1-77 16,-24 2-49-16,24-2-22 0,-19 0-23 0,19 0-28 15,-15 0-21-15,15 0-34 0,-13 1-11 0,13-1-30 16,0 0-19-16,-16 0-19 0,16 0-19 0,0 0-9 15,0 0-22-15,-16 0-9 0,16 0-9 0,0 0-9 16,0 0-2-16,0 0-4 0,0 0 4 16,0 0-6-16,0 0 3 0,0 0 3 0,0 0 5 15,0 0 5-15,0 0 1 0,0 0 12 0,0 0 8 0,11-7 17 16,-11 7 14-16,16-3 9 0,-2 1 20 0,2-2 18 16,5 2 9-16,6-2 16 0,8 0 0 0,11-3 12 15,9-1 4-15,20-2 3 0,8 0 1 0,11-1 4 16,26-4-20-16,10 1-6 0,10-1-31 0,11-2 53 15,12-1-10-15,14-1-9 0,12-1-35 0,56-4 38 16,3 0-55-16,9 0 36 0,10 4-56 0,5-3 30 16,7 3-41-16,7 1 36 0,8 0-55 0,-1 0-1 15,3 3 25-15,3 0-53 0,1 1 4 0,0-1 2 16,4 4-4-16,2-1 27 0,2-2-23 0,1 6 4 0,3 0 6 16,3 0-15-16,-1 1-55 0,1 0 82 0,-3 1 22 15,0 1-120-15,-5 2 89 0,-7-2-82 16,-4 1 69-16,-8 1 10 0,-11 1-14 0,-10 2-2 0,-54-1 0 15,-2 0-3-15,-8 0-70 0,-8 2 93 0,-9-3-32 16,-9 0-11-16,-16 0 0 0,-15-1 0 0,-15-1 0 16,-33-1 0-16,-11 0 0 0,-11 0 0 0,-17 0 0 15,-8-1 0-15,-7-1 0 0,-11-2 0 0,-3 3 0 16,-6-1 0-16,-5-2 0 0,-4 2-62 0,-2 1-123 16,-2-1-36-16,-4 0-88 0,0 2-53 0,-7 6-81 15,5-12-64-15,-5 12-72 0,0 0 9 0,-10-9-4 16,10 9-95-16,-19-5-496 0,5 4-779 0</inkml:trace>
  <inkml:trace contextRef="#ctx0" brushRef="#br0" timeOffset="8637.1257">8981 6603 639 0,'-2'-14'528'0,"2"14"-116"15,-5-9 18-15,5 9-20 0,-4-13-15 16,4 13-4-16,-5-14-35 0,5 14-16 0,-6-17-20 0,6 17-47 15,-7-17-23-15,7 17 16 0,-6-16 0 0,6 16-27 16,-5-14-30-16,5 14-22 0,-5-13-16 0,5 13-19 16,-3-11-18-16,3 11-23 0,-3-10-17 0,3 10-14 15,0 0-13-15,-3-11-15 0,3 11-9 0,0 0-4 16,0 0-9-16,-3-13-4 0,3 13 7 0,0 0 13 16,0 0 13-16,0 0 17 0,-2-10 23 0,2 10 6 15,0 0 6-15,0 0-44 0,0 0 83 0,0 0-72 16,-2-10 86-16,2 10-98 0,0 0 69 0,0 0-105 15,1-13 32-15,-1 13-62 0,1-10 0 0,-1 10 0 16,2-14 0-16,-2 14 0 0,2-17 0 0,-2 17 0 16,4-18 0-16,-4 18 0 0,3-20 0 0,-3 20 0 15,2-21 0-15,-2 21 0 0,3-19 0 0,-3 19 0 16,1-16 0-16,-1 16 0 0,2-15 0 0,-2 15 0 0,1-13 0 16,-1 13 0-16,0 0 0 0,1-14 0 0,-1 14 0 15,0 0 0-15,2-11 0 0,-2 11 0 16,0 0 0-16,0 0 0 0,0 0 0 0,9 4 0 0,-4 6 0 15,1 5 0-15,1 5 0 0,4 5 0 0,-1 4 0 16,1 7 0-16,1 4 0 0,1 0 0 0,-1 3 0 16,-1 1 0-16,0-1 0 0,0 1 0 0,-1-1 0 15,0-1 0-15,0-1 0 0,-1-2 0 0,-1-1 0 16,-2-6 0-16,1-3 0 0,-3-4 0 0,1 0 0 16,-2-4 0-16,0 0 0 0,-1-6 0 0,1 0 0 15,-1-1 0-15,-1-4 0 0,-1-10 0 0,3 18 0 16,-3-18 0-16,-2 11 0 0,2-11 0 0,0 0 0 15,0 0 0-15,-17-6 0 0,9-4-68 0,-4-5-31 16,1-4-59-16,-4-4 6 0,2-4 1 0,-3-6 27 16,2-4-28-16,0-1 57 0,1 0 17 0,2-1 12 15,0 1 15-15,4 5 9 0,1 3 9 0,0 1 7 16,2 5 8-16,0 3 3 0,2 4-1 0,0 0-4 0,3 5 11 16,2 1-8-16,3 3 0 0,2 4 7 15,-8 4 9-15,28 3 8 0,-8 3 7 0,8 6-18 16,6 4 42-16,4 3-31 0,2 4 31 0,9 5-38 0,1 0 8 15,3 2 2-15,1 1-3 0,-1-4 1 0,1 3 30 16,0-3-41-16,-1 0 37 0,-10-7-41 0,0-1 37 16,-2-3-40-16,-3 0 37 0,-2-4-33 0,-8-2 37 15,-5-1-30-15,-1-3 77 0,-5-2 11 0,-1-2 27 16,-4-5 3-16,-1-2 6 0,0-4 25 0,-3-2-39 16,-2-3 6-16,-3-3-44 0,-2-5 18 0,-3-3-10 15,-4-9-81-15,-3-6 0 0,-4-1 0 0,0 0 0 16,-2 1 0-16,1 0 0 0,1 5 0 0,1 6 0 15,2 2 0-15,2 5 0 0,0 3 0 0,1 4 0 16,3 1 0-16,0 0-40 0,1 6-222 0,3 8 29 16,-2-12 3-16,2 12-21 0,0 0-28 0,13 0-20 15,-3 4-44-15,5 4-5 0,3 2-3 0,4 5-20 16,3-1-2-16,1 2 22 0,5 1-11 0,2 0-13 16,0 1-18-16,2-2-2 0,0 2 62 0,1-3 71 0,1 1 42 15,-2-2 52-15,-4-3 52 0,-1 0 53 16,-2 0 40-16,-5-4 25 0,0 0 84 0,-2-2 56 15,-5 1 46-15,0-2 74 0,-4-1 55 0,0-2-16 0,-12-1-14 16,17-1-3-16,-17 1 7 0,12-6 36 0,-12 6-12 16,5-8 12-16,-5 8-13 0,-2-11 11 0,2 11-43 15,-8-12 30-15,2 6-56 0,-2-1 42 16,0 1-90-16,-2 2 33 0,1 0-105 0,0 0 35 0,9 4-95 16,-22-3 42-16,11 5-82 0,-2 2 56 0,1 1-50 15,0 2-31-15,0 2-6 0,1 0 0 0,0 4 8 16,3-1-5-16,0 1-6 0,2 1-3 0,1 0 9 15,0 0-5-15,3 1-1 0,1-1 6 0,2-1-10 16,2 1-2-16,3 0-11 0,0-1-8 0,2 0-23 16,1-1-18-16,3-2-26 0,0 1 9 0,3-3-59 15,-1-1 27-15,2 1-55 0,0-4 25 0,1-2-28 16,-2-2 20-16,3-2-12 0,-2 0 14 0,1-4 7 16,-1-3 17-16,-1-4-4 0,-2-1 31 0,-1 0 24 0,-2-4 0 15,-3 0 50-15,-1 0 23 0,-1 1 42 16,-2-1 57-16,-2 1-14 0,0 2 82 0,0 0 37 15,-2 2-4-15,0 1-5 0,0 1-47 0,0-1 36 16,1 12-72-16,-1-17 23 0,1 17-82 0,-2-14 26 0,2 14-63 16,0 0 38-16,0-13-53 0,0 13 42 15,0 0-50-15,0 0 45 0,5 14-48 0,-5-14 40 16,8 17-47-16,-3-6 56 0,1 1-58 0,2 1-3 0,0 2-10 16,2 0-31-16,2 1-47 0,-1-1-14 0,1-1-29 15,1 3-21-15,1-5-7 0,0 1-6 0,0 0-3 16,2-1-29-16,-3-4 18 0,1 1-2 0,0-4 50 15,0 0-1-15,-1-3 58 0,-13-2-4 0,23 0 42 16,-13-3-10-16,0-2 37 0,0-3-7 0,-1-1 52 16,-1-3 8-16,-2 0 56 0,2-1 33 0,-3 0 25 15,0 0 47-15,-1 1-2 0,0-1 46 0,-1 3-32 16,0 0 57-16,-3 10-58 0,5-17 19 0,-5 17-88 16,5-12 11-16,-5 12-71 0,3-11 20 0,-3 11-57 15,0 0 30-15,8-8-46 0,-8 8 34 0,0 0-41 0,12 2 35 16,-12-2-42-16,13 7 38 0,-6-2-42 15,1 2 4-15,1 0-1 0,0 0 1 0,0 2 4 16,2 0-2-16,-1 0 1 0,-2 2 0 0,2-1-1 0,0 0-4 16,-1 0-17-16,1 0 1 0,-1-1-11 0,0 0-8 15,-2-1-27-15,0-1-8 0,1 1 6 0,-1-3-8 16,-7-5-3-16,11 12 9 0,-11-12 2 16,10 7 18-16,-10-7 12 0,7 6 4 0,-7-6-8 15,0 0-2-15,13 0-16 0,-13 0 2 0,11-7 6 0,-11 7 5 16,11-12 8-16,-4 3-8 0,-2 0 42 15,4-1-28-15,-2-2 27 0,1-1-22 0,1 1 30 0,-1-1-21 16,-1 0 34-16,1 0-28 0,-2 0 34 0,2 0-8 16,-2 2 63-16,0-1-34 0,-1 3 48 0,0-1-37 15,2 2 29-15,-4 1-46 0,-3 7 25 0,8-12-47 16,-8 12 25-16,4-9-49 0,-4 9 38 0,6-7-5 16,-6 7-38-16,0 0 36 0,13-1-38 0,-13 1 38 15,11 4-40-15,-11-4 41 0,13 10-43 0,-4-5 43 16,0 1-38-16,-2 1 37 0,4 2-36 0,-1-2 36 15,2 2-37-15,0 0 38 0,1 0-35 0,1-1 33 16,-1 0-35-16,3-1 2 0,2 2 6 0,2-3-1 16,0 0 1-16,1-1 4 0,1-1-2 0,0 0 0 15,-1-4 4-15,1 1 2 0,3-1-3 0,-4-1 2 0,1 1 1 16,3-4 0-16,-1 0 38 0,-2-1-43 16,-2-2 37-16,1-1-43 0,-3 1 50 0,0-4-12 0,-1-1 58 15,-3-1-29-15,-3-1 44 0,-1-3-40 0,-3 1 56 16,-3 0-43-16,0-2 67 0,-2 1-52 0,-2 1 59 15,-2-1-67-15,-2 1 101 0,-1 0-116 0,1 3-5 16,-5 0-7-16,1 2-14 0,2 4-8 0,-2 0-8 16,-2 3 7-16,10 4-5 0,-19 4-3 0,6 2-6 15,0 2-16-15,-1 5 0 0,3 2 0 0,0 3 0 16,2 1 0-16,1-1 0 0,2 4 0 0,4 0 0 16,1-1 0-16,4 3 0 0,5-2 0 0,4 5 0 15,4-2 0-15,8 2 0 0,5-1 0 0,6-4 0 16,7-3 0-16,12 2 0 0,5-2 0 0,2-5 0 15,-7-3 0-15,0-2-294 0,-3-4-239 0,1 1-184 16,-11-6-207-16,-4-1-883 0,2-4-1508 0</inkml:trace>
  <inkml:trace contextRef="#ctx0" brushRef="#br0" timeOffset="9436.3586">16069 5678 691 0,'8'-24'599'0,"-2"1"-72"0,0-1-1 0,-1 1-35 16,-3-2-38-16,0 0-38 0,-2 0-44 0,0 0-24 16,-4 1 7-16,-1 0-48 0,0 4 7 15,-1 0-84-15,-2 2 6 0,-3 0-76 0,0 5 3 0,-3 2-67 16,-4 6 22-16,-3 3-46 0,-5 7 38 0,-15 4-32 16,-3 9 31-16,-11 7-14 0,-2 9 3 0,1 3-5 15,1 4-8-15,1 3-8 0,4 0-41 0,6 2 34 16,2 1-47-16,7-1 59 0,5 1-58 0,10-8 6 15,2 3 5-15,7-3-1 0,3 1 2 0,5 2-1 16,7-7 59-16,9 3-76 0,5-1 63 0,7-2-78 16,12 3 63-16,5-5-78 0,3-4 23 0,5-1-112 15,-7-10-20-15,2-1-114 0,1-2-53 0,-3-3-62 16,0-4-89-16,-8-2-107 0,-6-2-66 0,-1-3-150 16,-6-4-630-16,-3 0-997 0</inkml:trace>
  <inkml:trace contextRef="#ctx0" brushRef="#br0" timeOffset="10655.6382">15694 6034 866 0,'-24'-9'788'15,"1"1"-93"-15,1 2-65 0,5 2-24 0,1-1-74 16,3 0-42-16,0 0-121 0,3 2-37 0,0 0-107 0,10 3-6 16,-16-5-77-16,16 5 8 0,0 0-67 0,0 0 21 15,0 0-57-15,0 0 27 0,29 3-67 16,-4-2-21-16,10 2-87 0,2 0-44 0,4-1-65 0,5 2-31 15,2-1-61-15,-1 0-35 0,1 0-46 16,-8 0-8-16,1-2 15 0,-1 0 17 0,-3-1 47 0,-5-1 42 16,-3 0 60-16,-2-4 93 0,-3 1 90 0,-4-4 69 15,-3 2 60-15,-3-1 60 0,-1-2 74 0,-4 0 65 16,-1 0 37-16,-3-1 25 0,0 2 17 0,-2-3 50 16,-3 11-54-16,2-19 45 0,-2 19-34 0,1-15 60 15,-1 15-123-15,0-14 25 0,0 14-141 0,-1-11-43 16,1 11 39-16,0 0-124 0,0 0 18 0,0-13-49 15,0 13 59-15,0 0-94 0,0 0-1 0,1 16 1 16,-1-16 2-16,3 22-16 0,-1-9 0 0,1 1 0 16,0 2 0-16,2 2 0 0,0 2 0 0,3-1 0 15,-2 1-4-15,1-1-89 0,1 0 37 0,1 0-81 16,0-1 22-16,0 0-62 0,1-3-3 0,-1 0-41 0,0-2 49 16,1-2-14-16,1-1 49 0,-1-4-4 0,0 0 53 15,-10-6-9-15,20 4 39 0,-20-4-7 16,20-4 34-16,-10-1-16 0,0-2 37 0,0-2-14 15,-1-1 43-15,-1-2 41 0,1 0 39 0,-2 0 20 0,-1 1 4 16,0 0 11-16,-1 1 68 0,1 0-42 0,-2 2-16 16,-4 8-14-16,7-17-15 0,-7 17-27 0,4-10-17 15,-4 10-21-15,5-11-15 0,-5 11-13 0,4-7-9 16,-4 7-4-16,0 0-2 0,10-6-1 0,-10 6 2 16,0 0-4-16,11 6-14 0,-11-6-6 0,11 7 1 15,-11-7-6-15,14 12 0 0,-6-6-17 0,0 1-18 16,2 0-28-16,0 1 19 0,0 0-44 0,1 0 22 15,-1-1-47-15,0 1 23 0,0-2-42 0,-2 1 30 16,0-3-16-16,-8-4 49 0,15 8-9 0,-15-8 51 16,14 4-20-16,-14-4 41 0,15 0-21 0,-15 0-2 15,16-6 16-15,-7 2 6 0,-1 0 9 0,1-4 2 16,-1 1 4-16,2-2 8 0,-1 2-13 0,-1-4 13 16,0 3 2-16,0-1 5 0,-1 1-4 0,0 0 27 0,0 0-25 15,-1 0 33-15,0 1-30 0,0 1 26 16,-6 6-33-16,11-13 25 0,-11 13-34 0,11-8 35 15,-11 8-38-15,11-8 27 0,-11 8-27 0,14-6 29 0,-14 6-30 16,20-5 29-16,-20 5-32 0,24-4 33 0,-11 3-45 16,0 0 4-16,2-1-27 0,1 0-6 0,0 0-4 15,2-1-5-15,-2 0 5 0,1-1 10 16,-1 0 11-16,0-1 3 0,0-4 17 0,-2 1 3 0,-2-2 19 16,-1-1 13-16,-2-5 29 0,0-3 10 15,-4 0 34-15,-1-4 5 0,-3-3 17 0,-2-3 5 16,-4-6 14-16,0-5 18 0,-3-1 14 0,-2-1-43 0,-1 0 58 15,-2 1-42-15,0 3 90 0,0 3-38 0,2 7-7 16,-2 1-16-16,5 5 3 0,0 4-31 0,0 4-36 16,3 1-24-16,0 2-26 0,5 11-6 0,-8-10-16 15,8 10-26-15,-9 9 14 0,4 5-11 0,2 8 0 16,2 5 0-16,2 10 0 0,2 8 0 0,4 5 0 16,3 12 0-16,3 0 0 0,3 2 0 0,1 1 0 15,3 2 0-15,1-1 0 0,0 1 0 0,1-1 0 16,2-2 0-16,-1-1 0 0,-1-4 0 0,-1-3 0 15,0-5 0-15,-6-10 0 0,0-4 0 0,-4-7 0 16,-1-5 0-16,-1-3 0 0,-2-4 0 0,-1-3-2 0,0-2-16 16,-3-3 11-16,-3-10-1 0,7 10 6 0,-7-10-8 15,0 0-7-15,0 0-9 0,0-16 47 16,-2-1-101-16,-2-3 20 0,0-5-80 0,-2-7 26 0,1-10-60 16,1-2 30-16,-1-1-15 0,1 1 26 0,1-4 47 15,0 4-18-15,2-1 55 0,0 8 5 0,2 1 10 16,1 4 1-16,0 4 9 0,3 3-4 15,0 3 2-15,1 2 3 0,3 3 0 0,1 4 6 0,1 3-3 16,3 2 2-16,2 5 4 0,-2 2 2 0,6 3-34 16,1 4 44-16,0 2-34 0,4 4 44 0,-1 1-37 15,-1 4 8-15,-1 1 9 0,-2 0-1 0,0 0 0 16,-4 1 9-16,-2-3 1 0,-3 1 32 0,-1-4-38 16,-2 1 38-16,-2-2-23 0,-3 0 50 0,-2 0-25 15,-3-2 41-15,-3 0-48 0,-5 0 40 0,-3-2-38 0,-6 1 23 16,-2-2-44-16,-4-1 31 0,-3-2-45 15,-1 1 17-15,0-4-94 0,-1 1-31 0,1-2-64 16,3 0-51-16,4-1-38 0,2 2-113 0,2-3-108 0,5 1-81 16,4-4-196-16,9 5-396 0,-7-10-780 15</inkml:trace>
  <inkml:trace contextRef="#ctx0" brushRef="#br0" timeOffset="10887.9252">18022 5761 863 0,'16'-20'893'0,"-5"3"-98"16,-1 2-57-16,0-2-5 0,-2 5-29 0,-2-1-30 16,0 5-134-16,-1-2 0 0,0 3-185 15,-5 7-6-15,8-13-140 0,-8 13 23 0,0 0-114 0,0 0 89 16,13 6-98-16,-8 6 23 0,0 2-132 0,1 7 0 16,0 2 0-16,1 7 0 0,1 1 0 0,0 0 0 15,1 7 0-15,0-1 0 0,2 1 0 0,-1-1 0 16,-1-6 0-16,1 0 0 0,-1-2-218 0,0 0-103 15,1-4-125-15,-2-2-74 0,-1-3-85 0,-1-3-58 16,-2-3-65-16,2-4-760 0,-6-10-1113 0</inkml:trace>
  <inkml:trace contextRef="#ctx0" brushRef="#br0" timeOffset="11070.637">17984 5865 741 0,'-16'-24'805'0,"2"1"-86"16,2 1-68-16,3 1-50 0,2 2-69 0,2-1-23 15,1 1-67-15,3 2-55 0,2 1-63 0,1-1-61 16,3 3-51-16,5-3-48 0,5 4-37 16,4 0-24-16,9 1-28 0,5 5-49 0,5 0-70 0,7 2-80 15,-3 4-72-15,8 2-79 0,-1 4-53 0,-3 2-79 16,-1 4-92-16,-6 1-14 0,-4 3-133 16,-7-1-499-16,-5 3-758 0</inkml:trace>
  <inkml:trace contextRef="#ctx0" brushRef="#br0" timeOffset="11254.7055">18095 6098 452 0,'-30'13'832'16,"1"-2"-135"-16,2 1-62 0,5-4-96 0,2 0-39 15,6-1-48-15,-1-3-80 0,3 2-37 0,3-1-64 16,9-5 29-16,-9 10-61 0,9-10-8 0,12 10-78 16,3-5 4-16,10 2-68 0,7-1-12 0,5 1-102 15,8 0-38-15,0 0-65 0,2-2-51 0,0 1-55 16,-7-2-68-16,0-2-51 0,0-2-30 0,0-1-17 15,-1-4-49-15,4-2-35 0,-2-4 14 0,-3-3-4 16,-3-3-284-16,-3-3-270 0</inkml:trace>
  <inkml:trace contextRef="#ctx0" brushRef="#br0" timeOffset="11704.9772">18681 6097 1409 0,'19'-30'175'0,"-2"-1"84"0,-2-2 36 15,-4 4 53-15,-3 1 37 0,1-1 29 0,-4 0 8 0,-1 6 10 16,1 0 30-16,-3 4 16 0,-1 2-16 0,0 2-32 16,3-1-51-16,-3 5-100 0,-1 11-66 15,2-19-52-15,-2 19-34 0,1-10-25 0,-1 10 5 16,0 0 24-16,0 0-57 0,4 17 80 0,0-4-75 0,-1 6 93 15,4 1-94-15,0 8 2 0,0 1-28 0,3 9-20 16,2 1-32-16,-1 1 0 0,2 0 0 0,-1 1 0 16,0 0 0-16,1 0 0 0,0-2 0 0,0-2 0 15,-2-1 0-15,-1-8 0 0,-1-2 0 0,-1-5 0 16,-2-2 0-16,-1-3 0 0,1-1 0 0,-2-2 0 16,0-4 0-16,-1 1 0 0,-3-10 0 0,4 8 0 15,-4-8 0-15,0 0 0 0,-7-8 0 0,-1-4 0 16,-3-2 0-16,-1-10 0 0,-3-1 0 0,-2-8 0 15,-1-3 0-15,0-2 0 0,4-2 0 0,-2-3 0 0,3-2 0 16,1 1-35-16,0-3 6 0,4 1-57 16,1 0 66-16,2 2-50 0,0 7 65 0,4 4-52 15,0 6 60-15,1 2-52 0,2 2 56 0,-1 4-56 16,3 2 58-16,1 3-57 0,3 3 50 0,2 3-2 0,2 4 1 16,3 5-2-16,6 4 11 0,4 7-10 15,6 7 14-15,1 5-41 0,2 2 56 0,3 10-52 0,1 3 69 16,-3 1-61-16,-3 2 9 0,1 2 9 0,-4 1-2 15,-1 1 66-15,-7-8-72 0,0 1 71 0,-4-2-81 16,-2 1 63-16,-4-4-69 0,-3-6 69 0,-2-4-69 16,-3 0 97-16,-2-4-102 0,-3-2 74 0,-2-1-78 15,-6-1 73-15,-3-2-81 0,-4-3 64 0,-6-1-107 16,-2-5 1-16,-10-1-134 0,-3-4-59 0,-2-2-155 16,-10-4-191-16,3-5-154 0,-1-4-993 0,-5-7-1461 15</inkml:trace>
  <inkml:trace contextRef="#ctx0" brushRef="#br0" timeOffset="13772.6341">21609 5648 424 0,'-8'-19'793'16,"1"0"-130"-16,0 1-37 0,1 1-31 0,1 2-14 15,-1 2-52-15,2 0-47 0,0 2-62 0,1 1-64 16,-1 1-64-16,4 9-59 0,-6-13-56 0,6 13-43 15,-4-9-23-15,4 9-16 0,0 0 6 0,-6 15-1 16,4-2-8-16,1 6-12 0,-1 5-13 0,2 4-14 16,0 7-10-16,2 2-3 0,0 1-44 0,1 6 33 15,2-1-37-15,0 1 6 0,1 0 33 0,0-1-39 16,0-2 37-16,1-2-40 0,-2-6 39 0,-1-2-53 16,0-5 36-16,-1-2-18 0,-1-2-4 0,0-5 0 15,-1 0 12-15,0-4 5 0,-1-1-7 0,0-12 2 0,-5 15-2 16,5-15 0-16,-10 5-38 0,10-5 41 15,-21-10-41-15,7-2 41 0,-2-9-39 0,-2-1-14 16,-1-8 32-16,0-6-44 0,2-3 37 0,0-6-11 16,4-2 7-16,-1-13-4 0,3 0 6 0,4 5 6 15,3 2 3-15,3-1-31 0,3 3 38 0,3 1-30 16,4 4 39-16,5 3-1 0,2 4 0 0,7 5 6 16,3 4-5-16,4 5 3 0,3 6 12 0,4 5 5 15,-3 8 10-15,3 6 5 0,8 4-23 0,0 7 39 0,1 7-44 16,6 7 46-16,0 10-6 0,-1 4-7 15,0 3-7-15,0 3-1 0,-2 2-11 0,-1 1-1 0,-2 0-4 16,-4-2-38-16,-2 2 40 0,-5-2-47 16,-2-1 1-16,-10-7 33 0,-4-2-43 0,-5 0 28 0,-5-5-39 15,-7-5 42-15,-3-1-30 0,-7-1 35 0,-5 1-21 16,-5-3 2-16,-7 1-43 0,-5-3 28 16,-3-4-50-16,2-6 12 0,-4-1-21 0,0-4 28 0,-1-3-37 15,3-1 39-15,2-2-5 0,-4-2 15 0,7-1 7 16,1-1 6-16,3 1 7 0,5 0 13 0,2-1-9 15,2 0-7-15,4 1-27 0,2-1 14 0,9 5 14 16,-6-8-4-16,6 8 20 0,7-9-8 16,4 6 18-16,5-2-16 0,6 1 1 0,4-1-16 15,9-1-11-15,3 1-26 0,9 0-4 0,4-1-30 0,2 0 1 16,0 0-28-16,3-1-1 0,-1-1-16 0,-1-1 8 16,-1-1-2-16,-3 0 25 0,-2-3 24 0,-3-4 21 15,-3 1 36-15,-4-3 44 0,-3-2 31 0,-4 1 43 16,-3-4 62-16,-6 5 42 0,-5 0 23 0,-1 3 7 15,-5 0 15-15,-1-2 0 0,-3 4 15 0,-2 0-25 16,-1 2 5-16,-2 1-20 0,-1 0-16 0,-1 11-29 16,-4-19-25-16,4 19-27 0,-8-12-23 0,8 12-10 15,-16-6-11-15,16 6-7 0,-25 6-7 0,11 0-1 16,-3 5-1-16,1 2-2 0,0 3-13 0,-1 3 3 16,0 1-41-16,4 1 39 0,2-2-37 0,3 4 34 15,2-3-33-15,2 0 36 0,5-2-39 0,0 3 37 16,5 0-36-16,3-1 39 0,6 1-39 0,4-3 35 15,5-1-61-15,4-2 1 0,7-2-78 0,-1-4 1 16,3-2-28-16,1-2 7 0,0-4 9 0,-1-2 5 16,-1-3 21-16,-1-3 2 0,5-5 17 0,-4-2 6 15,-4-5 17-15,-1-6 23 0,-3-1 6 0,-3-6 19 16,-5-3 28-16,0-3 21 0,-6-2 23 0,-2-4 23 16,-3-3-9-16,-3 0 11 0,-3-2-5 0,-3 1-14 15,-1 0 63-15,-3 3-11 0,-2 1 78 0,-1 5 3 16,0 6 8-16,-3 4-3 0,2 0-19 0,1 8-31 15,0 0-28-15,0 5-36 0,1 3-29 0,2 2-16 16,4 11-10-16,-10-9-53 0,10 9 58 0,-11 9-52 16,7 3 81-16,2 7-65 0,0 6 82 0,2 11-70 15,2 9 86-15,3 5-81 0,2 3 85 0,2 11-86 16,2 1-9-16,2 4 0 0,0 1-9 0,0 1 19 16,3-1-20-16,-3-1 0 0,2-1 0 0,-1-4 0 15,0-1 0-15,-1-6 0 0,-2-10 0 0,-2-3-26 0,-1-5-40 16,-2-9 12-16,-1-4 11 0,0-4 11 15,-2-5 10-15,1 0 10 0,-2-3 10 0,1-3 15 16,-3-11-4-16,1 15-6 0,-1-15-3 0,0 0 77 16,0 0-88-16,-9-9 72 0,5 0-92 0,-3-6 51 15,0-5-78-15,-2-6 14 0,0-4-63 0,-1-8 23 16,1-1-39-16,1-2 43 0,0-1-20 0,3 0 49 16,1 1-28-16,0 6 52 0,4 0-1 0,0 3 4 15,2 0 5-15,2 6-4 0,2-2 4 0,4 3 5 16,2 0-5-16,2 4 3 0,4 3-1 0,5 1 6 0,1 5-7 15,0 1 6-15,-1 5 1 0,-1 4 0 0,0 1 1 16,-2 3-35-16,3 2 43 0,-1 2-38 16,-2 2 39-16,-1 0-44 0,-2 3 41 0,-4 0-31 15,-3 1 3-15,-2-1 1 0,-4 3 6 0,-3-3 6 16,-3 1 4-16,-6 1-5 0,-3 2-5 0,-3 0 31 16,-4-4-42-16,-6 5 28 0,-3-3-49 0,-2 0 32 0,-2-2-37 15,1-1 54-15,0 0-40 0,3-2 47 16,4-2-45-16,2 0 27 0,5 0-69 0,0-1-23 15,5-2-36-15,11-3 2 0,-17 5 34 0,17-5 8 16,0 0 26-16,0 0-7 0,7 6 9 0,7-6-32 16,5-1 19-16,1-1-24 0,7-2 31 0,4-1-6 0,1-2 32 15,1-3-10-15,4-2 31 0,1-3-16 16,-3-1 31-16,0-2-16 0,-1-4 9 0,-2-3 0 16,0 0 20-16,-2-6 29 0,-2-1 15 0,-2-4 19 15,2-10 6-15,-4-1 14 0,-6 3 7 0,-1 1 5 16,-4-1 46-16,-3 3-5 0,-1-1 56 0,-5 9-19 0,-2 0 44 15,-3 5-28-15,-1 3 41 0,0 0-51 0,-2 5 23 16,-1 2-66-16,1 2 12 0,0 1-69 16,0 5 18-16,-2 2-59 0,6 8 29 0,-13-6-46 15,13 6 45-15,-17 11-43 0,5 4 44 0,2 5-39 0,0 7 45 16,0 4-9-16,1 8-4 0,4 5-54 0,2 1 56 16,2 3-60-16,3 1 58 0,3 1-64 0,1 0 14 15,4 0-5-15,-1-3-1 0,2-2 53 0,1-1-80 16,-1-2 32-16,1-3-71 0,-1-3-11 15,-3-7-54-15,1-3 3 0,-2-3-64 0,-1-3 33 0,-1-3-2 16,-1-2-5-16,1-4 59 0,-3 1 1 0,-2-12 46 16,4 15-18-16,-4-15 33 0,0 0-20 15,0 0 30-15,0 0-15 0,0 0 25 0,-10-8-23 16,5-1 36-16,-1-3-16 0,0 1 14 0,-1-4 14 0,-1 0 14 16,2 0 60-16,0 1 7 0,-2 0 48 0,2 1-27 15,1 0 43-15,1 1-52 0,0 0 25 0,1 4-53 16,0-3 26-16,3 11-57 0,-1-16 22 0,1 16-42 15,9-17 23-15,2 8-65 0,5 1-6 0,3 0-111 16,6 1-58-16,6-3-81 0,2 4-124 0,0-1-120 16,0 1-119-16,-1 0-833 0,-1 0-1106 0</inkml:trace>
  <inkml:trace contextRef="#ctx0" brushRef="#br0" timeOffset="15589.4344">25408 5791 468 0,'-5'-18'507'15,"1"2"-5"-15,-4 0-14 0,4-2 11 0,-3 2-29 16,3 0-27-16,-2 0-1 0,2 2 26 0,1 0-30 16,-2 2-24-16,1 2-53 0,1 1-73 0,3 9-61 15,-4-15-52-15,4 15-38 0,-5-9-34 0,5 9-14 16,0 0 2-16,-4 8 5 0,4-8 6 0,-2 23-9 15,2-5-11-15,-2 2-2 0,2 4-56 0,0 1 29 16,0 3-41-16,0 0 30 0,2 4-41 0,0 1 6 16,1 0-3-16,1-1-2 0,0 0 38 0,1-1-41 15,1-4 29-15,0-2-54 0,0-2 9 0,-1-2-53 16,0-4 24-16,0-3-43 0,-1 2 44 0,2-4-37 16,-2-3 55-16,-4-9-31 0,9 15 39 0,-9-15-51 15,11 4 32-15,-11-4-41 0,18-8 0 0,-7 0-1 16,1-4 10-16,-2-4 12 0,4-1 20 0,0-7-24 15,-1-1 22-15,1-1-28 0,-1-1 53 0,1 1 0 16,-3 1 9-16,-1 2 7 0,0 3 42 0,-1 2 30 16,-2 4 6-16,-1-1-10 0,1 4-11 0,-2 0-10 15,-1 2-19-15,1 0-11 0,-5 9-11 0,8-13 1 16,-8 13-5-16,10-7 1 0,-10 7 1 0,16 0-2 16,-3 3 0-16,2 1 0 0,4 3 3 0,4 1 1 15,3 2-3-15,3 1 0 0,3 0-2 0,6 0-43 16,2 2 27-16,-1-2-51 0,1 0 13 0,1 1-41 15,-1-3 12-15,-5-1-12 0,-1-1 29 0,-3-3-9 16,-4 0 29-16,-2-2 4 0,-4-2 19 0,-1-2 4 16,-2-3 33-16,-3-2-1 0,2-3 48 0,-4-2-33 15,-2-1 60-15,-4-2 13 0,-1 1-1 0,-3-3 17 16,-1 1-4-16,0 0 5 0,-4 1-1 0,0 0-2 16,-1 1-7-16,-1 0-14 0,0 3-13 0,-1 1-20 15,-1 2-13-15,-2 1-11 0,0 2-4 0,8 5-7 16,-23-5-7-16,10 7-6 0,-1 1-5 0,-1 3 0 15,-2 1-3-15,2 3 1 0,-3 1-5 0,3 2-2 16,-1 1 3-16,4 1-44 0,-2 1 50 0,4 0-36 16,1 0 40-16,2 0-38 0,2 0 42 0,3 0-39 15,0-2 3-15,2-1-5 0,4 1-6 0,1 1-21 16,2-1-5-16,4-1-20 0,1-1-10 0,3 1-17 16,1-5-16-16,-1 1-8 0,2-3 18 0,0-1 20 15,1-4 8-15,-3 1 11 0,2-5 1 0,0-2 3 16,1-4 25-16,-2 1-16 0,0-6 37 0,-1 1-21 15,-1-3 67-15,-5-1 31 0,-1 2 23 0,0-2 19 16,-2 3 22-16,-3-3 5 0,-1 4 15 0,0 0 15 16,-2 1-3-16,0 12-3 0,-2-21-57 0,2 21 53 15,0-18-88-15,0 18 40 0,-2-14-72 0,2 14 34 16,0 0-57-16,-3-14 42 0,3 14-58 0,0 0 55 16,0 0-60-16,-6 5 48 0,6-5-56 0,-2 13 52 15,2-13-82-15,-2 18 30 0,4-7-56 0,0 0-7 16,2 1-67-16,1 1-9 0,-1 1-50 0,5-1 12 15,0-1-35-15,0 1-8 0,2-1 7 0,3-1-21 16,-1 0 33-16,1-2-6 0,-3-1 39 0,3-3 10 16,-1 1 53-16,-2-5 8 0,-11-1 27 0,23 0 17 15,-13-3 16-15,0-1 33 0,-1-4 38 0,-3 0 45 16,1-2 35-16,1-2 36 0,-2 0 39 0,0 1 50 16,-3-2 42-16,1 3 4 0,0 0 24 0,-1-1-4 15,-3 11-16-15,5-16-37 0,-5 16-38 0,2-13-38 16,-2 13-34-16,4-10-26 0,-4 10-26 0,0 0-16 15,3-11-13-15,-3 11-5 0,0 0 4 0,0 0-14 16,6 8-6-16,-6-8 0 0,5 14-41 0,-1-5 46 16,1 2-43-16,-1 0 34 0,1-2-33 0,1 4 46 15,1-1-44-15,0 2 51 0,0-1-52 0,-1 1 3 16,1-2 7-16,-1 1-6 0,2-2-16 0,-2 0 21 16,-1-1-58-16,1-2 19 0,-6-8-35 0,10 14 46 15,-10-14-26-15,7 11 45 0,-7-11-28 0,4 10 45 16,-4-10-30-16,0 0 38 0,9 7-55 0,-9-7-5 15,0 0 34-15,14-7-34 0,-14 7 47 0,8-11-33 16,-8 11 42-16,9-14-34 0,-3 5 42 0,0 1 6 16,-2-3-6-16,1 3 12 0,1-3 3 0,-2 1 19 15,1 0 11-15,0 2 15 0,0-1-1 0,-5 9-5 16,6-15-2-16,-6 15-14 0,7-11 0 0,-7 11-19 16,4-11-10-16,-4 11-5 0,4-7-2 0,-4 7-10 15,0 0 0-15,8-7 0 0,-8 7 0 0,0 0 1 16,11 1 4-16,-11-1-6 0,11 6 1 0,-11-6 2 15,13 9-37-15,-6-3 58 0,0 1-55 0,2-1 39 16,-4 2-34-16,3-1 38 0,-1-1-38 0,-1 1 42 16,2 1-42-16,0-3 46 0,-1 3-46 0,0-2 38 15,2 0-36-15,-2-1 41 0,1 1-41 0,1-2 41 16,-1 1-34-16,-8-5 2 0,17 8 3 0,-17-8 3 16,19 5 3-16,-19-5 1 0,15 6-2 0,-15-6 5 0,16 4 1 15,-16-4 2-15,17 3-1 0,-17-3 2 0,21 2-3 16,-21-2 0-16,23 1 1 0,-23-1 3 15,27 1 30-15,-14-2-40 0,7 0 32 0,-2 0-41 16,2-2 34-16,-1 0-44 0,5-1 35 0,0 0-40 0,-1 0 41 16,2-2-35-16,-3-1 45 0,3 1-42 15,-1-3 42-15,-3 0-1 0,-1-1 3 0,0 0 5 0,-1-3 4 16,-2 1 19-16,-3-2 11 0,-1-1 15 0,-2 0 14 16,-2 2 17-16,-2-1-2 0,-3-1-3 0,-1 1-10 15,-3 2 2-15,0-1-87 0,-2 1 78 16,-3 0-90-16,-1 0 84 0,-4 4-92 0,-3-1 82 0,0 5-102 15,-4 1 88-15,-3 5-89 0,-1 1 77 0,-2 5-75 16,2 2 66-16,-4 4-53 0,5 3 40 0,0 2-23 16,5 1-12-16,1 3 2 0,5-1 9 0,3 0 6 15,6 3 7-15,4 0 0 0,7 1 0 0,7 5-3 16,7 0-14-16,5-5 14 0,3-1-141 0,5 0-61 16,4-3-150-16,4-4-122 0,2-3-182 0,-2-1-145 15,0-4-973-15,0-4-1462 0</inkml:trace>
  <inkml:trace contextRef="#ctx0" brushRef="#br0" timeOffset="17073.8248">29025 5449 486 0,'-3'-38'841'0,"1"-4"-141"0,-1 7-53 16,1-1 26-16,0 2-64 0,1 6-33 0,0 1-29 15,-1 3-18-15,1 3-38 0,-1 3-54 0,0 1-82 16,2 4-76-16,-1 0-61 0,1 13-51 0,-1-17-29 16,1 17-29-16,0 0 13 0,0 0-6 0,0 0-73 15,2 21 65-15,2-2-108 0,0 4 0 0,1 9 0 16,5 6 0-16,-2 4 0 0,2 3 0 0,0 2 0 15,2 0 0-15,0 1 0 0,0-1 0 0,1 0 0 16,-1-1 0-16,1-3 0 0,-2-2 0 0,0-3 0 16,-2-7 0-16,-2-2 0 0,-1-6 0 0,0-2 0 15,-1-4 0-15,-1-1 0 0,0-3 0 0,-1-1-12 16,-3-12 24-16,4 14-59 0,-4-14 59 0,0 0-79 0,0 0 67 16,0 0-63-16,-7-20 54 0,1 3-13 0,-1-5-27 15,-1-8-6-15,-1-8 5 0,0-5 4 0,0-2 2 16,2-2 9-16,0-1-28 0,3-3 51 0,3 6-40 15,-1-1 60-15,0 1 8 0,2 7 9 16,2 1 26-16,0 3-4 0,-1 7 22 0,2 1-7 0,-1 2 6 16,1 5-34-16,0 1-11 0,0 3 2 0,1 2-16 15,1 3 2-15,3 4-8 0,-8 6 11 16,15-4-8-16,-3 8 6 0,0 2 6 0,2 2-3 0,5 9-63 16,-1 2 83-16,-2 1-73 0,2 4 76 0,1 3-61 15,1 3 81-15,-2 2-26 0,-1 1-5 0,0-1-22 16,-1 1-5-16,0-1 0 0,-3-6 0 0,-1 2 0 15,0-4-35-15,-2-3-51 0,0-2-13 0,-2-1-6 16,-1-3-3-16,0-2 13 0,-1-1 28 0,0-1 18 16,-1-4 14-16,-5-7 3 0,9 7 4 0,-9-7-10 15,14-5-14-15,-6-4 7 0,0-4 2 0,2-5 6 16,3-7 0-16,-2-2 1 0,3-1 4 0,0-5 6 16,1 0-26-16,-3 5 44 0,0-1 12 0,0 2 8 15,-1 2 6-15,-2 5 41 0,-1 1 17 0,0 3 2 16,-3 2-12-16,1 1-17 0,-2 3-19 0,2 1-13 15,-6 9-9-15,7-13-2 0,-7 13-4 0,0 0 1 16,12 1 5-16,-12-1-43 0,13 16 50 0,-6-1-40 16,2 3 46-16,1 2 3 0,2 6 2 0,1 8-4 15,3 0 4-15,1 3-7 0,2 0-5 0,0 1 0 16,1-1 0-16,3 0-1 0,-1 0-6 0,3-4 0 16,-1 2-26-16,2-5-28 0,0 1-43 0,2-4-18 15,1-1-13-15,-1-3-37 0,2-2-13 0,1-2-6 16,-3-6 3-16,-1-1 1 0,0-2 42 0,-3-5 13 0,1-2 35 15,-3-3 17-15,-1-1 15 0,3-5 8 0,-1-3 12 16,1-4 21-16,-2-2 31 0,-1-3 37 16,-2-1 19-16,-2-1 52 0,-2-1-20 0,-5 5 52 0,-1-4-41 15,-1 1 27-15,-3 2-38 0,-2 0 1 0,-2 2-20 16,-2 1-14-16,-2-1-13 0,-2 3-4 0,-5 2-17 16,-1 0-2-16,-2 4-4 0,-5 2-4 15,-1 2 37-15,1 2-44 0,-3 4 2 0,-1 0 2 0,0 4-12 16,0 1-1-16,1 2-2 0,2 0-3 0,1 3-3 15,3-1 2-15,0 0-2 0,4 2 5 0,1-1-2 16,4 0-7-16,3 0-1 0,2-2-9 0,2 1-15 16,4 1-34-16,2 0-19 0,2-2-18 0,1-1-16 15,3 0-3-15,0-1 1 0,-1-1 1 0,4-2 0 16,-3-1 21-16,2-1 10 0,-2-3 19 0,1-1 14 16,-1-3 8-16,0 0 15 0,0-6 12 0,-1 0 9 15,2-6 22-15,-3 0 71 0,-2-1-22 0,1-2 57 16,-3 0-39-16,-2-1 42 0,-1 2 1 0,-1 0 14 15,-2 1 23-15,1 1-6 0,0 2-15 0,-1 1-27 16,-1 11-22-16,0-20-24 0,0 20-26 0,1-15-7 16,-1 15-15-16,0 0-5 0,-5-9-21 0,5 9 0 15,0 0 0-15,-8 10 0 0,8-10 0 0,-3 23 0 16,3-10 0-16,1 4 0 0,2 4 0 0,2 3 0 16,3 2 0-16,1 3 0 0,4 4 0 0,1 4 0 15,1-1 0-15,2 1 0 0,0 0 0 0,1 1-9 16,-1 0 12-16,0-1-34 0,0 0-32 0,-3-2 1 15,0 0-19-15,-3-5-9 0,-2-2-7 0,1-2 10 16,-5-2 14-16,1-4 14 0,-4-2 9 0,1 0 14 16,-1-4 5-16,-2 0 17 0,-2-1 18 0,-1 0 13 0,-1-3 25 15,-3 2 6-15,-2-2 9 0,-1-2 10 16,-1-1 5-16,-4 0-20 0,2-1-4 0,-4-1-11 16,1-2-6-16,-1 0-12 0,-2-2 0 0,2-1-3 0,-2 1-9 15,0-2 0-15,-1 1-2 0,-2-2-1 0,-1-2-18 16,-1 0-15-16,-1-1-23 0,-1-2-21 0,-2-2-9 15,1 0-6-15,0-1 12 0,6 2 11 16,0-2 1-16,3 0-47 0,1 0-36 0,0 0-12 0,6 1-26 16,0-2-22-16,1 0-8 0,4 1-13 0,2-1-9 15,4 11-24-15,0-19 6 0,6 8-13 0,3 0-31 16,3 1 2-16,6-1-44 0,2-2 37 0,7 1-52 16,3 2-21-16,6-3-82 0,3 3-396 0,2-3-403 15</inkml:trace>
  <inkml:trace contextRef="#ctx0" brushRef="#br0" timeOffset="17490.79">31038 5882 1037 0,'-2'-15'721'0,"0"1"-30"0,1 1-31 0,-1-2-35 16,0 0-20-16,0-1-64 0,0 0-84 0,1-2-16 15,0 2-44-15,-1 2 33 0,2 1-64 0,-1 0-37 16,0 1-63-16,1 12-54 0,-1-18-52 0,1 18-38 0,0-14-29 16,0 14-55-16,0 0-38 0,0 0 0 15,14 0 0-15,-7 7 0 0,3 5 0 0,2 5 0 16,2 4 0-16,-1 3 0 0,2 2 0 0,-1 0 0 0,-1 3 0 16,-1-1 0-16,1 0 0 0,-2 1 0 0,0-1 0 15,-2-2 0-15,-2-2 0 0,-1-3 0 16,0 0 0-16,-2-6 0 0,1 2 0 0,-2-4 0 15,0-1 0-15,-1-3 0 0,-2-9 0 0,3 16 0 0,-3-16 0 16,0 0 0-16,0 0 0 0,-9 2 0 16,9-2 0-16,-11-11 0 0,5 2 0 0,-1-5 0 15,2-3 0-15,1-4 0 0,1-2 0 0,4-1 0 16,5-5 0-16,5-2 0 0,8-3 0 0,5 0 0 0,13-3 0 16,4 2 0-16,4 6 0 0,5 4 0 0,-6 5 0 15,3 5-39-15,1 1-357 0,0 4-69 0,1 2-107 16,-4 4-84-16,-8 1-106 0,-6 2-914 0,-4 1-1348 15</inkml:trace>
  <inkml:trace contextRef="#ctx0" brushRef="#br0" timeOffset="20741.1639">9227 8050 309 0,'0'0'335'0,"-18"-7"-99"0,18 7-13 0,-12-7-53 0,12 7-15 16,-12-4-35-16,12 4 18 0,-11-4-36 15,11 4 31-15,0 0-60 0,-14-4 24 0,14 4-59 0,0 0 43 16,-9-5-36-16,9 5 64 0,0 0 20 16,0 0 18-16,-11-4 34 0,11 4 6 0,0 0 8 15,0 0 1-15,-10-6-1 0,10 6-5 0,0 0-8 16,-7-5 8-16,7 5-4 0,0 0-15 0,-7-5-10 0,7 5-7 16,0 0-2-16,-11-6 2 0,11 6-19 0,0 0 22 15,-11-5 2-15,11 5-8 0,0 0-4 0,-9-3-5 16,9 3-25-16,0 0-16 0,0 0-20 0,0 0-20 15,-9-5-12-15,9 5-5 0,0 0-5 0,0 0 0 16,16 1 0-16,-3 0-6 0,3-1-5 0,7 0-40 16,6-1 41-16,9 1-6 0,5-2-7 0,10 2 0 15,3-3-4-15,2 3-7 0,2-1-7 16,0 1-8-16,-1 0-22 0,0-1-11 0,-5-1-43 0,-2 2 35 16,-11 0-40-16,-1 0 20 0,-9 0-31 0,-3 0 19 15,-6 0-2-15,-1 0 29 0,-2 0 3 0,-5 0 14 0,0 0-11 16,-14 0-15-16,14-2-22 0,-14 2 7 15,0 0-1-15,0 0 11 0,0 0 9 0,-21 2 11 16,9 0 7-16,0-1 9 0,-3 0 8 0,3 1 6 0,12-2 2 16,-23 1 4-16,23-1 4 0,-21 1-2 15,21-1 3-15,-16 1-1 0,16-1 0 0,-15 1-12 0,15-1-12 16,0 0-19-16,-16 0-18 0,16 0-8 16,0 0-11-16,-14 2 4 0,14-2 7 0,0 0 11 0,0 0 11 15,0 0 13-15,-12 1 10 0,12-1 6 0,0 0 8 16,0 0 3-16,0 0 3 0,0 0 6 15,0 0 9-15,0 0 7 0,0 0 9 0,0 0 8 0,11-3 7 16,-11 3 5-16,0 0 4 0,12-2-5 0,-12 2-2 16,0 0 4-16,0 0 0 0,12-1-4 0,-12 1 1 15,0 0 2-15,0 0-3 0,0 0 6 0,11-3 2 16,-11 3-1-16,0 0 2 0,0 0-4 0,0 0-4 16,0 0-8-16,0 0 0 0,0 0-7 0,10-2-3 15,-10 2-3-15,0 0-1 0,0 0-7 0,0 0-18 16,0 0-22-16,0 0-32 0,0 0-32 0,0 0-37 15,0 0-47-15,0 0-28 0,0 0-8 0,0 0-14 16,0 0-13-16,0 0 3 0,11 2-18 0,-11-2 25 16,0 0-14-16,0 0 18 0,4 9 0 0,-4-9-4 15,0 0 18-15,0 0 2 0,-3 12 24 0,3-12 0 16,0 0 14-16,-6 9 16 0,6-9 51 0,0 0 6 16,-9 7 46-16,9-7 44 0,0 0 95 0,-12 9 36 15,12-9 21-15,0 0 36 0,-11 4-14 0,11-4 30 0,0 0-26 16,-12 5 33-16,12-5-52 0,0 0 45 15,0 0-8-15,-13 3-12 0,13-3-2 0,0 0 4 0,0 0 2 16,0 0-8-16,-12 1-10 0,12-1 4 0,0 0-7 16,0 0-4-16,0 0-9 0,0 0-7 0,-12-3-10 15,12 3-12-15,0 0-13 0,0 0-10 0,0 0-14 16,0 0-9-16,0 0-9 0,0 0-18 0,0 0-2 16,0 0-8-16,0 0-1 0,-10-1-7 0,10 1-7 15,0 0-2-15,0 0 2 0,0 0-7 0,0 0 3 16,0 0-5-16,0 0 1 0,0 0 1 0,0 0 0 15,0 0-2-15,0 0 1 0,0 0 2 0,0 0 2 16,0 0 4-16,0 0-1 0,0 0-1 0,0 0 0 16,0 0-1-16,0 0 7 0,0 0 5 0,0 0 4 15,0 0 1-15,0 0-4 0,-5-7 6 0,5 7 13 16,0 0-11-16,0 0 5 0,0 0 2 0,0 0 5 16,0 0-2-16,0 0-5 0,0 0 5 0,0 0-2 15,0 0-3-15,0 0-4 0,0 0 6 0,0 0-18 16,0 0 19-16,0 0-21 0,0 0 24 0,0 0-23 15,0 0 21-15,0 0-26 0,0 0 29 0,2-13-5 16,-2 13 4-16,0 0 9 0,0 0-3 0,0 0 3 16,0 0-1-16,0 0-1 0,0 0 5 0,0 0 7 0,0 0-5 15,0 0-4-15,0 0 2 0,0 0-6 0,0 0-3 16,-1-10-2-16,1 10-7 0,0 0-2 0,0 0-9 16,0 0-1-16,0 0-16 0,0 0-4 0,0 0-5 15,0 0 1-15,0 0 3 0,4 9 3 0,-4-9 5 16,4 12 2-16,-4-12 1 0,4 14 7 0,-4-14-28 15,5 18 45-15,-3-7-23 0,2 0 55 0,-1-1-26 16,-2 4 50-16,3-1-36 0,-2 2 35 0,1 0-52 16,-1 0 12-16,0 1-6 0,1-2-3 0,0 1-6 15,-2-3-7-15,1 1-3 0,0 0 0 0,1-3-1 16,-1 2-4-16,-2-12 8 0,3 18-3 0,-3-18 5 16,2 13 9-16,-2-13 9 0,2 13 12 0,-2-13 14 15,0 0 12-15,2 15-32 0,-2-15 26 0,0 0-33 16,2 9-43-16,-2-9-7 0,0 0 0 0,0 0 0 0,0 0 0 15,0 0 0-15,0 0 0 0,0 0 0 0,0 0 0 16,0 0 0-16,0 0 0 0,0 0 0 16,0 0 0-16,0 0 0 0,0 0 0 0,0 0 0 0,-13 0 0 15,13 0 0-15,0 0 0 0,0 0 0 0,0 0 0 16,0 0 0-16,0 0 0 0,0 0 0 16,0 0 0-16,0 0 0 0,0 0 0 0,-8-6 0 15,8 6 0-15,0 0 0 0,0 0 0 0,0 0 0 0,0 0 0 16,0 0 0-16,0 0 0 0,-5-7 0 0,5 7 0 15,0 0 0-15,0 0 0 0,-5-11 0 0,5 11 0 16,0 0 0-16,-5-10 0 0,5 10 0 0,-4-9 0 16,4 9 0-16,-6-13 0 0,6 13 0 0,-5-16-8 15,1 7-37-15,4 9 69 0,-6-18-83 0,3 8 77 16,0 1-78-16,3 9 76 0,-4-16-58 0,4 16 68 16,-6-14-77-16,6 14 76 0,-4-9-68 0,4 9 85 15,-3-10-91-15,3 10 69 0,0 0-71 0,-3-10 64 16,3 10-66-16,0 0 67 0,0 0-61 0,0 0 73 0,0 0-65 15,0 0 71-15,10 12-70 0,-4-4 66 16,1 0-64-16,0 3 10 0,3 2 7 0,1 3 8 16,0 1 5-16,1 1 6 0,1 6 6 0,0 1 3 15,1 1 0-15,-1 2-1 0,3 5 1 0,-3 0-1 0,1 1 64 16,-3 1-82-16,-2-4 77 0,0-1-79 0,-2 1-2 16,-2-2 3-16,-2-2 3 0,-2-2 3 0,-1 0 2 15,-1-1 0-15,-2 0 7 0,-1-4 0 0,-1 0-1 16,-3-2 0-16,-1-1 8 0,-2-1-8 0,-4-2 6 15,-2-3 1-15,-4 0 0 0,-6-1 4 0,-3-1-6 16,-2-4 6-16,-3-3-7 0,-2 0 3 0,-3-2-8 16,-3-2 1-16,-4-2 1 0,-2-2 2 0,3-2-5 15,1 0 9-15,4-3-5 0,2 1-6 0,8 0-2 16,4-2 62-16,2 0-108 0,6 2 44 0,3-2-103 16,2-1 4-16,4 3-83 0,4-3-21 0,2 1-94 15,5 1-30-15,2 0-22 0,3-3-95 0,3 3-53 16,5-1-37-16,1 0-91 0,1 3-750 0,2-3-980 15</inkml:trace>
  <inkml:trace contextRef="#ctx0" brushRef="#br0" timeOffset="21708.9715">10728 8404 488 0,'0'0'385'0,"0"0"-60"0,0 0-55 0,0 0-33 0,0 0-30 16,0 0-4-16,0 0-23 0,0 0-33 0,0 0-10 15,0 0-25-15,0 0 0 0,0 0-23 0,0 0 16 16,0 0-9-16,0 0 14 0,-8 4-16 0,8-4 5 16,0 0-15-16,0 0 4 0,0 0-22 0,0 0 16 15,0 0-17-15,0 0 15 0,0 0-17 0,0 0 23 16,0 0-25-16,0 0 22 0,0 0-22 0,0 0 17 16,0 0-25-16,0 0 17 0,0 0-27 0,0 0-11 15,0 0 11-15,0 0 19 0,0 0-18 0,0 0 19 16,0 0-26-16,0 0 24 0,0 0-24 0,0 0 18 15,0 0-20-15,0 0 19 0,0 0-19 0,0 0 16 16,0 0-16-16,0 0 16 0,0 0-18 0,0 0 5 16,0 0-11-16,0 0 17 0,0 0-12 0,0 0-7 15,0 0-2-15,0 0-6 0,0 0-9 0,0 0-4 16,0 0 10-16,0 0-18 0,0 0 14 0,0 0-19 16,0 0 17-16,0 0-16 0,0 0 15 0,0 0-14 0,0 0 9 15,0 0-18-15,0 0 13 0,0 0-17 16,0 0 18-16,0 0-19 0,0 0 20 0,0 0-13 15,0 0 16-15,0 0-17 0,0 0 15 0,0 0-8 0,0 0 19 16,0 0-17-16,0 0 17 0,0 0-16 0,0 0 17 16,9-5-1-16,-9 5 17 0,0 0 8 0,0 0-3 15,0 0 2-15,0 0 2 0,8-7 10 0,-8 7 10 16,0 0 3-16,0 0 12 0,0 0 3 0,0 0-8 16,0 0-2-16,5-8-19 0,-5 8-9 0,0 0-8 15,0 0 11-15,0 0 30 0,4 12 23 16,-4-12 5-16,3 17 54 0,-1-6-43 0,2 4 35 0,-2-1-34 15,1 4 38-15,2-1-52 0,-2 4 49 0,1-1-70 16,1 2 41-16,-1-1-73 0,2 0 46 0,-1 0-67 16,1-2 53-16,-2-5-72 0,2 4-2 0,-3-3 0 15,1 0-2-15,1-2-22 0,-2-3-28 0,2 0-2 16,-2-1-88-16,-3-9-20 0,5 15-96 0,-5-15-58 16,3 9-80-16,-3-9-129 0,0 0-63 0,0 0-29 0,0 0-129 15,0 0-465-15,-9-4-818 0</inkml:trace>
  <inkml:trace contextRef="#ctx0" brushRef="#br0" timeOffset="21910.5707">10760 8253 692 0,'0'-13'738'0,"-2"1"-103"0,2 12-65 15,-1-20-68-15,1 20-47 0,-4-19-60 0,4 19-63 16,-2-15-55-16,2 15-34 0,-2-14-69 0,2 14-14 15,-1-11-51-15,1 11-50 0,0 0-49 0,-1-11-28 16,1 11-34-16,0 0-73 0,0 0-56 0,11 8-80 16,-3-1-63-16,0 1-56 0,1 5-92 0,0-1-136 15,4 2-311-15,-1 1-491 0</inkml:trace>
  <inkml:trace contextRef="#ctx0" brushRef="#br0" timeOffset="22479.5916">11056 8428 569 0,'0'0'846'16,"0"0"-113"-16,0 0-131 0,7-6-57 0,-7 6-57 0,0 0-52 15,0 0-56-15,0 0-49 0,0 0-41 0,7-4-41 16,-7 4-42-16,0 0-4 0,0 0-20 0,10 4-21 16,-10-4-20-16,10 6-28 0,-10-6-24 15,15 10-18-15,-8-4-5 0,0 0 14 0,1 1-50 0,0 0 30 16,-1 1-46-16,0-1 24 0,1 2-50 0,1 0 28 15,-3-2-40-15,1 1 16 0,-1-1-56 0,1 0 13 16,0 1-50-16,-7-8 41 0,11 13-29 0,-11-13 41 16,9 9-28-16,-9-9 49 0,9 7-19 0,-9-7 37 15,9 4-25-15,-9-4 37 0,11-4-33 0,-11 4 34 16,14-7-33-16,-7 0 38 0,0 1-38 0,2-5 9 16,0 1 1-16,0 0 7 0,0 1-7 0,0-1 14 15,0-1-1-15,-1 1 14 0,1 1 15 0,0 0 6 16,-3 1 10-16,1 0 6 0,-1 2-6 0,-6 6 1 0,13-10-18 15,-13 10 1-15,11-9-10 0,-11 9 0 16,14-3 8-16,-14 3-1 0,13 0-1 0,-13 0-2 16,19 4 0-16,-10 0-4 0,1 0-1 0,0 0-2 15,0 2 32-15,-1-1-42 0,0 1 31 0,1 1-38 0,-2-2 39 16,1 2-44-16,-1-1 34 0,0 0-37 0,1-1 35 16,-3 0-35-16,-6-5 39 0,12 9-36 15,-12-9 40-15,11 6-36 0,-11-6 44 0,0 0-51 0,17 0 39 16,-17 0-36-16,15-7 1 0,-8 2 4 0,4-3 4 15,-3 1 21-15,1-3 16 0,1 1 15 0,-3 1 21 16,0 1 17-16,1-1 10 0,-1 0 13 0,0 0-13 16,-1 1 0-16,-6 7-27 0,11-11-6 0,-11 11-26 15,12-9-1-15,-12 9-13 0,14-6 2 0,-14 6-16 16,24-5-19-16,-11 4-57 0,3 0-68 0,2 2-73 16,3 0-58-16,3 2-9 0,3 1-45 0,5 1-113 15,1 3-77-15,-1-1-84 0,1 3-105 0,-2-1-646 16,-1 1-944-16</inkml:trace>
  <inkml:trace contextRef="#ctx0" brushRef="#br0" timeOffset="23341.8739">9401 9671 771 0,'-27'-3'675'0,"-3"-2"-113"0,-4 2-74 16,-1 0-42-16,-3 3-35 0,0 0-17 0,-1 1-23 16,2 1-27-16,2 0-1 0,6-1-54 0,2 1 10 15,6 1-74-15,2-2-2 0,1 1-71 0,7-1 43 16,11-1-35-16,0 0 38 0,0 0-65 0,16 9 16 15,9-8-59-15,14-1 15 0,15-2-50 0,9 0 29 16,18-2-58-16,5 1 29 0,3 0-49 0,2-2 10 16,0 4-82-16,-2-2-15 0,-3 1-94 0,-2 2-17 15,-4-1-43-15,-14 0-35 0,-5 0-7 0,-6 1-18 16,-12 0 10-16,-4 0 16 0,-9 0 64 0,-4-1 36 16,-6-1 27-16,-7 0 23 0,-13 2 27 0,14-5 19 15,-14 5 27-15,0 0 30 0,-15-9 34 0,1 5 31 16,-5 1 32-16,-4-1 35 0,-2 1 28 0,0 0 25 15,0 1 14-15,4 1-43 0,2-1 23 0,0 2-51 16,2 2-1-16,2 1-35 0,0 3 54 0,3 2-33 16,2 3 43-16,0 3-38 0,3 3 34 0,2 3-53 0,3 3-14 15,2 3-2-15,2 0-15 0,3 6-10 0,1 0-7 16,3 6-6-16,0-1 26 0,1 1-46 0,1-2 25 16,-1 0-49-16,-1-5 16 0,1-1-50 0,-2-2 31 15,-1 1-44-15,-2-6 42 0,-1-1-30 0,-3-3 10 16,-1-1 6-16,-2-1 11 0,-3-1 8 15,-4 1 2-15,-5-3 38 0,-3-2-16 0,-7 1 6 0,-5-2-34 16,-4-4 43-16,-9 0-29 0,-6-4 31 0,-2-1-31 16,-2-2 38-16,-2-4-33 0,1 1 47 0,2-3-42 15,2-2 32-15,5 0-39 0,8 1 32 0,4-1-46 16,9 2-21-16,2-3-100 0,7 2-48 0,3-2-28 16,11 9-55-16,0-15-51 0,13 6-104 0,7 2-72 15,11-4-213-15,12 2-482 0,3-1-800 0</inkml:trace>
  <inkml:trace contextRef="#ctx0" brushRef="#br0" timeOffset="24044.1018">10360 10218 883 0,'0'0'843'0,"5"-14"-140"16,-5 14-72-16,2-17-9 0,-2 17-78 0,2-22-75 0,-1 11-54 15,2 0-46-15,0 0-49 0,2 0-49 0,2-1-64 16,4 2-46-16,-1-1-32 0,4 4-25 0,2 0-20 15,0 2-18-15,2 1-12 0,0 3-14 0,-2 1-13 16,1 2-17-16,0 0-22 0,0 2 12 0,-2 0-51 16,-2 4 25-16,-1-1-57 0,-2 2 37 0,-2-2-29 15,-2 2 38-15,-3 0-36 0,-3-9 49 0,-1 19-23 16,-3-9 33-16,-3-1-27 0,-5 2 40 0,-1-4-28 16,-2 0 38-16,-4 2-35 0,-1-3 37 0,-2-1-34 15,2-1 38-15,-1-1-30 0,0-2 33 0,2-1-35 16,-1-2 42-16,1 0-39 0,4-3 34 0,-2-1-41 15,4-1 7-15,3-5-56 0,-1 1-17 0,6-2-39 16,3-2-21-16,4 0-43 0,5-6 4 0,5 1-19 16,6-1 0-16,7-4-23 0,5-1 11 0,3 3-6 15,2-4 26-15,3 4 0 0,0-1 46 0,-1 1 11 0,0-1 47 16,-2-3 14-16,-3 4 64 0,-2-1 40 16,-2 1 56-16,-3-1 45 0,-6 4 78 0,-4-1-2 15,-2 3 50-15,-3 1 39 0,-2-1-16 0,-3 2 53 0,-1 2-3 16,0 1 57-16,-2 1-72 0,-1 1 36 0,-1 11-104 15,1-16-28-15,-1 16-22 0,0-16-37 16,0 16-29-16,0 0 29 0,0 0 19 0,0 0 7 0,0 0-181 16,-6 16 0-16,4-4 0 0,2 6 0 0,0 2 0 15,0 5 0-15,2 1 0 0,1 6 0 0,1 1 0 16,1 1 0-16,1-1 0 0,2 6 0 0,1-1 0 16,-1-5 0-16,0-1 0 0,0-2 0 0,1-1 0 15,-1 0 0-15,0-6 0 0,0-1 0 0,-2-3 0 16,1 1 0-16,-2-4-89 0,0-3-123 0,0-1 2 15,1-3 10-15,-1-1-4 0,-5-8-13 0,14 5-6 16,-14-5 19-16,17-5 9 0,-7-3 6 0,-1-1 20 16,2-4 45-16,0-3 26 0,-1 1 20 0,1-2 18 15,-3-1 37-15,1 3 25 0,-1 0 37 0,-2 1 40 0,0 1 38 16,-1 4 26-16,-1-1 15 0,-1 2-16 16,-3 8-24-16,8-17-25 0,-8 17-21 0,6-8-9 15,-6 8-10-15,0 0 22 0,0 0 9 0,11-4-14 0,-11 4-11 16,11 8-13-16,-6-3-5 0,3 3-10 0,3 0-1 15,0 2-10-15,1 2 0 0,3 0-24 16,1 1-15-16,2-1-106 0,4 2-64 0,1 0-99 0,4-1-116 16,0-2-112-16,0 0-87 0,2-1-186 0,0-2-582 15,-2-2-971-15</inkml:trace>
  <inkml:trace contextRef="#ctx0" brushRef="#br0" timeOffset="24393.503">11839 10040 1032 0,'-3'-10'864'0,"0"-1"-148"0,0 1-69 16,-1 0 19-16,-2 1-44 0,3 0-17 0,-1 0-54 16,4 9-55-16,-9-14-75 0,9 14-68 0,-5-11-72 15,5 11-62-15,0 0-43 0,-7-10-30 0,7 10-18 16,0 0-3-16,0 0-19 0,5 12-69 0,-1-4-37 16,1 3 0-16,2 0 0 0,0 3 0 0,1 0 0 15,-2 0 0-15,4 2 0 0,-4 0 0 0,1-1 0 16,2-1 0-16,-4-1 0 0,2-1 0 0,-1 2 0 0,-1-5 0 15,-1 0-64-15,1-1-20 0,-5-8 21 0,9 11 4 16,-9-11-13-16,0 0-12 0,13 1 6 16,-13-1 12-16,11-12 0 0,-4 3 7 0,2-4 12 0,0-4 14 15,-1 0-2-15,4-2 10 0,-3 1 21 0,3 1 4 16,-4 1 44-16,-1 2 13 0,0 1 29 0,-1 1-2 16,2 2-9-16,-3 1-9 0,-5 9-27 0,10-13-4 15,-10 13-9-15,14-7 2 0,-14 7-10 0,17 0 3 16,-3 6-14-16,2-1-34 0,5 4-75 15,4 4-71-15,1 1-121 0,6 3-101 0,1 2-128 0,-3 4-123 16,1 0-38-16,0 2-196 0,-1 0-457 0,-1-1-939 16</inkml:trace>
  <inkml:trace contextRef="#ctx0" brushRef="#br0" timeOffset="25442.8024">9985 11137 637 0,'0'0'574'0,"0"0"-90"0,0 0-34 16,0 0-48-16,0 0-26 0,0 0-11 15,0 0-16-15,0 0-12 0,-9 3-35 0,9-3-37 16,0 0-24-16,0 0-32 0,0 0 4 0,0 0-37 0,0 0 13 16,0 0-34-16,0 0-3 0,0 0-52 0,0 0 26 15,0 0-59-15,0 0 23 0,-8 5-48 16,8-5 23-16,0 0-47 0,0 0 35 0,0 0-45 15,0 0 40-15,0 0-48 0,0 0 34 0,0 0-37 0,0 0 37 16,0 0-43-16,0 0 34 0,0 0-37 0,0 0 41 16,0 0-45-16,0 0 36 0,0 0-38 15,0 0 37-15,0 0-38 0,0 0 40 0,0 0-38 0,0 0 36 16,0 0-41-16,0 0 42 0,0 0-38 0,0 0 35 16,0 0-37-16,0 0 26 0,0 0-48 0,0 0 29 15,0 0-47-15,0 0 26 0,0 0-39 0,0 0 23 16,0 0-29-16,0 0 27 0,0 0-14 0,0 0 22 15,0 0-16-15,0 0 16 0,0 0-5 0,0 0 20 16,0 0-9-16,0 0 23 0,0 0-4 0,0 0 7 16,0 0-1-16,0 0 13 0,0 0-11 0,0 0 13 15,0 0-13-15,0 0 25 0,0 0-17 0,0 0 21 16,0 0-3-16,0 0 18 0,0 0-34 0,0 0 51 16,-10 5-36-16,10-5 29 0,0 0-23 0,0 0 40 0,0 0-27 15,-13 0 38-15,13 0-35 0,0 0 44 0,-18-3-53 16,18 3 34-16,-15 0-37 0,15 0 38 15,-20-3-37-15,20 3 38 0,-20-1-35 0,20 1 49 0,-20 0-31 16,20 0 42-16,-18-2-32 0,18 2 40 0,-14-1-39 16,14 1 33-16,-12-1-47 0,12 1 29 0,0 0-45 15,0 0 31-15,0 0-47 0,0 0 41 0,8-7-48 16,10 3 39-16,11-2-45 0,8 2 41 0,14-3-47 16,5-1 41-16,12-1-47 0,3 0 41 0,1 2-41 15,1-1 39-15,-4 2-42 0,-9 0 45 16,-2 1-53-16,-3 0 12 0,-3 2-59 0,-5 1 8 0,-9-1-72 15,-8 2-8-15,-2-1-66 0,-5 1 0 0,-4-1 16 16,-3 2 8-16,-16 0 2 0,21 3-28 0,-21-3 7 16,0 0-35-16,0 0 15 0,-5 7 35 0,-7-4 23 15,-4-1 29-15,-3 2 25 0,0-1 28 0,-2-2 15 16,-3 3 8-16,2-1 22 0,1-2 27 0,0 2 21 16,1-2 35-16,1 2 42 0,2-1 25 0,3 0 9 0,0 0-8 15,2 0-8-15,1 0 37 0,-1 3 21 16,1 3 21-16,1 0 60 0,0 3-40 0,1 1 37 15,2 5-13-15,0 0 50 0,3 1-64 0,1 4-15 16,1 0 4-16,3 3-25 0,1 1-12 0,2 1-35 0,2 3-10 16,0 0-18-16,1 0-29 0,1-1-3 0,2 0-23 15,-1-1-34-15,0 1-57 0,3-2-73 0,-3-1-70 16,2-1-151-16,-1-5-95 0,1 0-122 0,0 0-145 16,1-2-226-16,-1-3-564 0,1 1-1117 0</inkml:trace>
  <inkml:trace contextRef="#ctx0" brushRef="#br0" timeOffset="25676.8047">10902 11459 1503 0,'0'0'877'0,"-8"-12"-164"0,8 12-52 0,0 0-54 15,-11-3-63-15,11 3-46 0,0 0-50 0,0 0-55 16,0 0-86-16,0 0-43 0,0 0-23 0,-6 7-31 15,6-7-13-15,0 13-60 0,0-13-13 0,4 21-36 16,-1-9-3-16,1 3-42 0,0 1-30 0,2 1-58 0,1 2-83 16,-1-1-80-16,3 0-91 0,-1 0-42 0,1 0-59 15,0-3-97-15,1 2-80 0,-1-4-83 16,-1 0-215-16,1-3-363 0,-3 0-846 0</inkml:trace>
  <inkml:trace contextRef="#ctx0" brushRef="#br0" timeOffset="25860.0956">10999 11321 950 0,'-4'-23'838'0,"0"1"-133"0,-1 3-131 0,0 2-47 16,0-1-8-16,1 3-93 0,1 2-25 0,-1 1-98 16,2 1-28-16,-1 2-94 0,3 9-30 0,-4-16-110 15,4 16-15-15,4-9-81 0,-4 9-88 0,14 0-77 16,-2 2-120-16,1 3-89 0,3 4-86 0,2 2-183 15,-1 1-402-15,-2 3-716 0</inkml:trace>
  <inkml:trace contextRef="#ctx0" brushRef="#br0" timeOffset="26744.5616">11234 11433 1244 0,'0'0'862'0,"-10"-11"-128"16,10 11-49-16,-7-8-27 0,7 8-68 0,-6-8-64 15,6 8-61-15,-5-7-69 0,5 7-70 0,0 0-69 16,0 0-36-16,-6-6-38 0,6 6-17 0,0 0-14 16,10 4 2-16,-1 2-33 0,1 3-6 0,1 0-38 15,2 3 10-15,1 1-38 0,-2 0 5 0,2 1 3 16,-1 2-45-16,0-2-12 0,-2 1 0 0,0 0 0 16,1 0 0-16,-3-1 0 0,1-2-34 0,-4 1-55 15,2-3-12-15,-1 1 14 0,-1-1-57 0,-1-3 27 16,-5-7-31-16,11 14 52 0,-11-14-13 0,7 9 46 15,-7-9-28-15,9 5 42 0,-9-5-30 0,9-5 44 16,-9 5-26-16,14-11 47 0,-9 2-31 0,2-1 12 16,1-2-1-16,-2 0 20 0,0 1 22 0,0 0 34 15,-1-1 17-15,0 2 1 0,1 0 5 0,-1 0 19 0,0 1 18 16,-2 0-10-16,2 0 6 0,-5 9-27 16,9-13-8-16,-9 13-14 0,8-11-8 0,-8 11-13 15,8-6 5-15,-8 6-7 0,15 0 6 0,-15 0-11 16,17 5 4-16,-6 0-9 0,-1-1-1 0,2 3-4 0,1 0-1 15,-1 1-2-15,-1 1 5 0,1 1-9 0,0-1 3 16,-1 0-4-16,0 1-1 0,0-1-1 16,-1-2-8-16,0 4-1 0,-1-4-6 0,-2 0-4 0,2 0-7 15,-9-7 0-15,12 11 2 0,-12-11 7 0,10 9 16 16,-10-9-13-16,10 4-2 0,-10-4-10 0,0 0 0 16,15-2-19-16,-15 2-10 0,9-8 2 0,-9 8 1 15,11-15 9-15,-6 6-3 0,-1-1 1 0,1-2 4 16,1 0 1-16,-1-1 22 0,2-1-7 0,-3-1 16 15,3 1-13-15,-3 0 6 0,2 0 2 0,0 0 3 16,-2 3 10-16,-1 0 13 0,1 2 12 0,0-1 3 16,-4 10-4-16,5-16-6 0,-5 16-4 0,7-12-7 15,-7 12-3-15,3-11-6 0,-3 11-2 0,0 0 3 16,6-7-3-16,-6 7 4 0,0 0 3 0,0 0-3 0,17 3 0 16,-17-3-1-16,12 6 1 0,-12-6 16 15,13 10-18-15,-5-5 1 0,0 0-1 0,1 3 4 16,5-2-1-16,-3 1 0 0,2 1 1 0,1-2-2 0,1 1-3 15,0 0-2-15,2-2-9 0,1 1-3 0,-1-1-6 16,2-2 2-16,-1 1 0 0,0 1 3 0,-2-2 1 16,3-1 0-16,-1-1 1 0,1-2 4 0,-2-1 0 15,2 1 5-15,-2-2 2 0,0-1 3 0,-2-2 1 16,1-2 2-16,-1-3 10 0,1 0 12 0,-3-1 15 16,0-4-3-16,-1-2 0 0,-1 0 3 0,-1-2 1 15,-3 0 10-15,1-1 18 0,-4 0-1 0,2 0-6 16,-4 3 2-16,0 0 7 0,-2 2 4 0,0 2-3 15,-2 1-7-15,0 1-6 0,-2 1-13 0,0 2-8 16,-2 2 2-16,6 7-4 0,-17-5 12 0,5 8 10 16,-1 2-9-16,-1 5-47 0,0 3 0 0,-2 3 0 15,1 6 0-15,3 2 0 0,1 0 0 0,5-1 0 16,1 2 0-16,5 0 0 0,2 3 0 0,5 1 0 16,6 6 0-16,6-3 0 0,5 0 0 0,6-3 0 15,5-3 0-15,8 4 0 0,7-5 0 0,2-3 0 16,-4-5 0-16,0-1 0 0,1-2-412 0,-2-4-159 0,-2 1-167 15,-9-4-140-15,-4-2-888 0,-6-1-1459 0</inkml:trace>
  <inkml:trace contextRef="#ctx0" brushRef="#br0" timeOffset="29044.2093">12571 11345 389 0,'0'0'367'0,"0"0"-50"0,0 0-28 15,-8-6-39-15,8 6-26 0,0 0-23 0,0 0-30 16,0 0-12-16,0 0-21 0,0 0-1 0,-5-9 4 16,5 9-3-16,0 0-2 0,0 0 3 0,0 0-2 15,0 0 1-15,0 0 6 0,0 0-34 0,0 0 10 16,0 0-38-16,0 0-3 0,0 0-28 0,0 0 13 16,0 0-18-16,0 0 33 0,-9 9-4 0,4-1 27 15,1 4-9-15,-1 3 15 0,1 1-32 0,0 0 4 0,-2 4-22 16,2 1 12-16,2 0-26 0,0-2 5 15,2 2-9-15,2-1-5 0,3 2-5 0,0 0-4 0,1-1-4 16,3 0-6-16,0-2-2 0,2-2 10 0,2 0-20 16,1-2 17-16,2-2-12 0,0-2 4 0,1-1-24 15,-1-4 3-15,0 0-18 0,2-1-7 0,-3-4 1 16,0-1-1-16,0 0-4 0,-1-3 3 0,-1-2 8 16,-1-1 2-16,-3-2 8 0,-1-1 5 0,-2-1 0 15,0-4 22-15,-4 0-24 0,-2-1 25 0,-2-2-21 16,0-2 21-16,-4-2-25 0,-2-2 29 0,-3-1-17 15,-1-1 31-15,1 1-13 0,-2 1 24 0,1 5-5 16,-1-1 18-16,1 3 9 0,2 1 12 0,1 2-13 16,1 2-10-16,-1 1-15 0,3 2-18 0,0 1 0 15,6 7-3-15,-13-4 0 0,13 4 11 0,-10 7 4 16,5 1 1-16,-1 0-1 0,2 3-9 0,0 3 0 16,2 3-4-16,0-1 10 0,4 3-21 0,0 0 30 15,1 3-23-15,2 1 9 0,1-1-13 0,3 0 8 16,0-1-18-16,3 2 26 0,1-2-31 0,1-2 12 15,-1-2-35-15,3-3-3 0,-1 1-16 0,1-3-8 16,0-1 0-16,0-3-6 0,-3 0 11 0,1-2 0 0,-1-3 5 16,-2 0 7-16,-11-3 9 0,18-1 7 15,-18 1 1-15,13-9 6 0,-13 9 2 0,8-18 12 16,-8 4-12-16,-5-2 8 0,0-4 0 0,-3-1 11 16,-1-4-11-16,-5-3 17 0,-2-4-4 0,-2 0-13 0,-1 1 12 15,0 1-12-15,-2 1 21 0,4 5 16 0,1 1 7 16,1 2 6-16,1 4-7 0,3 2 2 0,2 3-17 15,-1 2-7-15,4 1-10 0,-1 3 2 0,7 6 0 16,-13-3 3-16,13 3 1 0,-12 8 9 0,6 0-8 16,1 5 4-16,1 1-16 0,1 2 30 0,1 1-11 15,2 2-7-15,2 1 18 0,1 2-25 0,1 1 13 16,1-1-17-16,2 1 11 0,1 1-17 0,4-1 16 16,-3-2-10-16,2-1-4 0,1-1-21 0,0-2-13 15,2-1 3-15,-2-2-20 0,1-1-7 0,-1-3-5 0,0-1 18 16,0-2-2-16,-3-3 6 0,-1-1 1 15,-8-3 11-15,15 0 4 0,-15 0 6 0,11-7 16 16,-11 7-11-16,6-18 17 0,-6 6-15 0,-4-3 18 16,1-2-20-16,-5-3 12 0,0-3 5 0,-3-2 4 0,-2-2-17 15,0 2 19-15,0 2-6 0,0-1 20 0,0 5 9 16,3 1 7-16,0 2-13 0,-1 3 1 16,2 1-11-16,2 1 2 0,0 4-12 0,-3 2-1 0,10 5 4 15,-15 0 11-15,15 0-12 0,-15 6 10 0,7 2 2 16,2 1-3-16,4 2-6 0,0 3-3 0,2 0 6 15,2 3-7-15,3 4 7 0,2-1-10 0,2 2 5 16,7 1-3-16,-1-1-12 0,4 1-52 0,7 0-21 16,0-1-74-16,2-1-66 0,3-3-86 0,0-1-56 15,-3-3-113-15,3-2-160 0,-2-2-364 0,-2-2-601 16</inkml:trace>
  <inkml:trace contextRef="#ctx0" brushRef="#br0" timeOffset="30695.539">16128 7365 67 0,'0'0'457'0,"0"0"-106"0,0 0-45 0,0 0-30 0,0 0-40 16,0 0-8-16,0 0-20 0,0 0-13 0,0 0-37 15,0 0-6-15,0 0-17 0,0 0-1 0,0 0-6 16,0 0-11-16,0 0-5 0,0 0-10 0,0 0-1 15,0 0 2-15,0 0-5 0,0 0 3 0,0 0-1 16,0 0-3-16,0 0 1 0,0 0-3 0,0 0 3 16,0 0-4-16,0 0 0 0,0 0 19 15,0 0-27-15,0 0 13 0,0 0-26 0,0 0 14 0,0 0-6 0,0 0-5 16,0 0-11-16,0 0 11 0,0 0-10 16,0 0-6-16,0 0-2 0,0 0-4 0,0 0-10 15,0 0-5-15,0 0-8 0,0 0-7 0,0 0-3 16,0 0-8-16,0 0 2 0,0 0-4 0,0 0 3 15,0 0-2-15,0 0-7 0,0 0-6 0,0 0 13 16,0 0-10-16,0 0 3 0,0 0-4 0,0 0 1 16,0 0-1-16,0 0 9 0,0 0-13 0,0 0 16 0,0 0-17 15,0 0 5-15,0 0-4 0,0 0 2 0,0 0-3 16,0 0 9-16,0 0-6 0,0 0-2 16,0 0-1-16,0 0 8 0,0 0-15 0,0 0 11 0,0 0-7 15,0 0 10-15,0 0-6 0,0 0 9 0,0 0-7 16,0 0 2-16,0 0 0 0,0 0 0 0,0 0-6 15,0 0 8-15,0 0-3 0,0 0-2 0,0 0-5 16,0 0 15-16,0 0-10 0,0 0 5 0,0 0-2 16,0 0 8-16,0 0-9 0,0 0 2 0,0 0-9 15,0 0 18-15,0 0-10 0,0 0 8 0,0 0-14 16,0 0 22-16,0 0-12 0,0 0 8 0,0 0-9 16,0 0 7-16,0 0-7 0,0 0 15 0,0 0-20 15,0 0 15-15,0 0-19 0,0 0 12 0,0 0-5 16,0 0 11-16,0 0-24 0,0 0 30 0,0 0-24 0,0 0 15 15,0 0-13-15,0 0 10 0,0 0-5 16,0 0 16-16,0 0-12 0,0 0 23 0,0 0-21 16,0 0 15-16,0 0-23 0,0 0 37 0,0 0-26 15,0 0 33-15,0 0-4 0,-1-12 47 0,1 12-35 0,0 0 52 16,0 0-45-16,-4-11 34 0,4 11-49 0,0 0 26 16,0 0-54-16,0 0 25 0,0 0-46 15,0 0 31-15,0 0-28 0,0 0 54 0,-6 8-15 0,6-8 50 16,-1 22-39-16,1-6 9 0,-2 2 2 0,2 3 0 15,-2 2-5-15,2 5-8 0,1-1-4 0,0 2-9 16,-1 0 0-16,2 5-10 0,1-1 38 0,-1 0-52 16,3-3 36-16,-2 1-48 0,1-5-8 0,-1-1-97 15,0-1-50-15,1-1-96 0,0-2-60 0,-1-3-61 16,2-1-115-16,-2-3-60 0,1 0-93 0,-1-3-777 16,2-3-1026-16</inkml:trace>
  <inkml:trace contextRef="#ctx0" brushRef="#br0" timeOffset="31046.0055">16605 7531 1014 0,'1'-18'797'0,"-1"0"-116"0,-1 1-75 0,0 0-25 0,1 0-25 16,-2 1-110-16,2-1-29 0,0 3-54 15,1 0-67-15,1 0-57 0,1 2-46 0,0 2-22 0,6-1-62 16,0 2-22-16,3 1-16 0,4 2-17 0,2 3-45 15,3 2 28-15,1 3-37 0,3 3 30 0,-1 3-45 16,3 2 27-16,-2 3-44 0,-2 3 26 0,-3 3-34 16,-3 2 4-16,-2 1 24 0,-5 2-15 0,-4-1 10 15,-3 2 5-15,-4-2 4 0,-2 2 1 0,-5 4 35 16,-4 0-26-16,-2 2 31 0,-5-1-23 0,-1-1 52 16,-1 0-23-16,-2-2 45 0,1-2-36 0,2-3 40 15,2-4-37-15,3-3 28 0,1-1-49 0,5-2 31 16,0-1-45-16,0 0 32 0,3-4-44 0,6-7 42 15,-5 15-43-15,5-15 42 0,8 12-50 0,4-9 3 16,3 0-92-16,5-2-47 0,2-1-113 0,4-2-57 16,2-3-78-16,5 1-129 0,1-4-27 0,4-5-136 15,1 3-93-15,0-5-361 0,2 1-749 0</inkml:trace>
  <inkml:trace contextRef="#ctx0" brushRef="#br0" timeOffset="31496.1161">17537 7566 662 0,'6'-12'816'0,"-4"-1"-89"0,1 0-60 0,-2 1-27 16,1 0-62-16,-1-1-13 0,0 0-83 0,0-1-2 16,1 3-117-16,0-1-13 0,0 0-114 0,2-2-2 15,3 2-94-15,0 0 11 0,3 1-74 0,1 0 23 16,6 0-60-16,1 2 32 0,2 2-57 0,2 1 43 16,0 1-58-16,-2 2 41 0,1 2-53 0,0-1 39 15,-3 2-48-15,2 2 41 0,-1 0-48 0,-2 1 50 16,-1 1-53-16,-1 3 44 0,-3-1-42 0,0 1 49 15,-4 0-41-15,-1 2 44 0,-4 0-40 0,0 1 4 16,-6 2 5-16,0-2 2 0,-3 5 2 0,-1-2 0 16,-4 3 0-16,-1-1 15 0,1 1-15 0,-2 0 3 15,2 0 0-15,0-1-7 0,0 0-4 0,2-1-14 16,2 0-2-16,1-1-9 0,0-1-12 0,2 1 3 16,1-1 3-16,3 0 12 0,2 0 44 0,3-1-42 0,4 1 10 15,1-1 33-15,7 0-32 0,0 0 36 16,2 0-37-16,1-1 38 0,1-1-40 0,2 0 42 15,-1-1-41-15,1 0 38 0,1 1-37 0,5 0 43 0,0-1-39 16,0 2 41-16,-2-2-33 0,-3 2 45 0,-2-2-35 16,-1 0 61-16,-1 2-35 0,-3-2 47 0,-1 2-50 15,-4-1 52-15,-1 1-42 0,-1 1 75 0,-4-2-84 16,-3 2 71-16,-3 2-79 0,-4 1 65 0,-6 3-83 16,-7 2 5-16,-9 2-3 0,-6 2-21 0,-6-2-39 15,-12 3-47-15,-4 1-70 0,-5-2-102 0,-2 0-80 16,-2 0-95-16,-3-1-135 0,0 0-110 0,-1 2-923 15,1-2-1274-15</inkml:trace>
  <inkml:trace contextRef="#ctx0" brushRef="#br0" timeOffset="32048.5367">15646 9411 914 0,'-14'-15'765'0,"-2"0"-91"0,2-1-53 15,0 1-58-15,1 0-34 0,-1-1-57 0,4 1-43 16,1 1-26-16,1 2-52 0,2-1-58 0,1-1-57 16,5 3-51-16,4-1-36 0,2-1-32 0,8-1-21 15,3 1-20-15,7 0-14 0,6 1-11 0,2 2-8 16,2 3-10-16,1-1-6 0,2 4-4 0,-2 2-7 15,-3 2 0-15,0 1-5 0,2 3-4 0,-2 2-2 16,-2 2-1-16,-2 4 0 0,-4 1 2 0,-5 3 3 16,-4 0-3-16,-6 4 34 0,-6 1-36 0,-5 4 2 0,-7 4 39 15,-8 6-38-15,-7 1 40 0,-11 3-47 16,-5 2 51-16,-4-2-49 0,-5 0 3 0,-1-2-1 16,0 0 7-16,-1-3-1 0,6 0 1 0,7-8 1 0,4-1-2 15,5-1 7-15,7-5-18 0,1 0 16 0,6-3-15 16,3-1 18-16,5-2-12 0,4-2 3 0,3-11 2 15,8 18 0-15,3-10-3 0,12-2-3 16,4-4 1-16,8 0-7 0,14-6-40 0,1 2-29 0,4-2-67 16,3-2-46-16,2 0-96 0,12-4-39 0,0 0-117 15,-1-2-154-15,-4-3-140 0,0 0-788 0,-4-1-1149 16</inkml:trace>
  <inkml:trace contextRef="#ctx0" brushRef="#br0" timeOffset="32562.0462">17147 9276 775 0,'18'-17'854'15,"-1"2"-120"-15,-4 2-112 0,2 0-39 0,-3-1-59 0,0 2-18 16,-2 1-34-16,0 0-15 0,-1 1-22 16,-1 0-44-16,-2 3-48 0,-1-1-47 0,1 2-67 15,-6 6-26-15,10-11-55 0,-10 11-10 0,5-11-52 0,-5 11-7 16,0 0-33-16,-9-8-8 0,9 8-32 0,-20 0-21 15,5 0-12-15,-3 1-14 0,-1 2 10 0,-4 1-14 16,1 2 9-16,-2-1-18 0,1 3 4 0,-1-1 5 16,-2 5 7-16,1 0 7 0,-1 3 6 0,1 1 5 15,2 0 2-15,1 2 55 0,0 0-57 16,2 2 43-16,2 0-44 0,0 0 42 0,3 1-44 0,1-4 47 16,2 2-47-16,1 0 47 0,2-1-48 0,1 0 44 15,2-2-41-15,2-1 42 0,-1-1-42 0,2-2 40 16,2 1-42-16,1-13 41 0,0 21-37 0,0-21 46 15,6 18-45-15,1-10 63 0,0-2-66 0,3-1 6 16,3-1 3-16,0-2 3 0,3-1 43 0,2-1-48 16,2-1 49-16,2-1-54 0,3-1 47 0,2 0-52 15,0 0 46-15,0 0-49 0,1 0 46 0,-3 2-46 16,1-1 47-16,-5 1-56 0,0 1 53 0,0 1-39 16,-2 1 38-16,1 1-40 0,-2 1 44 0,0 1-40 15,0 1 51-15,-4-1-38 0,1 3 55 0,-3 0-48 16,-2 0 71-16,-2-1-57 0,-3 0 82 0,-5-7-66 0,-1 17 9 15,-7-9 5-15,-3 2-2 0,-8-1 21 16,-7 2-36-16,-6 0-10 0,-9 2 0 0,-5-2-5 16,-4 0-2-16,-4-1-5 0,0 0-43 0,-2-1-30 0,2 0-45 15,2-1-64-15,6 0-84 0,10-2-85 0,4-1-105 16,7-2-111-16,5 2-57 0,6-2-106 0,14-3-764 16,-15 2-1116-16</inkml:trace>
  <inkml:trace contextRef="#ctx0" brushRef="#br0" timeOffset="32979.5456">17668 9251 1491 0,'15'-22'907'0,"-2"4"-97"16,-4 1-33-16,-1 4-82 0,-1 0-101 0,1 1-75 15,-3 2-86-15,-1 1-93 0,-4 9-75 0,7-12-52 16,-7 12-41-16,0 0-17 0,0 0-20 0,9 5-21 0,-9-5 9 15,5 20-36-15,-3-5 1 0,0 2-18 16,1 1-9-16,0 4-14 0,1 0 1 0,1 2-17 16,-1-2-15-16,3 1-16 0,-2-1 0 0,1-1 0 15,-1-3 0-15,1-2 0 0,-1 0 0 0,2-4 0 0,0 1 0 16,0-4 0-16,0 0 0 0,3-5 0 0,1 0 0 16,2-4 0-16,2-1-16 0,0-4-14 15,2-1-4-15,3-5 3 0,0-4 14 0,2-3-12 0,-1-2 3 16,1-5 8-16,1 0 3 0,-4 1 1 0,-2 3 10 15,0-1 20-15,-4 5 21 0,-1-1 55 0,-1 3-6 16,-2 2-83-16,-1 3-3 0,-2 1 0 0,0 1 0 16,-6 8 0-16,8-11 0 0,-8 11 0 0,0 0 0 15,0 0 0-15,6 8 0 0,-6-8 0 0,1 18 0 16,-1-6 0-16,2 5 0 0,1 2 0 0,2 4 0 16,4 4 0-16,2 1 0 0,5 6 0 0,4-2 0 15,1 1 0-15,1 2 0 0,1-3-532 0,-1 0-128 16,-1 1-88-16,-2-3-148 0,-1 1-797 0,-2-5-1368 15</inkml:trace>
  <inkml:trace contextRef="#ctx0" brushRef="#br0" timeOffset="34296.4376">16255 10879 444 0,'0'0'570'0,"0"0"-108"16,-7 8-70-16,7-8-13 0,0 0-13 0,0 0-24 16,-8 6 8-16,8-6-39 0,0 0-21 0,0 0-16 15,0 0-16-15,-6 6-42 0,6-6-10 0,0 0-18 16,0 0-1-16,0 0-33 0,0 0 12 0,0 0-40 16,-7 5 18-16,7-5-46 0,0 0 21 0,0 0-45 15,0 0 22-15,0 0-54 0,0 0 26 0,0 0-51 16,0 0 31-16,0 0-43 0,0 0 30 0,0 0-46 15,0 0 6-15,0 0-35 0,0 0 9 0,0 0-50 16,0 0 1-16,0 0-15 0,-7 6 6 0,7-6-1 16,0 0 6-16,0 0 13 0,0 0 15 0,0 0 4 15,0 0 15-15,0 0-4 0,0 0 9 0,0 0 5 16,0 0 10-16,0 0-6 0,0 0 12 0,-7 7-4 16,7-7 13-16,0 0-17 0,0 0 10 0,0 0 0 15,0 0 9-15,0 0-14 0,0 0 10 0,0 0-14 16,0 0 11-16,0 0-7 0,0 0 12 0,0 0-12 15,0 0 16-15,0 0-18 0,0 0 17 0,0 0-9 0,0 0-6 16,0 0 9-16,0 0 10 0,0 0-10 0,0 0 6 16,0 0-7-16,0 0 16 0,0 0-14 15,0 0 14-15,0 0-13 0,0 0-5 0,0 0 15 16,0 0 7-16,0 0 6 0,0 0 9 0,0 0-5 0,0 0 4 16,0 0-8-16,0 0 3 0,0 0-16 0,0 0 3 15,0 0-6-15,0 0 5 0,0 0-14 0,0 0-3 16,0 0-19-16,0 0 4 0,0 0-11 0,0 0 13 15,0 0-9-15,0 0 15 0,0 0-8 0,0 0 18 16,0 0-13-16,0 0 11 0,0 0-2 0,0 0 12 16,-4 8-9-16,4-8 15 0,0 0-12 0,0 0 22 15,0 0-5-15,0 0 10 0,0 0-4 0,0 0 11 16,0 0-5-16,0 0 0 0,0 0 1 0,0 0 2 16,0 0 4-16,0 0 5 0,0 0 4 0,0 0-7 15,0 0 34-15,0 0-20 0,-12-1 32 0,12 1-28 16,0 0 26-16,0 0-35 0,0 0 20 0,0 0-38 15,0 0 20-15,0 0-37 0,0 0 26 0,0 0-40 16,0 0 34-16,0 0-41 0,0 0 18 0,0 0-43 0,0 0 10 16,0 0-28-16,-8-5 6 0,8 5-14 15,0 0 17-15,0 0 2 0,0 0 5 0,0 0-7 16,0 0 5-16,0 0 8 0,11-1-3 0,-11 1 2 16,0 0 12-16,12-4 5 0,-12 4-8 0,13-5 8 0,-13 5-5 15,15-6 12-15,-5 3-11 0,0-1 11 0,0 1 1 16,0-1 10-16,-1-1 7 0,-1 0 23 0,0 1 15 15,-8 4 13-15,16-9 30 0,-16 9 19 0,12-10 39 16,-12 10 23-16,10-9 17 0,-10 9-20 0,8-10-13 16,-8 10 11-16,0 0-9 0,3-13-11 0,-3 13-12 15,0 0-13-15,0 0-19 0,-3-9-13 0,3 9-1 16,-14 6 7-16,2 3 7 0,-3 4 18 0,-5 5 1 16,-4 8-19-16,-1 2-101 0,0 6 0 0,-1 0 0 15,-1 9 0-15,4-2 0 0,-1 6 0 0,6-5 0 0,0-1 0 16,6 3 0-16,1-1 0 0,5-1 0 15,3-4 0-15,4-2 0 0,2 1 0 0,7 1 0 16,3-2 0-16,3-1 0 0,5-6 0 0,4-3 0 16,3-5 0-16,3-3 0 0,0-5 0 0,1-5 0 0,1-2 0 15,1-4 0-15,-3-2-13 0,2-4-95 16,0-2 19-16,-7 3 12 0,-4-6 7 0,-2-1 12 16,-1-4 0-16,-1 0 13 0,-6-1 17 0,-2-1-5 0,-2 2 20 15,-5-3-4-15,-3 3 14 0,-3-1-11 0,-4 0 6 16,-4-1 1-16,-3 0 1 0,-4 3 2 0,-2 1 1 15,-4 0 0-15,1 3-3 0,0 2 3 0,-1 1-10 16,2 2-42-16,2 2-69 0,1-1-105 0,5 3-43 16,0 0-62-16,14 0-58 0,-20 4-89 0,20-4-54 15,0 0-130-15,0 0-742 0,0 0-1010 0</inkml:trace>
  <inkml:trace contextRef="#ctx0" brushRef="#br0" timeOffset="34680.7623">16999 11037 919 0,'-2'-15'874'0,"-2"2"-135"15,0 1-92-15,-2-1-22 0,1 0-24 0,-1 1-63 0,1 2-35 16,-1-2-51-16,3 3-62 0,-2-1-77 16,5 10-60-16,-5-17-60 0,5 17-41 0,2-14-31 15,6 6-33-15,3 1-45 0,8-1-48 0,3 2-58 0,6 1-46 16,6 1-40-16,4 0-30 0,1 2-13 0,2-1-5 15,1 2 8-15,-3 1 0 0,-1 0 26 0,-7 0 12 16,-1 1 39-16,-3-1 7 0,-4 1 35 0,-4-1 8 16,-1 1 47-16,-3 0 31 0,-1-1 35 0,-14 0 16 15,23 1 19-15,-23-1 27 0,12 5 64 16,-12-5-14-16,0 0 51 0,-2 13-34 0,-2-3 46 0,-4 0-32 16,-1 4-5-16,-2 2-6 0,-3 5 10 0,0 2-6 15,-2 2-2-15,2 1-11 0,-4 4-82 0,3 1-92 16,2-2 0-16,1 0 0 0,2 1 0 0,1-1 0 15,2 1 0-15,2-1 0 0,3-2 0 0,0-1 0 16,3-1 0-16,0-1 0 0,1-1 0 0,2-1-34 16,-1-3-313-16,1-1-72 0,1-3-36 0,-1 0-66 15,1-1-55-15,-1-3-33 0,1-2-93 0,-5-9-110 16,7 13-355-16,-7-13-781 0</inkml:trace>
  <inkml:trace contextRef="#ctx0" brushRef="#br0" timeOffset="34863.5128">17268 11369 559 0,'-15'-11'743'0,"0"0"-75"0,1 3-57 16,-1-3-13-16,0 2-35 0,2 0-22 16,-1 2-32-16,2-2-25 0,1 2-32 0,0 2-45 0,2-1-51 15,1 1-65-15,8 5-48 0,-14-9-48 0,14 9-40 16,-7-11-54-16,7 11-49 0,8-9-47 0,6 3-50 16,7 1-82-16,11-1-52 0,3-1-105 0,10 1-45 15,4 1-53-15,1 1-99 0,2-2-34 0,-1 1-52 16,-1-1-153-16,-1-2-512 0,2 0-839 0</inkml:trace>
  <inkml:trace contextRef="#ctx0" brushRef="#br0" timeOffset="35347.0298">18215 10858 616 0,'13'-18'750'0,"-3"0"-59"0,-2 0-92 0,-2 3-43 0,-3-2-44 16,-1 1-29-16,-2 0-47 0,-2 1-33 15,-2 1-38-15,-2 2-44 0,-1-1-43 0,-2 2-46 16,0 2-52-16,-3 0-34 0,1 3-32 0,-3 4-26 0,2 0-13 15,-2 4-17-15,-3 0-8 0,-1 4-10 16,0 3-10-16,0 3-4 0,1 2-7 0,2 1-4 16,0 6-3-16,2 2-1 0,4 0-1 0,4 0 30 15,2 1-41-15,5 1 47 0,2 4-55 0,5 0 37 0,7 3-40 16,3-1 41-16,6-1-40 0,1-2 41 0,4 0-45 16,1-3 2-16,1 0 5 0,1 0 1 15,-1-3-2-15,-1-1 5 0,-2-2-1 0,-4-2 4 0,-1 0-2 16,-3-1 2-16,-1-1 2 0,-3-1-3 0,-2-1 18 15,-3 2-13-15,-1-3 12 0,-4 1-13 0,-1 0 16 16,-3-1-9-16,-4 0-6 0,-2 0 3 0,-4 0-1 16,-5 2 1-16,-5-2 0 0,-3 0 2 0,-5 0-4 15,-4-2 2-15,-2-2-1 0,-2 0 1 0,-2-3-1 16,5-1 4-16,3-3 5 0,1 0 24 0,4-2 11 16,3 0 3-16,4-3-23 0,4-2 2 0,4-1-16 15,7 7 5-15,-1-18-27 0,6 4-18 0,8-2-19 16,5-5-23-16,6-4 9 0,4-4-57 0,2 1 38 15,2-3-22-15,4-6 50 0,1 0-25 0,-2-1 46 0,-6 5-25 16,-3-1 43-16,1 0-27 0,-2-1 15 16,-3 1 23-16,-3 0 32 0,-2 2 12 0,-5 4 0 15,-1-1 21-15,-4 2-22 0,-3 2-1 0,-3 0 0 0,-4 3-6 16,-3 0-12-16,-5-1-4 0,-6 3-7 0,-5 1-5 16,-4 3-34-16,-3 2-55 0,-3 5-91 0,-1 0-90 15,0 4-86-15,3 5-142 0,1 1-106 0,4 2-143 16,1 3-699-16,2 2-1049 0</inkml:trace>
  <inkml:trace contextRef="#ctx0" brushRef="#br0" timeOffset="39248.2914">22612 7291 361 0,'0'0'344'0,"0"0"-82"0,0 0-14 0,0 0-70 0,-9 4 8 15,9-4-46-15,0 0 21 0,0 0-25 0,0 0-21 16,0 0-23-16,0 0-18 0,0 0-19 0,0 0-18 15,0 0-4-15,0 0-7 0,0 0-4 0,0 0-8 16,0 0-5-16,0 0 2 0,0 0 1 16,0 0-5-16,0 0-7 0,0 0 6 0,-7 5 3 0,7-5 3 15,0 0 5-15,0 0 6 0,0 0 7 0,0 0 5 16,0 0-2-16,0 0-3 0,0 0-3 0,0 0 9 16,0 0 0-16,0 0-6 0,0 0-8 15,0 0-13-15,0 0 4 0,0 0 12 0,0 0-1 0,0 0-4 16,0 0-6-16,0 0-1 0,0 0-4 0,0 0-6 15,0 0 7-15,0 0-14 0,0 0 14 0,0 0 0 16,0 0-3-16,0 0 1 0,0 0 6 16,0 0-7-16,0 0 6 0,0 0-5 0,0 0 15 0,0 0-7 15,0 0 3-15,0 0-2 0,0 0 2 0,0 0-2 16,0 0-8-16,0 0 17 0,0 0-7 0,0 0 4 16,0 0 0-16,0 0 0 0,0 0-2 0,0 0-1 15,0 0-7-15,0 0 12 0,0 0-6 0,0 0 1 16,0 0 1-16,0 0 1 0,0 0-1 0,0 0 1 15,0 0-9-15,0 0 9 0,0 0 0 0,0 0 2 16,0 0 0-16,0 0-3 0,0 0 7 0,0 0-2 16,0 0 1-16,0 0 1 0,0 0 5 15,0 0 2-15,0 0-6 0,0 0 10 0,0 0 2 0,0 0-4 16,0 0-9-16,0 0-7 0,0 0-2 0,0 0 8 16,6-8 8-16,-6 8 5 0,0 0 8 0,0 0-1 15,3-12 4-15,-3 12-3 0,0 0-12 0,0-19 6 16,0 19 22-16,-2-18 11 0,0 7-7 0,-1-4 3 15,-1-2-1-15,-1 1 12 0,0-5 8 0,-2 1 30 16,1 1-4-16,-1 1 5 0,1 1 30 0,1 2-25 16,0 1 15-16,1 3-49 0,1 0 18 0,-1 1-52 15,4 10 21-15,-5-15-53 0,5 15 18 0,-5-12-41 0,5 12 28 16,0 0-33-16,0 0 33 0,0 0-37 16,0 0 56-16,-4 15-26 0,4-2 42 0,0 5-36 15,0 2 50-15,0 5-33 0,0 1 33 0,0 3-47 16,0 1 28-16,0-1-42 0,0 4 39 0,0-3-37 0,0 3 0 15,2-1 4-15,-1-3 5 0,2-2 0 0,-1 0-4 16,1-2-2-16,-2-1-3 0,1-4-3 16,0-1-14-16,-1-2 14 0,0-3 1 0,1 0 2 15,-1-3 41-15,-1-11-21 0,1 21 24 0,-1-21 26 0,1 17 21 16,-1-17 9-16,0 0-17 0,-1 12-25 0,1-12-1 16,0 0-24-16,0 0-19 0,-11-4-9 15,11 4-7-15,-12-16-13 0,5 3-10 0,-1-1-2 0,-1-3-17 16,-2-2 48-16,0-4-77 0,-2-3 48 0,2 0-55 15,1 0 59-15,-2-4-56 0,3 0 50 0,0-1-41 16,1 0 47-16,2 0-43 0,0-2 45 0,3 1-45 16,2 0 46-16,2 2-46 0,1-3 46 0,3 3-42 15,2 0 7-15,3 2 3 0,1 1 6 0,5 2-1 16,2 1 0-16,5-1 44 0,5 3-52 0,3 3 25 16,4 1-57-16,1 2 6 0,5 4-76 0,2 2 0 15,2 2-87-15,4 1-28 0,2 3-66 0,0 1-53 16,1 2-76-16,1 2-51 0,-4 3-64 0,-1 1-155 15,-3 2-412-15,-10 0-740 0</inkml:trace>
  <inkml:trace contextRef="#ctx0" brushRef="#br0" timeOffset="39431.9535">22718 7334 327 0,'-25'13'797'0,"4"-4"-188"0,3 0-92 16,-1 0-73-16,4-3-7 0,3 0-34 0,1-1-14 15,1-1-40-15,1 1-50 0,9-5-33 0,-14 7-64 16,14-7-26-16,0 0-47 0,0 0-10 0,3 9-46 16,-3-9 9-16,29 3-68 0,-8-2-73 0,8-1-61 15,2 2-122-15,9-2-89 0,0 2-80 0,3-2-179 16,2 0-633-16,5 0-832 0</inkml:trace>
  <inkml:trace contextRef="#ctx0" brushRef="#br0" timeOffset="39632.2902">23364 7394 1071 0,'0'0'922'0,"-1"-11"-152"16,1 11-80-16,0 0 12 0,-9-11-97 0,9 11-11 0,0 0-114 15,-7-7 4-15,7 7-152 0,0 0-56 0,0 0-39 16,-9-4-13-16,9 4-17 0,0 0-17 0,-10 10-34 16,10-10-18-16,-6 15-36 0,6-15-91 15,-6 19-11-15,4-8 0 0,1 1 0 0,0 1 0 0,0-1 0 16,2 1-69-16,0-1-167 0,1 1-130 15,1 1-67-15,1 0-122 0,-1-1-80 0,4-1-60 0,-2-2-171 16,2-4-512-16,0 1-979 0</inkml:trace>
  <inkml:trace contextRef="#ctx0" brushRef="#br0" timeOffset="39815.2569">23399 7295 1183 0,'-3'-16'765'0,"1"2"-60"0,-2 2-38 0,1-1-71 15,2 1-28-15,-2 1-108 0,0 1-8 0,1 0-96 16,2 10-18-16,-3-16-102 0,3 16-17 0,-2-14-89 16,2 14-27-16,-2-10-124 0,2 10-37 0,0 0-65 15,0 0 0-15,0 0-84 0,0 0-44 0,0 0-82 16,14 8-79-16,-7 1-42 0,0 1-65 0,2 2-128 16,0-1-491-16,2-1-753 0</inkml:trace>
  <inkml:trace contextRef="#ctx0" brushRef="#br0" timeOffset="40982.864">23600 7344 585 0,'15'-1'920'0,"-15"1"-143"0,0 0-66 16,6-8 20-16,-6 8-74 0,0 0-40 0,3-8-92 15,-3 8 16-15,0 0-150 0,0 0-66 0,0 0-59 16,2-11-51-16,-2 11-44 0,0 0-33 0,0 0-35 16,0 0-15-16,0 0-17 0,4 9-10 0,-4-9-11 15,3 14-7-15,0-4-2 0,1 2-16 0,-2-1 0 16,1 3-12-16,-1 0-15 0,2 1-10 15,-1-1-32-15,0 1-27 0,2 2-10 0,-5-3-39 0,3-1-32 16,2 0-30-16,-2-1 1 0,-1-1-26 0,1-3-1 16,0 2 15-16,-3-10 27 0,5 15 31 0,-5-15 31 15,7 10 18-15,-7-10 10 0,12 2-10 0,-12-2 29 16,15-6 38-16,-5 0-34 0,-1-2 7 0,1-3 15 16,0 0 6-16,0-1 2 0,-1 0 35 0,0-1-14 15,1 1 40-15,-2 0-13 0,0-1 66 0,-2 4-9 16,1-1 41-16,-2 3-37 0,1 0 9 0,-6 7-57 15,7-13 23-15,-7 13-52 0,7-8 25 0,-7 8-40 16,0 0 35-16,12-5-34 0,-12 5 38 0,10 3-35 16,-10-3 36-16,14 9-36 0,-6-2 37 0,3 0-27 15,1 1 7-15,2-1 1 0,4 2 4 0,0 0-3 16,3 1-4-16,2-2 1 0,5 0-6 0,-1 1 0 16,3 0-12-16,-3-3-18 0,-1-2-20 0,1 0-1 15,-1 0-10-15,-1-2 9 0,-4-2 3 0,1 0 2 16,-3-1 15-16,-1-2 2 0,1-3-5 0,-4 0 5 0,3-4 9 15,-4 0 28-15,1-4-30 0,-6 1 37 0,1 1-28 16,-3-2 46-16,-3-1-26 0,0 2 40 16,-3-1-25-16,-1 3 39 0,-2-1-47 0,-2 0 34 15,-2 0-37-15,-3 2 36 0,0 1-37 0,-2 3 35 0,-2 1-37 16,0 3 43-16,-3 1-39 0,0 2 40 0,-2 2-38 16,1 3 41-16,-1-2-42 0,1 4 32 15,-1 0-33-15,2 5 42 0,4-5-39 0,1 4 24 0,0 0-40 16,2-1 1-16,2 3-1 0,2-1 0 0,0 0 2 15,1 2 2-15,2-1-5 0,1-1 2 0,2-1-5 16,1-1-17-16,3-1-14 0,-1 0-11 0,2 0-17 16,1-2-9-16,1 2-11 0,-1-2 5 0,2-4 2 15,0 0 4-15,0 1 3 0,-9-5 3 0,20 2 3 16,-20-2 1-16,21-4 9 0,-11-1-1 0,3-1 14 16,-4-5 3-16,1 1 9 0,-1 0 30 0,1-5-33 15,-1 2 56-15,-1 0-4 0,0-2 55 0,-1 2-21 16,-1 2 56-16,-1 0-21 0,-1 0 57 0,0 1-35 15,0 2 50-15,-4 8-72 0,6-16 32 0,-6 16-73 16,5-11 30-16,-5 11-66 0,3-9 33 0,-3 9-55 16,0 0 52-16,0 0-63 0,0 0 47 0,0 0-48 15,0 0 47-15,11 6-51 0,-11-6 56 0,5 14-63 16,-5-14 2-16,7 14-4 0,-3-5-28 0,3 4-27 16,0-4-29-16,0 1-20 0,-1-2-8 0,2 0-25 0,-1 1-13 15,1 0 2-15,0-3-5 0,0-1 29 16,1 2 22-16,2-1 27 0,-3-2 23 0,-8-4 14 15,16 1 18-15,-16-1 7 0,17-4 3 0,-9-3 7 0,1 0 16 16,0-1 15-16,-1-4 4 0,0-1 41 0,1 1 2 16,-1-1 37-16,-1-2-11 0,0 4 60 15,0-1-3-15,-2 1 44 0,-1 3-32 0,1-2 13 16,-5 10-53-16,8-12 17 0,-8 12-59 0,6-11 20 0,-6 11-48 16,0 0 38-16,9-6-20 0,-9 6 61 0,0 0-52 15,12 7 44-15,-12-7-47 0,12 14 6 0,-8-6-2 16,1 0-7-16,0 1-5 0,1 3-5 0,0 0-4 15,1-1-10-15,-2 1-6 0,1-1-5 0,-1 2-1 16,1-3-4-16,0-1-6 0,-2 1-10 0,-4-10-17 16,9 16-13-16,-9-16 5 0,7 13 14 0,-7-13-21 15,5 12 20-15,-5-12-9 0,6 9 18 0,-6-9 0 16,0 0-4-16,0 0-33 0,11 3-9 0,-11-3 5 16,8-9 9-16,-3 3 1 0,2-4-4 0,0-1 36 15,0-1-42-15,1-2 45 0,0 2-35 0,-1-3 43 16,1 2-36-16,-1 0 48 0,-1 2-21 0,1-2 63 15,-2 4-35-15,0 1 58 0,-5 8-55 0,8-15 49 16,-8 15-67-16,6-11 46 0,-6 11-61 0,8-11 45 16,-8 11-64-16,0 0 64 0,7-6-62 0,-7 6 61 15,0 0-68-15,12 7 60 0,-12-7-56 0,15 15 58 16,-6-6-57-16,1 2 4 0,4 0 5 0,-1 1-7 16,5 0-25-16,1 1-54 0,3-1-79 0,2 3-91 15,1-4-52-15,2 1-73 0,0-2-112 0,0-1-73 16,-5-1-113-16,3-2-763 0,-2-1-1075 0</inkml:trace>
  <inkml:trace contextRef="#ctx0" brushRef="#br0" timeOffset="41466.3696">25782 7251 382 0,'9'-18'859'0,"1"2"-118"0,-3 2-54 0,-1-1-31 15,0 4-57-15,0-1-19 0,-4 1-110 16,2 1-9-16,-2 1-97 0,-2 9-14 0,3-18-104 0,-3 18-15 15,-4-10-85-15,4 10 11 0,-15-5-67 0,15 5 28 16,-24 2-64-16,6 4 32 0,-2 2-51 0,0 3 44 16,-3 3-55-16,2 3 46 0,2 2-46 0,-1 1 59 15,3 0-52-15,2 2 2 0,1 0 4 0,3-2-1 16,2 1 4-16,3-1-8 0,0 2-1 0,3-5 2 16,3 2-8-16,0-1-4 0,3-1 4 0,3 0-5 15,2 2 1-15,3-3-7 0,4 1 4 0,2-3-8 16,6-1 4-16,4-1-26 0,0-2 2 0,2-3-14 15,1 1-14-15,-2-4-4 0,2-1 7 0,1-3 4 16,-2-1 1-16,5-5 7 0,0 3 4 0,-1-6 2 16,-1-1 9-16,4-5 0 0,-1-1-4 0,-3-3-3 15,1-2 6-15,-4-4 55 0,-1 0-63 0,-3-1 64 16,-3-2-60-16,-2-1 101 0,-6 5-67 0,-5 0 85 0,-1 4-88 16,-5 2 14-16,-1 1-8 0,-5 0-2 0,-3 4-7 15,-3 1 9-15,-7 0-3 0,-1 4 1 16,-6 3 8-16,2 5-25 0,-5 3-5 0,-3 3 0 0,0 5 0 15,0 1 0-15,3 5 0 0,4 2 0 0,1 1 0 16,6 3 0-16,4 0 0 0,4-1 0 0,5 0 0 16,4 3 0-16,9 3 0 0,7 4 0 0,9 0 0 15,9 4 0-15,7-1 0 0,2-1 0 0,4-3 0 16,-2-3 0-16,3 1 0 0,-10-7 0 0,-1-1 0 16,-3-2-392-16,-3-1-95 0,-4-5-78 0,-4-1-129 15,-7-3-79-15,0-4-897 0,-9-3-1339 0</inkml:trace>
  <inkml:trace contextRef="#ctx0" brushRef="#br0" timeOffset="43450.9315">22697 8851 257 0,'0'0'452'16,"0"0"-96"-16,0 0-53 0,0 0-20 0,0 0-18 0,7 6-32 15,-7-6 10-15,0 0-5 0,0 0-2 16,0 0-5-16,0 0-7 0,0 0 5 0,0 0-11 16,0 0-9-16,0 0-5 0,0 0-10 0,0 0-19 15,0 0-5-15,0 0-7 0,0 0-12 0,0 0 0 0,0 0-20 16,0 0 22-16,0 0-45 0,0 0 44 0,0 0-48 15,0 0 29-15,0 0-50 0,0 0 32 0,0 0-48 16,0 0 29-16,0 0-41 0,0 0 20 0,0 0-46 16,0 0 28-16,0 0-44 0,0 0 32 0,0 0-42 15,0 0 30-15,0 0-40 0,0 0 32 0,0 0-35 16,0 0 32-16,0 0-37 0,0 0 37 0,-4 10-40 16,4-10 39-16,0 0-34 0,0 0 34 0,0 0-40 15,0 0 38-15,0 0-35 0,0 0 41 0,0 0-44 16,0 0 38-16,0 0-42 0,0 0 42 0,0 0-34 15,0 0 36-15,0 0-41 0,0 0 37 16,0 0-34-16,0 0 37 0,0 0-50 0,0 0 49 0,0 0-39 16,0 0 36-16,0 0-39 0,0 0 43 0,0 0-42 15,0 0 31-15,0 0-45 0,0 0 30 0,0 0-34 16,0 0 30-16,0 0-33 0,0 0 41 0,0 0-36 16,0 0 41-16,0 0-34 0,0 0 42 0,0 0-38 15,0 0 39-15,0 0-32 0,0 0 36 0,0 0-34 16,0 0 37-16,0 0-37 0,0 0 36 0,0 0-38 15,0 0 47-15,0 0-46 0,0 0 53 0,0 0-54 16,0 0 36-16,0 0-32 0,0 0 36 0,0 0-42 16,0 0 43-16,0 0-39 0,0 0 43 0,0 0-43 15,0 0 35-15,0 0-38 0,0 0 39 0,0 0-36 16,0 0 34-16,0 0-32 0,0 0 25 0,0 0-34 0,0 0 32 16,0 0-39-16,0 0 42 0,0 0-39 0,0 0 37 15,0 0-31-15,0 0 32 0,0 0-36 16,0 0 44-16,0 0-39 0,0 0 40 0,0 0-39 0,0 0 35 15,0 0-35-15,0 0 36 0,0 0-35 16,0 0 39-16,0 0-32 0,0 0 31 0,0 0-34 0,0 0 35 16,0 0-34-16,0 0 31 0,0 0-35 0,0 0 39 15,0 0-33-15,0 0 37 0,0 0-41 0,0 0 38 16,0 0-37-16,0 0 39 0,0 0-39 0,0 0 38 16,0 0-39-16,0 0 39 0,0 0-41 0,0 0 40 15,0 0-34-15,0 0 36 0,4-10-35 16,-4 10 48-16,0 0-33 0,0 0 38 0,0 0-39 0,0 0 46 15,0 0-34-15,0-14 54 0,0 14-44 0,0 0 40 16,-2-14-40-16,2 14 44 0,0 0-42 0,-2-16 44 16,2 16-39-16,-1-12 40 0,1 12-42 0,0 0 45 15,-2-14-38-15,2 14 37 0,0 0-54 0,-1-12 32 16,1 12-56-16,0 0 29 0,0 0-38 0,0 0 41 16,0 0-25-16,0 0 79 0,-1 22-40 0,0-6 86 15,0 3-77-15,-1 6 5 0,-1 2 8 0,0 7 1 16,-3-1 21-16,1 9-18 0,-1 0-9 0,-1-1-8 15,1 2-9-15,0 1-1 0,1-4-13 0,1-5-5 16,-1-1-18-16,2-2-4 0,0-4 0 0,1-3 0 16,1-1 0-16,0-4 0 0,0-1 0 0,0-2 0 0,0-3 0 15,1-1 0-15,0-13 0 0,-2 21 0 16,2-21 0-16,0 0 0 0,2 14 0 0,-2-14 0 16,0 0 0-16,5-12 0 0,-3 1 0 0,1-3 0 15,0-5 0-15,1-6 0 0,0-5 0 0,1-4 0 0,1-7 0 16,-1-4-26-16,1-1-61 0,-1-2 20 0,2-1 61 15,0-2-64-15,1 1 65 0,0 0-50 16,1 2 63-16,1 3-59 0,0 2 70 0,-1 5-58 0,-1 7 58 16,0 3-49-16,-1 6 62 0,0 2-59 0,-1 1 56 15,1 5-65-15,-1 1 61 0,0 4-61 0,1 3 54 16,-7 6-51-16,15-3 59 0,-15 3-52 0,18 8 61 16,-7 0-59-16,-2 3 70 0,3 3-69 0,0 3 60 15,-1 2-57-15,0 1 58 0,1 2-60 0,-2 2-1 16,1 1 5-16,-2 1 10 0,-1-5-4 0,-1 1 3 15,1 0 2-15,-1 0 4 0,-2-1-9 0,1-2 3 16,-2-3-17-16,1-1 4 0,-1-2-18 0,-1-1 3 16,0-3 11-16,-3-9 8 0,5 17 16 0,-5-17-14 15,6 8-3-15,-6-8-40 0,12-3-4 0,-3-3 4 16,2-5 2-16,4-2 34 0,3-6-53 0,2-1 42 0,3-5-42 16,-1 0 45-16,-1 4-29 0,-1 1 45 15,-3 3-32-15,-2 2 47 0,-2 2-32 0,-2 1 39 16,-1 2-45-16,-2 2 36 0,-1 1-39 0,-7 7 42 15,13-4-22-15,-13 4 67 0,6 9-24 0,-6-9 52 0,3 18-39 16,-3-5 39-16,0 4-42 0,-2 3 5 16,1-1 5-16,1 1-3 0,0 5 4 0,1-1-5 15,1 1-2-15,2 1-7 0,2 2-1 0,3-1-6 16,1 0-3-16,3-2 0 0,4 1-4 0,2-4-5 0,6 3-12 16,2-5-21-16,2 0 18 0,-2-4-63 15,1-2 19-15,1-3-51 0,-1-3 4 0,-2-2 0 16,-1 0 6-16,-1-4 3 0,-2-1 16 0,-1-3 4 0,2-1 11 15,-1-4 11-15,0-2 8 0,-2-1 5 0,-2-3 12 16,-1 0 8-16,-3-2 18 0,-1-2 22 0,-3 2 8 16,-2 2 16-16,-3-1 7 0,-1-1 6 0,-1 5-5 15,-3 10-4-15,-3-23 8 0,-2 14-9 0,-3-1-2 16,-2 4-5-16,-6 0-1 0,-2 1-2 0,-1 4 0 16,-1 1-6-16,1 1 3 0,-3 5-5 0,0 2 9 15,2 2-20-15,-1 0-1 0,2 3-4 16,3 1-8-16,0 0 2 0,5 3 0 0,0 0-6 0,4-2 2 15,3 1 0-15,3 0-4 0,2 0-5 0,3-1 22 16,2 0-76-16,3 1 26 0,2-1-64 0,2-4 24 16,-2 1-48-16,2-3 28 0,1 0-35 0,0-3 46 15,0-1-22-15,0-2 20 0,0-1 13 0,-2-3 47 16,-1-1-29-16,2-2 9 0,-1-4 8 0,0 1 4 16,-1-4 10-16,-2-2 3 0,2-2 0 0,-3-2 7 15,-1-1 7-15,-1 3 27 0,-2 0 46 0,0 0-9 0,-1 1 6 16,-1 1 4-16,-1 2 6 0,0 0 1 15,-1 11-6-15,3-16-20 0,-3 16-12 0,2-15-14 16,-2 15-7-16,0 0-5 0,3-8 12 0,-3 8-13 16,0 0 9-16,0 0-17 0,10 7 0 0,-10-7-3 15,15 13-9-15,-5-5-32 0,3 2-47 0,2 0-68 16,3 0-78-16,0 1-58 0,1-1-96 0,1 0-76 16,-1 1-64-16,0-3-36 0,0 2-107 0,1-2-596 15,-3-1-869-15</inkml:trace>
  <inkml:trace contextRef="#ctx0" brushRef="#br0" timeOffset="44792.3345">24213 9232 357 0,'-1'-13'745'0,"3"0"-78"0,-2 0-30 0,1 2-38 15,1-2-41-15,0 1-4 0,2 1-47 0,1-3-48 16,0 3-42-16,2 2-48 0,1-2-52 0,3 4-45 16,1 1-24-16,-2 2-28 0,4 2-23 0,0 2-1 15,4 3-22-15,5 3 16 0,-3 2-56 0,6 5 32 16,-1 1-63-16,-1 3 2 0,0 1-105 0,-2 1 0 15,-1 1 0-15,-1 2 0 0,-6 0 0 0,0 2 0 16,-1-2 0-16,-6 0 0 0,-1-3 0 0,-3-1 0 16,-3-3 0-16,0 1 0 0,-3-2 0 0,-2-1-2 15,-1-1-17-15,-1-2 5 0,-2-3 4 0,0-1 5 0,0-3 2 16,9-3-2-16,-18 1 4 0,18-1 4 16,-18-8-7-16,10 1 7 0,-1-4-8 0,4-2-3 15,-1-1-7-15,4-4-16 0,1-3-36 0,4-3-44 0,2-6 0 16,4-2-26-16,5-4-16 0,1-3-11 0,5-1 9 15,0 0 39-15,6-7-26 0,1 0 58 16,-4 9-13-16,1-1 51 0,-3 1-23 0,1 3 51 16,-2 1-8-16,-2 0 71 0,-3 9-12 0,-2 0 65 0,-1 6-15 15,-3 1 57-15,0 3-30 0,-3 1 46 0,2 1-74 16,-3 4 28-16,0 0-82 0,-5 9 39 0,8-10-56 16,-8 10 60-16,0 0-40 0,8 7 75 0,-5 5-56 15,-1 3 88-15,-2 4-82 0,2 4 10 0,0 2 7 16,0 4-15-16,-1 3-58 0,1 2 0 0,0 1 0 15,-2 2 0-15,2 0 0 0,-1 1 0 0,-1-1 0 16,0 0 0-16,1-2 0 0,0-1 0 0,-1-6 0 16,0-1 0-16,1-1 0 0,0-6 0 0,-1-1 0 15,0-1 0-15,1-4 0 0,-1 0 0 0,0-14 0 16,1 21 0-16,-1-21 0 0,4 11 0 0,-4-11 0 16,0 0 0-16,0 0 0 0,18-4 0 0,-8-5 0 15,3-2 0-15,2-3 0 0,6-5 0 0,4-5-47 16,2-2-59-16,2-1-7 0,1-1 7 0,3-1 7 15,-4 0 48-15,1 2-29 0,1 2 34 0,-5 1-25 16,-4 4 51-16,-1 2-37 0,-1 2 48 0,-4 3-34 16,-3 1 45-16,-1 2-38 0,-3 1 34 0,-1 1-36 0,0 3 36 15,-8 5-34-15,7-8 42 0,-7 8-36 16,0 0 40-16,-23 0-36 0,3 3 41 0,-10 2-36 0,-5 3 42 16,-6 1-32-16,-3 2 11 0,0 0 11 0,4 1 9 15,2 1 11-15,0 1-13 0,10-1 4 0,2 0 18 16,1 3-15-16,4-1 6 0,4-1 1 0,3 0-1 15,1 1 5-15,4 2 2 0,4-2 0 0,3-1-3 16,4-1 0-16,1 3-13 0,4-2 3 0,4 2-5 16,2-1-6-16,5-1-5 0,-3-1 3 0,6-2-7 15,-2 1-9-15,4-3 57 0,-2 0-73 0,3-3-2 16,0 0-2-16,0-4-1 0,1 0-7 0,-1-2-14 16,3-2 3-16,0 0-4 0,0-3-8 0,3-2 0 15,-1-2 2-15,0-1 1 0,-2-2 8 0,-1-1 7 16,-1-1 8-16,-2-1 7 0,-6 4 19 0,-1-2-8 0,-3 1 19 15,-2 2 7-15,-1 0 4 0,-1 1 0 16,-2 1-5-16,-7 8-5 0,4-15 0 0,-4 15 2 16,0 0 0-16,-7-8 6 0,7 8-2 0,-13 1 13 0,13-1 6 15,-19 7-6-15,11-1 3 0,-1 2 0 0,0 1 4 16,0 0-8-16,1 2 4 0,3 1 2 0,-1 0 4 16,3-2-7-16,0 1 0 0,3-11-2 15,0 23-12-15,3-13 8 0,-2 1-6 0,4-1-3 0,2 1-5 16,2-2 1-16,1 2-4 0,2-4-1 0,2 1-2 15,4-2-10-15,-1-1-17 0,2-1-9 0,0-1-3 16,0-3 49-16,1-1-51 0,1-4 3 0,-3 0 5 16,4-4 3-16,-4-4 2 0,2-4 4 0,0-3 3 15,-1-4 6-15,-2-6 2 0,-1-3 3 0,-2-4-2 16,0-1 52-16,-4-2-58 0,1-1 65 0,-4 0-47 0,1 0 63 16,-2-1-44-16,-2 9 88 0,0-1-45 15,-1 7 87-15,-1 2-66 0,0 5-20 0,-2 1-67 16,2 3 0-16,-2 2 0 0,0 14 0 0,0-19 0 15,0 19 0-15,0 0 0 0,0 0 0 0,-11 5 0 0,5 3 0 16,0 7 0-16,1 4 0 0,-2 3 0 0,2 2 0 16,-1 5 0-16,2 2 0 0,1 0 0 15,1 4 0-15,2-1 0 0,-2 0 0 0,2-2 0 0,2-1 0 16,-2-1 0-16,0-3 0 0,2 2 0 0,0-4 0 16,-2 0 0-16,1 0-71 0,1-6-46 15,-1-2-18-15,0-2 59 0,1-2-17 0,-2-1 61 0,0-12-28 16,2 18 39-16,-2-18-26 0,0 0 38 0,0 0-36 15,0 0 49-15,0 0-40 0,0 0 7 0,0 0 2 16,-4-12 8-16,4 12-3 0,0-21 4 0,2 10 3 16,0-1 3-16,0-4-1 0,1 4 2 0,0 2 2 15,3-1 1-15,-1 1 6 0,1 1 4 0,0 2 2 16,1-1-1-16,0 1 8 0,2 3 2 0,-9 4 7 16,15-5 7-16,-15 5 16 0,15 0 11 0,-15 0-2 15,17 9 1-15,-9-3-2 0,0 3-4 0,-1 0-1 16,-1 2-4-16,2 1-8 0,-2 1-2 0,0-1-7 15,-1 2-11-15,1 2-12 0,-1-2-53 0,0 1-33 0,-3 0-128 16,0-1-69-16,1-1-96 0,-3-1-110 16,-2-1-112-16,-1-1-62 0,-1-1-215 0,-4-2-461 15,0-2-940-15</inkml:trace>
  <inkml:trace contextRef="#ctx0" brushRef="#br0" timeOffset="44984.3929">25879 8905 1423 0,'0'-22'950'0,"2"3"-122"16,0 1-121-16,1 0-44 0,2 1-100 0,-3 1 9 15,2 0-123-15,1 2-1 0,-1 0-161 0,0 4 14 16,1 0-139-16,2 3 41 0,-7 7-131 0,13-10 0 16,-13 10-141-16,16-1-51 0,-7 6-136 0,-2 1-66 15,2 2-62-15,0 4-74 0,-4 2-68 0,1 2-12 16,-4 2-44-16,0 0-108 0,0 0-491 0,-1 0-792 15</inkml:trace>
  <inkml:trace contextRef="#ctx0" brushRef="#br0" timeOffset="45817.1568">26065 9065 786 0,'0'0'753'0,"0"0"-84"0,12-4-42 0,-12 4-32 0,9-7-16 16,-9 7 12-16,9-7-56 0,-9 7-41 15,9-7-49-15,-9 7-73 0,9-5-68 0,-9 5-59 16,9-5-45-16,-9 5-39 0,0 0-28 0,16 0-13 15,-16 0-6-15,17 8-24 0,-5-2 11 0,-1 4-34 0,2 2 35 16,3 1-64-16,-2 2 17 0,2 0-40 0,-1 1-15 16,-1-2 0-16,-1 3 0 0,-1-2 0 0,-1-1-1 15,-1-2-49-15,0 0-14 0,-3-2-14 0,1 0-9 16,-3-1-10-16,2-2 38 0,-7-7-33 0,9 13 49 16,-9-13-22-16,9 10 47 0,-9-10-57 15,0 0 18-15,10 1-53 0,-10-1 45 0,10-5-29 16,-10 5-1-16,11-13 0 0,-5 5-6 0,2-3 2 0,1 0 7 15,-1-3 22-15,4 0 3 0,-1-3 18 0,-4 4 14 16,2 0 12-16,0 1 32 0,0 0 70 0,-3 2-5 16,-1 1 53-16,2 1-41 0,-2 1 20 0,-5 7-54 15,8-12-12-15,-8 12-12 0,7-9-9 0,-7 9-2 16,6-5-1-16,-6 5-3 0,0 0-3 0,14 2 1 16,-14-2-2-16,15 7 5 0,-7-2 1 0,3 2-3 0,2 0 1 15,1 0-5-15,1 2 1 0,4-1-1 16,1 2 2-16,-2-2-7 0,2 0 32 0,3-1-42 15,-2 0 21-15,0 0-29 0,2-2 31 0,-4-1-37 16,0-2 6-16,1 1 40 0,-2-2-39 0,0-2-3 0,0-2 3 16,0 1 1-16,-3-4-4 0,3 1-5 0,-4-4 5 15,2-1-3-15,-3-1 4 0,-1 2 4 16,-2-2 1-16,-1-1 1 0,-1 3 50 0,-2-1-62 16,-2 2 37-16,-4 8-38 0,5-14 35 0,-5 14-43 0,0 0 44 15,-4-11-39-15,4 11 39 0,-9-5-38 0,9 5 38 16,-12 2-37-16,12-2 7 0,-11 5 0 15,11-5 3-15,-13 8 1 0,13-8 5 0,-12 10 1 16,12-10 1-16,-8 12 0 0,8-12 1 0,-7 12-1 0,7-12-4 16,-4 10 1-16,4-10 2 0,-3 10 3 0,3-10 6 15,0 0-2-15,7 11 2 0,-7-11 4 0,11 5-5 16,-11-5-1-16,18 2 2 0,-18-2-1 0,24-1 2 16,-8 0-2-16,-2-2-2 0,2 2 5 0,1 0-6 15,1-1 5-15,-2 1 3 0,-2 1 4 0,2 1 5 16,-3 1 3-16,2 0 6 0,-1 4 14 0,-1 2 17 15,-3 3 10-15,1 6 20 0,-1 2 11 0,-2 4 51 16,-3 7-84-16,-3 5 51 0,-2 3-81 0,-2 7-5 16,-8 4-7-16,-3 8-5 0,-8 1-13 0,-3 1-5 15,-5 0-22-15,-8 0-36 0,-3-2-21 0,-2 0-16 16,-6-2 6-16,1-5 45 0,-4-5-22 0,3-4 52 16,-3-5-22-16,3-6 48 0,4-9 39 0,1-5 54 15,-2-5 36-15,0-5 29 0,5-8 5 0,2-3 51 16,-2-8-108-16,0-6-116 0,3-5 0 0,5-6 0 15,3-4 0-15,9-6 0 0,4-2 0 0,7-4 0 16,9-2 0-16,11-3 0 0,8-9 0 0,12 3 0 16,9 3 0-16,5 2 0 0,7 6 0 0,4 7 0 15,0 5-180-15,3 5-159 0,-4 5-67 0,1 4-40 16,-12 5-87-16,-6 6-90 0,-5 2-80 0,-8 4-869 16,-7 1-1216-16</inkml:trace>
  <inkml:trace contextRef="#ctx0" brushRef="#br0" timeOffset="46536.7832">22842 10536 915 0,'3'-15'802'15,"-1"-1"-128"-15,0 1-88 0,0-1-17 0,-2 1-10 0,0 1 12 16,0 0-82-16,-2-1 10 0,1 2-66 0,0 0-12 15,0 2-28-15,1 11-98 0,-2-17-20 0,2 17-65 16,-2-15-46-16,2 15-37 0,0 0-6 16,-9-4-33-16,9 4-88 0,-12 15 0 0,3 2 0 0,-3 7 0 15,-1 3 0-15,-1 8 0 0,0 3 0 16,2 3 0-16,-1 1 0 0,1 2 0 0,1 1 0 0,1-1 0 16,2 0 0-16,1-3 0 0,-2-1 0 0,4-5 0 15,0-3 0-15,0-2 0 0,1-5 0 0,1-3 0 16,0-3-43-16,-1-1-48 0,2-2 22 0,0-5 14 15,0 0 17-15,2-11 10 0,-4 17 5 0,4-17 3 16,0 0 5-16,0 0 2 0,0 0 2 0,-12-12 4 16,10-4 0-16,-3-6 5 0,2-3-6 0,-1-9 2 15,0-9 3-15,1-5 15 0,1 0-5 0,-1-4-3 0,1 0 6 16,1 0 3-16,0 0 82 0,1 2-81 16,0 4 15-16,0 5 5 0,1 4 2 0,1 1-2 15,1 2 8-15,1 4-18 0,2-1-1 0,2 3-6 16,5 2-3-16,3 2 17 0,9-1-31 0,5 1 0 0,5 4 0 15,7 3-27-15,3 3-27 0,7 1-32 16,14 1-55-16,-8 6-65 0,1 3-37 0,1 3-112 16,2 1-76-16,-2 3-80 0,-3 4-102 0,-6 1-92 0,-2 3-823 15,-6 1-1162-15</inkml:trace>
  <inkml:trace contextRef="#ctx0" brushRef="#br0" timeOffset="46734.3831">22776 10756 1103 0,'-24'6'918'0,"1"-2"-204"0,4-1-106 15,2 2-56-15,3-4-42 0,3 0-103 0,11-1-81 16,-12-2-64-16,12 2-57 0,0 0-39 0,16-9-32 16,3 6-49-16,8-2-72 0,8 1-60 0,6 1-61 15,10 2-63-15,1 1-104 0,1 0-71 0,0 2-76 16,-2 2-132-16,-1-1-89 0,-3 1-430 0,-7 0-690 15</inkml:trace>
  <inkml:trace contextRef="#ctx0" brushRef="#br0" timeOffset="46934.5263">23538 10782 808 0,'2'-13'887'0,"-2"13"-129"0,0 0-64 0,0-16 1 16,0 16-20-16,-4-11-50 0,4 11-34 0,-5-12-52 15,5 12-51-15,-4-9-53 0,4 9-60 16,0 0-73-16,-4-12-67 0,4 12-151 0,0 0-84 0,0 0 0 15,0 0 0-15,0 0 0 0,-5 10 0 0,5-10 0 16,2 20 0-16,-1-8 0 0,2 4 0 0,-1-1 0 16,1 2 0-16,-2-1 0 0,1 0 0 15,0 0-99-15,0-1-270 0,0 1-102 0,0-4-106 0,0 1-80 16,2-2-58-16,-4-11-116 0,4 17-591 0,-4-17-1027 16</inkml:trace>
  <inkml:trace contextRef="#ctx0" brushRef="#br0" timeOffset="47118.145">23645 10633 979 0,'2'-20'822'0,"-2"3"-107"0,2 0-57 15,-2 1-32-15,1 3-8 0,-1 0-124 0,0 1-11 16,0 12-102-16,1-22-64 0,-1 22-64 0,0-16-21 0,0 16-95 16,0-13-65-16,0 13-18 0,0 0-76 0,3-11-11 15,-3 11-100-15,0 0-44 0,7 7-51 16,-7-7-97-16,8 15-61 0,-5-4-86 0,1 3-76 15,-1 0-132-15,-1 1-529 0,0 2-818 0</inkml:trace>
  <inkml:trace contextRef="#ctx0" brushRef="#br0" timeOffset="48235.1858">23738 10743 814 0,'0'0'921'16,"3"-11"-136"-16,-3 11-58 0,0 0 42 0,-1-14-65 15,1 14-79-15,-1-12-37 0,1 12-73 0,0 0-50 16,0-15-61-16,0 15-73 0,0 0-66 0,0 0-53 15,-2-13-146-15,2 13-66 0,0 0 0 0,0 0 0 16,0 0 0-16,-1 12 0 0,1-12 0 0,1 17 0 16,-1-17 0-16,0 23 0 0,2-10 0 0,-2 1 0 15,2 3 0-15,0-2 0 0,-1 2 0 0,1-2 0 16,0 0 0-16,-1-2 0 0,0-3 0 0,1 2 0 16,-2-12 0-16,2 18-59 0,-2-18-56 0,1 15 19 15,-1-15 16-15,2 12 12 0,-2-12-8 0,0 0-12 16,0 0-1-16,0 0 9 0,0 0 11 0,18-6 1 15,-13-1 0-15,0-3 10 0,2-1 6 0,0-1 8 0,0-1 11 16,-1 1 7-16,1 0 7 0,0 1 12 0,-2 1 28 16,2-2 23-16,-7 12 29 0,8-14-13 15,-8 14 12-15,5-11-26 0,-5 11 2 0,7-10-21 0,-7 10 1 16,0 0-15-16,5-8 2 0,-5 8 0 0,0 0 2 16,0 0-1-16,11 7 2 0,-11-7 11 0,14 10-14 15,-5-5 0-15,2 1-4 0,6 2 1 0,-1 0-4 16,2 0 4-16,3-1-15 0,1-1-22 0,1 1-21 15,1-1-17-15,-1-1-8 0,-1-1 6 0,0-1 40 16,-4 0-36-16,0-2 8 0,-2-1-4 0,-1 0 7 16,1-2 13-16,-1-3 1 0,-1 0-2 0,-3-3 12 15,0 1 7-15,-1-5 2 0,-3-1 4 0,-1-1 7 16,-2-1-1-16,-1 1 20 0,-2 1 17 0,0-2 16 16,-2 5 12-16,1-3 2 0,-3 2-5 0,-1 2 2 15,1-1-4-15,3 10 4 0,-13-12-6 0,13 12 14 16,-18-6 9-16,18 6 0 0,-21 0-4 0,10 5-3 15,1-1-1-15,-2 2-4 0,1 4 3 0,2-1-22 0,0 3 17 16,2-1-30-16,2 3 13 0,3 0 0 0,0-1-18 16,2 0 4-16,2 2-27 0,2 1-2 0,2-1-12 15,3-1-54-15,-1-1-39 0,3 2-30 16,0-3 13-16,0-2-50 0,0 1 29 0,2-3-50 0,-1-1 47 16,0-2-12-16,1-2 66 0,-2-1-14 0,-11-2 51 15,21 0-19-15,-11-5 47 0,1-1-16 0,-1-2 22 16,-1-3 13-16,1-1 25 0,-1-4 12 0,0-1 18 15,-2-1 3-15,2 0 17 0,-3-1 34 0,0 3 5 16,-1 1-1-16,0 0 7 0,-1 2-2 0,0 1 0 16,-1 3-14-16,-3 9-19 0,6-17-17 0,-6 17-25 15,4-12-1-15,-4 12-14 0,0 0 4 0,0 0-9 16,0 0 6-16,0 0-11 0,6 8 4 0,-6-8-4 16,1 16-5-16,-1-16-1 0,2 17 3 0,-2-17-5 15,2 21-4-15,0-11-15 0,2 1-22 0,-2 0-28 16,1-1-28-16,1 0-26 0,0 0-20 0,1 0-9 15,0-1-11-15,1-3 10 0,0 2 6 0,1-3 14 16,-7-5 14-16,15 7 28 0,-15-7 18 0,17 3 16 0,-17-3 14 16,19-4 12-16,-9-2 27 0,-1 0 14 15,2-4 30-15,-1 1 24 0,0-3 11 0,-2-1 34 0,0 2 5 16,1-1 30-16,-3 1-13 0,1 2 26 0,-2 1 4 16,0 0-23-16,-5 8-31 0,8-14-19 0,-8 14-21 15,7-8-20-15,-7 8-2 0,0 0-9 0,8-5-8 16,-8 5-2-16,0 0-7 0,6 9 0 15,-6-9-7-15,2 14 0 0,-2-14 4 0,3 18-9 0,-3-18-1 16,4 19 1-16,-3-8-2 0,-1-11-3 0,4 21 1 16,-4-21-1-16,4 19-1 0,-4-19 4 0,4 17-5 15,-4-17 4-15,5 14-7 0,-5-14 17 0,3 11-14 16,-3-11 3-16,4 8 1 0,-4-8-4 0,0 0 6 16,12 6 2-16,-12-6 3 0,11-4-11 0,-11 4 0 15,14-10 7-15,-7 3-4 0,0-3-11 0,2-2 6 0,0 1-6 16,-2-2 12-16,2 1-10 0,-3-1 6 15,1 1-8-15,2 1 16 0,-5 1 0 0,2 2 19 16,0-1-14-16,-6 9 12 0,7-14-20 0,-7 14 4 16,7-9-17-16,-7 9 43 0,0 0-42 0,0 0 24 0,14 1-18 15,-14-1 16-15,8 9-19 0,-3-1 4 0,1-1-2 16,0 2 0-16,1 0 0 0,2 2 0 16,0 0-39-16,1-1-76 0,0 1-63 0,2-1-63 0,4 3-12 15,1-3-85-15,2 1-110 0,1-1-60 16,0 0-74-16,0-1-55 0,1 0-117 0,-1-4-544 0,0 1-901 15</inkml:trace>
  <inkml:trace contextRef="#ctx0" brushRef="#br0" timeOffset="48787.374">25479 10624 973 0,'-4'-12'794'0,"-1"1"-157"0,1 3-85 0,-2 1-74 16,1-1-31-16,-5 4-35 0,2-1-53 0,8 5-35 0,-21-3-21 15,21 3-19-15,-23 4-35 0,10 1-32 16,0 2-24-16,0 3-13 0,2-1-6 0,-3 5-29 16,3 2-5-16,2 2-11 0,-2-2-15 0,6 0-11 15,-2-1-14-15,3 1-12 0,1 1-7 16,1 0-11-16,2 1-10 0,1-4-11 0,3 3-3 0,0-2-2 16,3-1-7-16,3 1-5 0,2-1-7 0,5-1 3 15,2-3-12-15,2 1-11 0,2-5-12 0,10 0-15 0,-9 0-12 16,10-2-4-16,-2-2 42 0,0-3-49 15,5-2 50-15,0 0-61 0,1-2 33 0,5-4-40 16,-3-3 12-16,0 2 4 0,1-5 1 0,-3-2 0 0,-3-1 10 16,-1-1 8-16,-2-2 6 0,-1 0 23 0,-2-2-5 15,-4 0 17-15,-4 2 15 0,-6-1 14 0,1 1 8 16,-3 2 16-16,-4 2 1 0,-1-1 8 0,-2 3 3 16,-4 0-4-16,0 3-2 0,-4 1-6 0,-2 2-5 15,-4 2 6-15,-2 1 15 0,-2 3 5 0,-6 1-2 16,-3 5 1-16,0 2 15 0,-4 2-12 0,-2 5 37 15,2 1-86-15,2 3-29 0,0 2 0 0,4 2 0 16,1 1 0-16,3 0 0 0,3 2 0 0,3-2 0 16,4-1 0-16,1 3 0 0,4-4 0 0,4 2 0 15,1 0 0-15,5 0 0 0,5 0 0 0,3-3 0 0,1 1 0 16,5-2 0-16,2-3 0 0,1-1 0 16,3-2 0-16,3-1 0 0,-1-2 0 0,1-3 0 15,1 0 0-15,-1 0 0 0,-3-5 0 0,3 1 0 0,-3-1 0 16,1 0 0-16,-2-1 0 0,1-3 0 0,-1 0 0 15,0-1 0-15,-2 1 0 0,-4 0 0 0,-1-4 0 16,-4 1-321-16,-3 0-161 0,-1 0-81 16,-5 0-85-16,-3 1-74 0,-6 6-134 0,3-12-604 15,-3 12-1078-15</inkml:trace>
  <inkml:trace contextRef="#ctx0" brushRef="#br0" timeOffset="51253.5135">29076 7175 569 0,'0'0'551'0,"0"0"-140"16,0 0 3-16,0 0-29 0,0 0-16 0,0 0-36 15,0 0-22-15,3-9-26 0,-3 9-34 16,0 0-15-16,0 0-25 0,0 0-27 0,0 0-25 16,0 0-21-16,0 0-22 0,1-11-16 0,-1 11-11 0,0 0-3 15,0 0 0-15,0 0-15 0,0 0-7 16,0 0-14-16,0 0-14 0,0 0-11 0,0 0-7 15,0 0-4-15,0 0 2 0,2 12 6 0,-2-12 12 0,-1 25 8 16,0-8 14-16,0 2 10 0,-1 6-25 16,0-1 30-16,-1 3-20 0,0 1 44 0,1 3-45 15,0 1 7-15,0 1 27 0,0 0-52 0,0 1 34 0,2-4-41 16,0-1 31-16,0 0-13 0,2 1-5 16,0-3-9-16,-1 0-2 0,1-1-6 0,1-3-2 0,-1-1-3 15,1-4-5-15,-2-2 1 0,1-3-3 16,-1 1 4-16,0-3 1 0,-1-11 12 0,3 19 33 15,-3-19 15-15,1 12-13 0,-1-12-12 0,0 0-4 0,0 0-16 16,0 0-3-16,2-10-11 0,-2 10-39 0,1-25 40 16,-2 7-45-16,0-1 39 0,0-6-53 0,-1-1 34 15,0-6-49-15,0-1 41 0,-1-2-37 0,1-2 34 16,-1-6 6-16,1-3-16 0,0 0-9 16,1-1 7-16,2-1 4 0,2 0 3 0,2-1-1 0,2 2 2 15,3 1-29-15,3 1 42 0,2 1-29 0,6 3 35 16,7-2-35-16,-1 8 46 0,5 4-13 0,1 1 3 15,4 5-3-15,2 5-2 0,1 3 0 16,0 3 1-16,2 4 9 0,-4 6-9 0,-2 2-29 0,-4 2 58 16,3 3-59-16,-1 3 47 0,-2 2-33 0,-3 3 35 15,-2 2-2-15,-3 0-1 0,-3 4 13 0,-3 0-23 16,-3 1 2-16,-5-1 0 0,-3 4-8 0,-4-2-2 16,-4 2-8-16,-1-1-6 0,-5 4-17 15,-4 0-6-15,-4-1-4 0,-3 1-15 0,-2-2-2 0,-5 0-4 16,-2 0 3-16,2-6-3 0,1-1 5 0,-1-2 0 15,1 0 13-15,3-3 4 0,2-3 9 0,1 0 9 16,3-2 2-16,0 0 7 0,3 0 1 0,0 0-2 16,3-1 3-16,9-4-3 0,-17 6-11 0,17-6 0 15,-12 6 9-15,12-6 3 0,-8 9 7 0,8-9 1 16,-3 11 1-16,3-11 5 0,1 17 3 16,-1-17 1-16,7 19 2 0,-1-8 2 0,3 1 1 0,1-1-1 15,3 2 9-15,4-1-3 0,0 0-5 0,6 3-1 16,1-4 15-16,3 1-12 0,2-2 9 0,1-1-12 15,3 0 9-15,-1-2-11 0,1-1 13 0,1 0-20 16,-2 0 11-16,-3-3 0 0,-2-1 4 0,0-1-4 16,-5-1 5-16,2 0-3 0,0-2 4 0,0-2 7 15,-4 1 12-15,1-6 6 0,0 2 0 0,-3-3-3 16,-1-1-3-16,-2-2-10 0,-1-3-1 0,0 1 1 16,0-1-4-16,-3 1 9 0,-1-2 19 0,1 5 12 15,-4-2 5-15,1 1 13 0,0 3 4 0,-1 0-9 16,-2 1-10-16,1 3-28 0,-6 6-6 0,10-12-3 15,-10 12-3-15,15-3-9 0,-15 3 4 0,18 3 8 16,-7 3 2-16,0 1-2 0,2 2 10 0,0 3-8 0,0 1-6 16,1 1-2-16,-1 1 2 0,-1 2-4 0,0 0-4 15,-3 0-34-15,2 1 44 0,-2-1-30 0,-4 0 34 16,0-2-32-16,0-1 32 0,-3 0-30 16,-2-2 33-16,-2 0 1 0,-3-2-1 0,-2 1-6 0,-4-3-5 15,-2 1 1-15,-3-3 5 0,-2-2-7 0,-2-1-39 16,-1-3 47-16,-2-1-39 0,-2-1 39 0,2-2-36 15,0-2 39-15,1-3-33 0,3 2 39 0,2-2-6 16,6-2-17-16,1-2-25 0,4 1-29 0,4-3-17 16,3-1-22-16,6-5-13 0,8-3-14 0,4-3 16 15,5-1-28-15,4 0 13 0,3-1-8 0,0-2 22 16,2 2 13-16,2 0 21 0,-2 1 6 0,2 0 28 16,-2-2 3-16,-1 1 29 0,-1 0 25 0,-3 1 27 15,-3 2 21-15,-2 0 58 0,-4 6 28 0,-2-3-12 16,-4 6 19-16,-2 0 10 0,-1 1-2 0,-2 2-11 15,-1 2-26-15,-1 0-16 0,-2 3-18 0,1-1-22 16,-5 10-22-16,7-12-19 0,-7 12-8 0,4-10-11 16,-4 10-4-16,0 0 5 0,0 0-1 0,-1 21 0 15,-1-5 5-15,0 3 24 0,2 8-25 0,1 0 1 0,0 9 35 16,1 2-41-16,1 6 1 0,2 3 1 16,1-2-8-16,0 2 0 0,4-2-4 0,-2 2-3 15,1-3-31-15,2-1 54 0,-2 1-20 0,1-6-5 16,-1-1-8-16,-1-6-7 0,-1-2-6 0,-1-4-4 0,0-4-4 15,-2 1-13-15,1-7 26 0,-1 0-26 0,-1-1 41 16,0-2-20-16,0-2 9 0,-3-10 18 16,4 13 3-16,-4-13-7 0,0 0-1 0,0 0-2 15,0 0-2-15,0 0-1 0,10-12-2 0,-8 1-11 0,1-1-17 16,0-4-3-16,1-1 4 0,0-3-11 0,1-2 3 16,0 2 4-16,2-1 35 0,-1 2-31 15,-1 2 31-15,0 3-34 0,1 1 32 0,-1 1-39 0,3 1 36 16,0 4-36-16,1 1 36 0,1 2-31 0,1 3 36 15,-11 1-33-15,27 3 37 0,-11 2-30 0,1-1 3 16,2 6 3-16,-2 0 0 0,1 0 5 0,-2 3 4 16,1-1 0-16,-3 0 3 0,0 1-3 0,-3-2 0 15,-2-2 4-15,0 2-3 0,-1-1 5 0,-3-1 5 16,-1 0 3-16,-4-9 12 0,2 15 2 0,-2-15-3 16,-8 15 0-16,-2-7-2 0,-6-2-3 0,-5 0-3 15,-2 0-10-15,-10-1-49 0,-3 1-62 0,-3-3-98 16,0 1-86-16,-8-3-76 0,-1 5-93 0,0-5-75 15,10 3-81-15,-7 2-687 0,6-2-909 0</inkml:trace>
  <inkml:trace contextRef="#ctx0" brushRef="#br0" timeOffset="51802.754">29469 8475 359 0,'20'-30'649'0,"-1"1"-99"0,-4 2-23 0,-1 3-5 16,-3-1-23-16,0 0-27 0,-4 3-36 0,-1 1-19 16,-3 3-52-16,-1-1-17 0,-2 2-27 0,-2 0-46 15,-2 2-49-15,-3 3-46 0,-4-1-32 0,-3 3-36 16,-5 3-22-16,-5 4-14 0,-3 4-11 0,-7 2-14 16,-9 6-8-16,1 3-41 0,-1 3 34 0,-1 3-38 15,2 3 2-15,2 3 2 0,-5 4 2 0,11 0 37 16,3 0-42-16,5 2 38 0,5 3-38 0,7 1 40 15,7-2-36-15,7 3 40 0,7 5-52 0,7 0 45 16,13 7-8-16,8-1-39 0,7-2 40 0,3 0-50 16,3-2 31-16,1-2-52 0,1-3 30 0,-2-1-44 15,-3-1-18-15,-3-2-14 0,-6-6 5 0,-6-2 34 16,-3-2-26-16,-5-3 49 0,-4-1-31 0,-4-3 41 16,-2-3-21-16,-5 0 56 0,-3-1-14 0,-3-2 50 15,-1-10-15-15,-7 18 67 0,-4-8-24 0,-2-4 56 16,-7 2-40-16,-4-3 31 0,-9 1-49 0,-4-2 34 15,-3-2-59-15,-10-2 54 0,-2 0-80 0,-3-2-6 16,-1 0-1-16,0 0-4 0,1-1-6 0,4-1-8 16,2 0-32-16,10 1-58 0,3-2-66 0,8 4-93 15,3-4-72-15,6 1-141 0,6 0-130 0,5-2-66 0,8 6-142 16,2-17-544-16,8 7-940 0</inkml:trace>
  <inkml:trace contextRef="#ctx0" brushRef="#br0" timeOffset="52202.8508">29705 8665 1202 0,'13'-18'861'0,"-3"0"-106"0,1 2-47 0,-4 3 36 0,-1 1-100 15,-1 3 12-15,0 0-135 0,0 1-66 0,-5 8-72 16,7-13-71-16,-7 13-70 0,5-8-12 0,-5 8 5 16,0 0 8-16,0 0-243 0,1 18 0 0,-1-5 0 15,-2 6 0-15,0 3 0 0,0 3 0 0,0 6 0 16,-1 1 0-16,1 4 0 0,0-1 0 0,0 0 0 15,1-5 0-15,3 5 0 0,1 0 0 0,-1-1 0 16,2-3 0-16,0 0 0 0,1-5 0 0,-1-4 0 16,1 1 0-16,-2-6 0 0,2-2 0 0,-1-2 0 15,-1-1 0-15,3-4 0 0,0 0 0 0,-6-8 0 16,16 4 0-16,-16-4 0 0,19-4 0 0,-7-3 0 0,-2-2 0 16,3-4 0-16,1-2 0 0,-2-1 0 15,0-5 0-15,-1 4 0 0,-1-3 0 0,0 3 0 0,-2 2 0 16,-1 1 0-16,-1 2 0 0,1 1 0 0,-2 2 0 15,0 1 0-15,-5 8 0 0,8-12 0 0,-8 12 0 16,8-5 0-16,-8 5 0 0,11 5 0 0,-4 1 0 16,1 0 0-16,2 2 0 0,1 3 0 0,0-1 0 15,3 3 0-15,0 1 0 0,2 0 0 0,-1-1 0 16,1 3 0-16,1-1 0 0,3 2-252 0,0-3-256 16,-4-1-100-16,1 3-99 0,-1-4-66 0,-1 0-170 15,-3-3-455-15,-1-2-1003 0</inkml:trace>
  <inkml:trace contextRef="#ctx0" brushRef="#br0" timeOffset="53473.2524">30431 9080 777 0,'-1'-23'855'0,"0"13"-121"0,-1 0-78 0,2 10 39 16,-4-20-13-16,4 20-66 0,-4-18-39 0,4 18-117 16,-4-13-11-16,4 13-164 0,-2-11 3 0,2 11-125 0,0 0 34 15,0 0-99-15,0 0 52 0,0 0-93 16,-6 7 65-16,6-7-100 0,4 18-2 0,0-7-3 15,1 2-1-15,2 0-5 0,1-1-7 0,1 2 73 0,-1-1-118 16,2-3 50-16,3 3-70 0,-2-2 54 16,0-1-66-16,2-1 41 0,-1-1-27 0,0-2 59 15,0-2-41-15,-2-1 61 0,-10-3-51 0,22 0 61 0,-22 0-34 16,21-6 74-16,-11 0-66 0,0-2 75 0,0-3-67 16,-1-1 87-16,0-2-86 0,-1-3 83 0,0 1-93 15,-2 0 74-15,0 2-77 0,-1 0 0 0,0 1 0 16,0 3 0-16,-1 0 0 0,-4 10 0 0,6-14 0 15,-6 14 0-15,7-7 0 0,-7 7 0 0,10 4 0 16,-2 4 0-16,-1 3 0 0,2 7 0 0,3 5 0 16,0 6 0-16,1 7 0 0,0 3 0 0,-1 3 0 15,0 0 0-15,-1 2 0 0,0 1 0 0,0 1 0 16,0-2 0-16,-1 0 0 0,1-1 0 0,-2-1 0 16,0-2 0-16,-3-6 0 0,0-4 0 0,-4-2 0 0,0-3 0 15,-4-3 0-15,-1 1 0 0,-5-4 0 16,-2-4-113-16,-2-1 0 0,-5-3-56 0,-1-4-12 15,-2-3-10-15,-1-2 28 0,-2-4-32 0,-2-2 27 0,-3-4-18 16,-1-2 31-16,3-3-9 0,3-2 13 0,3-3-1 16,3-2 3-16,6-4-14 0,4-1 6 0,6-1 2 15,4-8 2-15,9-7 9 0,4-3-2 16,9-6 13-16,5-1 17 0,4 1 21 0,2 2 14 0,4 3 14 16,-2 2 35-16,0 3 27 0,0 4 39 0,-7 5 27 15,-1 5 32-15,-3 0 71 0,-2 3-4 0,-5 4 67 16,-5 4 30-16,0 1 8 0,-3 1-16 0,-2 2-16 15,0 3-20-15,-2-1-31 0,-2 2-26 0,-1 0-22 16,-5 7-24-16,6-11-13 0,-6 11-18 0,0 0-7 16,-6-8-11-16,6 8-9 0,0 0-6 0,-20 4-3 15,10 0-9-15,0 4-3 0,-1-1 1 0,-1 3-12 16,2 2-5-16,-2 2-44 0,1 1 51 0,2 1-44 16,1 1 45-16,0-2-45 0,4 2 47 0,0 1-6 15,2-2-11-15,1 2-8 0,3-1-10 0,0-1-20 16,3 1-19-16,2-3-9 0,2 4-11 0,0-2-18 15,4-2-8-15,0-1-25 0,3-1-18 0,-1-5-7 16,1-1 30-16,0-1-3 0,2-4 6 0,-2-1 19 16,3-2 25-16,-1-3 7 0,2-3 11 0,0-2 10 0,-3-1 18 15,-1-1 38-15,-2-1-16 0,-2 2 61 16,-2 0 19-16,-1 0 12 0,0 0 15 0,-3-1-3 16,0 4 12-16,-2-3 5 0,0 3-5 0,-4 8 3 0,6-17 7 15,-6 17-7-15,5-12-9 0,-5 12-16 0,4-11-20 16,-4 11-22-16,3-9-1 0,-3 9-31 15,0 0-6-15,0 0 0 0,0 0-3 0,0 0-52 0,0 0 56 16,0 0-47-16,8 12 48 0,-8-12-51 0,4 14 46 16,-1-3-26-16,0-2-18 0,0 1-28 0,1 0-20 15,0 0-17-15,0 0-34 0,0-1-25 0,0-1-28 16,2 2-16-16,-3-2-1 0,4 0 11 0,-1 0 7 16,1-2 4-16,0 0 7 0,-7-6 5 0,17 8 35 15,-17-8 4-15,19 4 22 0,-19-4 12 0,22-4 13 0,-10 2 16 16,-1-3 15-16,2-1 13 0,-1 0 19 15,-1-1 22-15,0 0 37 0,0-1 22 0,-2 2 25 16,-1-1 29-16,0 1 35 0,-8 6 14 0,13-9 11 0,-13 9 1 16,11-9-12-16,-11 9-23 0,10-5-23 0,-10 5-26 15,7-6-20-15,-7 6-11 0,0 0-16 0,9-5-7 16,-9 5-8-16,0 0-2 0,11 5 3 0,-11-5-10 16,8 6 0-16,-8-6-4 0,9 13-6 0,-9-13-1 15,10 14-1-15,-4-5 29 0,0-1-42 0,-1 2 28 16,1-1-44-16,0 1 13 0,1 0-61 0,-1 1 24 15,-1-3-47-15,1 2 47 0,0-2-32 0,1 1 35 0,-2-2-40 16,-5-7 49-16,11 14-27 0,-11-14 48 16,13 8-37-16,-13-8 47 0,13 6-38 0,-13-6 52 15,14 0-40-15,-14 0 45 0,18-5-50 0,-9 2 44 0,1-2-38 16,1-2 39-16,0-1-49 0,1-1 2 0,-1 1 3 16,0-2 6-16,2-1 10 0,-2 2-7 0,2-1 4 15,-2 0 7-15,0 1 0 0,1 0 10 0,-1 2-6 16,-1-1 16-16,-1 1 15 0,-1 1 22 0,-8 6-6 15,14-10-1-15,-14 10 8 0,14-8 17 0,-14 8 15 16,14-3 7-16,-14 3 11 0,16 0-3 0,-16 0 5 16,17 4 5-16,-6-2 14 0,-1 4 11 0,2-2-8 15,2 0 1-15,1 0 4 0,1 2-10 0,3 0-14 16,1-2-21-16,4 1-14 0,2 2-10 0,1-3 31 0,1 1-78 16,6-1-26-16,1-1-128 0,1 2-53 0,0-3-98 15,1 1-106-15,0-3-83 0,-6 2-110 0,-1-2-60 16,-4 0-52-16,2 0-735 0,-6-2-1050 0</inkml:trace>
  <inkml:trace contextRef="#ctx0" brushRef="#br0" timeOffset="55838.6093">29577 10318 600 0,'0'0'484'0,"0"0"-58"0,0 0-122 0,0 0 7 15,0 0-42-15,0 0 3 0,0 0-15 16,0 0 11-16,0 0-12 0,0 0-19 0,0 0-18 16,0 0-22-16,0 0-20 0,0 0-19 0,0 0-30 15,0 0-15-15,0 0-12 0,0 0-15 0,0 0-16 16,0 0 4-16,0 0-9 0,0 0-3 0,0 0-6 16,0 0 1-16,0 0-7 0,0 0-3 0,0 0 4 15,-12 1-8-15,12-1-1 0,0 0 5 0,0 0-3 0,0 0 7 16,0 0-1-16,0 0 12 0,0 0-22 15,0 0-2-15,0 0-11 0,0 0-3 0,0 0-3 0,0 0-9 16,0 0 2-16,0 0-5 0,0 0 1 0,0 0-3 16,0 0 12-16,0 0-11 0,0 0-6 0,0 0 2 15,0 0 2-15,0 0-1 0,0 0 2 16,0 0-1-16,0 0 15 0,0 0 1 0,0 0 2 0,0 0-14 16,0 0 15-16,0 0-2 0,0 0-5 0,0 0-4 15,0 0-8-15,0 0 2 0,0 0-3 0,0 0-4 16,0 0 3-16,0 0 0 0,0 0-5 0,0 0-2 15,0 0-2-15,0 0 11 0,0 0-11 0,0 0 13 16,0 0-12-16,0 0-4 0,0 0 0 0,0 0 5 16,0 0-2-16,0 0 2 0,0 0 0 0,0 0 5 15,0 0-6-15,0 0 3 0,0 0-2 0,0 0-1 16,0 0 4-16,0 0-2 0,0 0 4 0,0 0-4 16,0 0-21-16,0 0 28 0,0 0-1 0,0 0 2 15,0 0 2-15,0 0-5 0,0 0-3 0,0 0 1 0,0 0-2 16,0 0 0-16,0 0 0 0,0 0 6 15,0 0-7-15,0 0 1 0,0 0 1 0,0 0-1 16,0 0 1-16,0 0-2 0,0 0 7 0,0 0-6 0,0 0 0 16,0 0 3-16,0 0-1 0,0 0 3 0,0 0-4 15,0 0 2-15,0 0 3 0,0 0-2 0,0 0 0 16,0 0-1-16,0 0 8 0,0 0 0 0,0 0-7 16,0 0-1-16,0 0 0 0,-3-10 0 0,3 10-1 15,0 0 2-15,-3-10 1 0,3 10-5 0,-2-11-1 16,2 11 0-16,-4-13 2 0,4 13 2 15,-4-18-4-15,1 8 6 0,3 10 12 0,-3-21-13 0,1 13 21 16,0-3 24-16,-1 1 25 0,3 10 4 0,-4-18 24 16,4 18 21-16,-2-15-8 0,2 15-14 0,-2-13-23 15,2 13-14-15,0 0-21 0,-3-12-7 0,3 12 23 16,0 0 14-16,0 0 27 0,-2 19-30 0,2-5 67 16,1 2-60-16,0 4 74 0,-1 4-81 0,1 2 74 15,1 1-93-15,-1 1-3 0,0 1 1 0,1 3-6 0,1 0-2 16,-1 0-36-16,0-5-4 0,0 1 0 0,0-2 0 15,0-1 0-15,0-1 0 0,0-4 0 0,0-2 0 16,0 0 0-16,-1-5 0 0,0-1 0 16,1 0 0-16,-2-12 0 0,1 18 0 0,-1-18 0 0,1 13 0 15,-1-13 0-15,0 0 0 0,0 0 0 0,0 0 0 16,-2-11 0-16,0 0 0 0,-1-3 0 0,-1-5 0 16,1-4 0-16,0-3 0 0,0-6 0 0,0-3 0 15,0-3 0-15,2-5 0 0,-1-2-34 0,3 0-83 16,1 1 75-16,2-1-55 0,1 3 41 0,4 4-36 15,-2 6 56-15,4 2-41 0,2 4 14 0,1 3 10 16,3 3 8-16,1 3 14 0,2 5-2 0,1 3 7 16,6-3 36-16,-5 11-38 0,3-1 41 0,2 4-38 15,0 0 37-15,-1 5-41 0,3 3 37 0,-1 1-15 16,-1 3-3-16,-2 0-24 0,-2 3-13 0,-4 0-7 16,-1 1-10-16,-6-1 11 0,-1 0-25 0,-5-1-8 15,-4 0-6-15,-3 2-8 0,-4-4-13 0,-5 5-2 16,-3-1-14-16,-6 0-16 0,-1-1 24 0,-2-2 22 0,-3-2 11 15,-1-1 9-15,0-2 11 0,2-2 1 16,-1-1 14-16,2-1 12 0,0-2 5 0,5-1 9 16,0 2 6-16,2-2 5 0,3 0-4 0,2-1 8 0,0 0-5 15,1 1 2-15,1 2 1 0,9-5 24 0,-12 13 28 16,12-13-3-16,-5 18 23 0,7-7-26 0,2 4 7 16,3-1-16-16,2 4 6 0,7 3-13 0,1 1 0 15,4-2-2-15,5 4-10 0,2-2 16 0,2 0-12 16,2-1 10-16,1-1-35 0,0-2 0 0,1-2-11 15,0-1-3-15,1-1-1 0,-5-3 2 0,1-2 5 16,-1-1 2-16,-4-3 4 0,1 1 3 0,-2-4 7 16,-6 0 7-16,1-2 4 0,-1-1 13 0,-2-1 6 15,0-2 3-15,-1-2 12 0,1-2-4 0,-1 0 22 16,1-4-27-16,-2 1 61 0,1 0-19 0,-3 2 52 16,0 0-32-16,-1-1 29 0,0 3-41 0,1-3 38 15,-1 3-63-15,0 1 29 0,1 0-51 0,-1 3 42 16,2 1-39-16,0 0 37 0,1 3-32 0,1 1 36 0,1 1-31 15,-1 2 33-15,0 1-42 0,-2 1 35 0,1 0-47 16,-2 2 37-16,0 0-48 0,-3-1 44 16,0 1-51-16,-1 0 44 0,-3 0-47 0,-1 0 46 15,-1-2-6-15,-4-7-49 0,2 16 46 0,-2-16-50 0,-5 14 42 16,5-14-47-16,-13 11 47 0,1-8-51 0,1 1 43 16,-4-3-46-16,0-1 37 0,-3-3-51 15,0 0 40-15,0-2-37 0,1 0 33 0,1-2-54 0,1-1 22 16,1-1-71-16,3-1 5 0,0-2-64 0,5-1-9 15,3-2-35-15,2 0-7 0,4-1-7 0,5-4 6 16,7-2 2-16,3-1-5 0,7-3 0 0,3 0-3 16,4 1 24-16,3-2 23 0,1 1 46 0,-1-1 10 15,0-1 39-15,-1 0 34 0,-2 0 63 0,-1 0 24 16,-2 2 64-16,-3 1 52 0,-3-2 35 0,-4 6 63 16,-2 2 38-16,-4 4 22 0,0-2 17 0,-5 5-7 15,0-1-8-15,0 5-22 0,-1 0-28 0,-1-1-117 16,-6 9 36-16,9-14-39 0,-9 14-12 0,0 0 14 15,0 0-63-15,0 0 89 0,9 7-175 0,-9-7 0 0,1 25 0 16,0-6 0-16,2 5 0 0,-1 7 0 16,2 6 0-16,0-1 0 0,1 6 0 0,1 1 0 15,0 3 0-15,1-2 0 0,-2 2 0 0,1-2 0 0,-1 1 0 16,1-1 0-16,0-1 0 0,0-2 0 0,-1-7 0 16,0 0 0-16,-1-5 0 0,-1-4 0 0,1-4 0 15,-2-3 0-15,2-2 0 0,-2-2 0 0,0-1 0 16,-1-1 0-16,-1-12 0 0,2 13 0 0,-2-13 0 15,0 0 0-15,0 0 0 0,0 0 0 0,-1-13 0 16,-1 2 0-16,0-4 0 0,-1-3 0 0,0-4 0 16,1-1 0-16,1-2 0 0,-1 2 0 0,3 2 0 15,0-3 0-15,1 5 0 0,2 1 0 0,0 1 0 16,1 2 0-16,2 2 0 0,1 2 0 0,3 3 0 16,2 2 0-16,3 2 0 0,-2 3 0 0,5 3 0 15,2 4 0-15,1 3 0 0,1-1 0 0,2 6 0 16,-2 0 0-16,-1 2 0 0,-1 1 0 0,-3-1 0 15,-3 0 0-15,-1 0 0 0,-2 0 0 0,-1 1 0 0,-2-1 0 16,0-3 0-16,-5 2 0 0,0-2 0 16,-3 0 0-16,-3-1 0 0,-4 0 0 0,-4-2 0 0,-5 1 0 15,-5-3 0-15,-5-1 0 0,-6-2 0 0,-5 0 0 16,-2-4 0-16,-2-2 0 0,-2-1 0 0,-5-3 0 16,0 1 0-16,5-5-81 0,6 4-862 15,4-2-190-15,2-4-769 0,3 0-1629 0</inkml:trace>
  <inkml:trace contextRef="#ctx0" brushRef="#br0" timeOffset="61640.4101">10644 12508 41 0,'-6'-11'513'15,"2"3"-119"-15,1-2-42 0,-1 1-37 0,1 0-27 16,-1 0-14-16,0 0 5 0,1 0-11 0,-2 0-28 16,1-1 15-16,1 2-26 0,-1-2 5 0,1 2-48 15,3 8 8-15,-6-18-30 0,6 18 7 0,-4-15-33 16,4 15 10-16,-3-11-33 0,3 11-10 0,-5-11-23 15,5 11-5-15,0 0-25 0,0 0 10 0,0 0 2 16,0 0 18-16,0 0 20 0,0 0-5 0,5 22 30 16,-3-6-30-16,1 3 28 0,-1 4-45 0,0 0 22 0,1 4-47 15,-1 0 25-15,0 1-46 0,0 4 28 16,0-5-51-16,0 5 9 0,0-5-8 0,0 0 0 16,2-1-1-16,-2-1-3 0,0 0-4 0,0-1 2 0,0-2 2 15,0-2-8-15,0-2 6 0,-1-1-1 0,0 0-2 16,1-3-6-16,-1-3 4 0,0 1 0 0,-1-12-3 15,2 20 4-15,-2-20 4 0,0 16 4 0,0-16-1 16,0 0-4-16,-1 13-15 0,1-13-5 0,0 0 0 16,0 0 5-16,-14-7-17 0,14 7-9 0,-10-16-6 15,4 3-14-15,0-4-3 0,0-3 4 0,1-4-15 16,-1-1 11-16,2-6 0 0,0 1 15 0,0-2 5 16,3 4 6-16,-1-4 8 0,1 4 11 0,0 3-1 15,0 0 1-15,1 5 3 0,0 1 3 0,0 1-2 16,-1 3 6-16,1 2-4 0,1 1-6 0,-1 12 0 15,1-19 7-15,-1 19 1 0,5-9 11 0,-5 9 7 16,11 5 25-16,-2 2-9 0,2 4 21 0,2 4-24 16,3 5 19-16,3 2-21 0,3 5 21 0,1 2-33 15,2 0 7-15,1-1-5 0,1 2-1 0,1-1 1 16,0-1 3-16,2-3 24 0,1 0-45 0,1-3 38 16,-1-1-38-16,2-2-4 0,-7-5-3 0,3 0-11 15,-2-3-3-15,0 1-1 0,-2-6-12 0,-1 0 8 0,-2-1 5 16,-2-3 7-16,-1 0 4 0,-4-2-2 0,2-2 6 15,-3-4 8-15,0 0 3 0,-2-2 0 16,-5-4 5-16,0-1 8 0,-1-4 21 0,-3-2-25 0,-1-5 44 16,-4-1-32-16,0-2 45 0,-4-4-32 0,-1-1 40 15,-1-1-27-15,-1 2 49 0,-1 1-39 0,-1 0 8 16,1 2 9-16,-2 3 11 0,1 5-5 0,2 0-9 16,0 1-12-16,2 5-8 0,3 0-11 0,-3 2-11 15,2 2-11-15,0 0-17 0,1 2-35 0,4 8-43 16,-4-13-5-16,4 13 0 0,0 0-39 0,0 0-58 15,0 0-23-15,0 0-27 0,0 0-78 0,12 9-32 16,-5-1-52-16,2 2-14 0,1 1-89 0,4 1-87 16,-1 2-464-16,0-1-662 0</inkml:trace>
  <inkml:trace contextRef="#ctx0" brushRef="#br0" timeOffset="62677.4119">11560 12753 840 0,'0'0'789'0,"2"-12"-163"0,-2 12-95 15,1-12-12-15,-1 12-36 0,-1-13-54 0,1 13-17 16,-1-9-59-16,1 9 8 0,0 0-92 0,-3-13-13 16,3 13-90-16,0 0 0 0,0 0-69 15,0 0 18-15,0 0-51 0,0 0 26 0,0 0-48 0,0 0 25 16,-1 15-40-16,1-15 28 0,3 22-43 0,-1-10-2 15,2 3 1-15,0-2-2 0,-2 2-4 16,2 1 1-16,-1-2 1 0,3 3 3 0,-1-3-9 0,2 1 6 16,-1 0-3-16,1-2 4 0,0 0-6 0,0-1-8 15,2-2-7-15,-1 0-14 0,-1-2-7 0,3-1-12 16,-3-1-6-16,1-1-10 0,1-1 2 0,-9-4-3 16,19 4 10-16,-19-4 1 0,18-1 5 0,-18 1 22 15,17-9-41-15,-10 3 30 0,2-2-32 0,0-3 9 16,-4-1 6-16,1-1 10 0,0-2 7 0,-1 0 4 0,0 0 12 15,-1-1 18-15,-1 2 20 0,1 0 21 16,-2 2 18-16,0 1 20 0,-1 0 31 0,-1 11 35 16,3-18-44-16,-3 18-7 0,2-15 17 0,-2 15-54 15,4-10 21-15,-4 10-53 0,0 0 29 0,2-12-44 0,-2 12 4 16,0 0 9-16,0 0 4 0,6 6-3 16,-6-6-5-16,7 12-1 0,-7-12-2 0,8 16 1 15,0-7 5-15,-2 2-7 0,3 0 0 0,0 0-3 0,3 0 3 16,-1-1-5-16,3 2-1 0,2 0-2 0,0-2 1 15,1 0 0-15,2-1-2 0,2-4-4 0,-2 2-13 16,1-2-5-16,-2 0-13 0,2-2-8 0,0-1-4 16,-3-1-5-16,2 0 6 0,-1-2-6 0,2 0-6 15,-4-4 4-15,0 2 15 0,0-3-1 0,-3-2 4 16,0-1 1-16,1-4 39 0,-4-4-36 0,2-1 34 16,-5-2-31-16,-1-2 33 0,-1-3-37 0,-3-2 40 15,0-5-38-15,-4-2 43 0,0-2-38 0,-2-6 34 16,-1 2-35-16,-1 0 22 0,-2 7 24 0,2 1 27 15,-1 2 22-15,0 3-6 0,3 4 6 0,-5 3 6 0,4 3 4 16,1 2-5-16,-2 0-11 0,3 5-17 16,-1 1-12-16,4 9 5 0,-12-8 4 0,12 8 7 15,-13 6 6-15,5 5 3 0,0 2 6 0,-1 6-7 0,0 1 5 16,3 9-4-16,-1 1 0 0,2 3 3 0,3 0 12 16,2 4 5-16,2-1 5 0,2 6-13 0,4-2-29 15,0 0-20-15,5 0-25 0,2-2 0 0,2-3 0 16,2-1 0-16,3-1 0 0,2-3 0 0,1-2 0 15,2-3 0-15,0-2 0 0,0-2 0 0,0-6 0 16,-3-1 0-16,3-3 0 0,-2-4 0 16,-2-1 0-16,2-2 0 0,-1-1 0 0,-2-3 0 0,1-1-18 15,2-4-77-15,-3-2-2 0,1-1 1 0,2-5-16 16,-1-3-9-16,-1-4-19 0,1-6-2 0,-1-3-5 16,-3-3 45-16,-5-3-19 0,-1-4 51 0,-2 0-22 15,-4-4 64-15,0 0-37 0,-4 0 54 0,-2 7-15 16,-4 0 38-16,0 1 2 0,-4 3 37 0,-2 3 14 15,1 1 6-15,-2 6 8 0,0 1-3 0,-2 3-2 0,0 2 5 16,-3 1-25-16,1 7 8 0,-1 0-14 0,1 3 5 16,-1 4 7-16,1 3 12 0,-5 4-5 15,0 4 6-15,0 6 13 0,0 6-2 0,2 1-1 0,-1 8-2 16,5-1 18-16,5 2-59 0,1 3-40 0,6 1 0 16,0 1 0-16,6 5 0 0,3 1 0 0,5 0 0 15,4-5 0-15,2 3 0 0,3-3 0 16,8 5 0-16,0-3 0 0,-1-9 0 0,3 0 0 0,1-4 0 15,2-2 0-15,-1-2 0 0,1-3 0 0,1-2 0 16,-3-2 0-16,-5-5 0 0,0 0 0 0,-3-3 0 16,-3-1 0-16,-2 0 0 0,-4-3-287 0,-1 2-115 15,-3-4-52-15,-1 0-78 0,-12-2-83 0,17-1-42 16,-17 1-167-16,12-5-581 0,-12 5-1009 0</inkml:trace>
  <inkml:trace contextRef="#ctx0" brushRef="#br0" timeOffset="63790.6975">16004 12525 355 0,'0'0'378'0,"-17"-7"4"0,17 7-23 0,-13-9-30 16,13 9-22-16,-12-12-4 0,7 5-41 0,0 0 18 15,0-2 13-15,0 0-37 0,0 0 20 0,1-1-16 16,0-1 9-16,0 1-48 0,1 0 2 16,0 1 11-16,0-1 9 0,3 10-4 0,-5-15-25 0,5 15-37 15,-5-11-38-15,5 11-26 0,0 0-13 0,0 0 38 16,0 0 15-16,0 0 4 0,-6 17 51 0,6-1-59 16,0 4 46-16,1 6-77 0,1 8-12 0,0 1-3 15,1 1-14-15,0 1-6 0,0 7-16 0,1-1 14 0,1-1-30 16,0 0 1-16,0-2-18 0,-1-6 7 15,3 1-10-15,-3-3-4 0,1-2 3 0,-1-4-14 16,0-1-2-16,0-1-4 0,0-4 5 0,-1-2-8 16,-1-2-3-16,1-1-4 0,-1-3 0 0,-1-2 0 0,-1-10 0 15,3 16 0-15,-3-16 0 0,0 0 0 16,0 0-4-16,0 0-38 0,0 0-10 0,-6-15-20 16,3-1-13-16,-1-2 0 0,-1-5-20 0,1-6-7 0,1-6-7 15,0-1 0-15,1-7 38 0,0-1-41 0,2-3 45 16,0 2-26-16,0-1 49 0,1 7-25 0,0 1 19 15,0 5 12-15,1 0 20 0,0 5-6 0,-1 3 17 16,0 6 6-16,1 0 2 0,-1 3-3 0,0 1 1 16,0 5-1-16,-1 10 6 0,7-15 14 0,-7 15 20 15,0 0 14-15,16 5 12 0,-6 6 25 0,3 4-44 16,2 6 38-16,7 7-41 0,-6-3-2 0,5 6 0 16,2 1-1-16,3 1-4 0,1-1-1 0,3-2-2 15,2 1 0-15,7 3-1 0,1 0 1 0,-3-9-6 16,-1-3-2-16,0-2 2 0,-3-2-5 0,1-3 8 15,-4-4-12-15,0-1 3 0,-5-5-12 0,0 1-1 16,-1-1-4-16,-2-4 14 0,-2-1-15 0,-1-4 13 16,0-1-2-16,-1-2-10 0,-2-4-3 0,-2-3 3 0,-2-2 1 15,-4-5 1-15,-2-3 2 0,-2-6 34 16,-3 0-39-16,-5-7 37 0,-5-6-38 0,0-2 7 16,-5 1 10-16,0 1 6 0,-3 3 13 0,1 0 18 0,-1 5 19 15,2 2-12-15,2 6 1 0,2 4-15 0,2 4-4 16,0 2-18-16,3 4-3 0,-2 1-21 15,4 2-9-15,4 10-13 0,-6-12 7 0,6 12-35 0,0 0-29 16,0 0-56-16,0 0-75 0,9 17-40 0,0-5-25 16,3 2-62-16,0 3-34 0,5 3-71 0,-1 3-22 15,2-2-13-15,1 3-92 0,0-1-630 0,0-2-815 16</inkml:trace>
  <inkml:trace contextRef="#ctx0" brushRef="#br0" timeOffset="64891.0716">17059 12677 453 0,'0'0'908'0,"0"0"-171"0,3-12-137 0,-3 12-36 15,0 0-20-15,0-12-34 0,0 12-46 0,0 0-2 0,0 0-85 16,-2-13-55-16,2 13-56 0,0 0-56 16,0 0-46-16,0 0-11 0,0 0 0 0,0 0 6 15,0 0-11-15,-4 10-18 0,4-10-18 0,1 18-12 16,-1-18-22-16,2 21-11 0,0-8-11 0,1-1-5 15,1 2-12-15,0 1-4 0,2 0-8 0,-1-2-5 0,1 0-8 16,-1 1 5-16,2-2-4 0,1 0-17 0,0-1-13 16,0-1-19-16,1 0-8 0,0-3-25 0,0-1-4 15,0 0-31-15,2-1-8 0,-1-2-13 0,0 0 3 16,-10-3 7-16,21 1 5 0,-21-1 13 0,21-5-2 16,-11 1-1-16,0-2 10 0,0-2-1 0,-1 0 11 15,0-4 8-15,-1 0 17 0,0-1 43 0,-1 0-35 16,-1-1 37-16,0-2-27 0,1 2 38 0,-3 1-16 15,1 0 60-15,-1 2-16 0,-1 0 52 0,-1 2-32 16,-2 9 39-16,6-17-33 0,-6 17 39 0,3-13-34 16,-3 13 18-16,5-11-45 0,-5 11 22 0,0 0-44 15,3-11 29-15,-3 11-28 0,0 0 48 0,0 0-40 0,0 0 38 16,8 9-43-16,-8-9 34 0,4 15-41 16,-4-15 2-16,7 17 1 0,-4-5-1 0,3-3 0 15,0 4-2-15,1-2-1 0,1 1 2 0,-1 0-3 0,4 0-1 16,0-1 1-16,2-3 0 0,0 3-1 15,0-4 7-15,2 0-12 0,-1 0-4 0,3-2 0 0,-2 0-1 16,2-2-2-16,1-2-7 0,-4 1-5 16,3-4-3-16,0 1-5 0,0-1-1 0,0-1 4 0,0 1 4 15,-4 0-2-15,2-4-1 0,-1 0-2 0,1-1 3 16,-1 0 3-16,0-3 0 0,-3 2 2 0,0-3 3 16,0 1 0-16,-2-2 4 0,-1-2 40 0,-1 0-45 15,1-1 3-15,-2-5 1 0,-1 1 6 0,0-3-1 16,-2-2 1-16,0-1 0 0,-2 0 2 0,0-1 4 15,-1 0-1-15,-1-1 4 0,-1 0 1 0,0 2 4 16,-2-1 16-16,0 1-14 0,-1 1 20 0,0-1-17 16,-2 3 7-16,0 1 2 0,0 1 2 0,-1-2-9 15,1 5 18-15,-1 0 7 0,0 3 10 0,2 2-4 0,0 0-2 16,-2 0-3-16,2 4-12 0,1 0-1 16,5 8-7-16,-11-9-1 0,11 9-1 0,-16 0 23 15,7 6 1-15,0 5 16 0,-2 0-3 0,1 5 18 16,1 5-20-16,1 1 46 0,2 6-34 0,1 1-69 0,3 2 0 15,0 3 0-15,3 1 0 0,2-1 0 0,5 6 0 16,-2-6 0-16,4 3 0 0,1-1 0 16,3-2 0-16,1 0 0 0,2-3 0 0,1 0 0 0,3-4 0 15,3 0 0-15,0-3 0 0,3-3 0 0,-1-6 0 16,-1 0 0-16,2-2 0 0,1-1 0 0,1-3 0 16,-4-2 0-16,2-2 0 0,0-3 0 0,1 1 0 15,-1-2 0-15,1-3 0 0,-2-1 0 0,0-1 0 16,-2-4 0-16,-1 1 0 0,2-5 0 0,-1-2 0 15,-4-3 0-15,0-2 0 0,-1-4 0 0,-2-7 0 16,-1-2 0-16,-2-4-22 0,-3-3-43 0,-2-1 8 16,-2-2 12-16,-2-2 6 0,-1 1 12 0,-2 0 7 15,-2 5 6-15,-2 2 2 0,0 3 5 0,-2 1 10 0,0 5 9 16,-2 0 11-16,-1 4 0 0,-1 3-4 16,0 3 7-16,1 3 0 0,0 2-6 0,-3 1 4 15,1 5 9-15,0 4 7 0,9 2-7 0,-21 4-7 16,9 4-26-16,-2 5 0 0,2 3 0 0,0 7 0 0,1 5 0 15,4 1 0-15,1 5 0 0,1 0 0 16,3 4 0-16,3-1 0 0,4 6 0 0,0 0 0 16,3-2 0-16,3-1 0 0,4-1 0 0,1 0 0 0,2-3 0 15,2 0 0-15,-1-3 0 0,3-2 0 0,0 0 0 16,-2-3 0-16,2-1 0 0,-3-7 0 0,-2-1 0 16,-1-2 0-16,-2-3 0 0,2-1 0 0,-4-1 0 15,-1-1 0-15,1-3 0 0,-3 1 0 0,0-3 0 16,-1 0 0-16,0-2 0 0,-8-4 0 0,11 8-146 15,-11-8-317-15,0 0-26 0,12 3-60 0,-12-3-89 16,0 0-70-16,0 0-89 0,-6-11-602 0,6 11-1002 16</inkml:trace>
  <inkml:trace contextRef="#ctx0" brushRef="#br0" timeOffset="132584.782">22962 12068 408 0,'0'0'361'0,"0"0"-31"0,0 0-51 0,1-13-32 0,-1 13-23 15,0 0-39-15,-3-14-5 0,3 14 13 0,-3-8-9 16,3 8-22-16,0 0-25 0,-3-15-28 0,3 15-11 16,0 0-9-16,-2-14-18 0,2 14-15 0,0 0-11 15,0 0-6-15,0 0 5 0,0 0 20 0,0 0-4 16,0 0 20-16,0 0 12 0,11 8 7 0,-9 2 4 16,2 5 23-16,-2 2-22 0,0 6 18 0,0 3-34 15,-2 2 8-15,1 6-28 0,-2 4-9 0,1 0-4 0,-1 8-9 16,0-1-6-16,1 0-7 0,1 0-5 15,0-1-3-15,2 1-6 0,0-3 13 0,1 1-21 16,3-3 14-16,-2-5-21 0,2-2 16 0,0 0-13 0,0-4 11 16,2 1-19-16,-1-4 11 0,-1-5-28 0,0-2 5 15,0-3-18-15,-2-1 2 0,1-2-28 0,-2-1 5 16,0-3-24-16,-4-9-46 0,7 13-85 16,-7-13-58-16,0 0-32 0,8 7-84 0,-8-7-57 0,0 0-499 15,0 0-513-15</inkml:trace>
  <inkml:trace contextRef="#ctx0" brushRef="#br0" timeOffset="132869.4943">23491 12237 585 0,'7'-15'523'0,"-1"5"-88"0,-1 0-62 16,-1 1-36-16,2 1-71 0,-6 8-58 0,7-13-20 0,-7 13 4 15,7-4 33-15,-7 4 18 0,0 0-53 0,15 3 27 16,-15-3-37-16,12 16-5 0,-5-5-34 16,2 3-12-16,-2 7-35 0,1 1-12 0,1 4-14 15,-1 2-12-15,-1 2-11 0,0 1-9 0,1-1-5 0,0 1-9 16,-1-1-3-16,0 0-4 0,1 1-2 0,1-2-2 16,-1-2-2-16,1 0-2 0,-1-1-40 0,1-4-18 15,-1-2-31-15,-1 0 0 0,0-1-57 0,0-4-16 16,-1-1-62-16,0 0-45 0,-1-1-21 0,-1-3-37 15,-4-10-10-15,3 18-106 0,-3-18-423 0,-1 12-406 16</inkml:trace>
  <inkml:trace contextRef="#ctx0" brushRef="#br0" timeOffset="133100.4726">23127 12596 579 0,'-21'-7'524'0,"4"1"-116"0,0 0-64 16,3 1-27-16,0-1-49 0,3 1-45 0,2 0-24 16,1 1-30-16,0-2-37 0,8 6-17 0,-6-9-20 15,6 9-17-15,3-10-23 0,-3 10-3 0,15-11-11 16,0 6-10-16,3 2-7 0,7-2-5 0,3 2-1 16,7-2-27-16,4 1-31 0,0 3-32 0,4 0-27 15,7 1-19-15,-7 0-28 0,2-2-58 0,4 4-73 0,-7-2-80 16,0 1-396-16,-2-1-262 0</inkml:trace>
  <inkml:trace contextRef="#ctx0" brushRef="#br0" timeOffset="133784.6484">24152 12304 544 0,'0'0'581'15,"-3"-19"-99"-15,3 19-31 0,-6-14-57 0,6 14-48 16,-6-13-47-16,6 13-44 0,-5-9-68 0,5 9-9 15,0 0-19-15,0 0 29 0,0 0-23 0,-7 8 5 16,7-8-34-16,4 21-7 0,0-5-11 0,0 4-8 16,2 3-16-16,1 5-15 0,0 0-10 0,2 3-11 15,-1-2-11-15,0 2-11 0,2 1-5 0,-1-2-2 16,0 0-8-16,0-3-4 0,3 2-3 0,-5-3-1 16,2 0-6-16,-1-4 1 0,-1-2 4 0,0-1-6 15,-2-3-2-15,-1 0 1 0,3-3 0 0,-4 0-4 0,0-2 1 16,1-1 3-16,-1-1 6 0,-3-9-1 15,4 14 11-15,-4-14 9 0,3 11-9 0,-3-11 8 16,0 0-15-16,0 0 2 0,0 0-8 0,0 0 1 0,0 0-9 16,2-11-2-16,-3 0-25 0,-1-4 0 0,0-3-10 15,0-3-13-15,0-3 2 0,-1-4-2 16,-1-5 6-16,1 0 4 0,1-3 6 0,-2 1 7 0,2 0 5 16,1-1 13-16,0 1-7 0,1 1 9 0,1 2-4 15,1 0 11-15,3 2-13 0,-1 7 13 0,2-1-12 16,2 2 10-16,1 0-7 0,4 4-4 0,1 1 3 15,3 3 4-15,1 1 11 0,3 4-14 0,2 3 12 16,0 2-12-16,-1 3 19 0,5 2-20 0,-2 3 13 16,4 5-6-16,-3 1 12 0,0 4-16 0,-5 1 12 15,1 4-11-15,-4 1-1 0,-2 1 1 0,0 1 3 16,-5 3 3-16,-1-5-1 0,-5 3-1 0,-1 0 2 16,-3-2-1-16,-2 0 3 0,-5 2 3 0,0-3-6 15,-2-1 1-15,-3 1-1 0,-2-3-3 0,-1-1-4 16,-2-1-10-16,-3-2-17 0,-3 1-5 0,0-3-26 15,-1-2 1-15,0-1-23 0,-1-1 11 0,2-2 4 16,1-2 8-16,2-1 8 0,1 0 3 0,4-1 11 16,-1-1 10-16,15 0 1 0,-21 1 3 0,21-1 2 15,0 0 19-15,-15 0 21 0,15 0 28 0,0 0 43 16,10 5 11-16,-10-5 5 0,20 6 9 0,-5-2 14 16,1 1 0-16,4 2-3 0,1 0-13 0,1 1 2 15,1 0-32-15,5 3 21 0,-1-1-30 0,2 0 5 16,2 2-34-16,1-1 8 0,-1-1-26 0,1 1 14 15,-1 0-26-15,0-1-3 0,1-1-43 0,-3-2-51 16,-3 1-30-16,-3-1-70 0,0-1-46 0,-1-2-74 16,-4 2-50-16,0-2-83 0,-5-2-182 0,0-1-425 0,-13-1-667 15</inkml:trace>
  <inkml:trace contextRef="#ctx0" brushRef="#br0" timeOffset="134835.0036">28414 11850 485 0,'-21'-3'422'0,"5"0"-32"0,-1 0-105 0,0-1 30 15,4 1-8-15,-1 0-16 0,3-2-44 0,2 1-24 16,2-2-33-16,7 6-23 0,-11-10-9 0,11 10-9 16,7-14-19-16,4 5-4 0,7-1-12 0,11 1-22 15,12-2-13-15,4 1-17 0,6 1-6 0,4 0-12 16,2 2-3-16,13 0-14 0,-1-1 0 0,2 3-13 16,-9 1 1-16,1 1-5 0,-1-1-1 0,0 2-4 15,-2 0 5-15,-2 2-8 0,-3-1-6 0,-5 0-26 16,-10 1-13-16,-8-1-39 0,-3 1-6 0,-5 0-10 15,-5-1 23-15,-3 1-20 0,-16 0-7 0,17 1-29 16,-17-1 24-16,0 0-27 0,0 0 38 0,-18 1-28 0,-3 1 53 16,-2-2-25-16,-7 0 51 0,-2 0-28 15,-6 1 51-15,0 1 4 0,1-1 2 0,-1 1 12 16,4 1-34-16,5-1 40 0,0 1-36 0,5 1 41 16,0 1-38-16,2 0 43 0,3-1-36 0,4 2 39 15,-1 1-33-15,4 2 51 0,3 0-35 0,2 2 52 0,1 1-34 16,5 1 43-16,1 2-24 0,3 3 38 15,4 4 3-15,0 1-1 0,2 4-4 0,2 2-3 16,1 0-2-16,2 6-8 0,0 1-9 0,-1 1-9 16,1 0-10-16,-1 1-4 0,0-2-22 0,-3-1 12 15,-1-5-16-15,-1 1 14 0,0-1-18 0,-3-1 16 16,-1-7-16-16,-1 2 15 0,-2-4-15 0,-1-1 16 16,-2-1-10-16,-2-1 20 0,-2-3-7 0,-3 1 30 15,-2-1-4-15,-2-3 22 0,-4 0-13 0,-1-1 9 16,-5-3-7-16,1-1 5 0,-4-2-7 0,-1-1 0 0,0-2-9 15,-1-2-5-15,0 0-11 0,-1-4 2 16,-2 0-9-16,1-2 0 0,2-1-5 0,4 0-1 16,2-1-9-16,3 1 6 0,0-2-7 0,6 2-15 15,0 1-29-15,3-2-31 0,3 1-12 0,-1 1-23 0,8 7-21 16,-5-12-12-16,5 12-15 0,6-10-11 0,2 6-22 16,0-1-64-16,4 1-55 0,4 1-64 0,2 0-385 15,2 0-268-15</inkml:trace>
  <inkml:trace contextRef="#ctx0" brushRef="#br0" timeOffset="135285.125">29619 12311 383 0,'9'-9'528'16,"-4"0"-101"-16,-5 9-84 0,5-16-36 0,-5 16-17 15,-1-15 4-15,1 15-45 0,-5-15-21 0,5 15-19 16,-10-13-28-16,3 7-19 0,7 6-25 15,-18-6-18-15,18 6-18 0,-20 0-17 0,9 4-2 16,-2 1-6-16,-1 3-7 0,1 0-12 0,0 3-6 0,0 2-8 16,2 1-7-16,1 0 0 0,2 1-7 0,2-1-4 15,1-1-7-15,0 4 1 0,3-3-6 0,2 1-3 16,1-2 0-16,2 1 3 0,3 0-6 0,0-1 3 16,2-1 0-16,1 0-3 0,2 0 2 0,0-3-1 15,2-1-5-15,-1 0 0 0,0-2-2 0,1 0-5 16,-2-4-4-16,0 1-2 0,-11-3-3 0,19 1-13 15,-8-3 0-15,-1-2-2 0,-2-2 1 0,1-1 3 16,-1-4-8-16,0-1-2 0,-2-1-1 0,0 0 14 16,-1-2-5-16,-1 0 13 0,-1 1 2 0,-1 1 2 15,-1 1 4-15,0 0 1 0,0 0 6 0,-1 12 20 16,0-18 14-16,0 18 1 0,0-16-2 0,0 16-10 16,0-11-6-16,0 11-4 0,0 0-2 0,0 0-4 15,0 0-2-15,0 0-2 0,0 0 0 0,0 0-2 16,0 0 2-16,11 5-3 0,-5 3-2 0,3 0-34 15,1 3-42-15,2-2-30 0,4 2-57 0,0 1-18 16,5-1-72-16,0 0 14 0,3 1-47 0,1 1-35 16,1-3-45-16,-2-2-59 0,1-1-245 0,0-3-180 15</inkml:trace>
  <inkml:trace contextRef="#ctx0" brushRef="#br0" timeOffset="136236.4108">30394 12272 76 0,'5'-13'481'15,"-2"1"-87"-15,-3 12-88 0,-2-17 4 0,-2 9-32 16,-2 0-34-16,-2 1-3 0,-4 0-33 0,-1 3 8 16,-3-1-5-16,0 3-18 0,-3 2-27 0,1 0-26 15,2 2-20-15,-2 3-5 0,3 1-7 0,-1 1-17 16,1 3-16-16,2 0-3 0,3 2-15 0,1 1 3 16,2 1-15-16,0 1-2 0,4 0-10 0,1 2 3 15,2 0-11-15,2-1-2 0,2 1-4 0,4 2 2 16,0-1-7-16,2-1 1 0,4-1-6 0,0-1 3 15,3-1-3-15,0-1 2 0,2-1-10 0,-1-2 3 16,3-1-1-16,-1-1 5 0,0-2-7 0,-1-3 0 16,0 0-5-16,-1-3 0 0,1 0-3 0,-2-3 12 15,1-1-7-15,-1-3-5 0,0-4 7 0,0-1 1 16,-2-2-3-16,1-7 2 0,-2-2-2 0,0-2 4 16,-3-4-2-16,0 2 1 0,1-10 0 0,-1 0-4 15,-2-1 1-15,-1 0-1 0,-1 2 9 0,-3 3-4 16,0-3 12-16,-1 4 16 0,-1 0 14 0,-1 5 24 15,0 3-4-15,-1 4 35 0,0 1-18 0,0 2-1 16,1 3-36-16,-1 14 2 0,0-19-23 0,0 19 11 0,0 0-22 16,0 0 14-16,0 0-13 0,0 0 16 0,-9 12-17 15,8 2 16-15,1 4-14 0,1 7 5 0,0 0 7 16,2 7 4-16,1 2-4 0,1 7-2 0,2 1-2 16,-1 0-4-16,2 1 27 0,1 1-36 0,2-3 21 15,-1-2-31-15,0-3 26 0,1-5-31 0,-2-2 28 16,-1-2-34-16,0-5 40 0,-1-1-38 15,-1-1 28-15,0-5-28 0,-2-1 38 0,2-1-15 0,-3-2 96 16,0-2-9-16,1 0 78 0,-4-9-45 0,6 10-3 16,-6-10-59-16,0 0 11 0,0 0-47 0,14-6 24 15,-14 6-62-15,10-20 10 0,-3 6-58 0,1-3 11 16,5-7-80-16,0-3-15 0,6-5 5 0,0 0 2 16,3-2 0-16,0 0 13 0,0 2 4 0,0 1 10 15,-1 2 12-15,0 2 22 0,-5 4 1 0,1 2 21 0,-4 5 4 16,-1 1 13-16,-2 2-2 0,-2 2 8 15,0 1-1-15,-1 2-5 0,-2 0 2 0,-5 8 5 16,7-8 1-16,-7 8 3 0,0 0 2 0,0 0 12 16,0 0-8-16,-18 7 9 0,7 0-4 0,-4 4 6 0,-3 1-4 15,-6 3 8-15,-1 2-7 0,-4 2 7 0,1 1-6 16,-1 1 3-16,2 0-2 0,4-4 5 16,2 2-6-16,2-3 4 0,1 3-6 0,4-3 5 0,1-2-7 15,3-2 6-15,2 0-6 0,0 1 6 16,3-3 0-16,2 0 3 0,3-10 5 0,-1 20-1 15,5-10 0-15,2-2-1 0,5 1-5 0,2-1 1 16,3-1 1-16,0-1-2 0,5 0-2 0,2 0-3 0,0-2-12 16,3-1-19-16,1 0-31 0,0-2-15 0,1-1-2 15,0-1-8-15,0-2-9 0,1-1-4 0,-4 0-10 16,2-2 12-16,-4-1 16 0,1 0 18 0,-1 0 12 16,-3-1 12-16,-1 0 12 0,-4 2 7 0,-1-2 27 15,-3 1 11-15,1 0 1 0,-4 1 15 0,0 0 24 16,-1 0 16-16,-7 6 7 0,12-10 3 0,-12 10-8 15,9-8-9-15,-9 8-7 0,7-7-9 0,-7 7-1 16,0 0 2-16,0 0 3 0,0 0 1 0,0 0 1 16,0 0 20-16,0 0 7 0,0 0-10 0,0 14-5 15,0-14-7-15,0 14 6 0,0-14-5 0,1 19-12 16,1-9-2-16,0 2-12 0,0-2-6 0,3 4-4 16,0 0-8-16,-1-2-14 0,1 1-31 0,1 1-44 15,0-3-43-15,1 1-70 0,-1-1-63 0,-1 0-75 0,1-1 3 16,-1-2-98-16,-5-8-77 0,11 13-445 15,-11-13-524-15</inkml:trace>
  <inkml:trace contextRef="#ctx0" brushRef="#br0" timeOffset="136435.0592">31515 12184 12 0,'-2'-16'719'16,"-1"1"-147"-16,0 1-83 0,0 2-13 0,2 1-84 15,-1 0-56-15,0 0-66 0,2 11-54 0,-2-19-26 16,2 19-26-16,-3-16-38 0,3 16-29 0,-1-12-36 16,1 12-35-16,0 0-28 0,4-11-64 0,-4 11-92 0,0 0-27 15,13 1-79-15,-13-1-80 0,13 9-98 16,-6-3-405-16,2 0-390 0</inkml:trace>
  <inkml:trace contextRef="#ctx0" brushRef="#br0" timeOffset="136986.9533">31680 12383 476 0,'0'0'514'0,"0"0"-83"0,0 0-66 0,0 0-20 16,-8 6-32-16,8-6-30 0,0 0-34 0,0 0-28 15,0 0-25-15,0 0-31 0,0 0-32 0,19-2-23 16,-19 2-20-16,18 0-22 0,-18 0-13 0,24 0-9 0,-10 0-7 15,0 0-9-15,1 0-6 0,0-1-6 0,4 0-1 16,-3 0-4-16,4 0 2 0,-3-3-2 16,1 2-4-16,-1 0-3 0,0-2-1 0,1-1-1 0,-1-2 0 15,2 1 13-15,1-2-19 0,-2-2-1 0,0 0 5 16,-1 0-4-16,-1-2 0 0,-3 3 14 0,-1 0 15 16,-1 0 2-16,-2-1 7 0,1 2 4 0,-4-1-2 15,0 1-9-15,-2 0 3 0,-4 8 0 0,4-15-2 16,-4 15-2-16,0-14 4 0,0 14 1 0,-5-11-6 15,5 11 0-15,-10-8-7 0,10 8-2 0,-19-4 1 16,19 4 1-16,-26 0 11 0,11 3-3 0,-2 2 3 0,-3 3 4 16,-1 1 11-16,0 1-2 0,-3 4 6 0,0 2 5 15,0 2-2-15,0-1-1 0,-1 5-7 0,4-2-5 16,0 1 0-16,4 0 2 0,-1 1 21 0,3-1-1 16,2 2-34-16,4-4 52 0,1-1 7 0,3 0-11 15,3-1 28-15,3 1 18 0,3 0 10 0,6-1 34 16,7 2 12-16,6 0 1 0,8 1-12 0,7-4 26 15,3 0-39-15,3-3 20 0,0-1-35 0,4-2-7 16,-1-2 35-16,1 0 2 0,-2-2-19 0,-7-3-69 0,-2 0-81 16,1-1 0-16,-2-1 0 0,-5-1 0 15,1 0 0-15,-4-1 0 0,0 1 0 0,-2-2 0 0,-4 1 0 16,0-1 0-16,-3-1 0 0,0 2 0 0,-3 0 0 16,-1-2 0-16,-2 2 0 0,0 0 0 0,-2-1 0 15,-11 2 0-15,18-1 0 0,-18 1-273 0,15-2-237 16,-15 2-48-16,14 0-139 0,-14 0-23 0,0 0-127 15,0 0-609-15,11 2-1073 0</inkml:trace>
  <inkml:trace contextRef="#ctx0" brushRef="#br0" timeOffset="157827.4465">10210 13711 361 0,'0'0'329'0,"-12"-3"-31"0,12 3-54 15,0 0-20-15,-14-4-29 0,14 4-21 0,0 0-25 16,-11-2-16-16,11 2-10 0,0 0-18 0,0 0-15 16,-11-3-8-16,11 3-13 0,0 0-3 0,0 0-7 15,0 0 0-15,0 0-7 0,0 0-2 0,0 0-4 16,0 0 0-16,0 0 2 0,5 7-7 0,-5-7-5 0,14 3 3 16,-14-3-3-16,17 5-21 0,-4-4 14 15,1 0 4-15,5-1-1 0,2-1-7 0,6 0-5 16,4-1-4-16,6-1 3 0,9-1-4 0,2-2-1 15,5 1 4-15,2-2 7 0,3 2 9 0,12-5-1 0,3 3 3 16,4-1-19-16,0-2 10 0,4 2-15 16,2-3 17-16,-1 3-17 0,2-1 16 0,-1 0-19 15,1 0 12-15,-1 0-3 0,1 1-17 0,-1 0 12 0,3-1-17 16,-3 2 11-16,2 0-7 0,-1-1 12 0,-2 0-23 16,1 0 24-16,-3 1-19 0,0 0 15 0,-1-2-21 15,1 2 15-15,1 0-11 0,0 0 0 16,-2 1-29-16,4 0 19 0,-2 0-29 0,-3 0 17 0,3 0-27 15,-3 0 34-15,-1 2-25 0,1 0 34 0,-1-2-35 16,-1 1 36-16,-1 2-35 0,-1-2 39 0,-3 0-30 16,-8 1 37-16,-2 2-26 0,-1-1 26 0,-1 0-31 15,-3 0 28-15,-2 0-22 0,0 1 38 0,-3-1-37 16,-3 0 40-16,1 0-38 0,-8 1 35 0,-1 0-44 16,0-1 48-16,-1 2-34 0,1-2 39 0,-2 2-41 15,0-1 39-15,3 1-42 0,-3 0 36 0,2-2-32 16,1 2 35-16,-1-1-34 0,1 1 37 0,0-2-38 15,1 1 41-15,6 0-48 0,-6 0 42 0,1 1-34 16,6-1 45-16,-7 0-44 0,1 0 41 0,0 1-43 0,6 0 34 16,-6 1-31-16,-1-2 36 0,2 1-29 15,-2 1 28-15,2-2-38 0,-2 2 38 0,-1 1-47 16,1-1 44-16,-1 1-32 0,-4 0 33 0,1 1-34 0,2 0 45 16,-3 0-47-16,-2-1 36 0,-4 1-35 0,0-1 42 15,-1 2-43-15,0-1 40 0,-1-1-45 16,-1 1 45-16,-1 1-49 0,-1 0 42 0,-2 0-35 15,-4-1 38-15,-2 0-39 0,-1 0 27 0,-3 0-43 0,-2 0 48 16,-1 1-45-16,-11-3 49 0,19 3-42 0,-19-3 46 16,12 5-43-16,-12-5 46 0,10 5-51 0,-10-5 49 15,0 0-40-15,8 7 48 0,-8-7-50 0,0 0 46 16,5 6-47-16,-5-6 45 0,0 0-45 0,0 0 44 16,8 6-45-16,-8-6 49 0,0 0-43 0,8 6 44 15,-8-6-42-15,0 0 47 0,11 4-36 0,-11-4 45 16,11 3-45-16,-11-3 56 0,19 1-34 0,-7 0 21 15,4 0-29-15,2-1 31 0,5 0-35 0,0 0 39 16,9 0-16-16,5 0 31 0,2 0-23 0,4-1 16 16,6 0-22-16,3 0 16 0,0 1-21 0,3-1 21 15,-1 1-24-15,3-2 7 0,2 2-6 0,1-1 9 16,2-1-18-16,0 2 12 0,2 0-14 0,0-1 12 16,1 1-15-16,0-1 16 0,1 1-19 0,-1 0 16 0,10-3-16 15,-9 3 13-15,11 0-13 0,1 1 12 0,0 1-10 16,2-1 7-16,2 0-10 0,1-1 17 15,1 3-13-15,-2-1 15 0,2 0-16 0,1 1 13 16,-2-1-18-16,3 2 15 0,-1-1-13 0,-1 1 17 0,0 0-16 16,-1-1 14-16,-2 1-12 0,-1 0 8 15,-2 0 3-15,-3 0-1 0,0 0-16 0,-3 1 14 16,0 0-15-16,2-1 13 0,-3 0-18 0,-9 1 17 0,11-3-12 16,0 2 13-16,0 0-16 0,0-1 16 0,0 2-1 15,-10-3-8-15,10 3 6 0,2-3-13 0,-2 1 15 16,2 0-14-16,-2 0 12 0,-10-1-11 0,1 0 8 15,9 1-8-15,-9-1 15 0,-2 0-15 0,0 1 10 16,-1-2 3-16,0 0-2 0,0-1-16 0,-2 3 17 16,1-2-14-16,2 0 10 0,-1-1-9 0,1 1 8 15,0-1-13-15,0 0 12 0,1 0-8 0,-1 0 6 16,3 0-4-16,-3 0 9 0,1 0 1 0,0 0 2 16,-1 0-18-16,3 0 16 0,-1 0-15 0,2 0 12 15,-1 0-12-15,1 0 14 0,1 0-15 0,10 0 9 16,-12 0-4-16,1 0 10 0,-1 0-15 0,0 0 15 15,0 0-1-15,1 0-14 0,-1 0 9 0,1 0-8 16,-1 0 15-16,1 0-14 0,1 0 10 0,9 0-10 16,-10 0 14-16,-1 1-14 0,1-1 14 0,-1 1-3 0,0-2-1 15,1 1-10-15,-1 1 11 0,0-2-11 0,0 1-2 16,0 0 1-16,0-1 12 0,1 1-10 16,-1 0 7-16,1 0-7 0,-1 0 11 0,-1 0-13 0,0 0 13 15,0 0-10-15,-2 0 10 0,0 0-10 0,-1 1 8 16,0 0-14-16,1 0 14 0,-2 1-10 0,0-2 9 15,1 1-12-15,0 1 12 0,-1 1-11 0,0-2 13 16,0 0-16-16,0 1 12 0,-2 1 0 0,1-2-1 16,1 2-12-16,-2-1 13 0,3-1-13 0,-2 2 7 15,1-1-5-15,1-1 10 0,0 1-10 0,0 0 9 16,1-1-10-16,-1 0 10 0,0 0-10 0,0 0 14 16,1-1-12-16,-3 0 14 0,2 0-16 0,-1 0 8 15,1 1-5-15,0-1 15 0,1 0-15 0,-1 2 15 16,0-2-13-16,-1 0 10 0,1 0-11 0,-2 0 13 15,-2 0-16-15,2 1 11 0,-1-1-6 0,1-1 12 16,-3 1-16-16,2 0 13 0,1-2-12 0,-1 2 13 16,3-1-16-16,-2-1 18 0,5 1-14 0,0-1 12 15,9-2-14-15,-1 2 13 0,-6-1-8 0,7 0 14 16,-12 0-18-16,4 1 16 0,7-1-14 0,-7 1 12 16,10-1-12-16,-2 1 11 0,-8 1-12 0,10 0 17 15,-8-1-16-15,7 1 12 0,-9-1-13 0,1 2 16 16,-1 0-12-16,0-1 10 0,11-1-9 0,-13-1 10 15,13 2-12-15,-1 0 0 0,-1-2 4 0,0 1 1 16,-10 1 1-16,12-2 1 0,-2 0 0 0,-10 2-2 0,11-3 1 16,-1 3 13-16,0-1-18 0,1-1 1 15,0 2-2-15,1-2 5 0,0 2 0 0,2-1-3 16,0 1 0-16,1 0 0 0,-1-1 0 0,1 2 1 16,-1 0 2-16,1-2 2 0,1 4-1 0,0 0 2 15,0-1-3-15,1 2 3 0,-1-2-3 0,1 2 0 16,-1 0 1-16,-1-1-6 0,-3 0 6 0,0 0 0 15,-12 1 1-15,1-2-2 0,-1 0-3 0,-1-1 44 0,0 1-52 16,-1-1 46-16,-1-1-53 0,0 0 50 0,0 1-55 16,-2-1 51-16,0-2-50 0,-2 1 50 0,-1-1-53 15,-1 0 48-15,0 1-49 0,-2 0 48 0,0-1-8 16,-1 1-2-16,-1-2-4 0,0 2-1 0,-3 0-1 16,0-1 3-16,-7 1-6 0,0 1 3 0,-3-1-6 15,0 0 0-15,-1 0 2 0,-1 1-3 0,-5-1 4 16,-1 1-3-16,-2-1-2 0,1-1 3 0,-1 2-4 15,-2-1 6-15,2 0-2 0,-1 0-5 0,-2 0 2 0,2-1 0 16,-2 1 1-16,1 0-1 0,-1 0 1 16,-2 0-1-16,-1-1-2 0,-2 1 1 0,-1 1 1 0,0-3 0 15,-1 2-3-15,-3 0-17 0,-1-1-26 0,-1 2-19 16,-2 0-23-16,-11 1-43 0,20-5-60 0,-20 5-57 16,12-2-31-16,-12 2-47 0,0 0-41 0,0 0-398 15,-13-8-280-15</inkml:trace>
  <inkml:trace contextRef="#ctx0" brushRef="#br0" timeOffset="159526.9551">3207 14562 389 0,'-5'-10'527'0,"1"2"-126"0,4 8-27 16,-8-16-109-16,8 16 13 0,-9-16-60 0,9 16 8 16,-7-13-7-16,7 13-14 0,-4-10-18 0,4 10-24 15,-5-11-31-15,5 11-14 0,0 0-29 0,-5-10-19 16,5 10-16-16,0 0-15 0,-5-10-7 0,5 10-7 15,0 0 2-15,0 0-2 0,0 0 28 0,11-3 20 0,-11 3 11 16,18 3 0-16,-2 0-11 0,0 2 4 16,7 1 4-16,6 3 19 0,4 0-23 0,9 4 3 0,2 0-12 15,4 1-5-15,9 4-7 0,4 0-7 0,1 0 1 16,1 0-19-16,-1 1-1 0,0-1-2 0,-1 1-4 16,0-3-18-16,-3 1 14 0,-8-1 6 0,-2-2-14 15,-2 1-1-15,-4-2-2 0,0 2-4 0,-5-3-7 16,-6-1-6-16,-3-1-9 0,-5 1-21 0,-3-3-22 15,-1 3-12-15,-4-4-12 0,-1 2-52 0,-2-2-32 16,0 2-58-16,-4 0-77 0,-2 0-5 0,0-2-1 16,-2 0-15-16,-4-7-46 0,4 13-115 0,-4-13-284 15,0 0-284-15</inkml:trace>
  <inkml:trace contextRef="#ctx0" brushRef="#br0" timeOffset="159811.8663">4384 14309 539 0,'0'0'446'0,"-3"-16"-99"15,3 16-81-15,-6-9-63 0,6 9-27 0,0 0-21 16,0 0 36-16,-16 6-58 0,8 1 28 16,-1 3-49-16,-3 4 20 0,-2 2-22 0,-3 6 1 0,-3 6 15 15,-2 3-37-15,-2 4 6 0,-4 9-20 0,-2 0 4 16,-1 2-1-16,-3 3-13 0,1-1-15 0,-2 2-5 15,0-1-3-15,0-2-4 0,-1 0-7 16,2-2-9-16,1-2-1 0,1-2-6 0,7-9 11 0,1 1-13 16,3-2 3-16,1-3-13 0,4-4-2 0,3-1-21 15,2-7-44-15,3-1-56 0,1-1-47 0,1-2-20 16,3 0-36-16,-1-2-50 0,4-10-96 0,0 14-449 16,0-14-352-16</inkml:trace>
  <inkml:trace contextRef="#ctx0" brushRef="#br0" timeOffset="160427.9741">4453 14296 329 0,'-5'-10'313'0,"5"10"-62"0,-5-9-15 0,5 9-29 15,-4-8-13-15,4 8-21 0,0 0-18 0,-7-9-16 16,7 9-13-16,0 0-22 0,-6-8-13 0,6 8-17 16,0 0-12-16,0 0-5 0,-5-6-5 0,5 6-5 15,0 0-13-15,0 0 4 0,0 0-1 0,-8-7 5 16,8 7 7-16,0 0-7 0,0 0-6 0,0 0 7 16,0 0-6-16,0 0-7 0,-9-5-6 15,9 5 1-15,0 0-9 0,0 0-1 0,0 0 2 0,0 0 0 16,-13 1 3-16,13-1 5 0,0 0 4 0,0 0 0 15,-12 4-4-15,12-4 11 0,0 0 1 0,0 0 4 0,-11 5 10 16,11-5 3-16,0 0 3 0,-9 4-2 16,9-4 4-16,0 0-13 0,-8 5-1 0,8-5-8 15,0 0-2-15,0 0 2 0,0 0 32 0,0 0 44 16,0 0 29-16,13 6 22 0,6-12-8 0,11-2-19 16,13-6-9-16,16-5-17 0,7-2-18 0,5-2-30 15,5-1 6-15,1-1-28 0,1 0 8 0,-2 0-27 0,-3 3 15 16,-2-1-27-16,-6 1 19 0,-5 3-24 0,-13 2 17 15,-3 3-20-15,-5 2 15 0,-8 2-24 0,-7 2-10 16,-3 0-27-16,-1 3-15 0,-3-1-43 0,-4 3-30 16,-3 0-4-16,-10 3-36 0,14 0-36 15,-14 0-80-15,0 0 42 0,0 0-43 0,-4 17-8 0,-4-9-51 16,0 1-85-16,-2 1-368 0,-4 1-328 0</inkml:trace>
  <inkml:trace contextRef="#ctx0" brushRef="#br0" timeOffset="160798.2524">4761 14915 150 0,'-8'6'498'0,"8"-6"-115"0,-10 10-49 0,10-10-40 16,-6 6-27-16,6-6-15 0,0 0-13 0,-8 6-18 0,8-6 10 16,0 0-15-16,0 0-29 0,0 0-33 0,0 0-30 15,0 0-6-15,0 0-7 0,0 0-5 16,0 0-4-16,4-14-8 0,3 8 2 0,1-1 8 0,4 0-9 16,0 0-14-16,6-2-3 0,0-1-2 0,6-2-14 15,3-1-12-15,3 0 0 0,6-2-12 0,2-1-8 16,2-1-3-16,2 3-10 0,1-3 0 15,2 3-11-15,-3-1 12 0,2 0-16 0,-1 3 11 0,-2-1-12 16,-2 1-10-16,-6 4-27 0,-4-1-21 0,-5 3-33 16,-2-1-36-16,-3 3-23 0,-3-1-58 0,-2 0-14 15,-2 3-44-15,-2-1 14 0,-10 3-92 0,13-4-73 16,-13 4-457-16,0 0-425 0</inkml:trace>
  <inkml:trace contextRef="#ctx0" brushRef="#br0" timeOffset="161311.4404">2131 15134 443 0,'0'0'398'0,"-12"-8"-70"0,12 8-47 0,-14-10 0 16,14 10-44-16,-12-9 63 0,12 9-51 0,-12-13-54 16,12 13-40-16,-12-10-10 0,12 10-3 0,-7-12-11 15,7 12-16-15,-3-14-18 0,3 14-15 0,6-18-8 16,2 5 1-16,7-2-2 0,6-6-3 0,9-4-12 15,7-1-54-15,9-6 53 0,9-2-50 0,4 1 0 0,7 0 0 16,3-1 3-16,5 1-6 0,0 2-8 16,1 1-41-16,1 2-12 0,-3 1-73 0,-3 4-6 15,-5 2-78-15,-6 2 2 0,-15 6-99 0,-4 5-66 0,-11 1-427 16,-8 5-330-16</inkml:trace>
  <inkml:trace contextRef="#ctx0" brushRef="#br0" timeOffset="161698.1209">2375 15627 333 0,'0'0'337'0,"-6"14"-87"0,6-14-36 15,-4 9-26-15,4-9-33 0,0 0-14 0,-3 12-5 16,3-12 4-16,0 0 11 0,0 0 2 0,9 6-25 16,-9-6 27-16,19-3-52 0,-5-2 60 0,6-3-49 0,8-1 46 15,8-5-54-15,3-3 36 0,7-1-57 16,8-4 32-16,6-3-61 0,2 1-8 0,1-1-4 0,2 0-9 15,1 0-4-15,-1 1 2 0,0 1 2 16,-2-1-23-16,-1 4 8 0,0-1-23 0,-5 1-24 0,-10 4-46 16,-1 2-13-16,-5-1-30 0,-2 2-13 0,-8 3 36 15,-1-1-48-15,-4 3 10 0,-3 0-1 0,-1-1-10 16,-3 2 0-16,1 0-16 0,-3-2-15 0,-1 2-27 16,-1-1-17-16,-1 0-66 0,-2 1-201 0,0-1 30 15</inkml:trace>
  <inkml:trace contextRef="#ctx0" brushRef="#br0" timeOffset="162312.0534">3214 14602 387 0,'1'-12'439'0,"-1"12"-33"0,-1-11-129 15,1 11 9-15,-3-13-68 0,3 13 55 0,-4-10-54 16,4 10-25-16,-4-13-38 0,4 13 30 0,-6-10-4 15,6 10 9-15,-5-10-26 0,5 10-20 0,0 0-37 16,-7-11-17-16,7 11-29 0,0 0-11 0,-4-8-24 16,4 8 1-16,0 0-15 0,0 0 4 0,0 0-5 15,0 0 11-15,1 11-11 0,-1-11 5 0,7 18 7 16,-3-5 6-16,1 2-4 0,2 5 6 0,0 1 0 16,2-1 1-16,2 7-2 0,1 0-6 0,2 1-4 15,1 3 0-15,4 2-6 0,-1-2 2 0,1 0-6 16,2 1 1-16,-1-3 1 0,2 1-6 0,0 1 3 15,0-4-3-15,-1 0-2 0,1 0 0 0,-4-5 2 0,0-2-5 16,-1 1 4-16,-3-5-4 0,3 3 0 16,-3-3-13-16,0-1-22 0,-3 0-23 0,0-3-31 15,-1 1-35-15,-1-3-44 0,-1-1-9 0,-1-1-54 0,0 0 30 16,-7-8-60-16,11 12-23 0,-11-12-47 0,8 9-502 16,-8-9-370-16</inkml:trace>
  <inkml:trace contextRef="#ctx0" brushRef="#br0" timeOffset="163295.3393">3247 14522 64 0,'0'0'337'0,"-14"-3"-61"16,14 3-42-16,-10-3-4 0,10 3-41 0,0 0-32 0,-14-2-32 15,14 2-14-15,0 0 21 0,0 0-63 16,0 0 34-16,0 0-38 0,0 0 21 0,0 0-41 15,7-12 38-15,4 7-51 0,3 1 28 0,3-2-35 0,6-1 35 16,5-2-44-16,9-4 0 0,4 1-2 0,4-3-8 16,3 0-3-16,2 1 6 0,9-3-3 0,-2 0 2 15,-7 4-5-15,0-2 1 0,-3 2-1 0,-1 2-4 16,-5 0 2-16,-2 2-2 0,-7 2 3 0,-2 0-3 16,-4 0 0-16,-3 1-6 0,-1 2 11 0,-4-1-3 15,0 2 3-15,-3-2-8 0,0 1 10 0,-2 2 0 16,-1 0 0-16,-2-1 2 0,-10 3 0 0,17-4 6 15,-17 4 1-15,14-4-3 0,-14 4-2 0,13-3-1 16,-13 3-2-16,0 0-6 0,15-3 5 0,-15 3-1 16,0 0-1-16,11-3-1 0,-11 3-5 0,0 0 2 15,0 0 0-15,13-3 2 0,-13 3 1 0,0 0 0 16,0 0-2-16,0 0 1 0,0 0-6 0,12-2 4 16,-12 2 4-16,0 0 0 0,0 0-1 0,0 0-5 15,0 0 10-15,0 0-4 0,0 0 5 0,10 3 10 16,-10-3 44-16,0 0-52 0,0 0 42 0,0 0-48 15,9 5 52-15,-9-5-12 0,0 0 6 0,0 0-3 16,11 6 8-16,-11-6 9 0,0 0-8 0,11 6-7 16,-11-6 8-16,12 5 7 0,-12-5-9 0,14 6 4 0,-14-6-3 15,18 10-1-15,-8-4-4 0,1 0 0 16,2 5-1-16,-1-3 2 0,3 4 8 0,-1 1-16 16,2 4 12-16,-2-4-15 0,2 3 0 0,0 2-3 0,2 2 6 15,-1 1-13-15,0-1 8 0,1 1-8 0,0 1-3 16,1-1-4-16,0 1-2 0,1-2-1 15,1 1-1-15,-1 1-3 0,4 2 1 0,-4-2-7 0,-1-3 1 16,1 2-1-16,-1-2-2 0,-1 0-2 0,-1-1-1 16,-2-3 1-16,0 2-5 0,-2-4 2 0,0 1-2 15,1 0 2-15,-2-1-1 0,-1-1-3 0,-1-1 2 16,0 0-2-16,1 0 2 0,-3-2-3 0,1 2 2 16,0-1 26-16,-1 1-32 0,-1-4 0 0,-1 0-2 15,1 2 6-15,0-1-4 0,-1 0-4 0,-1-1-4 16,1 0-2-16,-1-2-1 0,-5-5 2 0,11 13 2 15,-11-13-1-15,7 11 4 0,-7-11-8 0,6 8 1 16,-6-8 3-16,6 8 0 0,-6-8 1 0,0 0 4 16,6 11 0-16,-6-11 5 0,0 0 0 0,-3 11-1 15,3-11 2-15,-5 7 1 0,5-7 0 0,-10 7 0 0,1-2-4 16,-2 0 4-16,-2 2-3 0,-3-2-1 16,-4 3 2-16,-7 3-1 0,-9 3 1 0,-6 0-2 15,-5 2 8-15,-15 5-8 0,-5 1 8 0,-5 2-7 0,-3 2 10 16,-4 1-8-16,0 3 0 0,-2-1 6 0,3-1-5 15,0 0 0-15,5 0-1 0,4-2-3 16,6-1 52-16,8-1-61 0,11-5 43 0,5-3-92 16,5-1-58-16,8-3-92 0,6-2-27 0,4 0-13 0,2-1-37 15,6-2-94-15,2-2-65 0,6-5-322 0,-6 9-287 16</inkml:trace>
  <inkml:trace contextRef="#ctx0" brushRef="#br0" timeOffset="164930.4117">20903 1546 32 0,'-15'-4'426'0,"15"4"-106"0,-13-4-55 0,13 4-29 16,-14-5-25-16,14 5-8 0,-10-3-1 0,10 3-24 15,-10-3 50-15,10 3-78 0,0 0 77 0,-12-6-7 16,12 6-1-16,0 0-52 0,-10-2 42 0,10 2-65 15,0 0 43-15,0 0-73 0,-10-4 41 0,10 4-79 16,0 0 48-16,0 0-69 0,0 0 82 0,0 0-61 16,-12 6 71-16,12-6-78 0,-3 11 84 15,3-11-68-15,0 19 83 0,3-5-66 0,3 4 64 0,6 6-72 16,2 3 44-16,7 5-57 0,4 4 40 0,8 6-70 16,3 1 0-16,3-1-12 0,2 0 1 0,1 0 5 15,0-3-11-15,2 0-47 0,1-2 40 0,-1 1-44 0,1-2 42 16,-3-2-6-16,0-1-1 0,-7-7-4 15,-1-1-28-15,-1 0-18 0,-1-1-33 0,-2-4-36 16,-5-2-18-16,0-4-54 0,-3 1-44 0,-4-3-42 16,-1-3-56-16,-4 0-51 0,-2-4-33 0,-11-5-78 0,17 5-112 15,-17-5-379-15,0 0-555 0</inkml:trace>
  <inkml:trace contextRef="#ctx0" brushRef="#br0" timeOffset="165230.0324">21519 1658 115 0,'-5'-12'544'0,"-2"2"-140"0,3 1-45 16,4 9-67-16,-8-14 30 0,8 14-83 0,-6-11 13 16,6 11-32-16,-6-10-18 0,6 10-27 0,-8-6-21 15,8 6 9-15,-11-3 5 0,11 3 13 0,-18 6-59 16,6 1 55-16,-6 4-74 0,1 1 63 0,-4 4-74 15,-2 4 65-15,-4 5-74 0,-2 2 65 0,-1 1-96 16,-1 4 69-16,-8 4-90 0,2 3 77 0,2-1-85 16,-1 2-6-16,1-1 6 0,1 0-9 0,1 1 1 15,5-7-3-15,2 1 0 0,0-1-1 0,1 0-8 16,2-2-11-16,2 0-36 0,1-1-44 0,6-5-48 16,-2-3-64-16,4 0-27 0,0-3-57 0,3-1-32 15,1-4-20-15,0-1-23 0,2-1-65 0,1-1 2 16,0-4-351-16,5-7-289 0</inkml:trace>
  <inkml:trace contextRef="#ctx0" brushRef="#br0" timeOffset="165664.6353">20751 1482 430 0,'-3'-13'379'0,"-1"2"-31"0,-1 3-38 0,5 8-19 15,-5-18-8-15,5 18-6 0,-4-13-13 0,4 13-12 16,-3-10-26-16,3 10-32 0,0 0-42 0,-4-13-37 15,4 13-12-15,0 0-23 0,0 0 28 0,0 0 38 16,0 0-37-16,-2 12 98 0,2-12-71 0,0 26 59 16,-1-6-90-16,0 3 67 0,-1 5-75 0,0 5 69 15,-1 2-69-15,0 1 54 0,0 8-70 0,1 1-4 16,0 1 18-16,2 0-31 0,0 2-7 0,3-3-8 16,1 4-44-16,2-4 36 0,0 2 2 0,2-1-9 15,0-3-11-15,3 0-1 0,-1-3-5 0,0-2-6 16,1-1 0-16,-1-7 0 0,-1-1-29 0,1-2-32 15,-1-7-25-15,-2-1-45 0,2 0-24 0,-2-5-45 0,-1 1-42 16,0-2-11-16,-2-4-3 0,1-1-38 0,-5-8-63 16,10 9-36-16,-10-9-73 0,0 0-37 0,15 0-378 15,-8-6-421-15</inkml:trace>
  <inkml:trace contextRef="#ctx0" brushRef="#br0" timeOffset="166080.5428">21785 1689 377 0,'-2'-12'389'0,"2"12"-70"0,-5-17-36 15,5 17-15-15,-2-14 1 0,2 14-52 0,-5-13 65 16,5 13-15-16,-4-14-13 0,4 14-18 0,-4-11-17 16,4 11-31-16,-3-10-32 0,3 10-19 0,0 0-46 15,-3-10-24-15,3 10-15 0,0 0-8 0,0 0-11 16,0 0 13-16,0 0 14 0,-9 8 11 0,6 2 31 16,1 3 8-16,-2 1-49 0,2 5 90 0,-2 5-68 15,1 2 70-15,-2 5-65 0,2 2 79 0,0 2-84 0,1-1 5 16,1 1-5-16,0 2-2 0,1-2-42 0,1 0 43 15,1 2-47-15,0-2 35 0,1-1-6 16,2-1-14-16,0-1-8 0,0-1-12 0,1-3 1 0,-1-3-11 16,0-2-4-16,1-1 4 0,0-3-5 0,-1-1-26 15,-1-3-36-15,0-2-38 0,0-2-36 0,-1 0-21 16,1-2-9-16,-4-9-52 0,5 15-48 16,-5-15-168-16,0 0-3 0,8 6-56 0,-8-6-112 0,0 0-401 15,3-13-586-15</inkml:trace>
  <inkml:trace contextRef="#ctx0" brushRef="#br0" timeOffset="166449.208">21709 1513 87 0,'-7'-8'511'0,"7"8"-106"0,-11-11-87 16,11 11-53-16,-8-7-27 0,8 7 10 0,-7-8-62 15,7 8 52-15,0 0-70 0,-6-9 57 0,6 9-40 0,0 0 80 16,0 0-31-16,10-7 70 0,2 4-83 16,9 0 59-16,7-2-115 0,11 1 67 0,10-4-93 15,6 1 62-15,14 0-86 0,3 0 50 0,5 0-70 16,0 2 45-16,3-1-79 0,0 0 48 0,0 2-70 0,-1 0 41 15,-4 0-66-15,-1 1 50 0,-10 2-67 0,-2-1 51 16,-3 2-56-16,-1 0 53 0,-4 0-66 0,-3 0 50 16,-9 0-74-16,-4 2 46 0,-7-1-84 0,-2-1 13 15,-3 2-122-15,-5-2 23 0,-2 1-85 0,-1-1 23 16,-5 1-22-16,-2 3-17 0,-11-4-59 0,14 4-33 16,-14-4-42-16,0 0-65 0,0 0-61 0,-8 14-241 15,-1-10-284-15</inkml:trace>
  <inkml:trace contextRef="#ctx0" brushRef="#br0" timeOffset="166846.9073">21990 2307 135 0,'-17'9'471'0,"3"-1"-88"0,1 0-47 16,1-2-35-16,1 2-9 0,2-3 6 0,9-5-2 16,-16 7-19-16,16-7-2 0,-12 8-8 15,12-8-10-15,-9 4-6 0,9-4 8 0,0 0 11 16,0 0-11-16,13 3-11 0,-13-3-20 0,30-3-10 0,-9 2-7 16,6-1-15-16,7-1-1 0,4 0-6 0,2 0-18 15,9-1-20-15,2 2-17 16,3-1-21-16,3 0-22 0,0 1-11 0,3-1-11 0,-3 1-15 0,2 1-41 15,-1-2 32-15,-1 0-43 0,-2 1 30 0,-1-1-37 16,-3 2 42-16,-1-4-46 0,-2 3 33 0,-7-1-7 16,-2 0 0-16,0 0-5 0,-2 1-2 0,-2 0-30 15,-5 0 33-15,-2-1-34 0,-4 1 32 0,-2 1-32 16,-2-1 36-16,-2 1-51 0,-3 0 15 0,-2-1-36 16,-1 1-36-16,-12 1-34 0,20-2-47 0,-20 2-106 15,15-2-97-15,-15 2-54 0,0 0-59 0,0 0-5 16,0 0-99-16,0 0-660 0,-5-10-863 0</inkml:trace>
  <inkml:trace contextRef="#ctx0" brushRef="#br0" timeOffset="168148.1425">7211 14805 578 0,'-13'3'516'15,"-1"-3"-164"-15,14 0-41 0,-22 2-84 0,22-2 44 16,-20 0-34-16,20 0 32 0,-19 1-1 0,19-1 0 15,-15 0-10-15,15 0-17 0,-15 0-13 0,15 0-23 16,0 0-17-16,-18 1-50 0,18-1 1 0,0 0-37 16,-14 0 1-16,14 0-34 0,0 0 3 0,0 0-28 15,0 0 20-15,0 0-26 0,16-8 18 0,7 1-31 16,6 1 24-16,13-2-32 0,7-2-6 0,14-1-2 0,8-1-1 16,4 1-16-16,8-1-16 0,3 1-24 0,2 1-32 15,0-1-21-15,2 1-12 0,-3 2-14 0,-1 0 0 16,-4 1-16-16,-4 0-11 0,-3 1-22 0,-15 3-55 15,-4-2 24-15,-4 4-34 0,-10 0 39 0,-2 1-46 16,-4-2 2-16,-6 2-22 0,-2 0-20 0,-7 2-53 16,0-2-284-16,-5 0-137 0</inkml:trace>
  <inkml:trace contextRef="#ctx0" brushRef="#br0" timeOffset="168648.517">7960 14220 311 0,'-15'-10'657'0,"2"2"-145"0,0 1-141 0,0-1-31 15,1 2-57-15,3 0-10 0,1 2-29 0,-1-1-17 0,9 5-46 16,-14-8-17-16,14 8-37 0,-10-6-13 0,10 6-9 16,0 0 31-16,0 0-12 0,0 0 24 15,0 0 12-15,6 13-11 0,8-5 25 0,11 5-39 0,4-1-14 16,11 5-15-16,6 1-15 0,10 6-9 0,4-2-18 16,3 2-16-16,3 0 9 0,2 4-27 15,1-1-2-15,2-1-9 0,1 2-5 0,-1 2-11 0,-1-1-15 16,-2 2-12-16,-4-1-19 0,-2-1-7 0,-4 0-8 15,-5 0 7-15,-4 0-1 0,-11-5 4 0,-3 1 3 16,-4 0 5-16,-4-2 10 0,-5 1 4 0,-4-1 5 16,-6-1 3-16,-4-1 6 0,-3-1 6 0,-3-2 6 15,-3 1 6-15,-3 2 7 0,0 1 6 0,-8 1-2 16,-3 1 8-16,-2-3 0 0,-3 1 3 0,-5 1 4 16,-2-1 1-16,-1 0 8 0,0 0-1 0,-3-2 1 0,0-1-12 15,-2 0-5-15,1-3-2 0,5-2-7 0,-1 0-1 16,1 0-13-16,1-3 3 0,4-2-32 15,2 0-35-15,1-1-45 0,2-1-59 0,4-3-68 16,2 2-101-16,0-4-83 0,11-2-211 0,-15 0-466 0,15 0-712 16</inkml:trace>
  <inkml:trace contextRef="#ctx0" brushRef="#br0" timeOffset="170708.4594">11166 14539 604 0,'-8'-12'581'0,"4"1"-98"0,-1 3-58 15,0-1-48-15,0 0-55 0,1 2-14 0,4 7-18 16,-10-15-23-16,10 15-40 0,-7-10-48 0,7 10-42 16,-4-7-34-16,4 7-14 0,0 0-10 0,0 0-5 15,0 0 19-15,-4 14-19 0,6-2 10 0,0 2-30 16,1 4-6-16,0 4-9 0,2 3-8 0,-1 1-9 15,3 3 0-15,-1 1-1 0,1 1-7 0,1 1-3 0,1-3-1 16,0 2-2-16,1-5-2 0,1 2-1 16,-1-3 1-16,1 0-4 0,-3-3 0 0,2-3-2 15,-1-1-5-15,-2 0-3 0,1-4-4 0,-2-1 1 16,0-1-3-16,-2-3 8 0,0 0 1 0,-4-9-3 0,5 13-16 16,-5-13-16-16,0 0-16 0,0 0-21 15,-7 6 13-15,7-6-7 0,-13-9 10 0,3-1-18 16,0-5 10-16,-3-1-1 0,-4-9 18 0,0-5-11 0,-1-3 20 15,0-3 3-15,1-2-2 0,1-3 9 0,2-2 10 16,3-2 1-16,-1 1 2 0,5-3 4 0,2 1 1 16,3 0-1-16,3 8 24 0,2-5-1 0,3 4 13 15,2 2-6-15,3 0 26 0,-1 6-11 0,4 0 14 16,1 6-6-16,0 0 5 0,2 6-5 0,0-1 5 16,-1 5-13-16,2 3 0 0,-1 2-6 0,2 3 10 15,-1 4 2-15,0 0-3 0,1 4 2 0,-1 4-4 16,2 1-3-16,-1 3-3 0,-1 3-7 0,-1 0-5 15,-2 5 2-15,-2-3 0 0,-1 3-3 0,-4 2-4 16,-1 0 0-16,-5 0-5 0,-1-2-7 0,-3 3-2 16,-3 3-10-16,-3-2 8 0,-3 4-36 0,-3-1-11 15,-2-2-12-15,-3 0-13 0,0-2 2 0,0-1-14 16,-1-1-2-16,3-6 2 0,0 0-3 0,0-3 7 16,3-1 6-16,1-3-26 0,1-1 12 0,1-1 11 0,11-3 11 15,-20 3 23-15,20-3 9 0,-15 0 14 16,15 0 6-16,-13 0 11 0,13 0 9 0,0 0-8 15,-13 0 9-15,13 0 46 0,0 0 21 0,0 0 15 0,0 0 12 16,1 13 0-16,3-5 3 0,3 0 5 0,1 4-11 16,5 1-22-16,0 2 4 0,3-1-22 0,6 4 8 15,-2 0-9-15,5-2-2 0,6 3-13 0,0-1 2 16,3-2-16-16,1-2 6 0,1 0-11 0,-1-4 4 16,-1-2-3-16,-1 0-5 0,1-3-10 0,0-2-10 15,-3-1-10-15,-2-2-12 0,1 0-13 0,-2-1-7 16,-1-3 10-16,-2 1-27 0,0-4 13 0,-3-1-6 15,-1-1-5-15,-4-1 8 0,0 0 2 0,-3-2 8 16,-1 0 15-16,-4 1 7 0,-1-2 4 0,-2 5 6 16,0-4 5-16,-2 2 5 0,-3 0 1 0,-1 10 4 15,1-18 2-15,-1 18 2 0,-4-19 3 0,4 19 7 16,-6-17-1-16,6 17-1 0,-8-15 2 0,8 15 8 16,-9-14-8-16,9 14-1 0,-10-8 3 0,10 8 10 15,-11-5-5-15,11 5 15 0,-12-2-4 0,12 2-2 0,-16 6 6 16,16-6 4-16,-14 11 3 0,8-4 2 15,-2 1 3-15,2 0-8 0,0 3 4 0,3-1-4 16,-2-2-4-16,2 3-3 0,1 0-1 0,2-11 1 0,-1 21-3 16,1-21 6-16,2 20-5 0,1-10-5 0,1-1 0 15,2-1-9-15,1-2 9 0,3 1-5 0,2-2-2 16,2 0-3-16,2-1-6 0,2-4 1 0,0 0-1 16,2 0-4-16,0 0-4 0,1-4-16 0,2 1-13 15,1-2-12-15,-2-1-15 0,-1-1-10 0,1-1-2 16,-3-2-12-16,2-2 1 0,-3 0-18 0,-2-2 16 15,2-5 1-15,-3 1 11 0,-1-4 15 0,-3-2 14 16,-2 1 3-16,-1 1 10 0,-4-3 7 0,0 0 16 16,-4-2-6-16,0 1 30 0,-2-1-12 0,-2 2 29 15,0 0 0-15,-2 1 17 0,0 1-25 0,1 0 13 16,-4 3-17-16,0 0 7 0,2 2-13 0,-2 0 20 16,3 4-10-16,-2 1 2 0,2 1-13 0,-1 0 8 15,3 3-19-15,-2 1 7 0,2 0-11 0,4 8 7 16,-8-13-29-16,8 13 1 0,-5-10-26 0,5 10 8 15,-4-10-23-15,4 10 21 0,0 0-10 0,-8-11 17 16,8 11-5-16,0 0 24 0,-3-8-15 0,3 8 17 16,0 0-8-16,0 0 25 0,-8-10-18 0,8 10 25 0,0 0-14 15,0 0 21-15,0 0-12 0,0 0 17 0,-4-7-12 16,4 7 15-16,0 0-6 0,0 0 18 16,0 0 1-16,0 0 19 0,0 0-7 0,0 0 1 15,-6-7-16-15,6 7 3 0,0 0-11 0,0 0 3 0,-9-6-12 16,9 6 5-16,0 0-11 0,-11-6-3 15,11 6 3-15,0 0 0 0,-11-7-2 0,11 7-4 16,0 0 4-16,-12-6 12 0,12 6 0 0,0 0 8 0,-11-6 3 16,11 6-4-16,0 0-7 0,0 0-8 0,-9-6-2 15,9 6-12-15,0 0 5 0,0 0 7 0,0 0 4 16,0 0 0-16,0 12 25 0,0-12 17 0,7 17 17 16,2-3 13-16,0 2 5 0,1 4 7 0,5 4 13 15,0 2 24-15,4 4 7 0,0 2-34 0,3 1 23 16,1 0-41-16,2 1 35 0,-3 0-54 0,3 0 21 15,0 0-58-15,0-1 30 0,-1-2-12 0,-2 0-12 16,1-1-7-16,-3-2-10 0,-4-5-6 0,0-2-5 16,-3-4-8-16,-1 1-18 0,-1-2-37 0,-3-3-43 15,1-1-32-15,-1-2-31 0,-2-1-4 0,-2 0-35 0,3-3-32 16,-7-6-91-16,4 10-109 0,-4-10-59 16,0 0-87-16,0 0-130 0,0 0-284 0,0 0-575 15</inkml:trace>
  <inkml:trace contextRef="#ctx0" brushRef="#br0" timeOffset="171082.2963">12379 14576 234 0,'0'0'756'0,"-16"-10"-121"0,16 10-31 0,-13-8-50 16,13 8-41-16,-10-6-55 0,10 6-62 0,-9-6-71 16,9 6-84-16,-5-7-39 0,5 7-44 0,0 0-20 15,12-12-42-15,-3 7-12 0,4 2-22 0,4-2-3 16,3 2-32-16,1-1-36 0,4 0-39 0,1 0-44 15,1 0-9-15,2 0-46 0,-2 2-4 0,1-2-22 16,-1 2-1-16,0-3-7 0,-4 2 13 0,2-1 5 16,-6 1 18-16,0-1 27 0,-1-2 25 0,-5 0 21 15,0-2 15-15,-1 0 11 0,-5-1 21 0,-1 0 20 16,-2 0 31-16,-4 9 27 0,4-18 29 0,-4 18 24 16,-4-16 16-16,4 16 6 0,-8-15 13 0,8 15 7 15,-9-13-15-15,9 13-6 0,-9-7-24 0,9 7-10 16,-12-4 0-16,12 4-3 0,0 0 8 0,-15 5-7 15,15-5 12-15,-7 11-22 0,7-11-7 0,-2 14-10 0,2-14-1 16,2 19-15-16,3-7-6 0,-1 0 7 16,5 1-24-16,0 2 16 0,3 0-27 0,3 1-3 15,1-4-50-15,4 1-40 0,2 1-67 0,4-2-64 0,0-1-67 16,2 0-73-16,1-1-24 0,-3-2-68 16,1 1-64-16,-2-3-65 0,-2-1-318 0,-3-1-450 0</inkml:trace>
  <inkml:trace contextRef="#ctx0" brushRef="#br0" timeOffset="171399.2972">13214 14543 577 0,'0'0'540'0,"-6"-14"-50"16,6 14 8-16,-7-15-19 0,1 6-32 0,2 1-11 15,4 8-28-15,-9-14-30 0,9 14-20 0,-6-12-61 16,6 12-11-16,-4-12-87 0,4 12-9 0,0 0-71 16,6-12 9-16,-6 12-57 0,17-6 25 0,-17 6-59 15,26 3 26-15,-6 1-42 0,1 1 22 0,2 3-38 16,2 2 36-16,2 3-42 0,-2 0 28 0,2 2-42 15,-5 1 26-15,3 2-36 0,-2 1 29 0,-3-1-12 16,-2 1-9-16,-2-3 1 0,-3-1 2 0,-1 1-3 16,-4-3 8-16,-1 1-1 0,-3 0 3 0,-1-4 7 15,-1 1-3-15,-2-11 9 0,-2 19 13 0,-3-10 5 16,5-9 4-16,-15 8-4 0,15-8 14 0,-18 5 19 0,18-5 9 16,-23-5 10-16,12-3-1 0,0-1-14 0,1-3-12 15,2-2-14-15,3-3-45 0,1-1 31 16,6-2-42-16,0-3-1 0,5-1-58 0,2-2-4 0,7-1-65 15,4-1-35-15,2-2-47 0,3 4-45 0,4 1-79 16,-2 1-98-16,3 4-47 0,1 1-195 0,-4 3-442 16,-2 1-751-16</inkml:trace>
  <inkml:trace contextRef="#ctx0" brushRef="#br0" timeOffset="172515.5061">16257 14390 346 0,'0'0'483'0,"0"0"-74"0,0 0-55 0,0 0-23 16,-12-1-15-16,12 1-17 0,0 0-32 0,-10-6-21 15,10 6-6-15,-7-6-7 0,7 6-26 0,-8-7-19 16,8 7-15-16,-8-10-18 0,3 3-25 0,5 7-22 15,-7-14-5-15,7 14-21 0,-2-20-15 0,2 20-10 16,2-22-14-16,2 9-6 0,2 0-3 0,3-1-14 16,1-2-1-16,3 1-6 0,2 0-2 0,1 1 0 0,3 3-3 15,1-1-2-15,0 4-2 0,4 1 1 0,1 5 0 16,-1 2 8-16,3 4 17 0,7 4 3 0,1 6-7 16,-1 5-4-16,-1 1 0 0,-2 2-5 0,-3 3 1 15,-2 2 4-15,-3 0-11 0,-2 3 8 0,-3 0-13 16,-5-2 8-16,-2-3-14 0,-3 3 3 0,-4-5-2 15,-1 0 0-15,-3 1 0 0,-3-6 1 0,-1 4 1 16,-4 0-3-16,-3-3 9 0,-5 2-4 0,-3-2 5 16,-4-2 0-16,-3-3 1 0,-2-2 2 0,-1-1 1 15,-3-5 9-15,-1-1 6 0,5-4 5 0,-1-2-4 16,1-4 0-16,-2-1-5 0,2-5-18 0,2-1 17 16,3-3-10-16,4-2-5 0,2-5 0 0,5-1-8 15,4 1-15-15,5-1-16 0,5-2-24 0,5-5-14 16,4 3-3-16,6-6-17 0,2 5-26 0,5 0-24 15,0 3-46-15,3 0-26 0,0 3-65 0,-2 4 8 0,1 2-58 16,-1 1-24-16,1 2-70 0,0-1-98 16,-3 2-262-16,1 0-299 0</inkml:trace>
  <inkml:trace contextRef="#ctx0" brushRef="#br0" timeOffset="173316.4019">16901 13905 160 0,'4'-18'768'0,"-1"2"-164"0,-2-1 1 0,0 4-43 15,1 0-26-15,-2 13-56 0,1-21-60 0,-1 21-60 16,1-18-68-16,-1 18-49 0,0-14-44 0,0 14-28 16,0 0 22-16,0 0 5 0,0 0-3 0,0 0 35 15,17 14-51-15,-8 2 23 0,3 9-62 0,5 9 21 16,1 4-26-16,1 4-22 0,4 10-26 0,3 4-10 16,-1-1-60-16,0-3 44 0,4 8-56 0,-5-2 7 15,1-2 34-15,1 0-46 0,1-4 39 0,-4 0-23 16,1 0-20-16,-1-4-20 0,-5-7-22 0,-1-3-16 15,-1-1-16-15,-3-2 5 0,-3-7 11 0,0-2-3 16,-4-4 8-16,0-3 10 0,-1-3 4 0,-1 0 8 16,0-4 9-16,-1-1 9 0,-3-11-1 0,2 15-15 15,-2-15-29-15,-6 9-16 0,6-9-11 0,0 0-18 16,-20-6-10-16,9-2-16 0,-2-6-13 0,-1-4-3 0,-2-4 13 16,-3-8 11-16,1-1 12 0,1-3 15 0,1 0 32 15,1-1 0-15,3 0 27 0,1-2-4 16,1 6 7-16,3-1 14 0,3 7 9 0,1-8 10 15,3 6 4-15,2 1 4 0,3 1 2 0,3-1-1 0,3-1 0 16,3 5 0-16,4 3-5 0,0 3 6 0,3 4 3 16,0 3-3-16,2 3 4 0,2 3-4 0,-1 3 6 15,3 2-8-15,1 4 3 0,1 4-5 0,0 1 0 16,-3 1-5-16,1 5 8 0,-3-3-17 0,-3 3-1 16,-2-2-26-16,-3 2 20 0,-4-2-16 0,-2 1 14 15,-3-2-21-15,-3 0 2 0,-3-3 7 0,-3 1-1 16,-3 1-2-16,-3-2-2 0,-5 1 4 0,-2-3-9 15,-4 1 1-15,-4-2 4 0,-1-2 3 0,-2-1 6 16,-1-1 3-16,0-2 7 0,1-1 3 0,2-1 0 16,3 0 8-16,0-1 0 0,2-1 1 0,3-1 2 15,2 2 4-15,2-2 4 0,2 1-3 0,10 2-4 16,-14-6 6-16,14 6 3 0,0 0 20 0,0 0-24 16,5-15 19-16,-5 15-24 0,18-10-1 0,-7 8 3 0,4-4 1 15,0 0 1-15,3 1-2 0,-1 1 0 16,6-2 1-16,-1 2-3 0,2-2 4 0,-1 0-5 15,0 1-5-15,1-1-6 0,0-1-3 0,-3 1 1 16,1-2 1-16,-2 0 9 0,-2-2-3 0,-1 0 5 0,-2-2 3 16,-1-2-1-16,-3 1 3 0,-4 0 2 0,2 0 24 15,-4 0 21-15,-1-2 10 0,-2 4 7 16,-1 0 2-16,-1 11 3 0,-1-24-9 0,-1 16-13 0,-2-3-8 16,-1 4-1-16,-2 0-3 0,7 7-9 0,-14-9 5 15,14 9 8-15,-20 0-2 0,9 3-5 0,-1 3 1 16,-2 0 4-16,3 2 1 0,-1 3 3 0,3 2-1 15,0 0-7-15,3 0-2 0,0 2-2 0,5 1 6 16,1-1-11-16,2 1 10 0,5 1-19 0,1 0 10 16,3 0-15-16,4 0 14 0,4-2-22 0,3 1-10 15,5-3-50-15,0-1-50 0,3-4-65 0,1 3-83 16,0-4-75-16,2 0-44 0,-2 0-56 0,-4-3-119 16,1 2-525-16,-4-4-691 0</inkml:trace>
  <inkml:trace contextRef="#ctx0" brushRef="#br0" timeOffset="174550.2421">18151 14424 305 0,'-3'-10'805'0,"-1"-5"-144"0,-1 5-51 16,-1-4-52-16,2 1-53 0,-2 1-26 16,1 2-3-16,1 0-49 0,0 1-44 0,1 0-52 0,3 9-72 15,-6-14-58-15,6 14-44 0,-2-9-28 0,2 9-32 16,0 0-19-16,10-3-15 0,-10 3-14 15,22 10-9-15,-9-3-8 0,6 4-6 0,-2 1-40 16,5 2 38-16,-1 3-40 0,-1 0 22 0,0 0-51 0,-1 3 34 16,-1-3-34-16,-1 3 31 0,0 0-53 0,-4-4 5 15,0 2-26-15,-1-4 20 0,0 2-36 0,-5-3 30 16,-1 0-4-16,1-1 24 0,-3-1-6 0,0-2 14 16,-4-9 6-16,3 15 8 0,-3-15 3 0,1 13 7 15,-1-13 4-15,0 0 5 0,-7 11 2 0,7-11 1 16,0 0 3-16,-18-7-3 0,11 3-6 0,-1-4 16 0,-1-2-4 15,2-1-1-15,0-2 1 0,1-1-3 16,1 0-28-16,1 0 19 0,2 2-8 0,2-1-15 16,1 1-20-16,1 1-24 0,3 0-18 0,2 1-16 15,1 0-18-15,2 1-24 0,3 0-24 0,1 5-18 0,2-2-35 16,1 1-7-16,1 2 1 0,2 2-10 16,-1-1 0-16,2 2-14 0,1 0 5 0,-1 2 28 15,3 1 26-15,2-2 0 0,-1 4 36 0,-1-4 37 0,-3 4 29 16,0-5 34-16,-2 2 42 0,-1 0 52 0,-2 0 38 15,-2-2 80-15,-14 0 29 0,24 0 8 0,-24 0 13 16,19-3 2-16,-19 3 15 0,14-5 25 16,-14 5-5-16,9-7 1 0,-9 7-16 0,0 0-4 0,2-15 1 15,-2 15-3-15,-6-10-22 0,6 10-8 0,-11-9-12 16,11 9-9-16,-15-10-11 0,15 10-22 16,-16-5-9-16,16 5-32 0,-15-3-5 0,15 3-22 0,-14 0 14 15,14 0-29-15,-12 5 16 0,12-5-18 0,-11 8 27 16,11-8-32-16,-7 14 19 0,7-14-34 0,-3 15 1 15,3-15-3-15,1 19 25 0,-1-19-35 0,4 19 25 16,0-9-34-16,1 0 25 0,0 1-30 0,3-1 30 16,-1-1-32-16,2 1 23 0,-1-1-47 0,3-1 9 15,-1-1-31-15,0-2 10 0,1 1-4 0,-2-2 16 0,-9-4-9 16,20 5 12-16,-20-5-3 0,17-3 3 16,-17 3 8-16,17-6-8 0,-10 0 8 0,0-2-5 15,-2-3 9-15,1-2-8 0,-2-2 7 0,-1-2 1 16,-1 0-3-16,-1-2 12 0,-1 0 0 0,-1 0 1 0,0 0 17 15,-1 0 15-15,-1 1 1 0,0 1 9 16,-1 1 25-16,0 0 4 0,2 5 3 0,0-1-8 16,-1 2-15-16,3 10-17 0,-3-16-2 0,3 16-8 0,0 0-3 15,-4-9-11-15,4 9 33 0,0 0 1 0,0 0 7 16,5 12 7-16,0-3-9 0,1 0 0 0,2 3-36 16,0-1 29-16,2 1-39 0,3 3 40 15,0-1-40-15,3 1 34 0,-1 0-37 0,3-1 31 0,1 1-44 16,-1 0 15-16,0-4-57 0,1 1 9 0,-1-2-18 15,-2-1 16-15,-2-1 3 0,-1-2 17 0,-1-2 5 16,-1-1 11-16,-11-3-5 0,17 0 14 0,-17 0 2 16,17-6 8-16,-11-1-12 0,-1-2 16 0,-2-3-10 15,-1-3 16-15,-1-3-7 0,-1-3-1 0,0-5-1 16,-2-7 2-16,0-1 3 0,-1-3-5 0,-1-4 10 16,1-2-10-16,-1 1 21 0,1 8-1 0,0 3 80 15,0 4-4-15,1 3 53 0,-2 4-50 0,2 3 17 16,0 2-64-16,1 2 13 0,-1 2-49 0,2 11 33 15,-3-12-40-15,3 12 49 0,0 0 3 0,0 0-4 0,-3 16 5 16,4-3 0-16,1 3 5 0,2 5-3 16,0 4-7-16,3 2-9 0,1 4-7 0,0-1-5 15,4 7-11-15,2 0-38 0,-1-1 34 0,1-1-64 0,1 1 0 16,1-3-99-16,-1 1-26 0,1-2-61 16,-3-6-44-16,0-1-36 0,-1 0-5 0,-3-6 3 15,0-1 20-15,-2-3 6 0,-2-1 12 0,0-2 32 0,-2-2 33 16,-3-10 30-16,2 14 22 0,-2-14 20 0,0 0 33 15,-6 8-2-15,6-8 41 0,-9-6 17 0,9 6 10 16,-14-13 8-16,6 5 5 0,0-3 21 0,0 0 17 16,-1-1 17-16,2-2 31 0,1-1 28 0,1 3 5 15,1-2 2-15,2 3 20 0,-1 0 26 0,3 11 16 16,2-21 4-16,0 11-7 0,-2 10-1 0,8-17-16 16,-3 10-8-16,3 1-5 0,1 1 0 0,0 2 2 15,-9 3-6-15,23-2-7 0,-11 2 26 0,0 2-42 16,3 2 16-16,-1 1-35 0,1 2 17 0,-2 0-41 15,2 2 19-15,-2 0-40 0,1 1 28 0,-1 2-47 0,-1 0 28 16,2 1-41-16,-4-1-5 0,1-1-59 16,-2 1-36-16,0-1-29 0,-2 1-49 0,2-1-28 15,-2-1-87-15,-2 1-123 0,0-3-75 0,-1 1-153 16,-4-9-480-16,7 12-736 0</inkml:trace>
  <inkml:trace contextRef="#ctx0" brushRef="#br0" timeOffset="174742.1046">19587 14233 832 0,'-3'-17'719'0,"1"3"-107"0,0 2-52 16,1 0-91-16,0 2-94 0,1 10-82 0,-2-18-62 16,2 18-43-16,0 0-41 0,5-14-33 0,-5 14-43 15,11-2-57-15,-11 2-65 0,20 7-103 0,-10 3-54 16,2 3-84-16,0 1 20 0,-2 4-56 0,0 2-12 15,-1 1-40-15,-2 0-442 0,-1 0-355 0</inkml:trace>
  <inkml:trace contextRef="#ctx0" brushRef="#br0" timeOffset="175501.0956">19722 14471 255 0,'0'0'607'0,"0"0"-103"16,0 0-42-16,-3 12-8 0,3-12-18 0,0 0-42 16,0 0-3-16,0 0-45 0,-6-12-12 0,6 12 8 15,0 0-32-15,-1-16 0 0,1 16-70 0,2-12 18 0,-2 12-59 16,4-13 29-16,-4 13-60 0,5-11 10 15,-5 11-68-15,9-8 17 0,-9 8-21 0,13-7-45 16,-13 7 31-16,18-2-53 0,-18 2 31 0,22 0-46 16,-10 2 38-16,-1 2-47 0,1 0 30 0,-1-1-43 0,-1 3 35 15,2 0-38-15,-1 1 33 0,-1 0-39 16,2 4 35-16,-2-2-40 0,-1 1 37 0,2 2-50 0,-2-2 30 16,0-1-48-16,-1 1 34 0,-1-1-22 0,-1-2-9 15,-1 1-7-15,-5-8-15 0,10 13-10 0,-10-13 8 16,9 10 6-16,-9-10 9 0,6 7 7 0,-6-7-5 15,0 0-27-15,0 0-46 0,0 0 27 0,0 0-14 16,0 0 7-16,0 0-8 0,-6-8-26 0,6 8 3 16,-4-15-51-16,4 15 9 0,-1-22 2 0,1 9-3 15,3-2 23-15,0-1 19 0,1-2 24 0,1 0 22 16,1 4 12-16,0-2 24 0,1 1 12 0,0 2 24 16,0-1 10-16,0 3 16 0,1 0 7 0,-1 3 4 15,-1 0 2-15,1 1-5 0,1 2 6 0,-8 5 12 16,15-4 8-16,-15 4 10 0,17 0-4 0,-17 0 3 15,19 4 6-15,-7 1-3 0,0 2 1 0,0 1-4 16,2-1-6-16,-1 2 7 0,1 0-13 0,-1-1-4 0,1 2-2 16,-1-1 7-16,2 2-12 0,2-1 3 0,-4-1-9 15,2-1 1-15,-1 0-5 0,2 0-3 0,-3-1-8 16,2-1 4-16,-1 0-4 0,0-2-1 16,-3-1 8-16,1 0-7 0,0 0 14 0,-2-2-4 0,-10-1 2 15,23-1-19-15,-12-1 14 0,1-1-10 0,-1-1 6 16,0 0-8-16,2-4 5 0,-2-1-12 0,1-2 1 15,-1-3-6-15,0 0 8 0,-1-1-8 0,-1-1-2 16,-2 1 4-16,-2-1 2 0,-1 1-2 0,-3 0-4 16,0 0 12-16,-2 1-8 0,-2-1-2 0,0 0 3 15,-4 1-2-15,-2 1 1 0,-2 1 0 16,0 2 6-16,1-1-9 0,-2 3 1 0,3 2-3 0,1-1-1 16,8 7 4-16,-15-5 2 0,15 5 2 0,0 0-2 15,-14 1 3-15,14-1 6 0,0 0 12 0,1 14 6 16,-1-14 7-16,10 16 0 0,0-4 8 0,4 0 3 15,0 1 11-15,4 0-15 0,3 3-20 0,-1-1 27 16,2 1-25-16,0 0 47 0,0-1-22 0,1 0 46 16,-1 0-40-16,0 0 37 0,-4-1-47 0,0-2 38 0,-2 1-38 15,0 0 38-15,-1 0-45 0,-1-1 33 0,-2 0-55 16,-3-2 46-16,2 1-45 0,-3 1 36 16,-2-1-8-16,-1 2-4 0,0-4-10 0,-2 2-3 0,-3-11 0 15,0 20-4-15,-3-10-5 0,-4 1-4 0,-3-2-3 16,-5 2-30-16,-4 1-52 0,-5-4-79 0,-5 0-78 15,-3 1-81-15,-3-2-98 0,-7 1-117 0,-3-3-105 16,6-2-821-16,0 0-1070 0</inkml:trace>
  <inkml:trace contextRef="#ctx0" brushRef="#br0" timeOffset="176901.5504">24401 14183 270 0,'-12'-17'648'0,"0"0"-148"16,-2 0 7-16,1-1-27 0,-3-2-28 0,3 2-34 16,0 0-36-16,0 1-5 0,3 1 16 0,-3 1-28 0,4 4-20 15,2 1-43-15,-1 0-53 0,2 2-54 16,1 1-49-16,5 7-34 0,-10-9-23 0,10 9-17 16,0 0-1-16,-10 6-5 0,10-6 4 0,-4 22 5 0,2-5-8 15,1 4-2-15,1 4-5 0,-1 2-8 0,2 2-11 16,0 6-8-16,0 0-5 0,2-1-8 0,1 0-39 15,1 0 42-15,2 0-37 0,0-1 36 0,0 0-1 16,2-3-2-16,0-1-8 0,0-3-2 0,-2-2-1 16,2-3 0-16,-2-1-4 0,-2-4-1 0,0-1 0 15,-1-4 1-15,0 2 1 0,1-3 1 0,-2 0 1 16,-3-10 6-16,4 15 1 0,-4-15-2 0,4 10-3 16,-4-10-2-16,0 0 0 0,0 0-2 0,0 0-3 15,0 0 5-15,0 0-5 0,0 0-1 0,0 0-1 16,0 0 1-16,0 0-12 0,0 0 12 15,0 0 5-15,0 0-5 0,0 0 2 0,1-13-3 0,-1 13 1 16,0 0-2-16,0 0 0 0,-2-14 0 0,2 14-32 16,0 0 42-16,0 0-37 0,-2-10 36 0,2 10-34 15,0 0 41-15,0 0-39 0,0 0 36 0,0 0-1 0,-1-12 1 16,1 12-36-16,0 0 36 0,0 0-37 16,0 0 39-16,0 0-3 0,0 0-36 0,0 0 43 15,0 0-40-15,0 0 36 0,-2-10-35 0,2 10 38 0,0 0-3 16,0 0-3-16,0 0 2 0,0 0-39 15,0 0 40-15,0 0-3 0,0 0-37 0,0 0 43 16,0 0-40-16,0 0 44 0,0 0-42 0,0 0 45 0,0 0-45 16,0 0 38-16,0 0-4 0,0 0-35 0,0 0 37 15,0 0-33-15,0 0 38 0,0 0-41 0,0 0 39 16,0 0-39-16,0 0 43 0,0 0-39 0,0 0 38 16,0 0-37-16,0 0 37 0,0 0-37 0,0 0 40 15,0 0-41-15,0 0 38 0,0 0-39 0,-3-10 41 16,3 10-43-16,0 0 39 0,0 0-37 0,0 0 36 15,0 0-39-15,0 0 41 0,0 0-43 0,0 0 40 16,0 0-40-16,0 0 43 0,0 0-41 0,0 0 38 16,0 0-38-16,0 0 39 0,0 0-39 0,0 0 39 15,0 0-34-15,0 0 35 0,0 0-43 0,0 0 47 16,0 0-41-16,0 0 40 0,0 0-40 0,0 0 37 16,0 0-36-16,0 0 42 0,0 0-36 0,0 0 29 15,0 0-3-15,0 0-39 0,0 0 41 0,0 0-5 16,0 0-39-16,0 0 40 0,0 0-2 0,0 0-38 15,0 0 42-15,0 0-40 0,0 0 36 0,0 0-42 16,0 0 35-16,0 0-41 0,0 0 38 0,0 0-38 16,0 0 41-16,0 0 0 0,0 0-42 0,0 0 42 0,0 0 1 15,0 0-3-15,0 0-2 0,0 0 0 0,0 0 3 16,0 0-4-16,0 0-34 0,0 0 42 0,0 0 2 16,0 0-5-16,0 0 3 0,0 0-6 0,0 0 1 15,0 0-6-15,0 0-10 0,0 0-13 0,0 0-55 16,0 0 13-16,0 0-59 0,0 0 1 0,0 0-53 15,0 0-32-15,0 0-28 0,0 0-31 0,0 0-48 16,0 0-79-16,0 0-18 0,0 0-31 0,0 0-64 16,-5-9-64-16,5 9-359 0,0 0-511 0</inkml:trace>
  <inkml:trace contextRef="#ctx0" brushRef="#br0" timeOffset="179501.5119">24151 14291 477 0,'0'0'399'16,"0"0"-19"-16,0 0-87 0,6-7 20 0,-6 7-78 0,0 0 44 15,0 0-41-15,0-13 15 0,0 13-35 0,-3-11-7 16,3 11-29-16,-4-14-7 0,4 14-21 15,-7-16 5-15,3 7-6 0,1-1-19 0,-1 1-14 0,0-2-19 16,1 3 28-16,1-3-22 0,0 3-4 16,1-4-37-16,1 12 5 0,1-22-18 0,1 12-10 0,1-1-6 15,3 1-11-15,1 0-5 0,2-1-7 16,1 2 1-16,3 1-6 0,0 1 0 0,3 0 0 0,-1-1-2 16,3 3-2-16,-2 0-5 0,3 3 8 0,1 0-3 15,-2 2 2-15,3 2 7 0,2 3 10 0,1 2 8 16,3 1-1-16,-2 6 13 0,2 1 0 0,4 4-2 15,-2 2 4-15,1 3 13 0,-2 2 6 0,0 2-3 16,-1 1-31-16,-4 1 23 0,2 3-18 0,-3-1 21 16,-2 2-33-16,-2-2 29 0,-2 2-12 0,-3 0-10 15,-5-3-1-15,0-2-5 0,-5-2-2 0,-2-4 1 16,-3 2 4-16,-2 2-3 0,-4-5-4 0,-3 3 2 16,-4-3 3-16,-1 1 0 0,-5-2-1 0,-2-4 7 15,-2-2-7-15,-7 3-9 0,-4-4 4 0,3-3-8 16,0-2 2-16,-4-4-5 0,0 0 1 0,-1-4 1 15,0-2-7-15,1-2 4 0,2-4 0 0,2-2 4 16,-3-3-1-16,3-5-4 0,3-2 13 0,3-2-16 0,2-3-3 16,3-4-34-16,3-1 38 0,3-2-33 0,4-4 25 15,3 4-16-15,2-2-8 0,4-2 0 16,1 3 3-16,4-2-1 0,2 2 3 0,3 2-6 0,0 2 8 16,3 1-10-16,-1 3-6 0,2 5-5 0,1 1-22 15,1 1-16-15,2 2-12 0,1 2-39 0,2 4-27 16,1-1-42-16,2 3-40 0,-2 3-57 0,3 2-31 15,-1 2-54-15,3 3-12 0,0 0-67 0,1 3-90 16,-1 3-326-16,3 0-432 0</inkml:trace>
  <inkml:trace contextRef="#ctx0" brushRef="#br0" timeOffset="180336.9923">24736 14177 608 0,'0'-23'624'0,"0"3"-85"16,2-2 16-16,-2-1-68 0,1 2-16 0,0 0-52 16,0 2-16-16,1 1-46 0,-1 2 11 0,0 2-60 0,2 0-9 15,-1 5-93-15,-2 9-19 0,2-18-73 0,-2 18 22 16,6-6-10-16,-6 6-1 0,12 6 2 16,-1 3 4-16,2 8 6 0,4 5-1 0,4 9-8 15,2 3-11-15,2 3-17 0,2 8-12 0,0 5-14 0,1 1-46 16,-1-2 35-16,0 1-50 0,1 1 50 0,-2 0-18 15,-1 0-13-15,0 1-5 0,-3-5-16 16,-2-6-11-16,-1-2-18 0,-4 0-12 0,1-4-8 0,-4-1 1 16,-1-6 4-16,0-1 1 0,-4-6 2 0,0-2 10 15,-2-1-2-15,1-3 3 0,-2-1 2 0,0-5 5 16,-1 2 6-16,1-1 4 0,-4-10 7 0,4 15-5 16,-4-15 4-16,0 0-7 0,3 11-15 0,-3-11-17 15,0 0-21-15,-6-10-5 0,3 3-21 0,-4-3-26 16,1-4-13-16,-4-5 1 0,0-2-8 0,1-4-9 15,-3-2 13-15,-1-2 13 0,1 2 15 0,2-2 8 16,0-3 28-16,1 3-1 0,1 1 26 0,1 2-2 16,3 1 17-16,1 0-5 0,1 2 17 0,0 5 2 15,4-1 12-15,0 1-14 0,3 0 0 0,3 2 6 0,1 0 2 16,5 3-6-16,-1 2-3 0,3 4 2 16,-1 1-1-16,2 4 3 0,0 1-9 0,-1 1 14 15,1 3-8-15,0 2 43 0,1 3-45 0,-1 2 24 0,0 1-22 16,-2 3 16-16,1-1-11 0,-5-1 10 0,1 3-22 15,-3-3 20-15,-1 3 2 0,-1-5-4 16,-5 2 2-16,0-2-5 0,-2-10-5 0,-4 20 15 16,0-9-24-16,-3-4-6 0,-2-2 5 0,-5 2-8 0,1-2 2 15,-5-2 0-15,1 1-5 0,-2-3 12 0,-2-1-1 16,4 0 4-16,-2-1 0 0,3 0 1 0,2-2-10 16,1 3-3-16,1-2 4 0,12 2-12 0,-18-5-18 15,18 5-13-15,-12-3-7 0,12 3 4 0,0 0 9 16,0 0 10-16,12-5-2 0,-12 5-5 0,17-5-7 15,-17 5 1-15,26-2-2 0,-11 0 0 0,1 1 2 16,2-1 2-16,-1 0-1 0,2-1-3 0,0 1 0 16,-2-2 8-16,3 2 9 0,-3-2-5 0,0 0 21 15,0-1 6-15,0-1 5 0,-3 0 2 0,3-2 5 16,-4-2 2-16,3-2 4 0,-5 2 2 0,1-4 0 16,-2 1 2-16,-1 1 9 0,-1-2 9 0,-2 2 12 15,-1-1 0-15,-1 0 10 0,-2 1-8 0,0 0 9 16,-2 12 0-16,0-20-5 0,0 20 2 0,-6-18-4 0,6 18 4 15,-9-12 2-15,9 12 12 0,-14-6 4 0,14 6 10 16,-13 2-1-16,13-2-8 0,-16 9-3 16,9-3 11-16,1 1 4 0,1 5-7 0,3-4-6 15,0 4-2-15,0 0-8 0,4 0-4 0,1 2-13 0,3 0-2 16,1 2-6-16,4 0-13 0,3-1-41 0,2-1-78 16,5 3-70-16,2-3-96 0,-1 1-70 0,1-1-80 15,1-3-63-15,-3-2-123 0,-1 1-337 0,0-1-532 16</inkml:trace>
  <inkml:trace contextRef="#ctx0" brushRef="#br0" timeOffset="181487.4859">25915 14497 671 0,'-2'-12'573'16,"2"12"-5"-16,0-20 3 0,0 20-52 0,0-22-59 15,0 22-40-15,0-19-36 0,0 19-32 0,0-16-40 16,0 16-56-16,2-14-48 0,-2 14-48 0,3-10-33 15,-3 10-22-15,0 0-20 0,15-2-13 0,-4 5-20 0,-1 2-8 16,3 2-36-16,3 5 22 0,-1 1-33 16,1 1 20-16,0 0-39 0,0 2 1 0,-3 1-26 15,1-1-3-15,-1 1-4 0,-2 0-3 0,-1 1 1 16,-2-4-4-16,-1-2 8 0,-1 1 3 0,0-1 10 0,0-4 9 16,-2 1 5-16,-4-9 8 0,5 14 3 0,-5-14 7 15,2 11 1-15,-2-11 2 0,0 0 6 16,-6 7 12-16,6-7 16 0,0 0 0 0,-15-4-2 0,15 4-8 15,-8-8-6-15,8 8-1 0,-11-14-3 0,7 7-4 16,1-3-3-16,-2-1-19 0,3 0-5 0,2 11-11 16,0-21-25-16,0 21-25 0,2-21-30 0,1 11-21 15,0 0-41-15,3 2 3 0,0 1-7 0,1 0-13 16,3-1-20-16,0 3 1 0,-1 0 25 0,3-1 13 16,-1 3 19-16,2-1 15 0,-1 1 19 0,1 0 18 15,1 0 18-15,-1 0 17 0,0 2 13 0,-1-2 8 16,-1 0 35-16,-1 0 30 0,-10 3 12 0,19-5 21 15,-19 5 38-15,16-5 26 0,-16 5 0 0,11-6 3 16,-11 6-13-16,7-9 18 0,-7 9-2 0,4-8 2 16,-4 8-5-16,0 0 6 0,0-12-7 0,0 12-7 15,0 0-14-15,-9-7-6 0,9 7-4 0,0 0-8 16,-15 0-10-16,15 0-5 0,-12 5 2 0,12-5-12 16,-11 10-7-16,11-10-1 0,-9 12 9 0,9-12-13 0,-5 17-1 15,5-17-13-15,-2 18-5 0,2-18-6 0,0 18 1 16,2-6-6-16,1-4-4 0,0 3 0 15,1-3-4-15,0 2-12 0,1-3-17 0,-5-7-15 0,8 15-1 16,-8-15 1-16,12 12-1 0,-12-12 6 0,7 8 7 16,-7-8 0-16,10 6-5 0,-10-6-2 0,0 0-2 15,12-1 6-15,-12 1 6 0,9-7-7 16,-9 7 4-16,5-10-8 0,-5 10 6 0,6-17 10 0,-6 17 4 16,4-20 1-16,-4 20 5 0,4-19 15 15,-4 19-4-15,2-17 15 0,-2 17 19 0,0-15 12 0,0 15 7 16,0-13-8-16,0 13-4 0,0 0-9 0,0-14-9 15,0 14 1-15,0 0 4 0,0 0 4 0,0 0-1 16,0 0 5-16,0 0 9 0,0 0-7 0,-4 9 3 16,4-9-7-16,4 14-1 0,0-7-4 0,2 1 3 15,1 2-7-15,5 0-7 0,-1 0-3 0,0-1 0 16,5 1-9-16,1 1-14 0,-1-3-11 0,0 0-18 16,0-2-11-16,-1 1-6 0,1-2-5 0,-3-1 0 15,1 0 10-15,-3-1 10 0,3-2 5 0,-14-1 5 16,20-2 9-16,-20 2 4 0,16-7-1 0,-9-1-1 15,-3-1 11-15,-2-1 2 0,0 0 6 0,-4-7-1 16,0-1 1-16,-3-3 0 0,-3-7 14 0,-2-1-17 0,-1-7 15 16,0-2-5-16,-3 1 19 0,1-4-18 0,1 2 32 15,2 2-5-15,1 8 33 0,-1 1 9 0,2 6 5 16,3 1 8-16,-1 6-10 0,1-2-22 16,1 5-30-16,-1 2-5 0,5 10-4 0,-5-10-3 0,5 10 4 15,0 0 15-15,0 0 4 0,2 19 0 0,3-6-1 16,2 8 10-16,0 1 2 0,4 5 3 15,1 1-3-15,1 4-5 0,3 2-14 0,-1-3-6 0,-4-3-23 16,3-1 24-16,-3 2-26 0,3-2-25 0,-5-2-33 16,-1-3-32-16,-1 0-30 0,0-1-15 0,-2-2 3 15,-1-3-2-15,-2 1 11 0,0-5 1 0,1 1 15 16,-3-13 12-16,0 17 16 0,0-17 15 0,0 14 18 16,0-14 6-16,0 0 10 0,-7 7-1 0,7-7 9 15,0 0 2-15,-9-7 5 0,9 7 1 0,-7-14-1 16,7 14-2-16,-4-20-5 0,4 8 9 0,0 12-1 15,0-22 4-15,2 10 10 0,0 1 11 0,1 2 7 16,1-1-4-16,-1 2 3 0,3-1 2 0,-6 9 1 16,9-10-2-16,-9 10-2 0,14-7 7 0,-14 7 7 0,15-2 7 15,-15 2 4-15,18 4 3 0,-7-1-1 0,-2 2-6 16,1 0 3-16,-2 2-3 0,3 1-3 0,-1 1-6 16,-1 1-4-16,1 0-4 0,-2 1-7 15,1 0 5-15,1 0-27 0,-3 0-39 0,1-1-55 16,0 0-76-16,-3 0-93 0,1-3-125 0,-2 3-33 0,-4-10-136 15,8 15-541-15,-8-15-719 0</inkml:trace>
  <inkml:trace contextRef="#ctx0" brushRef="#br0" timeOffset="181685.373">26965 14239 346 0,'4'-17'710'0,"0"3"-136"15,3 0-76-15,-3 2-65 0,3-1-80 0,3 3-56 16,-4 2-67-16,2 1-38 0,1 2-44 0,1 0-26 16,-10 5-32-16,20-2-45 0,-20 2-61 0,22 4-59 15,-8 3-93-15,-3 2-11 0,0 3-70 0,-1-2-43 16,-4 6-70-16,1 0-489 0,-3 0-394 0</inkml:trace>
  <inkml:trace contextRef="#ctx0" brushRef="#br0" timeOffset="182252.5583">27184 14434 267 0,'0'0'634'0,"1"12"-97"16,-1-12-8-16,0 0-9 0,0 0-53 16,0 0-48-16,6-7-16 0,-6 7-10 0,0 0-31 15,6-9 4-15,-6 9-41 0,0 0-51 0,5-8-50 0,-5 8-46 16,0 0-34-16,10-3-23 0,-10 3-19 0,0 0-17 16,17 3-8-16,-17-3-8 0,14 6-4 15,-14-6-11-15,13 9-39 0,-13-9 38 0,16 10-44 0,-16-10 33 16,11 11-41-16,-11-11 40 0,11 13-13 0,-11-13-6 15,7 12 2-15,-7-12-17 0,5 10-2 0,-5-10 0 16,0 0-5-16,-2 16-19 0,2-16-9 0,-10 9-9 16,10-9-15-16,-15 8-50 0,15-8 33 0,-19 5-32 15,8-3 41-15,-2-1-27 0,13-1 25 16,-20 0-22-16,20 0 8 0,-19-3-24 0,19 3 7 16,-17-9-8-16,17 9-9 0,-11-11 12 0,11 11-18 0,-5-18 3 15,5 18 5-15,4-22 5 0,-1 9 15 0,3-1 5 16,2 0 12-16,-2 0 14 0,3 1 6 0,1 0 15 15,2 1 9-15,-3 0 30 0,5 2 14 0,-3 0 1 16,0 3 6-16,3 1 1 0,-1-1 22 0,-1 4-6 16,-12 3 33-16,22-1-10 0,-8 3 14 0,-3 1-21 15,1 3-2-15,-1 0 3 0,1 1-3 0,0 2-3 0,-3 0-7 16,2 2-3-16,0-2-2 0,-2 3-14 0,0-1 4 16,1 0-17-16,-2 0 9 0,-1 1-1 0,2-1-6 15,0-1-2-15,-2 0-2 0,1 1 6 16,-1-4-2-16,1 0-8 0,1 0 5 0,-1 0 4 0,0-2 6 15,-8-5 1-15,17 6 1 0,-17-6 2 0,16 2-8 16,-16-2-4-16,22-3-20 0,-10-3 24 0,1 0-22 16,0 0 18-16,1-3 5 0,-1 1-6 0,3-1-7 15,-3 0 3-15,1 0 16 0,-1 1 14 0,-1 0 10 16,-1 0-1-16,-1 1-9 0,0 1-10 0,-3 0-2 16,1 4-11-16,-8 2-1 0,19-8-7 15,-19 8-11-15,20-3-34 0,-20 3-28 0,24 1-47 0,-11 1-63 16,0 0-65-16,0 1-88 0,-1 0-97 0,0-1-71 15,0 3-186-15,-3 0-472 0,1-2-767 0</inkml:trace>
  <inkml:trace contextRef="#ctx0" brushRef="#br0" timeOffset="183470.0293">29607 14079 371 0,'1'-15'476'0,"-1"1"-62"16,0 1 14-16,0 0 3 0,1-1-25 0,-2 1-46 15,1 1 2-15,0 12 3 0,0-21-28 0,0 21-23 16,0-18-93-16,0 18-22 0,0-13-69 0,0 13-7 0,0 0-16 15,0 0 58-15,0 0-26 0,0 0 40 16,9 11-36-16,-4 3 47 0,-1 3-50 0,2 5 28 16,2 6-44-16,0 2 11 0,0 4-48 0,2 2 16 0,1 3-41 15,0-1-9-15,0 0-1 0,2 1-5 0,0-2-8 16,-1 0-4-16,1-1-10 0,-3-6-5 0,1-2 22 16,-2 0-32-16,0-1 25 0,-1-7-37 0,-1-1 26 15,-2-2-48-15,0-3 24 0,-1 0-29 0,0-3 36 16,-1-1-24-16,-3-10 40 0,6 15-33 0,-6-15 28 15,0 0-33-15,0 0 27 0,0 0-24 0,0 0-4 16,-5-13 2-16,0 0-3 0,-1-3 3 0,-1-6-6 16,-1-7-13-16,-1-3 31 0,0-4-34 0,1-4 25 15,1-1-48-15,-1 0 45 0,3-2-39 0,2-1 42 16,0 7-31-16,3 1 40 0,0 7-26 0,0 1 1 16,1 4 6-16,0 4 13 0,1 4-12 0,1 1-2 15,1 7 3-15,-4 8 34 0,14-10-33 0,-14 10 30 16,18 7-35-16,-5 3 41 0,4 5-38 0,2 4 36 0,6 7-1 15,1 2-38-15,0 3 39 0,3 1-36 16,8 5 40-16,0 1-36 0,2-1 4 0,1 0 0 16,1-1 2-16,-1-3 28 0,-5-7-55 0,1 1 17 15,-2-4-34-15,-1-2 33 0,-1-2-45 0,-6-4 47 0,-1-2-33 16,-4-4 51-16,-4-3-33 0,0-3 47 0,-4-1-43 16,1-4 56-16,-2-2-37 0,0-3 22 0,-3-4-8 15,-2-3-2-15,-2-5 2 0,-4-6 45 0,-1-1-48 16,-4-8 35-16,-3-6-7 0,-2-5-4 0,-5 1-3 15,0-3-7-15,-4-6 0 0,3 9-34 0,-2-1 44 16,1 4-34-16,0 3 16 0,3 4-7 0,1 8-1 16,3 4 1-16,1 3-2 0,1 2-11 0,1 4-38 15,1 1-45-15,5 12 7 0,-7-13-3 0,7 13-15 16,0 0-7-16,0 0-55 0,9 7-42 16,-1 5-44-16,3 5-45 0,4 4-54 0,1 4-12 0,3 5-10 15,2 1-24-15,1 3-10 0,0-2-42 0,-2 0-344 16,2 0-321-16</inkml:trace>
  <inkml:trace contextRef="#ctx0" brushRef="#br0" timeOffset="184407.6355">30736 14383 560 0,'13'-9'543'0,"-13"9"8"0,13-13 5 16,-7 7-38-16,-1-3-23 0,0 0 30 0,2-1-15 0,-3 2 0 16,-4 8-42-16,7-16-43 0,-7 16-44 15,7-12-82-15,-7 12-35 0,5-9-82 0,-5 9-10 0,0 0-64 16,4-13 6-16,-4 13-50 0,0 0 28 0,0 0-24 15,0 0 11-15,7 8-38 0,-7-8 23 0,3 13-38 16,-3-13 33-16,6 19-48 0,-2-6 36 0,1 0-46 16,2 1-1-16,-1-1-3 0,1 2 4 0,1-2-4 15,0 0-21-15,2 0-1 0,0 2-55 0,1-1-11 16,0-1-57-16,-1-3 11 0,0 1-48 0,2-1 40 16,-1-2 14-16,1 0 19 0,-3-1-24 0,1-4 42 15,1 1-43-15,-11-4 39 0,20 0-27 0,-9-4 31 16,-2 1-13-16,1-5 17 0,0-2 0 0,-2 0 29 15,1-3 10-15,-1 0 16 0,-1 1 0 0,-1-1 12 16,0 1 14-16,-1-1 34 0,-1 2 9 0,0 3 17 0,-4 8 14 16,7-17-3-16,-7 17-9 0,4-12-11 15,-4 12-10-15,4-11-16 0,-4 11 0 0,0 0 6 16,0 0 18-16,0 0 12 0,0 0 4 0,10 6 7 16,-10-6-10-16,5 16 7 0,-2-7-38 0,2 2 40 0,0 2-32 15,1-1 26-15,0 2-35 0,2 0 26 0,2 2-7 16,1 1-8-16,0-1-4 0,3-1-1 15,0-1-9-15,2 3 6 0,-1-5-20 0,2 2-15 0,1-3-26 16,-1 0-16-16,3-1-7 0,-2-2 14 0,-1-1-7 16,-1-3 10-16,1 1 2 0,-1-4 1 0,-1-1 3 15,-1-1 4-15,2-4-7 0,-2-2 10 0,2-2-11 16,-1-4-31-16,-1-2 59 0,1-5-33 0,-1-2 28 16,-1-3 22-16,-1-3-20 0,-1-2 0 0,-1-8-1 15,-1 0 0-15,-3 0 2 0,-1-6 6 0,-1 2 2 16,-3 4-4-16,1 1 4 0,-3 1 1 0,-1 2 10 15,0 1 5-15,-2 3-24 0,0 5 49 0,1 0-30 16,-3 2 45-16,2 3-41 0,0 3 36 0,0 2-48 0,1 3 32 16,0 3-41-16,3 9 42 0,-8-13-44 0,8 13 48 15,0 0-3-15,-19 6 12 0,12 4-2 0,-2 5 7 16,2 4 10-16,0 3 2 0,0 7 6 0,1 1 1 16,2 3 8-16,3 2-1 0,1 1-10 0,4 1-2 15,2 5-7-15,2 1-40 0,3-1 30 0,2-1-4 16,2-1-14-16,3-1-4 0,1-2-5 0,3-2 1 15,2-2-10-15,0-4 32 0,3-1-45 0,-2-4 33 16,-2-5-42-16,-1-1 34 0,0-4-39 0,-3-3 35 16,1-4-38-16,-2-2 40 0,0-2-42 0,1-1 41 15,-2-4-35-15,0-2 36 0,-1-3-33 0,1-5-4 0,-2-3 4 16,2-5 4-16,-3-4-3 0,2-8 1 0,-3-2-7 16,0-6 26-16,-3-1-47 0,-1-5 40 0,0-4-48 15,-2 0 39-15,-1-4-57 0,-2-2 9 0,0 1 13 16,-2-1 8-16,-3 8 6 0,-1-1 7 15,-1 6 3-15,-2 7 6 0,-1 5 2 0,0 3 10 0,-2 6-9 16,0 3 1-16,0 6 4 0,-4 2 6 0,1 7 9 0,-1 3 15 16,-4 5-9-16,0 6 49 0,-2 8 14 15,3 7 11-15,-1 9 16 0,2 4 11 0,4 6 29 16,5 3 11-16,3 4 2 0,3 0-6 0,4 3-22 0,5 7 31 16,3 1-26-16,2-2-3 0,4-2-16 0,1-1-102 15,3-3-13-15,1-2 0 0,2-3 0 0,1-3 0 16,-3-10 0-16,-2-1 0 0,2-3 0 0,-2-5 0 15,1-2 0-15,-5-5 0 0,-1-1-228 0,-3-2-161 16,0-5-65-16,-3 0-209 0,0-1-131 0,-1-2-195 16,-1-1-494-16,-1-1-1107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8:54:52.7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2490 1835 337 0,'0'0'308'15,"0"0"-62"-15,-7-9 40 16,7 9-1-16,-6-9 7 0,6 9-45 0,-6-9-23 16,6 9-41-16,-9-9-23 0,9 9 11 0,-8-11 26 15,8 11-6-15,-10-12-32 0,10 12-30 0,-9-12 6 0,9 12 12 16,-7-10-12-16,7 10-13 0,-7-9-7 0,7 9-26 15,-9-9-16-15,9 9-13 0,0 0-15 0,-8-9-8 16,8 9-11-16,0 0 0 0,-6-6-14 0,6 6 0 16,0 0-5-16,0 0-1 0,0 0 3 0,-3 11-3 0,3-11 5 15,3 14 4-15,-1-3 36 0,0 1-22 0,1 3-1 16,0 2-1-16,0 1 0 0,1 3-4 0,2 2-2 16,-3-1-63-16,1 1 72 0,-1 1-67 15,2-1 66-15,0 1-64 0,-1-1 69 0,0 0-64 16,0-2 65-16,-1 2-66 0,0-5 64 0,0-2-63 15,-2 0 64-15,1-3-66 0,0-1 71 0,0-1-68 16,0-1 68-16,-2-10-62 0,2 17 110 0,-2-17-40 0,1 12 87 16,-1-12-95-16,0 0 58 0,0 0-93 0,0 0-1 15,0 0 0-15,-11-4 70 0,7-4-88 0,-2-4 77 16,-1-2-83-16,1-1 78 0,-1-7-97 0,-1-6 87 16,-1-1-14-16,2-4 0 0,-1-5-13 0,0-1-11 15,1 0 4-15,0 3-9 0,3 3-1 0,0-2-5 0,-1 2 2 16,3 2-76-16,0 6 97 0,1 1-79 0,-1 4 79 15,2 1-78-15,0 2 84 0,0 3-83 0,2 1 92 16,1-1-90-16,3 3 76 0,3 0-67 0,0 1 79 16,4 6-77-16,2-1 77 0,4 5-76 15,2 1 79-15,5 4 0 0,5 4-9 0,4 5-10 16,0 2-2-16,0 4-8 0,-1 2 9 0,0 3-6 16,-2 1-9-16,-1 4 3 0,-1 1 0 0,-4 1-79 0,0 0 94 15,-3 2-81-15,-4-1 85 0,0-1-76 0,-4 0 87 16,-3-4-84-16,-2-1 83 0,-4-2-74 0,-1-2 84 0,-2-1-83 15,-3 0 88-15,-4-1-90 0,0 0 84 16,-4-1-83-16,-1-1 82 0,-4-3-88 0,-1 1 74 16,-6 0-86-16,-1-3 46 0,-4 0-79 0,-2-3 68 15,2-4-66-15,0-1 61 0,-1 0-55 0,2-3 76 16,2-2-68-16,1-1 55 0,3 0-59 0,-2-1 58 16,4-1-51-16,2 1 68 0,3 0-56 0,-1-2 64 0,12 3-56 15,-18-5 62-15,18 5-64 0,-10-5 65 0,10 5-51 16,0 0 58-16,0 0-54 0,6-11 57 0,-6 11-72 15,18-8 55-15,-2 4-84 0,1-2 35 0,6 0-67 0,1 0 44 16,3 0-84-16,-2 0-7 0,7-1 9 0,3 0-5 16,-1-1 29-16,1 1-2 0,-1-2 7 0,0 2 3 15,-1 0-7-15,0-2 5 0,-1 0 27 0,-2 2 17 16,-2-3 11-16,-4 3 16 0,-2 0 7 0,-3 0 15 16,-4 1 5-16,0 1 12 0,-2-2 26 0,-3 3 21 0,-2-2 26 15,0 1-6-15,-8 5 52 16,11-11-18-16,-11 11 124 0,6-10-54 0,-6 10 15 15,0 0 20-15,1-13-2 0,-1 13-16 0,0 0-1 0,-3-11-23 16,3 11-33-16,0 0-27 0,0 0-20 0,-4-9-27 16,4 9-8-16,0 0-6 0,0 0-11 0,0 0-58 15,0 0 83-15,-3 11-83 0,3-11 65 0,1 11-58 0,-1-11 58 16,5 15-59-16,-5-15 60 16,7 15-59-16,-3-5 57 0,1-3-61 0,2 1 1 0,0 0-41 15,0 0-81-15,0-1-93 0,1-1-29 0,-2 1-53 16,1-2-75-16,1 0-533 0,-8-5-512 0</inkml:trace>
  <inkml:trace contextRef="#ctx0" brushRef="#br0" timeOffset="201.8297">3161 1817 290 0,'-7'-10'565'0,"4"2"-143"0,3 8-92 0,-7-14-72 15,7 14-38-15,-5-11-60 0,5 11-35 0,-5-9-24 0,5 9-23 16,0 0-26-16,-4-9 1 16,4 9-22-16,0 0-8 0,0 0-7 0,8 5-24 15,-8-5-105-15,13 9-81 0,-5-2-112 0,1 4-81 16,1 0-149-16,2 0-43 0</inkml:trace>
  <inkml:trace contextRef="#ctx0" brushRef="#br0" timeOffset="619.8699">3523 2044 595 0,'0'0'487'0,"0"0"-111"15,0 0 47-15,-2-12-7 0,2 12-47 0,0 0-50 16,0 0-60-16,0 0-50 0,0 0-45 0,-3-9-34 16,3 9-25-16,0 0-13 0,0 0-17 0,0 0-11 15,6 10 0-15,-6-10-69 16,9 12 58-16,-9-12-64 0,9 16 73 0,-4-8-80 0,0 1 56 0,1 1-59 15,-1 1 4-15,0-2 2 0,2 3 6 0,-1-2-1 16,-1 0 4-16,1-1 59 0,-1 0-68 0,0 0 58 16,-5-9-67-16,9 15 59 0,-9-15-58 0,10 12 58 0,-10-12-56 15,8 8 56-15,-8-8-58 0,8 5 65 0,-8-5-72 16,0 0 8-16,16-4 2 0,-16 4 7 0,13-12 60 16,-5 3-74-16,1-3 61 0,-1 1-64 0,0-2 59 15,1 1 0-15,-1 1-9 16,0-2-10-16,0 2 3 0,-1 0-5 0,1 3-60 15,-3-1 68-15,0 2-3 0,-5 7-2 0,10-13-4 0,-10 13 5 16,10-7-13-16,-10 7 4 0,9-6 0 0,-9 6 0 16,0 0 18-16,15 3-18 0,-15-3-53 0,13 8 65 15,-7-1-56-15,1 0 67 0,-1 1-64 0,3 3 80 16,-2-1-73-16,1 1-2 0,2 0 9 0,-2 2 3 16,0-1 5-16,1-1 3 0,1 1-4 0,-1-3 7 0,-1 2-81 15,1-1-138-15,-3-2-45 0,1-1-92 0,-7-7-171 16,8 12-315-16,-8-12-399 0</inkml:trace>
  <inkml:trace contextRef="#ctx0" brushRef="#br0" timeOffset="814.3113">3732 1849 468 0,'-10'-11'575'0,"3"-1"-142"15,-1 5-96-15,2-3-60 0,0 3-58 0,1 0-74 0,5 7-20 16,-8-12-23-16,8 12-26 0,-6-10-19 0,6 10-16 16,0 0-1-16,0 0-45 0,9-6-85 0,-9 6-64 15,9 4-56-15,3 2-84 0,0 0-71 0,1 1-189 0,1 2-68 16</inkml:trace>
  <inkml:trace contextRef="#ctx0" brushRef="#br0" timeOffset="1238.6741">4395 1927 474 0,'0'0'457'0,"11"-6"17"15,-11 6-37-15,6-8-70 0,-6 8-36 0,0 0-54 16,-1-14-53-16,1 14-49 0,-6-10-33 0,6 10-9 16,-12-7-21-16,12 7-31 0,-19-6-15 0,19 6-13 15,-23-2-15-15,11 3-7 0,-1 1-7 0,0 2-2 16,0 0-11-16,0 2 1 0,1-1-3 0,0 4-4 15,2-1-2-15,3-1 4 0,-1 3-3 0,2-2-48 16,1 0 59-16,2 3-54 0,3-11 58 0,-2 18-51 0,2-18 57 0,5 19-56 16,0-10 9-16,3 1 7 0,2 0 57 0,0-1-63 15,3 0 4-15,0-1 5 0,2 0 3 0,-2-1 0 16,2 0 3-16,-1 0-2 16,2 0 3-16,-3-1 2 0,0 1-2 0,1-1 5 0,-2 0-2 15,0 0 4-15,-1-1-6 0,-2 1 3 0,1-1 4 16,-1 1-1-16,-1 0-5 0,-1-2 3 0,-7-4 7 15,13 10-9-15,-13-10 11 0,8 9 31 0,-8-9 41 0,0 0 37 16,3 13 6-16,-3-13-2 0,-6 8 12 0,6-8-20 16,-18 10-14-16,5-6-9 0,-3 1-14 0,-1-1-16 15,-2 1-13-15,-2-1 0 0,-2 1-18 0,4-1-6 16,1 0-1-16,0-2-10 0,2 1-6 0,3-1-6 16,1 0-30-16,12-2-72 0,-19 3-68 0,19-3-94 15,0 0-91-15,-14 0-86 0,14 0-179 0,0 0-346 16,9-9-553-16</inkml:trace>
  <inkml:trace contextRef="#ctx0" brushRef="#br0" timeOffset="1466.7494">4786 2032 902 0,'0'0'756'0,"-9"-9"-90"0,9 9-208 0,-9-7 17 0,9 7-140 0,-7-6 9 15,7 6-134-15,0 0 43 0,-10-8-136 0,10 8 47 16,0 0-101-16,0 0 61 0,0 0-94 0,-8 6 73 0,8-6-96 16,3 12 69-16,-3-12-80 0,6 18 3 0,-2-7-5 15,2 0 6-15,0 2-9 16,0-1 4-16,1 2-2 0,0-2-40 0,2 1-120 16,-1-1-154-16,-1 0-95 0,0-2-122 0,1-1-577 15,-3-1-731-15</inkml:trace>
  <inkml:trace contextRef="#ctx0" brushRef="#br0" timeOffset="1652.3403">4699 1748 591 0,'-14'-22'670'0,"3"3"-69"16,-1 1-47-16,2 0-112 0,1 3-18 15,0 1-137-15,2 1 16 0,-1 1-126 0,3 1 31 0,0 1-115 16,5 10 42-16,-7-13-94 0,7 13 68 0,6-8-119 15,-6 8-86-15,15 0-178 0,-4 5-182 0,4 3-161 16,3 3-377-16,0 6-593 0</inkml:trace>
  <inkml:trace contextRef="#ctx0" brushRef="#br0" timeOffset="2252.4426">5142 2034 479 0,'0'0'701'0,"0"0"-221"0,2-14 3 0,-2 14-154 16,3-13 34-16,-3 13-82 0,3-15 44 0,-3 15-72 16,3-15 33-16,-3 15-112 0,4-13 32 0,-4 13-116 15,6-9 46-15,-6 9-91 0,8-9 58 0,-8 9-87 16,12 0 72-16,-12 0-92 0,16 5 68 0,-8-1-80 16,1 1 69-16,1 1-81 0,-2 2 70 0,1 0-70 15,-2 2 64-15,1 0-73 0,-2 1 75 0,-1 0-76 0,-1-2 5 16,-4-9 7-16,1 19 14 15,-1-19-4-15,-3 19 5 0,0-8 4 0,-2-1 3 0,-2 0-1 16,-3-1 1-16,-1 0 6 0,0-2-4 0,-2-1 1 16,3 0 4-16,0-1 0 0,-1-3-3 0,11-2-4 15,-18 2-18-15,18-2-5 0,-15-4-1 0,15 4 3 0,-13-11-24 16,9 4-10-16,0-2 41 0,2-2-60 0,2-1 56 16,2-1-58-16,3-4 62 0,0 2-49 0,2-1 67 15,2 2-2-15,2-3 0 0,1 3-1 0,1 0 3 16,2 3-1-16,0-1 2 0,-1 3 30 0,1 3-34 15,2 1 1-15,-1 0 2 0,2 3 0 0,1 1 3 0,-2 2 15 16,1 2-18-16,0 2-55 0,1 1 73 0,1 0-59 16,-1 2 65-16,-1 3-60 0,0-1 63 0,0 0-60 15,1 3 61-15,-4-2-59 0,2 1 6 0,-3-1 5 16,0-1 6-16,-3 0 6 0,1-2-3 0,-1 1 3 16,-2 0 1-16,0-3 3 0,-2 0 4 15,-7-6 0-15,14 11 4 0,-14-11 6 0,10 6 4 16,-10-6-1-16,10 3 22 0,-10-3-7 0,0 0-3 0,13-6-8 15,-13 6-3-15,11-14 60 0,-5 6-67 0,0-2 61 16,0-2-70-16,-1 0 58 0,1 1-70 0,-1 2 99 16,1 0-73-16,-2 0 73 0,-4 9-77 0,7-16 63 15,-7 16-77-15,8-10 63 0,-8 10-76 0,9-6 71 16,-9 6-71-16,12-1 83 0,-12 1-88 0,13 5 75 0,-4 0-76 16,0 2 2-16,2 0 11 0,1 4 0 0,1-1-1 15,4 3 3-15,0 0-5 0,4 4-28 0,2-3-112 16,0 1-147-16,1 0-50 0,1-2-231 0,1-1-469 15,1 1-670-15</inkml:trace>
  <inkml:trace contextRef="#ctx0" brushRef="#br0" timeOffset="2936.2531">7121 1694 179 0,'-6'-13'539'0,"-1"2"-145"0,0-1-60 15,-2-1-67-15,2-2 23 0,0-2-3 0,-1-2-17 16,-1-1-16-16,3-2 30 0,0 2-86 0,0-2 30 16,2 0-87-16,-1 0 46 0,3 4-6 0,1-1-16 15,0 1-29-15,1 1-13 0,1 0-23 0,1 3-11 16,1 3-22-16,2 0-18 16,2 1-1-16,0 2-10 0,2 2-8 0,3 3-5 15,2 3-65-15,3 5 72 0,4 1-72 0,3 7 70 0,1 1-66 16,3 10 9-16,-1 2 77 0,0 4-81 0,-3 4 71 15,0 2-76-15,-3 2 71 0,0 2-65 0,-5 0 67 16,0 1-72-16,-3-1 81 0,-3-1-81 0,-1-2 7 16,-4-4 8-16,-2-2 6 0,-2-5 7 0,-3 1 7 15,-2-2 14-15,-2-3 19 0,-3-1 2 0,-1-1 2 16,-2-4 14-16,-4-1-3 0,-3-2-9 0,-2-4 4 16,-3 0-15-16,-3-7-1 0,-2 0-10 0,-6-5 0 0,0-4-6 15,-5-4-2-15,-1-4 8 0,1-3 61 0,2-5-93 16,1-3 78-16,2 0-58 0,3-3 54 0,4 1-100 15,3-1 89-15,4 1-90 0,3 6 77 0,6-1-81 0,4 4 92 16,3 4-102-16,0-1 69 16,7 1-138-16,5 0-30 0,2 2-153 0,3 1-53 15,6 1-65-15,3 0-163 0,2 4-473 0,2 1-678 16</inkml:trace>
  <inkml:trace contextRef="#ctx0" brushRef="#br0" timeOffset="3782.7533">7764 1374 438 0,'-15'-22'715'0,"-3"1"-185"0,1-2-103 16,0 2-45-16,-1 1 17 0,1-1-27 0,0 2 9 15,2 3-42-15,0 0-51 0,2 3-5 0,2 1-131 16,1 2 52-16,1 1-120 0,2 3 66 0,7 6-125 15,-12-7 77-15,12 7-99 0,0 0 108 0,-4 12-65 16,6 3 72-16,4 6-81 0,4 7-6 16,4 10 14-16,2 8 13 0,3 10-1 0,1 6 59 15,1 5-70-15,-4 4 49 0,1 5-69 0,-2 2-4 16,0 2-2-16,-3 2-41 0,0 3 56 0,-2-2-12 16,0-1 2-16,-1-4-8 0,-2-5-2 0,0 0-48 15,0-8 52-15,1-3-41 0,-3-12 7 0,0-2-3 0,-1-5 2 16,-2-9 4-16,2-3 4 0,-2-4 3 0,-1-4 1 15,1-4 11-15,-1-1 1 0,-1-3 8 0,0-2 0 16,-1-13-6-16,1 14-4 0,-1-14 2 0,0 0 2 16,0 0-9-16,-9-7-5 0,4-5 37 15,-3-6-52-15,0-5 43 0,-1-8-10 0,-2-8-2 16,0-4-10-16,0-2-45 0,-1-5 47 0,2 0-37 0,1-2-2 16,1-1 50-16,3 2-4 0,1-1-8 0,4 2-3 15,1 2 13-15,4 4-16 0,3 0 63 0,1 5-81 16,4 3 67-16,2 2-67 0,-2 7 53 0,8 0-59 15,0 4 42-15,-1 6-47 0,3 1 68 0,1 4-70 16,-3 2 64-16,2 5-70 0,-3 2 65 0,0 3-63 0,1 3 58 16,0 1-65-16,-1 5 9 0,-1 0 5 0,-1 3 10 15,-2 1-1-15,-1 1-20 0,-3 1-26 0,-2 1-17 16,-2-1-22-16,-3 0-9 0,-2 0 3 0,-3-1 8 16,-2 1-2-16,-2 0-2 0,-3 0 5 0,-2-3 13 15,-3 2-4-15,-4-2 9 0,-1-2 3 0,-3 0 7 0,-1-1 16 16,-1-1 10-16,-1-4 10 0,0 0 12 0,4-1 4 15,0-1 4-15,1-1 8 0,4 0 2 0,0 0 2 16,14-1 2-16,-22 2-1 0,22-2 2 0,-16-1-5 16,16 1 3-16,0 0 8 0,0 0-9 0,0 0 2 15,8-12-4-15,5 8-7 0,2-2-9 0,4 2-20 0,4-3-16 16,2 0-17-16,5 1-11 0,-1-1-13 0,3-1 0 16,-1 0-15-16,1-1-4 0,0 0-20 0,0-2 19 15,-2 0 13-15,0-1 26 16,-3-1 10-16,-2 2 17 0,-4 1 11 0,-2-2 7 15,-3 0 14-15,2-1 2 0,-8 1 3 0,-2 0 2 0,0-1 49 16,-4 1-43-16,-2 0 14 0,-1 0 66 0,-3 3 55 16,-1-2-63-16,-2 2 56 0,-1 0 7 0,-1 2-15 15,-1 1-26-15,-1 0-9 0,-1 4-16 0,10 2-10 16,-18-2-7-16,7 5-7 0,1 1-1 0,2 2 4 16,-2 0 14-16,3 3-10 0,1 1-55 0,2 2 66 0,1-1-64 15,1 2 61-15,2 1-57 0,2 1-3 0,3-1 17 16,1 3-1-16,3-2-1 0,3 2-4 0,1-2-3 15,2 1 3-15,2-4-62 0,3 1-152 0,0-1-100 0,3-4-179 16,0 0-419-16,1-2-481 0</inkml:trace>
  <inkml:trace contextRef="#ctx0" brushRef="#br0" timeOffset="4167.3576">8792 1946 393 0,'-9'-8'733'0,"1"-2"-112"0,1 3-166 16,0 0-8-16,1 0-92 16,6 7 35-16,-9-13-117 0,9 13 27 0,-7-14-120 0,7 14 37 15,-3-10-121-15,3 10 52 0,4-7-100 0,-4 7 63 16,10-5-94-16,-10 5 70 0,19 1-90 0,-8 3 69 0,3 2-81 16,-1 2 71-16,2 3-79 0,1 1 64 0,-2 2-73 15,2 2 72-15,-2 0-77 0,0 1 14 0,-1 0-5 16,-1-1 6-16,-2 2 8 0,0 0-3 0,-1-2 11 15,-3-1-6-15,0-2 4 0,-1 0 1 0,-1-2 5 16,-1-2-1-16,-3-9 6 0,5 18 17 0,-5-18-12 16,2 14 1-16,-2-14-1 0,0 0 0 15,-3 10-1-15,3-10 7 0,0 0-7 0,0 0 3 16,-16-3 3-16,16 3-3 0,-10-13 4 0,10 13-8 0,-9-18-1 16,5 5-2-16,0-1 77 0,0 0-88 0,2 0 67 15,1-2-85-15,0 2 77 0,2 1-88 0,1-3 77 16,2 2-78-16,1 1 69 0,2 0-91 0,2 1 12 0,1 0-148 15,1 3-19-15,3 0-121 0,0 4-10 0,3 1-29 16,0 0-27-16,2 3 17 0,3 1-89 0,-1-1-251 0,5 2-231 16</inkml:trace>
  <inkml:trace contextRef="#ctx0" brushRef="#br0" timeOffset="5216.9573">9496 1945 24 0,'0'0'455'0,"11"-4"-38"0,-11 4-49 0,0 0-50 16,3-11 46-16,-3 11 35 0,-7-13-92 0,1 6 78 0,-1-1-91 15,-3 0 68-15,-1 0-116 0,-1-1 34 0,-1 2-116 16,-1 0 78-16,2 1-119 0,-2 0 57 0,3 1-115 0,1 1 78 16,-1 1-114-16,11 3 67 0,-17-3-97 0,17 3 80 15,-15 2-75-15,8 4 84 0,7-6-86 0,-10 11-2 16,10-11 6-16,-6 15 1 0,6-15 4 0,-2 24-1 0,2-24-1 16,4 21 2-16,1-9-1 0,0 2-3 0,2 0 1 15,1-2-1-15,2 1-2 0,3 1-4 0,-1-3 6 16,-1-1-35-16,1 1 29 0,1-3 2 15,-1 2 1-15,2-4 0 0,-1 0 6 0,0 0-12 0,-2-4 1 16,0 1 0-16,-11-3 2 0,19 0 6 0,-19 0-12 16,16-8-1-16,-10 1 1 0,1 0 3 0,-4-5 9 15,1-1-14-15,-3-2-2 0,0-2 79 0,-2-2-85 16,0-5 51-16,-3 0-62 0,1 1 79 0,-1-1-87 16,-1 1 85-16,1-1-87 0,-1 5 87 0,1 0-84 0,1 3 86 15,-2 1-85-15,1 1 12 0,-1 3 16 0,3-1 10 16,-1 4-2-16,3 8-3 15,-5-15 4-15,5 15 29 0,-3-9-36 0,3 9 0 0,0 0 2 16,0 0 18-16,0 0-11 0,2 12-7 0,-2-12 0 16,8 18 1-16,-5-6 40 0,5 2-47 0,3 4 4 15,1-1 37-15,5 4-35 0,1-1 0 0,1 1 24 16,9 1-37-16,-6-3 4 0,2-3 5 0,-1 1 6 16,0-2-18-16,2-2 14 0,-4-2-48 0,1-3 46 0,-1-1 3 15,-2-3 7-15,-1-2-13 0,1-1-1 0,-1-3 2 16,-1-2 10-16,-3-3-3 0,1-1-5 0,-2-4-5 0,-2-5 0 15,-3-2 3-15,-3-1 0 0,-1-4 0 0,-3-2 1 16,-2-7 0-16,-1-2-2 0,-2-8 2 0,-1 1 0 16,-2-2 2-16,-2-1 75 0,1 1-85 0,0 0 74 15,-2 2-77-15,1 2 73 16,-2 3-73-16,1 6 104 0,1 3-36 0,2 6 63 0,-1 1-59 16,3 5 48-16,-2 2-74 0,2 1 38 0,1 2-69 15,4 11 58-15,-5-10-39 0,5 10 66 0,0 0-43 16,-4 8 47-16,4-8-46 0,2 24 46 0,-1-5-34 0,2 5 10 15,0 6 6-15,2 5-4 0,2 7-4 0,3 3 1 16,1 1-6-16,4 10-8 0,1 3-14 0,1-1-3 16,2 0-9-16,0 0-38 0,-1-2 41 0,-1-2-44 15,-1-11 3-15,-1 0 3 0,-1-3 0 0,1-1 39 16,-3-3-46-16,-1-5 35 0,-2-5-40 0,-1-3 29 0,0-4-43 16,-3-3 31-16,1-2-49 0,-1-1 16 0,-1-5-86 15,-4-8 4-15,5 11-90 0,-5-11 11 0,0 0 18 16,0 0 11-16,0 0 26 15,2-16 13-15,-5 7 34 0,0-3-9 0,-1-3 33 0,0-1 18 16,0 2 7-16,-1-6 11 0,-1 3 9 0,1-2 6 16,1 1 1-16,1 0 8 0,0 1 8 0,0 0 2 15,2 1 0-15,1 2 81 0,0 0-93 0,2-1 83 16,1 1-91-16,1 1 6 0,3-1-6 0,1 3 17 0,2-1 1 16,1 2 81-16,2-1-89 0,2 2 85 0,2 1-69 15,-1 2 68-15,3 1-86 0,1 2 90 0,-2 0-87 16,4 2 79-16,2 1-93 0,0 1 88 0,2 4-87 0,4 3 5 15,-5-2 16-15,0 2-12 0,2 1 4 0,-2 3 3 16,-2-1 5-16,-2 1 6 0,-1 0-11 16,-4 1 2-16,0 0 1 0,-2 1 4 0,-1-1 7 0,-5 0-11 15,-1-2 2-15,-3 0-26 0,-2-1 35 0,-2-10-26 16,-2 22 28-16,-3-13-26 0,-3 2 36 0,-3-3-34 0,-2-1 35 16,-3 1-34-16,0-4 28 0,-3 2-22 15,0-3 27-15,-1-1-29 0,0 1 34 0,2-3-33 0,-1-2 35 16,1-1-35-16,0-2 35 0,1-1-38 0,3-4 33 15,1-1-5-15,-1-2-1 0,5-3-3 0,2 1 18 16,2-1-28-16,1-1-1 0,3 1-2 16,0-1 5-16,2 0 7 0,1 2 60 0,2 0-90 15,2 0 79-15,1 2-84 0,1 1 61 0,1 0-167 16,3 3-47-16,0 0-182 0,1 2-57 0,-1 6-93 16,1-4-165-16,0 4-353 0,0 0-643 0</inkml:trace>
  <inkml:trace contextRef="#ctx0" brushRef="#br0" timeOffset="5604.8846">10657 1938 443 0,'-8'-12'629'0,"3"1"-102"0,-1-1-21 0,1 0-98 0,3 0 14 16,1-1-65-16,2 0 45 0,1 1-101 0,3-2 58 15,3 2-131-15,1 2 77 0,2 0-115 0,3 3-31 16,2 1-22-16,4 2-5 0,1 3-13 0,2 5-15 15,4 0-15-15,2 6-14 0,1 2-16 0,4 4-5 0,-2 2-12 16,-2 4-11-16,-2 0-10 0,-1 1-2 0,-4 5-2 16,-1 0-50-16,-2 2 55 0,-5-5-47 0,-3 0 4 15,2 0 3-15,-6-5 7 0,-1 1 26 0,-2-1 14 16,-1-4-41-16,-3 1 59 0,-1-4-35 0,-1 0 55 16,-3-2-13-16,0-3 35 0,-1 1-46 0,5-9 57 15,-16 8-55-15,16-8 58 0,-14 0-37 16,6-4-8-16,-3-1 0 0,2-4-6 0,1-3 24 15,3-3-51-15,0-2 32 0,2-6 0 0,5-3-7 16,-1 0-18-16,6-7-5 0,2-5-6 0,6 1-9 16,3 1 2-16,3 3-4 0,1 1-8 0,3 2-1 15,3 2-6-15,-1 6 4 0,2 0-11 0,-3 8 8 0,0 0-20 16,0 3-39-16,-2 5-90 0,1 2-73 0,-3 3-79 16,-3 3-15-16,0 2-180 0,-2 2-49 0,-4 4-35 15,-3 1-160-15,-1 2-442 0,-4 3-796 0</inkml:trace>
  <inkml:trace contextRef="#ctx0" brushRef="#br0" timeOffset="6539.7312">3573 2987 231 0,'-50'1'336'0,"8"2"-112"16,3-2-1-16,-1 2-68 0,3-2 7 0,0 2-63 16,2 0 17-16,6-1-24 0,0 1 33 0,2 0-42 15,3 0 19-15,4-2-27 0,1 2 0 0,3-1-7 16,1-1-4-16,3 0-21 0,12-1 3 0,-23 2-16 16,23-2 5-16,-14 2-16 0,14-2 0 15,0 0-1-15,-12 2 4 0,12-2-8 0,0 0 4 16,20-1 11-16,-1-1 16 0,9-1 11 0,18-3-4 0,9-1 26 15,19 0 45-15,14-3 25 0,8 1-14 0,26-3 7 16,6 0-3-16,9 2-6 0,2 0-15 0,8 0-2 0,2 1 3 16,2 1 5-16,2 0-23 0,1 0-12 0,0 2-8 15,-3 0-11-15,-2 0-6 0,-4 2-7 0,-5 0-5 16,-4-3-5-16,-7 2-7 0,-22 0-8 0,-3 1-1 16,-6 0-4-16,-5-1 0 0,-6 1-2 0,-6 0-7 15,-8 0-2-15,-15 0-3 16,-6 1 0-16,-12 2-4 0,-4-2-2 0,-7 2 1 15,-4-1-5-15,-4 2-1 0,-2-1-1 0,-1-1-5 16,-5 0-8-16,1 1-49 0,-14 1-65 0,18 0-82 0,-18 0-118 16,0 0 1-16,15-2-152 0,-15 2-552 0,0 0-644 15</inkml:trace>
  <inkml:trace contextRef="#ctx0" brushRef="#br0" timeOffset="7252.3927">8117 2840 394 0,'-39'-1'367'0,"0"2"-89"0,1-1-42 16,0 1-49-16,-2-1-30 0,2 1 2 15,1-3 31-15,1 4-71 0,-1 0 48 0,5-2-83 0,1 1 60 16,1 0-70-16,3 1 62 0,-1-2-53 0,2 1 43 16,4 0-47-16,1 0 27 0,1 0-30 0,2-1-14 15,2 1 2-15,1 0-5 0,2-1 0 0,13 0 9 16,-23 0-3-16,23 0-11 0,-14 1-9 0,14-1-5 15,0 0-8-15,0 0 0 0,0 0 3 0,19-1-1 0,8-1 15 16,12 1-18-16,18-2 22 0,21 0 8 0,12 0 3 16,8 0 10-16,9 2-6 0,30-2 6 0,6 1 3 15,6 1-16-15,3 0-3 0,3-1-6 0,3 0-3 16,5 2-8-16,2-1-3 0,1-1 0 0,0-1 0 16,1 2 4-16,0-2-9 0,-3 0 2 0,-2-1-7 15,-4 0-11-15,-4-1 27 0,-4 0-25 0,-4 1-4 0,-5 0 4 16,-4 1 22-16,-24 1 4 0,-6 0-28 0,-3 0 44 15,-3 1-31-15,-6 1-4 0,-5 0-6 0,-7 0-3 16,-6 1-2-16,-17-1-1 16,-5 0 13-16,-11 1-23 0,-6 0-2 0,-8-1-18 0,-4 0 22 15,-3 1-19-15,-2-1 28 0,-6 0-23 0,1 0 25 16,-3 0-27-16,-13 0 28 0,16 0-32 0,-16 0 28 16,0 0-27-16,9 5 21 0,-9-5-27 0,0 0-43 0,-9 5-70 15,9-5-76-15,-13 6-76 0,13-6-25 16,-18 7-86-16,10-2-72 0,-4-1-72 0,-1 1-371 0,-1 0-476 15</inkml:trace>
  <inkml:trace contextRef="#ctx0" brushRef="#br0" timeOffset="9556.2773">13888 3198 141 0,'-2'-11'764'0,"2"11"-159"0,0 0-155 0,-2-14-78 16,2 14-109-16,0 0-29 0,-1-10-69 0,1 10-12 16,0 0-39-16,0 0 9 0,0 0-36 0,-2-12 13 15,2 12-34-15,0 0 13 0,0 0-17 0,0 0 21 0,9-10-31 16,-9 10-2-16,13-7-17 0,-1 2 9 0,3-1-23 16,1 0 7-16,2-3-15 0,4 0 13 0,3-2-21 15,-2-1 11-15,4-2-14 0,-1-2 14 0,4-3-5 16,-1-1-12-16,-2-4 13 0,2-2-18 0,-2-3 15 15,-4-1-16-15,2-5 0 16,-5-1 1-16,-2-2 5 0,-3-3 11 0,-1-1 4 0,-3-1 14 16,-2-1 9-16,-4-2 4 0,-1 2-3 0,-4 4 1 15,-2-5 0-15,-3 2-10 0,-2-1 3 0,0 1 12 16,-3 2 60-16,-4 0-64 0,1 3 70 0,-2 2-64 0,1 4 72 16,1 5-89-16,1 3 66 0,1 4-67 0,1 3 79 15,4 4-94-15,-1 1 61 0,-1 1-91 0,0 4 78 16,8 7-81-16,-9-3 79 0,9 3-82 0,-11 11 107 15,7 5-71-15,0 3 16 0,0 8 16 0,2 9 47 16,5 11 21-16,2 7 1 0,3 14 6 0,1 6 1 16,5 5 3-16,1 5-37 0,4 21 2 0,-2 2-1 0,2 1-5 15,-4 0 26-15,-1-16-43 0,-3-2-8 0,-2 0-9 16,0-2-31-16,-1-2 30 0,-3-4-42 0,0-3 40 16,-2-3-14-16,1-3-4 0,-4-14-5 0,0-2-1 0,-3-4-8 15,1-3-2-15,-3-3-41 16,1-6 45-16,-2-5-36 0,-1-4 35 0,0-3-31 15,0-8 36-15,1 1-40 0,-3-3 34 0,2-5-100 16,-1-1-38-16,-2-5-91 0,3 0-82 0,7-8-91 0,-20 3-67 16,20-3-17-16,-19-8-42 0,6-1-107 0,3-6-541 15,-5 0-778-15</inkml:trace>
  <inkml:trace contextRef="#ctx0" brushRef="#br0" timeOffset="10204.1043">13807 3626 530 0,'-9'-10'492'16,"2"1"-39"-16,1 0-116 0,-1 1 31 0,2 0-63 15,1-1-24-15,2 0-28 0,2 9-19 0,-1-18-53 0,4 7-15 16,3 0-42-16,6 0-12 0,1-3-34 0,6 3-14 16,8-4-12-16,-1 2-10 0,10-1-9 0,0 2-9 15,4-2-6-15,2 3-3 0,2-2 8 0,1 3-16 0,2 0 9 16,-1-2-13-16,2 2 1 0,-1 0-6 0,1 0-2 15,-4-1 2-15,3 1-1 16,-4 1 1-16,1 0 3 0,-3 0 0 0,-7 1-7 0,0 1 3 16,-1 1 2-16,-1 1 3 0,-5-1-2 0,-2 3-2 0,0 0 3 15,-4 1-2-15,-2 2-3 0,2 0 6 0,-4 2-2 16,1 2 3-16,-1 1 2 0,-2 2 5 0,1 0 10 16,-3 3 4-16,-1 0-1 0,0 1-2 0,-3 0 2 15,0 2 4-15,-1-1 3 0,-2 0-3 16,0 1 22-16,-3 0-2 0,1-1-1 0,-2-2-11 15,-2-10-3-15,-2 22-4 0,0-10-4 0,-2-3 1 16,-1 1-4-16,-3-1-3 0,-2 1-8 0,1-3 3 0,-1 1-1 16,-3-2 2-16,2-2-10 0,-1-1 4 0,-1-2 0 15,0-2 1-15,0 1-5 0,-1-5 0 0,0-1-3 16,2-4 13-16,1 0-14 0,1-2 4 0,4-1-2 0,1-2 2 16,3-1-4-16,2-1 0 0,2 0 6 0,3-3-4 15,3 1-2-15,2 1 3 0,2 0 4 0,3 1 10 16,2-1-4-16,3 2 20 0,-1 4-12 0,1 1 12 15,5 3-7-15,0 4 17 0,1 1-16 0,0 3 23 16,2 1-20-16,5 4 11 16,-1 3-26-16,-1 4 18 0,3 3-25 0,1 2 22 15,-4 4-30-15,0 0 46 0,-4 2-56 0,-2 2 26 0,-5-4-26 16,-1 1 4-16,-3 1-3 0,-2-2 5 0,-4-2 0 16,0 0 2-16,-4-3 2 0,-3-1 4 0,1-3 3 15,-3 1 0-15,-1-13 14 0,-5 21 11 0,3-13 15 16,2-8-10-16,-11 14 4 0,11-14-5 0,-13 7-17 15,13-7 9-15,-19-3-12 0,9-1-3 0,-1-4-5 16,-1-3 3-16,3-2-6 0,-1-4-6 0,3-3 8 16,2-3-13-16,3-2-1 0,2-1 1 0,0 0-11 0,8-5-29 15,0 0-30-15,8-3-83 0,3 2-61 0,2 1-69 16,3 2-120-16,2 3-78 0,1 2-170 0,-1 3-358 16,-2 3-624-16</inkml:trace>
  <inkml:trace contextRef="#ctx0" brushRef="#br0" timeOffset="10873.6606">16429 2963 304 0,'-9'-17'377'0,"2"0"-77"0,0 2-17 16,0 2-29-16,2 0-29 0,1 1-27 0,0 0-23 15,1 4-27-15,3 8-27 0,-6-17-26 0,6 17-17 16,-4-10 19-16,4 10 26 0,0 0 14 0,0 0 22 16,-5 9 17-16,4 2 38 0,0 5-22 0,-1 7-1 0,-1 4-7 15,-2 8-12-15,0 7-19 0,-1 3-38 0,-2 0-11 16,-1 2-20-16,2 0 1 0,-2-2-23 0,0 1 3 16,0-1-27-16,2-2-3 0,0-2-6 0,0-6-6 0,2-3-2 15,0-2 14-15,1-5-25 0,0-1 22 0,1-3-31 16,1-3 23-16,-1-3-24 15,0-2 24-15,1-1-16 0,2-12 35 0,-3 17-25 16,3-17 4-16,0 0-16 0,0 0 19 0,0 0-24 0,-10-10-2 16,6-4-2-16,-1-8-2 0,1-3 2 0,1-8 17 15,0-12-26-15,0-3 23 0,1-4-25 0,1-1 4 16,0-1-3-16,1-3 6 0,1 1 25 0,1 0-31 16,2 3 26-16,0 1-12 0,3 4-1 0,-1 4 1 0,1 4-2 15,-1 8-1-15,2 4 0 0,1 2 2 0,-2 6 0 16,2 2-4-16,1 7 4 0,0 1-2 0,2 4 0 15,2 4-1-15,0 3 2 0,4 4 1 0,-1 5-1 16,5 5 5-16,-1 2-2 0,3 8-13 0,-2 4 6 16,1 3 2-16,-1 2 20 0,0 3-21 0,-2 4 21 15,4 9-25-15,-1-2 25 0,-5-5-24 16,1-1 20-16,-2 1-21 0,1-2 19 0,0 0-19 16,-4-1-3-16,1-2 2 0,-2-2-41 0,-4-6-79 15,0-2-78-15,-3-4-64 0,0-3-44 0,-3-2-46 16,-1-4-41-16,0-1-34 0,-2-14-36 0,0 19-346 0,0-19-352 15</inkml:trace>
  <inkml:trace contextRef="#ctx0" brushRef="#br0" timeOffset="11068.1906">16498 3464 298 0,'-27'-12'513'16,"1"0"-165"-16,0 1-21 0,3 1-38 0,2 4 50 16,0-5-25-16,2 4-10 0,3 0-46 0,0 1 1 15,2 0-22-15,3-1-12 0,0 3-37 0,2-1-30 0,9 5-35 16,-13-7-18-16,13 7-13 0,0 0-23 0,0-11-8 15,0 11-15-15,19-10-9 0,-3 4-5 0,4 0-9 16,4 0-5-16,7 1-3 16,2-2 3-16,3 1-20 0,2 1-15 0,-1 1-90 0,1-1-100 15,-1 1-58-15,0-1-83 0,-1 3-75 0,-2 0-111 16,-5-3-345-16,-2 2-434 0</inkml:trace>
  <inkml:trace contextRef="#ctx0" brushRef="#br0" timeOffset="11304.4066">16933 3032 161 0,'-3'-12'600'0,"3"12"-202"0,-4-18 3 16,4 18-62-16,-5-16 54 0,5 16-36 0,-7-15 7 15,7 15-19-15,-6-11-30 0,6 11-41 0,-4-10-60 16,4 10-27-16,-5-8-58 0,5 8-7 0,0 0-12 16,0 0 19-16,0 0 0 0,-2 12-2 15,4 0-12-15,2 4-23 0,0 4-15 0,3 2-17 16,0 7-8-16,4 1-9 0,0 8-10 0,2 0 15 15,-2 1-30-15,3 0-6 0,0-1-4 0,-1 0-5 0,2 0-10 16,0-3-83-16,0-2-92 0,-3-4-86 0,2-4-88 16,-2 0-47-16,-1-6-133 0,1-1-127 0,-2-3-321 15,0-2-581-15</inkml:trace>
  <inkml:trace contextRef="#ctx0" brushRef="#br0" timeOffset="11569.2749">17387 3065 141 0,'0'-19'756'0,"-1"5"-156"0,-2-1-71 0,1 1-10 15,0 3-16-15,0 1-14 0,2 10-76 0,-4-19-8 16,4 19-125-16,-3-15-41 0,3 15-36 0,-3-10-15 16,3 10 30-16,0 0-52 0,0 0 23 0,0 0-22 15,0 0 0-15,5 19-19 16,0-3-18-16,1 7 23 0,4 5-60 0,2 11 8 15,1-1-48-15,0 2 23 0,1 1-48 0,0 0 25 16,0 2-40-16,2 1-10 0,-2-3 0 0,0 0-6 0,1-2-3 16,-1-3-86-16,0-1-68 0,0-1-72 0,-2-6-89 15,4 3-79-15,-5-6-83 0,0-6-53 0,0-1-179 16,-1-4-576-16,0-1-895 0</inkml:trace>
  <inkml:trace contextRef="#ctx0" brushRef="#br0" timeOffset="12755.8216">18804 2494 466 0,'6'-9'360'0,"-6"9"-22"0,8-14-64 0,-8 14-45 0,0 0-32 16,0-14-20-16,0 14-33 0,0 0 1 0,-10-5-12 15,10 5-10-15,-14 6-13 16,5 0 25-16,-1 5 6 0,-3 3-8 0,0 4 2 0,-3 4-19 16,-1 7-6-16,-1 5-2 0,0 2 20 0,0 5 20 0,-1 1-10 15,0 13 20-15,-1 2-1 0,0 3-37 0,1 3 3 16,-1 3-1-16,1-1-1 0,-1 3-21 16,0 0-36-16,0-2 16 0,1 0-42 0,-2-1-5 0,2-2-5 15,0-2-3-15,-2-2-9 0,3-1 0 0,-1-2 0 16,0-4-5-16,2-9-3 0,3-2 1 0,-2 0-2 15,0-6-5-15,4-6 5 0,1-1-4 0,0-3 3 16,3-5-4-16,0 0 6 0,2-4 1 0,-1-3-7 0,1-1 7 16,1-2 5-16,2 0 13 15,3-10 4-15,-8 14-5 0,8-14-5 0,-5 8-7 16,5-8 2-16,0 0 8 0,0 0-21 0,0 0-2 0,0 0 3 16,0 0-5-16,-8-7-6 0,8 7-3 0,0 0-18 15,1-16-40-15,-1 16-45 0,2-13-72 0,-2 13-61 16,5-15-112-16,-5 15 15 0,5-14-97 0,0 4-88 15,1 1-455-15,0 1-575 0</inkml:trace>
  <inkml:trace contextRef="#ctx0" brushRef="#br0" timeOffset="13075.9834">19589 3174 137 0,'3'-17'692'0,"-1"1"-155"0,-1 3-162 16,0 1 20-16,0 1-28 0,-1 11-34 0,1-19-39 16,-1 19-44-16,1-15-56 0,-1 15-29 0,0-12-38 15,0 12-18-15,0 0-23 16,0 0 14-16,0-13 52 0,0 13 5 0,0 0-12 0,0 0-41 0,-1 20-3 15,1-20-34-15,1 21 6 0,0-5-15 0,0 2-12 16,2 0-9-16,-1 3-5 0,0 1-8 0,1 3-2 16,1-2-4-16,0 0-22 0,-1 1 20 0,3 1-21 0,0-1-1 15,1-2-96-15,0 1-108 0,-1 0-90 0,0-3-110 16,1 0-113-16,-1-1-623 0,-1-4-760 0</inkml:trace>
  <inkml:trace contextRef="#ctx0" brushRef="#br0" timeOffset="13308.8729">19286 3194 467 0,'-27'-23'538'0,"5"-3"-165"16,2 7-12-16,1-1-97 0,4 1-7 0,1 1-32 15,3 0 21-15,2-1-65 0,4 3-23 0,3-2-25 16,3 2-24-16,3-3-9 0,5 1-23 0,7-4-23 15,4 3-9-15,8-2-8 0,5 4-9 0,3 1-9 0,4 2 0 16,1 3-5-16,2 2-15 0,3 3-2 0,-5 3-96 16,1 1-73-16,-3 4-60 0,0 1-105 0,-3 3-110 15,-4 1-319-15,-4 3-281 0</inkml:trace>
  <inkml:trace contextRef="#ctx0" brushRef="#br0" timeOffset="13854.3004">19333 3567 23 0,'-22'20'567'0,"1"-3"-109"0,5-2-89 0,1-2-66 16,3-2-53-16,1-1-26 0,1 0-42 0,4-3-23 15,6-7-3-15,-7 12-23 0,7-12-19 0,5 9-25 0,-5-9-15 16,21 4-15-16,-4-3-12 16,5 1-10-16,4-2-7 0,2 1-6 0,2-2-12 0,1 1 2 15,5-2-2-15,-1 0-6 0,1-1-3 0,0 0-9 0,-1-3-29 16,1 1 41-16,-4-2-38 0,0 0 42 0,-3-2-39 15,-2-2 41-15,-6 2-45 16,0-2 50-16,-2-2-43 0,-4-1 41 0,-1 2-33 0,0-2 40 0,-5 1-40 16,-2 1 0-16,0-1 114 0,-2 1 36 0,-2 2-3 15,0-1 45-15,-3 11 41 0,2-17-8 0,-2 17-6 16,1-14-32-16,-1 14-24 0,0-11-31 0,0 11-32 16,0 0-11-16,-2-11-14 0,2 11 17 15,0 0-21-15,0 0 26 0,-7 7-47 0,7-7 22 16,-5 15-38-16,5-15 25 0,-2 16-33 0,2-16 26 0,0 20-32 15,1-9 12-15,1 3-17 0,1-1 2 16,0-1 2-16,2 1 1 0,1 1-3 0,0-3 0 16,2 3 5-16,0-3-5 0,0 1 3 0,2-1-1 0,-1-1 0 15,0-1-5-15,1-1-1 0,2 1 9 0,0-3-5 0,0-3 1 16,-1 0-3-16,0 0-5 0,-11-3-6 0,25-3-18 16,-12 0-18-16,1-2-14 15,2-1 6-15,-2-2 3 0,2-2 20 0,-3 0-1 16,-1 2 11-16,1 0 2 0,-2 1 23 0,-1-2-17 0,-1 4 13 15,-1-2-10-15,-8 7 11 0,13-10-8 0,-13 10 8 16,12-5-5-16,-12 5 5 0,10-5-5 0,-10 5 8 0,0 0-9 16,17 0 11-16,-17 0-6 15,15 6 5-15,-4-3-5 0,-2 2 2 0,4 1 0 0,2 2-6 16,3 0-34-16,2 1-94 0,3 2-85 0,3-1-73 16,4 1-52-16,7 1-113 0,1 1-101 0,3-1-335 0,1 1-460 15</inkml:trace>
  <inkml:trace contextRef="#ctx0" brushRef="#br0" timeOffset="14792.4754">21544 3686 509 0,'-6'-13'556'15,"0"2"-168"-15,-1-1-14 0,-2 0-30 0,-2 0-18 16,-1-1-52-16,-4 1 8 0,0 0 15 0,-3 2-10 0,1 0-45 15,-1 3-38-15,0 2-48 16,2 0-23-16,-1 2-37 0,1 2-10 0,1 1-24 0,0 3-5 16,0 0-17-16,1 3 1 0,1 1-15 0,2 2 8 15,0 3-10-15,4-2-7 0,1 2-4 0,2 1 0 16,2 2 1-16,3-2-1 0,0 0-4 0,4 0 0 0,1 2-3 16,3-1 1-16,2-2-2 0,2 2-2 0,2-2-2 15,3 0-2-15,0-2 3 0,0-2-1 16,1-2-2-16,-2 0-4 0,2-3 4 0,-2 0 1 15,-1-3-1-15,-2-1 3 0,1-2-3 0,-2-3 1 16,-1-1-2-16,1-2 4 0,-4-2-3 0,-1-2 6 0,-2 1-7 16,1-1 9-16,-4 0-9 0,0 1 13 0,-2-1-15 15,0 1 6-15,-1 0 1 0,0 1 1 0,-1 1-1 0,-1-1-1 16,3 11 33-16,-5-16-1 16,5 16-9-16,-4-12-5 0,4 12-5 0,-3-10-18 15,3 10 14-15,0 0-5 0,0 0 2 0,0 0-8 0,0 0 17 16,0 0-15-16,3 8 17 0,-3-8-18 0,11 16 1 15,-2-7-2-15,2 0 3 0,4 3 1 0,1 1-1 16,2-1-4-16,5 1 4 0,1 1-2 0,2-2-1 16,1 1 1-16,1-3 1 0,0-1 1 0,1-2-5 0,-3-1 4 15,-2-1-3-15,2-1 1 16,-4-2-1-16,-1-2 1 0,-1 0 0 0,1-5-5 16,1 0 10-16,-2-3-3 0,0-4-3 0,-2-1 2 0,-1-7-3 15,0-3 14-15,-3-4-20 0,1-6 24 0,-3-4-12 16,-3-3-2-16,-1-3-3 0,-3-2 0 15,-3-3-1-15,-4-1-20 0,0 0 28 0,-3-1-19 0,-2 1 13 16,0 0 1-16,-3 2 0 0,-1 4-2 0,-1 2 13 16,0 2 16-16,-1 4-9 0,2 7 27 0,-1 3 4 15,3 7 11-15,-2 3-32 0,-1 1-2 16,1 6 3-16,1 5 6 0,10 3 2 0,-23 2 1 0,9 4-38 0,-2 6 51 16,3 3-48-16,-2 6-1 0,3 4 47 0,2 2-50 15,3 3 40-15,3 2-48 0,2 2 47 0,3 3-2 16,5 5-8-16,5 0-48 0,1 2 45 0,6-2-51 0,5 5 64 15,4 1-69-15,3-6 12 16,4-1 3-16,1-1 1 0,4-5-4 0,-4-7 8 16,1-1-4-16,1-4-21 0,0-2-36 0,0-4-20 15,0-1-11-15,-5-5 2 0,-1-2-9 0,0-1 1 0,-4-5 15 16,-1-1 17-16,-4-3 8 0,1-2 17 0,-1-3 5 16,-2-5 12-16,-2-3 2 0,-2-5 5 0,0-6 6 15,-4-3 3-15,0-9-2 0,-3-4 7 0,-3-4 0 16,-2-4 1-16,-1-4 1 0,-3 0 1 0,-1-3 3 0,-2 0 1 15,-2-9-4-15,-1 11 4 16,-2 1 60-16,-1 3-67 0,0 2 60 0,0 3-66 16,-1 6 60-16,1 7-19 0,0 4 90 0,3 5-75 0,-1 3 51 15,1 5-83-15,0 3 69 0,-1 5-81 0,7 7 69 16,-17 0-75-16,5 6 99 0,-1 5-63 16,-1 7 8-16,1 6 22 0,-1 4-35 0,3 10 28 0,2 6-32 15,2 2 27-15,6 4-8 0,1 4-4 0,5 0 4 16,5 11-11-16,5-3-35 0,4 0 32 0,4-3-28 15,5-2-1-15,2-5-2 0,1-2 2 0,3-3-3 16,0-5-93-16,-1-2-85 0,-5-11-99 0,0 0-67 0,-3-5-105 16,-2-5-152-16,-1-3-446 0,-4-4-678 0</inkml:trace>
  <inkml:trace contextRef="#ctx0" brushRef="#br0" timeOffset="15472.304">23834 2602 430 0,'8'-29'285'0,"-1"1"19"0,0 4-52 0,-2 1-26 16,1 2-13-16,-2 1-20 16,0 2-21-16,-1 2-25 0,0 1-26 0,2 1-13 15,-3 2-12-15,0 1-11 0,-2 11-29 0,4-17-9 16,-4 17-6-16,0 0 10 0,0 0 34 0,0 0 48 0,0 0 6 16,5 17 14-16,-7 4 13 0,-2 8-5 0,-3 12-12 15,-4 2 11-15,-1 6-32 0,-7 11 5 0,1 3 16 16,-4 6-19-16,-2 2-27 0,-1 3 3 0,0 1-5 15,-1 0-27-15,-2 3-24 0,1-2 6 0,0 0-26 0,1-2-5 16,0-1-4-16,4-2-2 0,-1-3-3 0,3-2-4 16,3-5-2-16,0-3-2 15,5-10-2-15,0-3-1 0,3-2-5 0,1-3-1 0,2-7-5 0,0-3-33 16,2-7-46-16,2-1-48 0,0-4-70 16,0-3-26-16,3-3-97 0,-1-12-12 0,4 17-114 0,-4-17-142 15,11 4-272-15,-11-4-416 0</inkml:trace>
  <inkml:trace contextRef="#ctx0" brushRef="#br0" timeOffset="16759.8005">24734 3159 154 0,'16'1'644'16,"-16"-1"-225"-16,19 3-61 0,-19-3-111 0,15 1 5 15,-15-1-65-15,12 3 60 16,-12-3 4-16,0 0 19 0,14 3 17 0,-14-3 0 16,0 0 1-16,10 1-9 0,-10-1-41 0,0 0 10 0,0 0-55 15,0 0 36-15,11 3-62 0,-11-3 5 0,0 0 40 16,0 0-37-16,0 0 39 0,0 0-46 0,0 0 12 15,0 0-49-15,0 0 27 0,0 0-47 0,11 3 28 0,-11-3-41 16,0 0 31-16,0 0-41 0,0 0-9 0,0 0-6 16,0 0-4-16,0 0-8 0,0 0 3 0,0 0 5 15,0 0 6-15,0 0 22 0,0 0 21 0,0 0 4 16,0 0-88-16,0 0 76 0,0 0-110 16,0 0 0-16,0 0 0 0,0 0 0 0,0 0 0 15,0 0 0-15,0 0 0 0,0 0 0 0,0 0 0 16,0 0 0-16,0 0 0 0,0 0 0 0,0 0 0 15,0 0 0-15,0 0 0 0,0 0 0 0,0 0 0 0,-9-6 0 16,9 6 0-16,0 0 0 0,0 0 0 0,0 0 0 16,-5-6 0-16,5 6 0 0,0 0 0 0,0 0 0 15,0 0 0-15,0 0 0 0,-9-5 0 16,9 5 0-16,0 0 0 0,0 0 0 0,0 0 0 16,0 0 0-16,0 0 0 0,0 0 0 0,0 0 0 15,0 0 0-15,0 0 0 0,0 0 0 0,0 0 0 0,0 0 0 0,-8-4 0 16,8 4 0-16,0 0 0 0,0 0 0 0,0 0 0 15,0 0 0-15,0 0 0 0,0 0 0 0,0 0 0 16,0 0 0-16,0 0 0 0,0 0 0 0,0 0 0 16,0 0 0-16,0 0 0 0,0 0 0 0,0 0 0 15,0 0 0-15,0 0 0 0,0 0 0 0,0 0 0 16,0 0 0-16,0 0 0 16,0 0 0-16,0 0 0 0,0 0 0 0,0 0 0 0,0 0 0 15,0 0 0-15,0 0 0 0,0 0 0 0,0 0 0 16,0 0 0-16,0 0 0 0,0 0 0 0,0 0 0 15,0 0 0-15,0 0 0 0,0 0 0 0,0 0 0 0,0 0 0 16,0 0 0-16,0 0 0 0,0 0 0 0,0 0 0 16,0 0 0-16,0 0 0 0,0 0 0 0,0 0 0 15,0 0 0-15,0 0 0 0,0 0 0 0,0 0 0 0,0 0 0 16,0 0 0-16,0 0 0 16,0 0 0-16,0 0 0 0,0 0 0 0,0 0 0 15,0 0 0-15,11 1 0 0,-11-1 0 0,0 0 0 16,0 0 0-16,0 0 0 0,0 0 0 0,0 0 0 0,0 0 0 15,0 0 0-15,0 0 0 0,0 0 0 0,8-5 0 16,-8 5 0-16,0 0 0 0,0 0 0 0,0 0 0 16,0 0 0-16,0 0 0 0,0 0 0 0,0 0 0 0,0 0 0 15,0 0 0-15,5-8 0 16,-5 8 0-16,0 0 0 0,0 0 0 0,0 0 0 0,5-10 0 16,-5 10 0-16,0 0 0 0,0 0 0 0,4-11 0 15,-4 11 0-15,0 0 0 0,4-8 0 0,-4 8 0 0,0 0 0 16,0 0 0-16,0 0 0 0,0 0 0 15,0 0 0-15,0 0 0 0,0 0 0 0,0 0 0 16,-3 21 0-16,0-5 0 0,-4 5 0 0,-2 7 0 0,-2 6 0 16,-3 4 0-16,-1 1 0 0,-2-1 0 0,0 4 0 15,-1-2-4-15,2 1 8 0,-2 0-33 0,3-1 58 16,0-2-53-16,2-1 48 0,0-3-65 0,4-5 82 0,1-4-83 16,0-3 84-16,3-2-71 0,1-5 58 0,2 0-32 15,-3-3 6-15,3-1-3 16,2-11 0-16,-2 14 0 0,2-14 0 0,0 0 0 0,0 0 0 0,15-5 0 15,-5-3 0-15,1-3-34 0,2-3 5 0,2-7 90 16,0-4-106-16,7-4 64 16,-3-6-30-16,1-2-87 0,1-5-19 0,4-6 16 15,0-2-28-15,-2-1 33 0,1-1-43 0,-3 2 43 0,-4 8-30 16,1-2 19-16,-2 2 13 0,0 1 18 0,1 4 9 16,-4 2 48-16,-1 5-35 0,0 4 48 0,-1 2-35 15,-4 5 43-15,0 5-41 0,-2-1 38 0,1 3-40 0,-2 3 44 16,-4 9-57-16,11-7 68 0,-11 7-38 0,0 0 8 15,14 7 8-15,-9 4 1 0,1 4 40 0,-3 5-37 16,1 3 34-16,3 3-39 0,-3 6 47 0,0 2-50 16,3-1 37-16,-1 6-37 0,3-1 42 0,1 2-44 0,1-2 4 15,1 0 2-15,1-2 5 16,1-1-1-16,-1-1 3 0,-2-7 3 0,1 2-5 16,-1-4-35-16,0-2-51 0,-2-3-92 0,0-2-71 0,-4-1-55 15,1-3-45-15,1 0-50 0,-4-5-8 0,0 2-14 16,-3-11-54-16,5 16-45 0,-5-16-487 0,0 0-616 15</inkml:trace>
  <inkml:trace contextRef="#ctx0" brushRef="#br0" timeOffset="16976.253">24822 3531 402 0,'-39'-10'429'0,"6"2"-31"0,-4 2-92 0,5 0 36 15,1-2-51-15,6 5-3 0,1 1-61 0,6-2-8 16,0 2-52-16,3-1-10 0,2 2-40 0,1 0-26 15,12 1-3-15,-15-1 53 0,15 1 8 0,0 0 3 0,0 0-13 16,0 0-22-16,15-2-19 0,3 1-21 0,4-1-18 16,6-1-10-16,8-2-11 0,4 1-10 0,9 1-6 15,1-1-2-15,3 0-10 16,1-1-4-16,3 2-6 0,-1-1-13 0,2 0-121 0,0-2-102 16,-3 0-100-16,0 0-87 0,-1-2-154 0,-2-2-336 15,0-1-481-15</inkml:trace>
  <inkml:trace contextRef="#ctx0" brushRef="#br0" timeOffset="17254.3912">25944 2919 108 0,'2'-21'467'0,"-2"3"-123"0,0 1 10 0,-2 0-55 16,-2 3-37-16,2-1 33 16,0 2 33-16,-1 3-28 0,1-1-24 0,2 11-4 15,-6-14-108-15,6 14 21 0,-5-11-89 0,5 11-16 0,0 0-9 16,-18 5 38-16,7 5 18 0,-3 4 4 0,-2 6-15 0,-2 8 3 15,-4 6 26-15,2 4-33 16,-1 3 4-16,-2 11-35 0,6 2 28 0,-1 2-41 0,5-8 22 16,3 1-47-16,3-2 32 0,3 1-55 0,4-2 8 15,3-2-9-15,5-2-3 0,2-3-3 0,3-1 6 0,3-3-11 16,0-2-4-16,4-2 4 16,2-3-6-16,-4-5-5 0,1-2-4 0,0-2-49 0,-1-5-89 15,-5-1-68-15,3-2-73 0,-4-2-95 0,0 0-6 16,-2-5-105-16,-10-4-120 0,16 6-298 0,-16-6-476 0</inkml:trace>
  <inkml:trace contextRef="#ctx0" brushRef="#br0" timeOffset="17444.3162">25686 3505 28 0,'-18'-4'616'15,"0"1"-221"-15,2 1-4 0,3-1-97 0,-1 2 51 0,3-1-60 16,11 2-22-16,-17-3-59 15,17 3-19-15,-14-5-57 0,14 5-5 0,0 0-47 16,-7-5 6-16,7 5-31 0,13-4-2 0,-1 2-29 16,6-1 13-16,9 1-29 0,7-1-25 0,3-1-81 0,5 1-20 15,6-1-85-15,2 2-62 0,-2-2-103 0,1 0-413 16,0 0-308-16</inkml:trace>
  <inkml:trace contextRef="#ctx0" brushRef="#br0" timeOffset="18428.3046">26744 3302 222 0,'7'-7'447'0,"-7"7"-64"16,7-11-28-16,-7 11-43 15,2-11-30-15,-2 11-14 0,-4-10-7 0,4 10-29 16,-10-11-5-16,10 11-43 0,-15-8-30 0,15 8-26 16,-19-3-22-16,19 3-23 0,-19 3-7 0,7 1-5 15,1 0-11-15,0 4-8 0,-1 1-8 0,3 1-10 0,-1 1 0 16,2 1-4-16,0 0-1 0,3 1-3 0,1 1-6 15,0-1-1-15,3-1-4 0,1 1-1 0,3 0-2 16,1 0-2-16,2 0-3 0,1 1-1 0,3-4 7 0,1 1-14 16,0-1 12-16,2-2-17 15,1 1 5-15,0-1-7 0,-1-3 6 0,-3-2-26 0,2 0 7 16,1-1-10-16,-13-2-11 0,19-1 6 0,-19 1 5 16,17-8 5-16,-7 3 5 0,-2-5 2 0,-3 0 3 0,3-3 3 15,-2 0 5-15,-2-2 0 0,1 0 0 0,-3 0 3 16,0 0 1-16,0 3 4 15,0 0-1-15,-2 0-2 0,0 12 2 0,2-21 1 16,-2 21 4-16,2-15 0 0,-2 15-3 0,0-13-6 0,0 13 5 16,0 0-3-16,0 0 2 0,0 0-5 0,0 0 7 15,0 0 4-15,-10 5-1 0,10-5 4 0,-2 15 0 16,2-15 3-16,2 22-1 0,0-12-2 0,0 4 4 16,2 0-2-16,3-1 5 0,1 0-2 0,0 2 3 0,3 0 9 15,1-2-17-15,3 1 10 0,1-2-12 0,2-1 10 16,2-1-20-16,1-1 13 0,1-1-11 0,2-3 16 0,1 1-22 15,0-3 19 1,4 0-16-16,-1-2 12 0,-2-2-14 0,3-2 4 0,-4-3-3 16,4-1 2-16,-2-4 1 0,-2-2-5 0,0-5 3 15,1-5-1-15,-1-5-1 0,-2-3-3 0,-3-4 5 16,-2-4 1-16,-2-3-8 0,-1-2 6 0,-3-5 16 0,-1-1-19 16,-2-1-3-16,-5-1 0 0,3-1 51 0,-6 1-62 0,-1-3 46 15,-3 2-51-15,-4 0 51 16,0 1-49-16,1 2 65 0,-3 2-17 0,-3 4 50 15,1 3-49-15,1 5 32 0,-1 6 2 0,1 3-10 0,1 7-13 16,0 1-9-16,0 5-9 0,0 4-3 0,-1 3 0 0,2 4-2 16,8 3 1-16,-23 7 52 15,12 6-56-15,-4 8 68 0,1 5-51 0,1 11 69 16,1 4-76-16,-1 7 3 0,2 13 5 0,1 5 1 16,2 5 5-16,1 4 2 0,1 2-9 0,2 0-3 0,4-1-1 15,2-5-12-15,4-3 13 0,3-5-14 0,1-11 13 16,2-7-15-16,1-1 1 0,6-2-1 0,-2-4-1 15,4-4 3-15,3-5-3 0,1-2-1 0,1-4 3 16,0-6-2-16,1-3-2 0,2-2-4 0,0-4 2 0,-2-3-2 16,0-2 1-16,-2-3 0 0,1-2 2 0,1-3 8 15,2-4-14-15,-2-3 12 16,0-5-14-16,1-5 11 0,-1-6-5 0,0-5 0 16,-5-5 0-16,5-10-2 0,-5-8-5 0,-3-1-2 0,-2-3-7 15,-2-3 12-15,-3 0-1 0,-3-1 1 0,-2 0-6 16,-2 9 72-16,-3-2-80 0,-2 1 61 0,0 1-77 15,-2 1 68-15,0 1-71 0,-3 4 77 0,0 3-75 16,0 5 7-16,1 7 6 0,-2 5 1 0,3 6 2 0,-1 1 0 0,-1 8 0 16,2-1 7-16,-1 5 0 15,4 10 4-15,-9-5 73 0,9 5-69 0,-13 16 104 16,9 3-88-16,-1 6 76 0,1 8-72 0,0 9 2 16,1 4-4-16,3 4 1 0,3 4-10 0,-1 3 19 15,2 11-6-15,0-1-4 0,3 0 0 0,0 0-3 0,0-3 0 16,2-2-2-16,-3-11-26 0,4 0 31 0,-2-2-33 15,-1-2 24-15,4-1-18 0,-1-3-49 0,1-2-73 16,0-2-41-16,2-2-65 0,-4-7-41 0,3-1-29 16,-2-2-54-16,-1-3-104 0,1-4-546 15,-3-2-624-15</inkml:trace>
  <inkml:trace contextRef="#ctx0" brushRef="#br0" timeOffset="19530.3291">12646 5313 253 0,'-14'-2'250'16,"14"2"-54"-16,0 0-47 0,-13-2-27 0,13 2-34 0,0 0 5 16,-7-10-11-16,7 10-9 0,0 0 26 15,5-11 2-15,-5 11-5 0,6-10 9 0,-6 10 1 16,9-9-8-16,-9 9-5 0,16-10-4 0,-7 5-2 0,4-1 2 16,1 0-11-16,1 2-4 0,4 0-3 0,4-3-32 15,4 0 24-15,6 0-13 0,3 0 5 0,10-1 3 16,4 0-1-16,5 0 9 0,14-1 31 0,4-3-5 15,7 4 32-15,5-4-12 0,7 0-13 0,24-3-6 0,6-1-18 16,7 0 9-16,3-2-1 0,9 0-2 0,9 0-25 16,10-3 18-16,4 0-7 15,8 0 10-15,10-2-18 0,8 2 4 0,46-8-11 16,2 2 9-16,4 1-8 0,1-2-10 0,1 2 6 0,4 1-20 16,3 0 11-16,2 1-6 0,3 2-4 0,5 0-3 15,2 2-3-15,5-1 0 0,7 4-5 16,3-2 6-16,3 2 21 0,6 1-30 0,3 0-5 0,1 2 27 15,4 2-32-15,-1 0 3 0,4 2 24 0,1 2-34 16,-1 1 6-16,5 1-5 0,-2 0-5 0,0 1 3 16,0 1 3-16,-4 0-2 0,-3 0 5 0,-1 2 0 0,-4-2-4 15,-5 2 5-15,-4-1-6 0,-4 0 2 16,-10 0 2-16,-48 0-2 0,46-1 0 0,-51 0-2 16,-2 0-3-16,1 0 15 0,-3 0-13 0,-5-1 2 0,-2 2 1 15,-7-2 1-15,-1 2-1 0,-8 1-2 0,-9-1 13 16,-3 0-13-16,-7 2 7 0,-8-1-7 0,-4 2 6 15,-10-3-8-15,-3 1 6 0,-7-2-6 0,-25 4 9 16,-3-3-9-16,-1 0 3 0,-1 2-7 16,-4-2 11-16,-1 1-8 0,-4 0 4 0,-4 0-5 15,-5-1 14-15,-4 1-21 0,-4 0 19 0,-16 0-12 16,-5 0 10-16,-5-1-12 0,-11 2 11 0,-4-1-9 16,-8 1 10-16,-3 0-8 0,-5-1 4 0,-2 1-13 0,-1 0-3 15,-5 1-20-15,1 0-23 0,-3-2-34 0,-12 2-42 16,22-1-35-16,-22 1-100 0,17-2 14 0,-17 2-77 15,13-1-64-15,-13 1-119 0,0 0-316 16,9-7-370-16</inkml:trace>
  <inkml:trace contextRef="#ctx0" brushRef="#br0" timeOffset="22007.7745">3373 6842 489 0,'-4'-11'521'15,"1"2"-116"-15,3 9-67 0,-5-13-54 0,5 13-11 16,-4-14-13-16,4 14-12 0,-3-10-3 0,3 10-15 16,0 0-50-16,-4-13-31 0,4 13-29 0,0 0-29 0,0 0-22 15,-4-8-13-15,4 8-7 16,0 0-7-16,2 11-4 0,-2-11 0 0,4 19-7 0,0-4-4 15,-1 1-2-15,1 1-2 0,1 4-6 0,0 0-14 16,-1 0 12-16,1 2-15 0,-1-1 9 0,0 2-9 16,1-4 10-16,-1 2-12 0,1-4 13 0,-1-1-16 15,0-1 13-15,-1 1-10 0,0-5 12 0,0-1-9 16,-1-1 13-16,-2-10 14 0,4 18 44 16,-4-18 43-16,3 12 26 0,-3-12 8 0,2 12 21 15,-2-12-30-15,0 0-30 0,0 0-22 0,0 0-16 0,-5-10-12 16,5 10-17-16,-8-19 0 0,3 6-17 0,-1-1-8 15,-2-5-3-15,1-2 1 0,0-4-8 0,-4 1-7 16,1-5 10-16,1 0-8 0,0-2-1 0,0 0-1 0,0-2-1 16,2 2 0-16,-1-2 0 0,0 2 6 0,3 1-12 15,-1-1 3-15,1 1 1 0,1 3-1 0,0 3 1 16,0 2 2-16,2 2 0 0,0 2-7 0,2 1 0 0,0 4 6 16,0 0-6-16,2 1-1 0,1 2 5 0,2 1 0 15,1 3-5-15,-6 6 1 16,16-11 0-16,-4 10 2 0,-12 1-7 0,25 3 3 0,-11 2 0 15,2 3 1-15,1 1 4 0,1 3-1 0,-1 1-2 16,0 1-1-16,-2 1 6 0,0 1-1 0,-1-1-2 0,0 1 3 16,-2 2-2-16,-2-3 0 15,1 2-1-15,-4-2 18 0,-1-1-20 0,-2 0 11 16,-2-2-11-16,-2 0 9 0,-1 1-10 0,-3 0 2 0,-3-1 6 16,-1 1-5-16,-5 0-4 0,0 1-8 0,-4-1-16 15,1 1-35-15,-2-4-49 0,1 0-38 0,1-2-43 0,2-2-33 16,1 0-44-16,1 0-20 0,2-4-27 0,10-2-88 15,-16 4-83-15,16-4-404 16,0 0-460-16</inkml:trace>
  <inkml:trace contextRef="#ctx0" brushRef="#br0" timeOffset="22258.2956">3763 6656 23 0,'6'-9'725'0,"0"0"-165"0,-6 9-125 16,5-13 14-16,-5 13-28 0,3-9-27 0,-3 9-54 16,3-10-63-16,-3 10-58 0,0 0-44 0,3-9-38 15,-3 9-30-15,0 0-22 0,0 0-15 0,0 0-12 0,8 10-17 16,-6 0-1-16,3 1-13 16,-1 3-1-16,1 3-3 0,1 2-3 0,0 1-4 0,1 2-8 15,3 5-1-15,-1 0-10 0,0 2-2 0,1-2-113 16,0 2-89-16,0-2-122 0,1 0 6 15,-1 1-101-15,2-3-89 0,1-2-356 0,-3-3-422 0</inkml:trace>
  <inkml:trace contextRef="#ctx0" brushRef="#br0" timeOffset="23441.4967">4368 7035 377 0,'4'-9'514'16,"-4"9"-94"-16,4-17-58 0,-4 17-7 0,-1-18-31 0,-1 8-21 15,-2-1-11-15,-1 2-13 0,0 0-7 0,-3-1-38 16,-1 0-15-16,1 1-48 0,-3 2-6 0,1 0-64 16,0 1-3-16,0 3-41 0,0-1 7 0,10 4-34 15,-21-4 19-15,21 4-34 0,-17 1-8 0,17-1 4 0,-17 10-4 16,10-6-5-16,1 5 6 0,1-2-1 0,2 4 1 16,1-1-1-16,-1 1 1 0,3-11-8 0,3 23 3 15,-1-12 4-15,3 1-2 0,1 0 0 0,1 1-1 16,0-3-1-16,3 1-8 0,1-2 0 0,-1 1 3 0,2-2 1 15,0-1-6-15,1-2-19 16,-3 1-13-16,1-4-10 0,1 3-15 0,-12-5 3 16,21 1 4-16,-21-1 14 0,19 0 6 0,-19 0 9 0,18-6 6 15,-18 6-4-15,14-9 13 0,-14 9 3 0,10-13 2 16,-4 4 6-16,-6 9 0 0,4-19-1 0,-4 19-1 16,3-19 9-16,-3 19 3 0,0-18 2 0,0 18 11 0,-2-16 18 15,2 16-1-15,-2-13 8 0,2 13-3 0,-3-11-4 16,3 11-7-16,-3-10-6 0,3 10-8 0,0 0-6 15,-3-12-7-15,3 12 0 0,0 0-1 0,0 0-4 0,0 0 0 16,0 0 1 0,0 0 1-16,0 0 1 0,0 0 1 0,0 0 0 0,8 11-4 15,-8-11 3-15,10 11-3 0,-10-11-3 0,13 11 6 16,-3-5-2-16,-1-2 0 0,1 0-2 0,1 3-1 0,-1-3-1 16,0-1-4-16,1 0 8 0,-1-1-2 0,-10-2-2 15,21 3-12-15,-21-3-5 0,17 1 5 0,-17-1-2 16,15-2 9-16,-15 2 0 0,12-4 2 15,-12 4 1-15,11-12 1 0,-11 12-2 0,9-15 0 0,-9 15 6 16,6-16 2-16,-6 16-2 0,3-16 2 0,-3 16 2 16,2-15 2-16,-2 15-4 0,1-13 9 0,-1 13 1 15,0 0-3-15,0-15-3 0,0 15-2 0,0 0-3 16,0 0-9-16,0-13 2 0,0 13 0 0,0 0 4 0,0 0-1 16,0 0 1-16,0 0 0 15,0 0-7-15,5 9 11 0,-5-9 1 0,5 10-1 0,-5-10 3 16,11 12-3-16,-11-12-1 0,12 13 3 0,-5-7 0 15,3 0-1-15,-2-1-2 0,1 0 1 0,1-1-2 16,-1 1 1-16,0 0 1 0,-9-5 2 0,18 5-1 0,-18-5 3 16,14 5 1-16,-14-5-1 0,13 1 0 0,-13-1 2 15,0 0-3-15,15-4 0 16,-15 4 5-16,8-7 4 0,-8 7-5 0,8-11-3 16,-8 11 6-16,6-13 0 0,-6 13 9 0,5-14 42 0,-5 14-30 15,5-11 28-15,-5 11-37 0,3-10 24 0,-3 10-37 16,4-9 24-16,-4 9-31 0,0 0 22 0,9-5-37 15,-9 5 11-15,10 4 23 0,-2 2-25 0,2 2 0 0,0 4 4 16,1 4 0-16,2 1-2 0,1 8 2 0,1 0-3 16,4 8 3-16,0-1 3 0,0 4-1 0,-1 0-2 15,2-1-2-15,-1 3 17 0,0-4-20 16,-1 2 26-16,-2-1-31 0,0-3 26 0,-5-2-31 0,-1-4 29 16,1 1-26-16,-5-5 26 0,-2-2-31 0,-1-2 28 15,-5 0-24-15,1-4 25 0,-1-1-25 0,-3-1 30 16,-2-1-27-16,-4-2 25 0,-1-2-29 0,-3-3 30 0,-2-2-35 15,-3 0 25-15,-2-4-22 16,-1-1 28-16,-2-5-29 0,-1-1 24 0,-1-2-23 16,2-2 29-16,4-1-32 0,2 0 4 0,3-2-1 0,4 0 1 15,2 0 5-15,3-4-1 0,2 4-3 0,3-2 3 16,4 1 5-16,3-4 0 0,2 0 1 0,3 1-1 16,4-4-2-16,1 2 0 0,3 3 0 0,2-3 2 15,1 3-1-15,0-2 2 0,1 3 0 0,0 1-4 0,1-1 0 16,0 2-2-16,-3 0 3 0,-1 3-1 0,-2 1-1 15,0 0 4-15,-3 1-1 16,-1 0 3-16,-3 1-2 0,1 0 5 0,-2 0 0 0,-2 0-5 16,-2 1 3-16,-1-1-8 0,-4 10 6 0,3-19-2 15,-3 19 28-15,-2-16-27 0,2 16 24 0,-5-17-31 16,5 17 26-16,-7-15-25 0,7 15 29 0,-8-12-30 0,8 12 25 16,-8-10-30-16,8 10 20 0,-7-6-24 0,7 6 23 15,0 0-19-15,0 0 29 0,-13 1-26 0,13-1 7 16,-5 11-1-16,5-11 32 0,-5 14-37 15,5-14 21-15,-1 19-15 0,2-8 2 0,3 1 3 0,0 0 0 16,2 1-1-16,2-1 1 0,2 1 1 0,5 0 1 16,0-3-4-16,5 0-30 0,1 0-101 0,2-3-88 0,0 1-67 15,2-1-70-15,1-3-114 0,-1 0-70 0,1-1-348 16,-2-2-451-16</inkml:trace>
  <inkml:trace contextRef="#ctx0" brushRef="#br0" timeOffset="23792.7332">5585 7016 442 0,'0'0'577'0,"-4"-13"-78"0,4 13-32 0,-4-11-26 16,4 11-29-16,-3-13-44 0,3 13-12 15,-2-12 10-15,2 12-63 0,0 0-48 0,-4-13-63 16,4 13-21-16,0 0-53 0,0 0-6 0,0 0-29 16,4-10 0-16,-4 10-26 0,10 8-5 0,-3-4-13 15,3 4 2-15,0 3-16 0,1 0 0 0,2 4-13 0,-1 2 0 16,2 1 2-16,0 3-4 0,1 1-9 0,-2 2 11 15,-2-5-10-15,0 1 6 0,-1-1-14 0,-1 0 8 16,0-2-7-16,-2-3 12 0,-1 0-15 16,0-3 13-16,-1 0-13 0,-1-2 17 0,0 0-3 15,-4-9 6-15,4 12-10 0,-4-12 10 0,0 0-8 16,0 0 0-16,0 0 3 0,0 0-10 0,0 0 10 0,-12-11 3 16,6 2-6-16,3-1-3 0,0-1 0 0,-1-3 1 15,2-1 2-15,1 2 0 0,1-1-3 0,0-3 2 16,0 3-1-16,3-1-9 0,1-2 2 15,1 3 1-15,3-1-14 0,2-1-26 0,0 1-98 0,4 1-80 16,-1 1-136-16,3 1-105 0,-1 1-204 0,2 1-496 16,-3 2-777-16</inkml:trace>
  <inkml:trace contextRef="#ctx0" brushRef="#br0" timeOffset="24901.0856">6027 7165 298 0,'0'0'564'0,"0"0"-138"15,0 0-96-15,0 0-43 0,0 0-11 0,-7 7 1 16,7-7-12-16,0 0-3 0,0 0-1 0,0 0-21 16,0 0-33-16,-7 7-18 0,7-7-22 0,0 0-22 0,0 0-27 15,0 0-22-15,0 0-16 0,0 0-18 16,0 0-9-16,0 0-11 0,0 0-5 0,0 0-4 15,0 0-4-15,-6 6-1 0,6-6-7 0,0 0-4 16,0 0-2-16,0 0-5 0,0 0 0 0,0 0-5 0,0 0 1 16,0 0 0-16,0 0-2 15,0 0 1-15,7 7-2 0,-7-7 3 0,0 0-6 16,0 0 3-16,0 0 3 0,14 2-4 0,-14-2 1 0,0 0 10 16,0 0 3-16,0 0-1 0,13 1 8 0,-13-1 4 15,0 0 5-15,0 0 2 0,0 0 4 0,0 0 0 16,0 0 5-16,0 0 11 0,10 4-3 0,-10-4 1 0,0 0-1 15,0 0-2-15,0 0-7 0,0 0-6 0,0 0-2 16,0 0-7-16,0 0-7 0,0 0-2 0,0 0-1 16,0 0-5-16,0 0-1 0,0 0 12 0,0 0-14 15,0 0 0-15,0 0-5 0,0 0 12 0,0 0-20 0,0 0 10 16,0 0-5-16,0 0 3 16,0 0-2-16,0 0 7 0,0 0-14 0,0 0 13 0,0 0-9 15,0 0 6-15,0 0-7 0,0 0 11 0,4 10-12 0,-4-10 12 16,0 0-16-16,0 0 23 0,0 0-18 0,0 0 7 15,0 0-3-15,0 0 17 16,12 0-20-16,-12 0 20 0,0 0-9 0,21 0 19 0,-21 0-22 16,24 0 22-16,-10 0-4 0,2 0-31 0,2-3 26 15,1 1-1-15,-1 1-32 0,2 0 29 0,0-2-23 16,-2 3 22-16,1-3-27 0,-2 2 24 16,-2 0-18-16,-1-1 19 0,-1 1-25 0,-13 1 27 0,23-3-25 15,-23 3 22-15,18 0-24 0,-18 0 25 0,14-2-27 16,-14 2 24-16,0 0-31 0,17 0 41 0,-17 0-10 15,0 0-25-15,13 0 22 0,-13 0-19 0,0 0 21 0,0 0-30 16,0 0 42-16,16 2-12 0,-16-2-22 16,0 0 21-16,0 0-21 0,0 0 22 0,0 0-16 15,0 0 20-15,0 0-31 0,0 0 29 0,12 0-27 0,-12 0 26 16,0 0-28-16,0 0 26 0,0 0-15 0,0 0 12 16,0 0-20-16,0 0 24 0,0 0-21 0,0 0 16 15,0 0-24-15,0 0-27 0,0 0-45 0,0 0-64 0,0 0-55 16,0 0-51-16,0 0-41 15,0 0-37-15,0 0 3 0,0 0-40 0,-13 0-17 16,13 0-32-16,0 0-42 0,0 0-318 0,0 0-309 0</inkml:trace>
  <inkml:trace contextRef="#ctx0" brushRef="#br0" timeOffset="26824.7496">7343 6553 562 0,'-1'-17'536'0,"-2"3"-180"0,-1-1 20 0,-1 0-86 15,-2 0-10-15,-3-2-40 0,0 1 28 0,-2 0-34 0,-2 2 12 16,-1-1-31-16,-1 2-41 16,-1 2-23-16,-2 0-30 0,-1 3-26 0,0 0-17 15,1 4-13-15,-3 3-21 0,1 2-9 0,-4 3 3 16,-3 7-8-16,0 0-5 0,1 5-3 0,-1 7 13 0,3 4-2 16,1 4-8-16,2 4 8 0,3 2 29 0,3 4-30 15,4 2 21-15,1 3-33 0,5 1 2 0,2 1 4 16,3 1-3-16,3-1-5 0,2 1-1 0,3-4 2 0,5-3-9 15,0-1 4-15,4-1-2 16,0-3 0-16,3-2-4 0,0-4 1 0,2-3-2 16,-3-5 22-16,0-2-29 0,0-4 24 0,-2-4-24 0,0 1 23 0,-3-5-28 15,2-2 23-15,-2-1-27 0,2-1 18 0,-2-4-23 16,0-1 10-16,2-1 0 0,0-4 1 0,1-1-1 16,0-3-2-16,1-3 5 0,0 0 0 15,-2-3 3-15,-2-1-3 0,3-5 1 0,-4 3-2 0,1 0 2 16,-2 1 0-16,0-1 0 0,-2 3 1 0,-2 1 24 15,0 2-27-15,-1 2 24 0,0 3-26 0,-2-3 17 16,-4 10-19-16,9-14 18 0,-9 14-23 16,6-8 1-16,-6 8-1 0,0 0 5 0,10-4 1 15,-10 4 2-15,0 0 2 0,11 9 0 0,-11-9-1 16,10 13-2-16,-5-6 5 0,2 4-1 0,1-3 1 0,0 5 1 16,1-3-1-16,2 2 1 0,-1 1 22 0,4 0-24 15,-1-1 26-15,2-1-33 0,-1 1 25 0,-2-2-25 0,3-3 21 16,-2 2-27-16,1-2 5 15,0-1 25-15,0 1-21 0,-1-4-2 0,-2 1-1 0,2-3 3 16,-2 1-3-16,-11-2 4 0,21 3 1 0,-21-3 0 0,20-5 1 16,-11 1 2-16,0 0-2 15,0-3-3-15,0 0 4 0,0-3 1 0,-1-2-2 0,1 4 2 16,-2-2 0-16,-1-1-1 0,-1 2-7 0,1 0 10 16,0 0-2-16,-1 1 1 0,-5 8-2 0,9-15 2 15,-9 15-5-15,7-10 3 0,-7 10 0 0,8-7 0 0,-8 7 1 0,12-5-2 16,-12 5-5-16,13 1 5 15,-13-1-1-15,17 7-2 0,-8-3 5 0,-1 3-2 16,1 0 1-16,-1 0-3 0,1 3-1 0,1-2 5 0,-3 3-3 16,0-1 1-16,0-1-1 0,-2-2-4 0,1 3 5 0,-3-2-5 15,-3-8 7-15,3 14 1 16,-3-14-1-16,-3 15 1 0,3-15 1 0,-10 12 1 0,3-6-5 16,-2-1 5-16,-5 1-3 0,3-5 2 15,-3 0 0-15,-1-1-1 0,-2-1 4 0,0-2-8 0,-1 0 4 16,2-3 4-16,0 0 2 0,3-1-5 0,1 1-1 15,-1-3-2-15,4 1-1 0,1-1 1 0,0 2-2 16,4-3 0-16,4 10 0 0,-2-16-5 16,2 16 1-16,7-16-8 0,4 8-16 0,1 1-21 0,5 0-31 15,3 1-24-15,5 0 2 0,2 1-9 0,4 1-9 16,3 0-11-16,2 2 11 0,1 0 0 0,1-1 14 0,0 1-1 16,-1 0 25-16,0 1 11 0,2 0 14 0,-4-1 10 15,1 0 12-15,-6 0 3 16,-2 0 3-16,-1-1 16 0,-4 1 5 0,-4-1 3 15,-1-2 2-15,-4 4 12 0,1-3 34 0,-4 0-9 0,-3-2-2 16,-8 6 25-16,12-10 19 0,-12 10 39 0,3-10 4 16,-3 10-47-16,-7-12 35 0,7 12-22 0,-14-11-5 15,5 6-23-15,-2 2 3 0,0-1-16 0,0 1-8 0,-1 0-8 16,12 3-5-16,-23-1-4 0,23 1-4 0,-22 3-2 16,12 2 2-16,1 0-2 0,2 1-4 0,0 1 0 15,0 1 5-15,3 1 7 0,1 1 1 0,1 1-5 0,2-11-1 16,1 22 2-16,1-12-7 0,0 1-3 0,2-1 4 15,2 0-2-15,2 0-1 16,-1-1-2-16,0 0-1 0,2-1-4 0,-1-2-3 16,0 0 5-16,1 1 2 0,0-4 26 0,-9-3-33 0,17 5 28 15,-17-5-34-15,17 0-1 0,-17 0 7 0,15-4 2 16,-15 4-2-16,16-11 4 0,-10 4-1 0,0-1-9 16,0-4 6-16,0 0 27 0,-2-1-28 0,-1-1 29 0,0 1-34 15,-2 0 31-15,0 1-34 16,0-1 24-16,0 1-22 0,-1 12 28 0,0-18-28 15,0 18 26-15,0-15-30 0,0 15 30 0,0-13-35 0,0 13 31 16,0 0-28-16,0 0 28 0,1-13-23 0,-1 13 27 16,0 0-29-16,0 0 29 0,2 13-27 0,-2-13 1 0,6 15 4 15,-1-7 2-15,0 1 0 0,2 2 5 0,0 1 1 16,1 0 1-16,2-3-2 0,0 4 3 16,1-3 1-16,2 2 0 0,0-2-4 0,1-1 2 15,0 0 1-15,0-2-1 0,0-1 1 0,1-1-1 16,-1 0-3-16,-1-3-2 0,1-1 3 0,-14-1 2 15,26-2-1-15,-13-1 0 0,2-2-1 0,-2-2-1 16,0-3 0-16,-2-1-1 0,1-5 3 0,-2-1-1 16,-1-3 1-16,0-8 24 0,-2 0-38 0,-2-3 27 15,-2-2-18-15,-2-3 27 0,-2-1-34 0,-1-7 3 0,-4-1 0 16,1 0 1-16,-3-2 18 0,0 2 3 0,-2-1 10 16,0 1 1-16,-1 0 13 0,0 3-7 0,0 2 19 15,1 3 1-15,0 8 9 0,3 1-22 16,0 7 11-16,1 1-26 0,0 4 2 0,0 2-22 0,2 4 15 15,4 10-20-15,-8-12 1 0,8 12 0 0,0 0 1 16,-14 11-2-16,10 0 3 0,1 6 0 0,1 6 4 16,2 4 2-16,0 8 4 0,2 2 7 0,2 7 15 15,2 3 6-15,1 3 3 0,2 10-15 0,2 1 3 16,3-2-10-16,0-3-1 0,2-9-7 16,-1-3 0-16,2-2-1 0,2-4 0 0,1-3-4 0,1-1 2 15,1-4-3-15,0-3-4 0,-1-7 9 0,0-1-6 16,1-3 0-16,0-1-2 0,-1-6-1 0,-1-2 0 15,2-1 1-15,-3-3-12 0,0-1 7 0,1-4 2 0,0-3-5 16,0-1 6-16,0-2-7 0,0-4 5 0,-2-2 1 16,1-4-2-16,-3-3-2 0,-1 0 2 0,-3-1-2 15,-4 1-25-15,-1 0 34 0,-2-1-2 0,-2 0-1 0,-2 2 0 16,-2 3-2-16,-1-2 0 16,-2 1-13-16,-1 2 2 0,-3-1 10 0,2 3-1 15,0 3-5-15,1 1 1 0,-1 0 1 0,-1 3-6 16,7 7 0-16,-9-12 8 0,9 12 0 0,-8-7 1 0,8 7-2 15,0 0 3-15,0 0-7 0,0 0 7 0,0 0 6 16,-5 10-1-16,5-10-1 0,9 15 1 0,-2-5-6 16,2 1 3-16,1 1-5 0,2 2 7 0,2 1-1 15,0 1-13-15,4 1 13 0,0 1-11 0,2 1 13 16,1 0-10-16,1 0 13 0,4 2-10 0,2-1 8 0,0 1-8 16,-3-5 1-16,0 1 2 0,-2-2 0 15,4 2-6-15,-6-3 11 0,-4-2-11 0,1 0 9 0,-2 0-14 16,-5-2 7-16,0-1-6 0,0-2 11 15,-4 0-8-15,-1-1 8 0,-6-6-6 0,8 12 8 16,-8-12 2-16,0 0 2 0,-5 15-7 0,5-15 5 16,-14 9-8-16,2-8 7 0,0 1-33 0,-6-1-54 0,0-2-110 15,-5 0-118-15,-3-1-134 0,-1-1-243 0,-2-1-527 16,-3-2-822-16</inkml:trace>
  <inkml:trace contextRef="#ctx0" brushRef="#br0" timeOffset="27296.7723">10407 6918 197 0,'0'0'817'0,"-17"1"-208"0,17-1-151 16,-16 3-59-16,16-3-34 0,-19-2 24 0,19 2-67 15,-17 0 2-15,17 0-4 0,-17-1-59 0,17 1-16 16,-14 0-18-16,14 0-18 0,0 0-17 0,-17-2-25 16,17 2-26-16,0 0-28 0,0 0-29 0,-4-8-11 15,4 8-12-15,18-9-14 16,-2 3-15-16,9-2-2 0,8 3-7 0,3-3-7 15,11 2-5-15,0-1 2 0,3 1-18 0,0 1 7 0,3 0-2 16,-2 1 22-16,-1 0-114 0,1 2-82 0,-2-1-109 16,-9 2-140-16,-1 1-61 0,-7 1-116 0,-1 0-701 15,-4 1-905-15</inkml:trace>
  <inkml:trace contextRef="#ctx0" brushRef="#br0" timeOffset="27514.3001">10576 7136 119 0,'-20'13'807'16,"1"-3"-224"-16,3-2-130 0,2 2-92 0,1-3-72 0,1 0-24 15,3-1 25-15,2-1 29 0,7-5 17 0,-8 7-2 16,8-7-63-16,0 0-48 0,13 5-53 0,1-6-28 16,8-1-29-16,7 0-19 0,9-3-32 0,8 1 3 0,2-1-32 15,3 1 5-15,0-2-25 0,0 2-22 0,1 0-127 16,0-1-95-16,-4 3-120 0,0-1-109 0,-7 1-251 15,-3 0-377-15,-1-1-705 16</inkml:trace>
  <inkml:trace contextRef="#ctx0" brushRef="#br0" timeOffset="28882.301">12431 6134 46 0,'6'-20'516'0,"-1"3"-146"16,-1 1-49-16,0 1-56 0,-2 2-16 0,-2 0-3 0,0 1-23 16,0 0-38-16,-2 1 6 0,-2 2-3 0,-1 1-35 15,-1 1-27-15,-4 4-21 16,10 3-10-16,-22-3 5 0,6 7-12 0,-1 3 14 15,-8 6 40-15,0 5-41 0,-6 6-3 0,1 3 14 0,-6 10-9 16,1 4-17-16,1 2-1 0,1 4-12 0,1 1-9 16,3 2-7-16,2 1-7 0,2 0 19 0,2 1-41 15,8-8 27-15,3 3-7 0,1-2-29 0,4 0 16 0,4-1-30 16,3-4 25-16,3 2-33 0,4 1 29 0,0-3-30 16,7-1 0-16,-1-2-2 0,3-2 2 0,4-2 1 15,2-3-12-15,3-4-24 16,0-1-94-16,-3-7-74 0,3-3-87 0,0-1-53 0,0-3-118 15,-3-2-107-15,0-2-297 0,1-3-420 0</inkml:trace>
  <inkml:trace contextRef="#ctx0" brushRef="#br0" timeOffset="29441.4818">12439 6815 453 0,'-8'-14'535'0,"0"-1"-122"16,1 2-62-16,-1 0-47 0,1 0 0 0,-3 0-31 0,2 1-21 16,-1 0 34-16,2 2-21 0,0 2-29 0,0 0-32 15,1 1-42-15,6 7-38 0,-10-10-20 0,10 10-25 16,0 0-4-16,-11 3 33 0,11-3-32 0,-2 15 11 0,0-2-34 16,4 2 19-16,-1 2-38 0,2 7 19 0,2 0-23 15,0 1 19-15,2 2-31 16,1 2 17-16,1-2-27 0,-1 3 24 0,1-2-31 15,1-1-1-15,0-1 22 0,-1-5-26 0,-2-1 23 0,1 1-31 16,0-6 28-16,-2-1-23 0,-1 0 21 0,-1-5-22 16,2 2 25-16,-4-2-22 0,-2-9 27 0,8 13-24 15,-8-13 24-15,4 10-27 0,-4-10 24 0,0 0-27 0,0 0 21 16,0 0-26-16,-6-7 25 0,6 7-20 0,-10-18 20 16,4 5-24-16,1-2 26 0,-2-4-27 0,0-3 22 15,1-2-25-15,-1-2 28 0,1-3-3 16,1 0-1-16,-2-1-23 0,2-2 22 0,3 2-27 15,-2 4 17-15,4-2-11 0,-2 0 3 0,4 2 1 16,0-1 4-16,0 0-1 0,3 2 1 0,4-2 2 0,-2 4-2 16,2-2-1-16,2 5 4 0,0 1 3 0,2 1-3 0,2 1 1 15,-1 3 0-15,5 2-1 0,-2 3 1 0,4 2-3 16,-3 3 19-16,-1 1-21 16,2 4-2-16,-2 2 0 0,2 2 2 0,-1 0 3 0,-5 2-2 15,3 1 1-15,-3 2 20 0,-2 0-23 0,-1 1 1 16,-1 1 4-16,-3 0 20 0,-3-2-24 0,-2 3 24 15,0-1-28-15,-3 0 29 0,1-1-26 0,-5 3 25 0,-1-3-5 16,-3 3 0-16,0-1-5 0,-3 0-7 0,-4 0-58 16,2 1-83-16,-3-3-36 0,0 3-71 0,0-4-30 15,-2 0-38-15,2 1-98 0,2-2-12 0,3 1-119 16,1-4-252-16,3 1-321 0</inkml:trace>
  <inkml:trace contextRef="#ctx0" brushRef="#br0" timeOffset="29714.8893">12891 6700 791 0,'0'0'583'0,"0"-19"-131"16,0 19-15-16,-5-15-24 0,5 15 0 0,-5-15-33 16,5 15-27-16,-4-13-57 0,4 13-38 0,-4-10-84 15,4 10-23-15,-5-7-37 0,5 7-11 0,0 0-32 0,0 0 18 16,0 0-11-16,0 0 0 15,-4 15-12-15,4-15-8 0,2 24-13 0,0-7-6 16,1 1-3-16,1 4-11 0,0 3-20 0,1 0 11 16,2 3-5-16,0 2-9 0,-1 1 8 0,1-2-15 0,2 1 9 15,-2-3-13-15,1 2-54 0,-1-3-96 0,-1-4-77 16,2 0-71-16,-2-3-56 0,3 0-60 0,-2-2-92 16,2-3-95-16,0-2-289 0,0-2-462 0</inkml:trace>
  <inkml:trace contextRef="#ctx0" brushRef="#br0" timeOffset="30914.7688">13380 7047 152 0,'7'-11'607'15,"-5"3"-131"-15,-2 8-45 0,3-19-60 0,-3 19-15 16,0-18-56-16,0 18 20 0,-5-19-46 0,1 8 23 0,-1 4-70 16,0-2-9-16,1 2-72 0,-3-1-5 0,7 8-51 15,-12-13 5-15,12 13-45 0,-13-7 13 16,13 7-37-16,-13-3 24 0,13 3-43 0,-12 2 30 15,12-2-31-15,-12 7 24 0,12-7-33 0,-9 12 27 0,9-12-30 16,-6 14 21-16,6-14-21 0,0 17 27 0,0-17-31 16,3 19 28-16,2-9-28 0,-1-2 29 0,3 0-35 15,-1 1 35-15,1-3-30 0,3 5 25 0,-2-6-28 0,1 0 28 16,1 0-28-16,0-1 31 16,-1-1-32-16,-9-3 30 0,17 3-28 0,-17-3 23 15,17-1-26-15,-17 1 29 0,14-7-26 0,-14 7 31 0,13-11-30 16,-13 11 30-16,12-15-33 0,-8 5 35 0,-2 2-39 15,0-4 36-15,1 0-29 0,-1 2 27 0,-2-2-27 16,2 0 28-16,-2 12-1 0,0-20-11 0,0 20 6 16,2-18-1-16,-2 18 0 0,-2-14-5 0,2 14-1 0,0-12 1 15,0 12-10-15,0 0-1 0,0-14 5 16,0 14 0-16,0 0-3 0,0 0-24 0,0 0 33 0,0 0-35 16,0 0 43-16,0 0-31 0,0 0 29 0,4 15-22 15,-4-15 26-15,5 14-28 0,-5-14 32 0,9 15-32 0,-9-15 29 16,11 14-30-16,-4-5 27 15,-1-2-26-15,4-1 28 0,-1 1-26 0,-1-1 28 0,4 0-30 16,-1-3 28-16,0 2-29 0,1-2 27 0,1-2-35 16,-1 2 41-16,-12-3-31 0,24 0 28 0,-24 0-27 15,20-3 32-15,-20 3-35 0,19-7 24 0,-11-1-22 16,-8 8 31-16,13-11-30 0,-7 3 28 0,-2 0-31 0,-4 8 30 16,7-17-31-16,-7 17 32 0,6-15-28 0,-6 15 27 15,4-12-3-15,-4 12 2 16,3-11-3-16,-3 11-11 0,0 0 7 0,2-13-5 0,-2 13-29 15,0 0 27-15,0 0 4 0,0 0-27 0,0 0 32 16,0 0-29-16,0 0 28 0,0 0-26 0,0 0 29 16,9 11-29-16,-9-11 35 0,5 13-27 0,-5-13 25 0,9 17-27 15,-3-9-1-15,1 0 7 0,0 1 29 0,2-2-35 16,1 0 33-16,0 1-30 0,1-1 27 0,3-1-27 16,-3 0 27-16,2 0-31 15,-1-3 24-15,1 1-23 0,1-1 29 0,-3-2-31 0,2 1 31 16,-13-2-28-16,23 0 29 0,-23 0-31 0,22-2 31 0,-13-2-27 15,0 0 27-15,0-2-27 0,-2 0 26 0,-1-3-29 16,-1 0 20-16,-1 0-15 0,2 0 40 16,-4 0-16-16,-2 9 21 0,6-17 14 0,-6 17-6 15,4-13-8-15,-4 13-8 0,3-11-8 0,-3 11-6 16,0 0-5-16,6-8 0 0,-6 8 1 0,0 0-27 16,10 8 29-16,-4 0-19 0,-1 5 27 0,4 5-19 0,0 1 20 15,0 6-13-15,0 5 19 0,-1-1-18 0,2 2 18 16,-2 9-20-16,-1-3 10 0,0 5-20 0,0-3 16 15,-2 2 4-15,-1-5-2 0,0-2-3 0,-1 1-1 0,-1-1-6 16,-2-6-1-16,-3 4-6 0,-1-4 7 0,0 0-3 16,-3-5-3-16,-2-2 2 0,-2 0-3 0,-3-5 4 15,-2 1-19-15,-4-6 19 0,0 3 0 0,-2-8 3 16,-1-1 0-16,-2 0-13 0,1-5 7 0,-3-5-2 16,-4 0-7-16,-1-2-3 0,5-4 29 0,0-3-29 15,4-2-11-15,2 0-9 16,2-2 8-16,8 0-4 0,2 1-24 0,4-1 32 0,3-1-22 15,6 0 28-15,1-1-16 0,9-5 24 0,1 3-22 16,8-5 29-16,4 2-25 0,4 2 25 0,1-1-24 0,3 1 20 16,1 1-20-16,-2 0 21 0,5 2-32 0,-3-1 23 15,-1 0-29-15,1 1 32 0,-2 1-30 0,-1 0 37 16,-2 0-28-16,-4 4 34 0,-3-3-27 0,0 3 27 16,-4-2-23-16,-4 3 29 0,0-1-28 15,-2 0 27-15,-4 1-27 0,0 0 29 0,-2 1-1 16,-1 0-3-16,-2-1-1 0,-3 3-2 0,2-1-3 15,-4 1 3-15,0 11-7 0,0-20-5 0,0 20 1 16,-2-18-18-16,2 18 27 0,-5-13-27 0,5 13 26 0,-10-8-22 16,10 8 27-16,-12-4-7 0,12 4 6 0,-11 4 3 15,11-4-27-15,-11 8 29 0,6-1-21 0,-2 3 35 16,1 1-14-16,2-1 25 0,1 2-26 0,1 0 21 0,0 0-24 16,0 1 30-16,4-1-26 15,-2-1 13-15,4 4-17 0,2-1 23 0,1-2-26 16,3 1 20-16,3-1-32 0,3-1 18 0,1 1-25 15,4-4 15-15,2 1-112 0,0-1-115 0,3-2-100 0,-1 1-74 16,2-4-134-16,-1 1-120 0,0 1-266 0,-4-4-490 16</inkml:trace>
  <inkml:trace contextRef="#ctx0" brushRef="#br0" timeOffset="31242.7483">14814 7015 238 0,'-7'-16'570'0,"2"8"-126"0,-2-2-60 0,0-1 13 0,-1 0-28 16,-1-1-8-16,0 3-17 15,1-2 29-15,0 1-42 0,4 2-13 0,-4-1-60 16,4 1-55-16,0 1-42 0,4 7-33 0,-7-13-24 16,7 13-30-16,0 0-5 0,2-9-11 0,-2 9-13 0,13 1-9 15,-3 2-13-15,1 3-17 0,5 3 18 0,-1 1-26 16,2 2 21-16,-2 2-23 0,1 0 18 0,-3 1-24 0,3 5 18 0,-3-2-17 16,-2 0 18-16,1-1-21 0,-2-1 24 0,-2 2-22 0,-1-5 15 15,-3 2-18-15,1-4 19 0,-1 5-16 0,-4-16 24 16,2 17-18-16,-2-17 24 0,-2 15-21 0,2-15 14 15,-6 9-10-15,6-9 31 0,-8 5-15 0,8-5 5 16,0 0-2-16,-15-3 8 0,15 3-6 0,-9-10-5 16,9 10-10-1,-5-16 2-15,5 16-8 0,0-23 8 0,3 8-13 16,1-1 2-16,3 1 6 0,3-2-2 0,2-1-4 0,1 2-4 16,2 1-10-16,-1-1-25 0,3 2-57 0,-2 0-68 15,4 2-98-15,-4 0-63 0,1 2-55 0,-1 1-146 16,-1 2-115-16,-1-1-337 0,-1 3-572 0</inkml:trace>
  <inkml:trace contextRef="#ctx0" brushRef="#br0" timeOffset="33378.9122">15208 7160 250 0,'-13'-3'463'0,"13"3"-103"15,0 0-67-15,-11-4-48 0,11 4-1 0,0 0-34 16,-11-4-31-16,11 4-36 0,0 0-18 0,-8-5-26 16,8 5-8-16,0 0-21 0,0 0-13 0,-8-4-6 15,8 4-18-15,0 0-5 0,0 0-30 0,0 0 25 16,0 0-3-16,0 0-5 0,0 0-4 0,0 0-2 16,0 0-1-16,0 0-1 0,13-5-1 0,-13 5-3 0,14 0-1 15,-14 0-1-15,21 0-9 0,-8 0-23 0,3 0-53 16,1-1-61-16,3 1-93 0,2-3-97 0,1 1-363 15,4 1-206-15</inkml:trace>
  <inkml:trace contextRef="#ctx0" brushRef="#br0" timeOffset="35116.4848">15666 6861 495 0,'-8'-8'464'16,"2"-1"-82"-16,0 1-51 0,0 1-28 0,1 0-44 15,-4-2-60-15,3 2 51 0,-1-2-34 0,1 2-32 0,-1 1-33 16,0-2 1-16,7 8-37 16,-10-11-9-16,10 11-39 0,-9-9 0 0,9 9-30 15,-7-6 7-15,7 6-28 0,0 0 16 0,0 0-22 0,0 0 16 16,-6 7-23-16,6-7 19 0,2 15-19 0,0-5 10 15,0 1-13-15,1 2 12 0,0 3-17 0,-1-2 9 0,1 3-4 16,0 1 0-16,0-1-3 0,1 1 4 0,-1 1-1 16,0-2-4-16,0 0 5 0,2-1 0 15,-2 0 1-15,0-1-4 0,0-2 6 0,-1 0-1 16,1-2-7-16,-1 0 9 0,-2-11-2 0,5 18 1 0,-5-18-5 16,3 13 9-16,-3-13-2 0,3 11 4 0,-3-11-2 0,0 0-1 15,7 11-2-15,-7-11-4 16,0 0 3-16,0 0 0 0,13-4-2 0,-13 4-2 15,13-14 2-15,-6 7-1 0,1-3-12 0,1-3 11 16,1 3 18-16,0-3-21 0,0 1 16 0,2 1-21 0,-2 1 22 16,0-1-22-16,1 1 20 0,-1 2-28 0,0 0 25 15,0 1-18-15,-2 2 18 0,0 1-22 0,-8 4 19 0,17-5-15 16,-17 5 18-16,16 2-19 0,-16-2 17 0,18 6-20 16,-9-2 20-16,1 0-12 0,2 4-2 0,-1 0-3 15,2-1 11-15,0 1 0 16,0 0 18-16,3 1-22 0,-2-3 20 0,5 1-20 0,-2 1 20 15,0-3-24-15,4 1 17 0,-2-2-17 0,1 0 15 0,0-1-16 16,-1 0 1-16,2-2-12 0,-1-1 18 0,-2 0 1 16,1-1 3-16,-3 0-9 0,2-1 24 15,-4-1-18-15,0-2 22 0,-3-1-27 0,1-1 19 16,-3-2-21-16,-2 0 10 0,-2-1-7 0,0 0 20 16,-2-1-24-16,-1-1 20 0,-2 1-17 0,0 11 19 15,0-23-22-15,-2 12 18 0,0 1-8 0,-2 0 26 16,1 2-21-16,3 8 23 0,-7-16-23 0,7 16 21 0,-7-12-25 15,7 12 17-15,-7-6-42 0,7 6 43 0,0 0-25 16,-15 0 18-16,15 0-17 0,-11 9 22 0,5-3-25 16,-1 2 28-16,2 0-23 0,0 1 23 0,1 1-29 0,1 0 27 15,-1 1-24-15,2-1 23 0,1 1-22 16,1-11 23-16,-2 21-25 0,2-21 22 0,3 20-20 0,-3-20 26 16,6 17-29-16,-6-17 26 0,9 15-24 0,-2-8 19 15,2-4-25-15,-2 3 2 16,2-1 1-16,-9-5 3 0,19 4 2 0,-19-4 1 15,17 1 0-15,-17-1-2 0,17-3 23 0,-17 3-29 16,14-6 28-16,-14 6-27 0,13-11 25 0,-8 5-24 0,0-5 24 16,-1 3-26-16,-2-4 23 0,0 1-22 0,-1 0 22 15,-1 11-23-15,0-22 21 0,0 22-21 0,0-22 25 16,0 22-32-16,-2-18 40 0,2 18-13 0,-2-15 26 0,2 15-32 16,-2-12 23-16,2 12-28 0,0 0 14 0,-3-14-24 15,3 14 24-15,0 0-25 0,0 0 23 0,0 0-23 16,0 0 27-16,0 0-33 15,0 0 34-15,2 10-30 0,-2-10 26 0,5 14-22 0,-5-14 28 16,9 14-28-16,-3-6 26 0,1 1-26 0,0-1 24 0,3-1-27 16,0 3 22-16,0-3-23 0,2 1 4 0,0-1 25 15,-1-2-29-15,1 0 24 0,0-1-35 0,0-1 14 0,-1-1-26 16,-11-2 11-16,22 3-38 16,-22-3 49-16,19-3-22 0,-19 3 31 0,18-7-27 15,-11 2 28-15,1-2-24 0,-3-1 34 0,1 1-21 0,-2-4 25 16,0 2-27-16,-1 0 27 0,0-1-19 15,-3 10 23-15,5-17-24 0,-5 17 26 0,3-17-23 16,-3 17 22-16,5-11-24 0,-5 11 23 0,2-11-31 16,-2 11 31-16,0 0-25 0,3-10 26 0,-3 10-23 0,0 0 35 15,0 0-19-15,0 0 20 0,10 5-26 0,-10-5 27 16,7 8-14-16,-7-8 30 0,7 14-26 0,-1-7 21 0,-2 2-32 16,0-2 23-16,1 4-30 0,0-3 26 0,-1 3-31 15,2-3-1-15,-1 3-2 0,0-3 32 0,0 1-29 16,0 0 24-16,-1-2-29 15,2 1 28-15,-6-8-29 0,8 15-3 0,-8-15 31 0,7 9-26 0,-7-9 28 16,6 10-33-16,-6-10 36 0,0 0-30 0,7 7 1 16,-7-7 30-16,0 0-30 0,0 0 25 0,0 0-28 15,14-5 27-15,-14 5-29 0,6-9 23 0,-6 9-25 0,7-11 31 16,-7 11-30-16,6-14 26 16,-6 14-27-16,6-12 29 0,-6 12-32 0,6-13 33 15,-6 13-29-15,5-12 25 0,-5 12-26 0,5-11 31 16,-5 11-34-16,4-7 30 0,-4 7-28 0,0 0 24 0,8-9-26 15,-8 9 21-15,0 0-22 0,7-5 28 0,-7 5-27 16,0 0 25-16,0 0-25 0,11 3 30 0,-11-3-28 16,0 0 28-16,10 8-33 0,-10-8 33 15,0 0-28-15,9 9 28 0,-9-9-27 0,0 0 26 0,8 9-30 16,-8-9 27-16,7 5-21 0,-7-5 26 0,0 0-27 16,10 8 24-16,-10-8-23 0,0 0 26 15,9 6-30-15,-9-6 34 0,0 0-29 0,0 0 26 0,13 0-28 16,-13 0 27-16,12-6-28 0,-12 6 23 0,12-9-20 15,-12 9 26-15,14-8-29 0,-14 8 26 0,12-12-26 16,-12 12 29-16,10-11-38 0,-10 11 39 0,10-10-26 0,-10 10 25 16,8-8-27-16,-8 8 29 0,7-7-28 0,-7 7 21 15,0 0-24-15,8-7 25 0,-8 7-26 0,0 0 27 16,0 0-27-16,18 0 23 0,-18 0-22 0,11 4 25 0,-11-4-23 16,15 5 25-16,-7-1-27 15,2 1 30-15,0-2-36 0,2 1 35 0,2 1-27 16,1-1 28-16,1 0-31 0,2-1 27 0,2 0-29 15,2 0 2-15,1 0 29 0,2 0-27 0,2 0 27 0,-1-2-32 16,-1-1 30-16,-2 1-27 0,0 0 20 0,0-3-18 16,-2 2 25-16,0-2-27 0,-1-3 24 15,-2 0-25-15,0-1 30 0,-2-1-33 0,-2 0 32 0,-2-5-27 16,-1 3 28-16,-3-4-31 0,-1 0 30 0,-2 1-28 16,-1-1 27-16,-3 1-26 0,-2 1 26 15,-2-1-28-15,0 1 24 0,-1 0-23 0,-2 0 25 16,-1 1-30-16,0 2 28 0,-1 1-25 0,0 0 23 0,-1 2-24 15,9 5 26-15,-17-6-30 0,17 6 30 0,-16 2-24 16,16-2 28-16,-18 8-27 0,11-1 32 0,0 1-27 16,-1 1 29-16,4 3-18 0,0-1 27 0,1 2-26 0,1-2 25 15,2 3-26-15,1-1 27 0,1 1-37 16,3 0 35-16,1 0-32 0,2 0 25 0,3 2-35 0,2 0 32 16,6-3-55-16,3 2-125 0,2 0-151 0,3-1-141 0,2-2-137 15,8 3-394-15,0-2-583 16</inkml:trace>
  <inkml:trace contextRef="#ctx0" brushRef="#br0" timeOffset="35349.4444">18492 7135 707 0,'0'0'835'15,"0"0"-165"-15,0 0-185 16,0 0-83-16,0 0-110 0,-12 3-32 0,12-3 4 15,-10 7-32-15,10-7 12 0,-15 12-48 0,7-6-6 0,-2 5-42 16,-1 0-19-16,-2 3-31 0,-1 0-20 0,1 1-17 16,0 1-3-16,-2 1-10 0,3 0-12 0,-5 2-11 0,4-2 2 15,-1 1-7-15,1-1-5 0,-1-3-36 0,2 1-89 16,-1-2-126-16,-1 0-144 0,1-4-125 0,1 2-190 16,0-4-424-16,2-4-734 15</inkml:trace>
  <inkml:trace contextRef="#ctx0" brushRef="#br0" timeOffset="37635.364">18856 6167 112 0,'2'-14'331'16,"-1"1"-26"-16,-1 13-25 0,1-22-7 0,-1 22-26 15,0-21-61-15,0 21 5 0,0-19-16 0,0 19-33 16,0-17-23-16,0 17-15 0,1-15-16 0,-1 15-16 0,0-12-15 16,0 12-12-16,0 0-10 15,1-13-10-15,-1 13-3 0,0 0-6 0,0 0 5 16,0 0 24-16,9 5 10 0,-9-5-11 0,8 16-3 0,-3-2 10 15,-1 0 9-15,0 2 9 0,2 7 7 0,-2 0 9 0,1 6-5 16,0 2-12-16,-1 0-16 16,1 3-2-16,0 0-5 0,-1 1-9 0,-1 0-4 0,1 1-5 0,0-2-4 15,-1 0-9-15,0-2 11 0,0 1-8 0,1-2 8 16,0-4-16-16,0-1 13 0,-1-1-17 16,-1-1 9-16,0-1-12 0,0-3 10 0,-1-1-19 15,1-2-4-15,-2 0-82 0,0-4-55 0,0 0-56 16,0-13-85-16,-1 21-82 0,1-21-111 0,-2 14-258 15,2-14-244-15</inkml:trace>
  <inkml:trace contextRef="#ctx0" brushRef="#br0" timeOffset="39502.496">18785 6669 643 0,'0'0'455'0,"0"0"-95"15,-13 2-89-15,13-2-46 0,0 0-50 0,0 0-24 16,-14 1-28-16,14-1-13 0,0 0-18 0,0 0-11 16,0 0-6-16,0 0-15 0,0 0-1 0,2 12-23 0,-2-12 1 15,14 2-13-15,-14-2 9 16,23 2-29-16,-5-2 15 0,2 0-10 0,1 0-3 16,6 0-3-16,1-3 1 0,2 0 0 0,3-1-8 15,1 1 8-15,0-3 0 0,-1 1 0 0,-1 0-8 0,0-1 3 16,-2-4-1-16,-5 3 7 0,-1-1 0 0,-2-1-2 15,-2 0 0-15,-1-1-1 0,-7 1 2 0,3 0-5 16,-3-1 3-16,0-1-7 0,-4 1 9 0,0 0 2 16,-3 0 3-16,-1 2 7 0,0-2 9 0,-4 10 5 0,3-16-14 15,-3 16 22-15,-2-13 0 16,2 13-8-16,-7-12-4 0,7 12-10 0,-9-12 6 0,9 12-7 16,-12-5-6-16,12 5 0 0,-18-1 0 0,9 4 5 0,-3 1-14 15,-1 5 8-15,0 0 1 0,-2 2-1 0,2 2 1 16,0 1-2-16,2 4 5 0,2-2 1 15,-1 1-1-15,3 1 12 0,2-1-3 0,-1 3 11 16,4-2-12-16,2 0 12 0,2-1-14 0,3 2 11 0,4 0-14 16,3 1 7-16,5-2-10 0,5-2 14 0,4 1-21 15,3-5 13-15,7 1-18 0,3-1 12 0,2-5-15 16,2 0 13-16,-4-2-14 16,0-2 11-16,1-2-12 0,-2 0 13 0,-1-1-13 0,-1-2 11 15,0 0-13-15,-4-4 14 0,-4 1-13 0,-3-2 8 16,0-1-9-16,-3-2 10 0,-2-1-17 0,0 1 16 0,-3-3-9 15,-2 0-1-15,-3-1 2 0,-1 3-2 0,-3-3 4 16,-2 3-7-16,-2-1 6 0,-1 0-1 16,-2 2 1-16,-1 10-1 0,0-20 2 0,0 20-2 15,-7-17-1-15,1 11-3 0,0-1 9 0,-2 1-2 16,-2 4 0-16,0-1 2 0,10 3-1 0,-24 0 0 0,13 3-4 16,-2-1 8-16,0 3 1 0,0 3 2 0,0-1 8 15,1 1-11-15,0 4 9 0,2-2-13 0,1 1 13 16,0 1-8-16,2 0 12 0,1 0-11 0,3 0 11 0,0-2-15 15,1 2 11-15,2-12-11 0,1 21 12 0,-1-21-16 16,6 19 15-16,-1-12-11 0,1 2 10 0,2-2-12 16,1-3 9-16,-1 2-9 0,1-1 12 0,2-2-14 15,-2 0 14-15,-9-3-14 0,18 4 17 16,-18-4-23-16,16-2 19 0,-16 2-12 0,17-5 17 16,-17 5-17-16,13-9 11 0,-13 9-9 0,9-13 6 15,-3 2-12-15,-3 3 13 0,0-2-16 0,-1 1 1 0,-2 9 4 16,3-19 4-16,-3 19-8 0,2-17 5 15,-2 17 2-15,0-14-6 0,0 14 8 0,0-11 0 16,0 11-2-16,0 0-7 0,0-15 3 0,0 15-2 16,0 0-3-16,0 0 4 0,0 0 0 0,0 0 3 0,0 0-1 15,0 0 3-15,0 0 10 0,0 0-13 0,0 0 15 16,4 10-10-16,-4-10 11 0,5 10-8 0,-5-10 7 16,8 12-13-16,-8-12 14 0,10 11-14 15,-10-11 17-15,13 11-17 0,-13-11 14 0,17 8-20 0,-9-4 15 16,-8-4-9-16,20 6 16 0,-20-6-19 0,18 5 13 15,-18-5-14-15,19 2 7 0,-19-2-8 0,17-2 10 16,-17 2-15-16,16-7 14 0,-9 1-13 0,1 0 12 0,-3-2-27 16,0-1 31-16,-1 0-16 15,0-5 5-15,-2 1 3 0,0 1 0 0,-1-1 4 0,-1-1-4 16,0 1 0-16,0 0-1 0,-1 1 5 16,1 0 0-16,-2 1 1 0,2 11 2 0,-2-18-4 0,2 18 0 15,0-15-2-15,0 15 0 0,-2-12-4 0,2 12 0 16,0 0-8-16,-2-10 12 0,2 10-3 0,0 0 1 15,0 0 4-15,0 0-2 0,0 0 3 0,-1 15-1 0,1-15-1 16,-1 13 6-16,1-13-2 0,3 17 1 0,-1-7 2 16,1 0 11-16,-1 0-18 15,1 1 16-15,2-1-10 0,-2-1 9 0,1 1-12 0,-1-1 11 16,1 0-13-16,-4-9 9 0,6 14-12 0,-6-14 15 16,6 13-23-16,-6-13 24 0,8 10-14 0,-8-10 12 15,9 6-18-15,-9-6 14 0,0 0-23 0,15 1-3 16,-15-1-16-16,13-6 20 0,-13 6-12 0,12-11 14 0,-7 3-10 15,2 1 3-15,-3-3 3 0,2 2 6 0,-2-3 4 16,0 4 2-16,0-3 3 0,-4 10-3 0,8-16 3 16,-8 16 2-16,5-12 1 0,-5 12 0 0,4-12 0 0,-4 12-4 15,4-8-4-15,-4 8 2 0,0 0 0 0,0 0 1 16,7-7 3-16,-7 7-7 16,0 0 8-16,0 0-3 0,10 6 7 0,-10-6 1 0,6 8-1 15,-6-8-3-15,6 8-3 0,-6-8 22 0,6 11-18 16,-6-11 20-16,6 9-22 0,-6-9 12 0,7 10-13 15,-7-10 13-15,7 12-14 0,-7-12 13 16,5 8-17-16,-5-8 16 0,4 9-12 0,-4-9 12 0,0 0-20 16,6 9 18-16,-6-9-9 0,0 0 18 0,0 0-14 0,7 9 15 15,-7-9-12-15,0 0 8 16,0 0-16-16,0 0 16 0,0 0-16 0,11-4 13 0,-11 4-14 16,7-6 10-16,-7 6-11 0,6-8-2 0,-6 8 3 15,7-9 1-15,-7 9 1 0,0 0 27 0,7-8 2 16,-7 8-1-16,0 0 1 0,6-11-5 0,-6 11 2 0,0 0-5 15,5-7-2-15,-5 7-10 0,0 0 5 0,0 0-3 16,6-7-3-16,-6 7 0 0,0 0 0 0,0 0 1 16,0 0-3-16,0 0-6 0,0 0 5 0,11-2 3 15,-11 2-2-15,0 0 4 0,8 6 8 16,-8-6-15-16,0 0 12 0,9 8-19 0,-9-8 18 16,0 0-12-16,9 7 12 0,-9-7-18 0,0 0 13 0,8 9-10 15,-8-9 13-15,0 0-19 0,7 5 20 16,-7-5-13-16,0 0 17 0,0 0-15 0,10 6 15 0,-10-6-15 15,0 0 14-15,0 0-20 0,0 0 18 0,0 0-13 16,13 0-7-16,-13 0 22 0,0 0-16 0,0 0 1 16,8-7 0-16,-8 7-8 0,0 0 8 0,6-9 1 15,-6 9-7-15,0 0 10 0,5-8-3 0,-5 8 0 0,0 0-3 16,0 0 3-16,6-7-4 16,-6 7 3-16,0 0-1 0,0 0 1 0,0 0-1 0,0 0 0 15,0 0-7-15,5-8 6 0,-5 8 0 0,0 0-5 16,0 0 6-16,0 0-1 0,0 0 1 0,0 0 0 0,0 0 1 15,0 0-1-15,0 0 0 16,0 0-12-16,0 0 16 0,0 0-1 0,0 0-1 16,0 0 1-16,0 0-6 0,0 0-14 0,0 0 26 15,0 0-3-15,0 0-1 0,0 0-2 0,0 0 2 0,11 4-7 16,-11-4 4-16,0 0 2 0,0 0-3 0,0 0 1 16,0 0 0-16,0 0 1 0,0 0-2 0,0 0-4 15,0 0 6-15,0 0 0 0,0 0-6 0,0 0 6 16,0 0-1-16,0 0 0 0,2 9 1 0,-2-9-7 0,0 0 9 15,0 0-2-15,3 12 14 0,-3-12-18 0,0 0 13 16,2 12-12-16,-2-12 13 0,3 13-28 0,-3-13 27 16,3 13-16-16,-3-13 18 0,3 14-15 0,-3-14 14 0,2 14-18 15,-2-14 19-15,1 15-16 16,-1-15 11-16,3 11-16 0,-3-11 21 0,1 11-16 16,-1-11 14-16,0 0-14 0,2 12 9 0,-2-12-11 15,0 0 10-15,0 0-55 0,2 12-29 0,-2-12-57 0,0 0-52 16,0 0-39-16,0 0-104 0,0 0-26 0,0 0-443 15,0 0-328-15</inkml:trace>
  <inkml:trace contextRef="#ctx0" brushRef="#br0" timeOffset="39920.9627">20851 6836 618 0,'0'0'550'0,"0"0"-145"0,0 0-82 16,0 0-70-16,0 0-23 15,5 8-36-15,-5-8 22 0,-4 9-13 0,4-9-7 0,-7 14-45 16,2-6-14-16,-2 1-38 0,0 1-6 0,0 2-38 16,-2 0-1-16,0 2-10 0,0-1-8 0,0 3-12 15,0 0 1-15,-2-1-7 0,3-1-5 16,-1-2 0-16,0 2-1 0,0-1-1 0,1-1-7 0,0 0 3 15,0-2-4-15,0 2-11 0,2-6-51 0,1 3-86 16,5-9-57-16,-10 12-125 0,10-12-132 16,-7 10-418-16,7-10-432 0</inkml:trace>
  <inkml:trace contextRef="#ctx0" brushRef="#br0" timeOffset="40783.5718">21165 6663 420 0,'-2'-15'432'0,"0"3"-90"16,-1 0-29-16,1 1-39 0,-1 0-36 0,-1 0-36 15,-1 0-30-15,-2 1-19 0,2 1-8 0,0 1-22 16,-2 0-25-16,0 2-20 0,7 6-17 0,-16-8-8 16,16 8-11-16,-19-2-6 0,9 5-6 0,-2 3-9 15,-2 2 5-15,2 2 0 0,-2 2-3 16,2 4 8-16,0-1-5 0,1 3 14 0,2-1-21 0,1 0 12 16,2-2-14-16,1 3 14 0,3-3-18 0,1 2 12 15,1-3-15-15,2 1 10 0,2-1-17 0,3 0 12 16,1-1-13-16,-1-2 10 0,4-1-13 0,1 0 12 0,1 0-18 15,1-3 15-15,0-2-9 0,0 0 13 0,-1-1-12 16,0 0 12-16,-1-3-12 0,-12-1 11 0,22-1-10 16,-22 1 14-16,20-8-20 0,-11 2 15 15,-1-1-11-15,-1-1 10 0,-1-2-14 0,-1-2 7 16,0-3-9-16,-2 0 13 0,-1 0-16 0,0-2 3 16,-1 0-6-16,0 1 10 0,-1 2-2 0,0-1 0 15,-1 1 3-15,0 1 0 0,1 1 0 0,0 12-3 16,-2-21 2-16,2 21-2 0,-1-17-6 0,1 17 3 0,-2-11 0 15,2 11 0-15,0 0-5 0,0 0 9 0,0 0 2 16,0 0 1-16,0 0-1 0,-11 6 6 16,11-6 1-16,0 12-7 0,0-12 5 0,3 16 15 15,1-7-19-15,1 1 22 0,1-1-14 0,2 1 10 0,2 1-19 16,3-3 13-16,1 0-7 0,1 1 11 0,3-1-18 0,1 0 14 16,1-4-13-16,0 1 6 15,-1 0-7-15,2-4 12 0,-2 1-13 0,1-1 10 16,-1-2-10-16,-1 0 10 0,1 0-9 0,-2-4 0 0,0-1-2 15,-2-1 2-15,0 0 3 0,0-4-4 0,0-2-2 16,-3 0 5-16,0 0-3 0,-4-2-2 0,-1 1 4 16,-1 0 1-16,-1 1 0 0,0-2-11 0,-3 3 10 0,0 1 7 15,-2 11 13-15,-2-20 3 0,2 20-4 0,-5-15-9 16,5 15-5-16,-9-11 6 16,9 11-3-16,-13-4-2 0,13 4 3 0,-18 0-3 15,18 0 2-15,-21 2-4 0,11 3 2 0,0 1 1 16,-2 0-5-16,2 1 5 0,-1 1 0 0,1 0 0 0,2 1-4 15,0 0 5-15,1 1 0 0,2-1-2 0,-1 0 1 16,2-2 2-16,0 3 0 0,4-10-4 0,-6 14 4 16,6-14 11-16,-4 12-11 0,4-12 11 0,-3 10-13 0,3-10 11 15,0 0-20-15,-1 11 15 0,1-11-8 0,0 0 11 16,0 0-12-16,4 10-3 0,-4-10-1 0,0 0 1 16,0 0 1-16,8-5-5 0,-8 5 5 15,0 0-4-15,7-7-6 0,-7 7-19 0,0 0-18 0,7-12-20 16,-7 12-8-16,5-8-22 0,-5 8-8 0,0 0-11 15,4-12-18-15,-4 12-26 0,0 0-30 16,2-10-47-16,-2 10-14 0,0 0-39 0,0 0-82 0,2-11-159 16,-2 11-35-16</inkml:trace>
  <inkml:trace contextRef="#ctx0" brushRef="#br0" timeOffset="41396.2852">21093 6603 94 0,'8'-11'386'0,"-8"11"-117"0,6-8-39 0,-6 8-26 16,6-11 20-16,-6 11-52 0,4-8 39 0,-4 8-32 16,0 0-7-16,3-12-16 0,-3 12-29 15,0 0-24-15,0 0-17 0,-1-14-14 0,1 14-9 0,0 0 1 16,-9-10-10-16,9 10-9 0,-10-3 0 0,10 3-5 15,-15-1-6-15,15 1-1 0,-23 4 2 0,8 1 0 16,-1 1 12-16,-5 1 2 0,1 3-2 16,-6 1 16-16,0 5 4 0,-1-3-12 0,-3 6-12 0,0-1 15 0,1 1-9 15,2 1 12-15,4-1-10 0,2 2 6 0,1 0-17 16,3-1 4-16,0 1-10 16,3-1 10-16,3-2-23 0,2 1 27 0,2-1-18 0,2-1 1 15,1-2-5-15,2 0 1 0,2-1-4 0,2 0-2 16,3-1-12-16,-2 2 19 0,3-5-4 0,1 2-6 0,2-1-5 15,1-1-2-15,0-3-3 0,1 1-1 0,2-1-7 16,0-1 6-16,0 0-1 0,-2-2-3 0,0-2 0 0,1 2-1 16,-1-2 2-16,0 1-2 15,-11-3-6-15,22 2 5 0,-22-2 0 0,20 2 0 16,-20-2-3-16,18 0-5 0,-18 0-11 0,17-2-26 16,-17 2-10-16,15-2-28 0,-15 2-18 0,17-4-6 0,-17 4-24 15,16-3 3-15,-16 3 5 0,15-3-3 0,-15 3-11 16,13-4-15-16,-13 4-24 0,14-3-41 0,-14 3-27 0,12-4-35 15,-12 4-72-15,13-5-217 16,-13 5-80-16</inkml:trace>
  <inkml:trace contextRef="#ctx0" brushRef="#br0" timeOffset="43448.2883">21169 6722 31 0,'-6'-13'471'0,"6"13"-109"0,-8-12-41 16,8 12-50-16,-10-12-17 0,2 6-23 0,1 2-27 15,-1-2-14-15,-1 0-34 0,-2 2-25 0,0-1-11 16,-1 2-17-16,-1-1-32 0,1 3 5 0,-4-1-9 15,2 2-6-15,-4 3-8 0,1-2-3 0,-2 5-3 0,-2 1 19 16,0 1 6-16,-1 2-13 0,-2 3 5 0,2 4-18 16,1-3 14-16,1 5-12 15,0-1 18-15,3 1-22 0,1 0 6 0,4-1-23 0,2 0 11 16,-1 1-15-16,4-1-7 0,1-3 6 0,2 3 6 16,2-2 1-16,1 0 6 0,2 0 5 0,1-1 13 0,1-1-2 15,3 1 2-15,1-2-3 0,2-2-3 0,2 0 2 16,1-1-18-16,2-2-6 0,2-1-3 15,1 0-6-15,1-4-2 0,2 0-3 0,0 0-5 16,0-3 7-16,2 0-9 0,0 0-2 0,3-5 26 16,-2 1-31-16,0 0 24 0,1-3-27 0,0-2 20 0,-3 0-23 0,3-5 24 15,-1 1-25-15,-2-2 19 16,0-2-14-16,-2 1 24 0,-3-5-35 0,0 1 33 16,-2-1-30-16,-3 2 24 0,-1-2-22 0,-2-1 26 15,-1 0-30-15,0 1-4 0,-2 1 8 0,-2 1 1 0,0 1 4 16,-2 2-1-16,-1 0 6 0,0 1-2 0,0 3-8 15,-1 0 7-15,0 1 0 0,1 11-3 16,-3-18-6-16,3 18 1 0,-3-13 2 0,3 13-8 16,-4-8 13-16,4 8 2 0,0 0-1 0,0 0 3 0,-10 3 24 15,10-3-27-15,-6 9 23 0,6-9-23 0,-3 14 21 16,3-14-23-16,-1 17 15 0,1-17-12 0,1 21 20 16,0-11-18-16,1 1 22 0,0 0-28 0,2 1 25 0,0 0-20 15,2-2 24-15,-1 0-34 0,1 2 31 0,1-2-21 16,0 0 23-16,3-2-27 0,-1 1 27 0,2-3-29 15,3 1 22-15,-1-1-20 0,2-3 23 16,0 2-28-16,2-3 22 0,-1 0-21 0,2-2 23 16,0 0-31-16,0-3 27 0,2 1-17 0,-2-2 22 15,3-2-27-15,-1-2 24 0,0 0-26 0,-1-2 22 16,0-1-18-16,-2-2 1 0,0 0 2 0,-3-2 1 0,-1-1 1 16,-2 0 2-16,-1-1-10 0,-3 3 10 0,0-1 3 15,-3 0 1-15,-1 2 0 0,-1 1-3 16,0 2 2-16,-2 10 2 0,-2-22-1 0,2 22 0 0,-6-16-1 15,6 16-6-15,-11-14 7 0,11 14-3 0,-17-5-1 16,17 5 2-16,-21 1 3 0,10 2-3 0,-3 2 2 16,0 2 1-16,0 1-5 0,1 2 7 0,0 3 0 0,0 0 26 15,2 0-25-15,2 0 17 0,-1 0-25 0,4 0 25 16,1 1-21-16,1-1 24 16,3 1-24-16,-1-3 23 0,3 1-24 0,1-2 25 0,1 1-30 15,2 0 28-15,2-2-27 0,3 2 23 0,1-4-28 0,0-1 27 16,2 0-28-16,0 0 20 0,3-2-21 0,-4-2 25 15,1-1-27-15,2-1 25 16,-2 0-25-16,2-3 29 0,-2 1-30 0,1-2 32 0,-1-2-26 16,0-1 23-16,-3-1-24 0,1-2 24 0,-1 0-26 15,-3-3-3-15,0 1 5 0,-1-1 1 0,-1-2 3 16,0 1 2-16,-1 0-2 0,-1 2 4 0,-1 0 2 16,0 4 0-16,-2 8-3 0,3-19 3 0,-3 19-4 0,2-14-6 15,-2 14-5-15,2-10 8 0,-2 10 2 0,0 0 1 16,0 0 2-16,0 0-1 0,5 8 0 0,-5-8-1 15,2 18 29-15,-2-6-25 0,2 5 25 16,-1 2-26-16,0 1 25 0,2 4-32 0,0 2 26 16,1 5-22-16,0 0 4 0,-1 2-3 0,2 2 4 0,0-2-2 15,-1 3 2-15,2-3-7 0,-3 1 7 0,1 0 0 16,1-2 0-16,-1-2 0 0,-1-3 26 0,-1-1-32 16,-2-3 22-16,0-4-24 0,-1 2 30 0,-1-4-21 15,-2-1 36-15,-1-2-35 0,-2-1 30 0,-2-1-33 16,-1-3 29-16,-1 0-26 0,-2-3 23 0,0-2-26 0,1-1 21 15,-3-2-29-15,2-3 27 16,-3 0-32-16,2-3 4 0,0-3 5 0,2-1-6 16,1-1-3-16,2-2-1 0,3 0-15 0,2-3-3 0,3 4-1 15,2-6-8-15,4 1-3 0,2-2-7 0,4-2-6 16,3-2 13-16,4 0 7 0,1 0 9 0,5-2 22 16,1 0-17-16,1 0 22 0,1 1-29 0,-1 1 33 0,2 0-21 15,-2 0 26-15,1-1-23 0,-4 4 23 0,-2-1-19 16,2 1 17-16,-2 0-16 0,-1 1 21 0,-3-1-22 15,-1 2 0-15,-3 1 1 0,-1 0 6 0,-1 0-1 16,-1 0 4-16,-4 3-3 0,0 1 2 16,0 0 20-16,-3 1 9 0,-3 11-4 0,2-19-10 15,-2 19 3-15,-2-14-5 0,2 14-3 0,-9-14-2 0,9 14-5 16,-12-8 3-16,12 8-8 0,-14-2 8 0,14 2-1 16,-18 5-1-16,9-3-2 0,-1 4 3 0,0 3 22 15,0 0-27-15,0 1 24 0,3 1-24 0,-1 0 26 16,2 3-23-16,1-1 22 0,0 2-22 0,2-1 23 0,2-2-23 15,2 1 22-15,1 2-24 16,4 0 23-16,0-3-28 0,1 2 23 0,2-2-25 16,2-1 27-16,0 0-31 0,0-1 30 0,2-1-29 15,0-1 26-15,-1-1-31 0,0-1 31 0,-2-2-26 0,1-1 27 16,0 0-25-16,-11-3 23 0,18 0-28 0,-18 0 26 16,16-4-19-16,-16 4 23 0,16-12-27 0,-11 5 22 15,0-1-23-15,-1-1 27 0,0-1-33 0,-1 0 36 0,-3 10-32 16,2-22 28-16,-2 22-26 0,1-18 27 0,-1 18-25 15,0-16 31-15,0 16-24 0,0-13 23 0,0 13-25 16,-1-12 22-16,1 12-31 16,0 0 32-16,0-15-31 0,0 15 22 0,0 0-25 0,0 0 27 0,0 0-24 15,0 0 24-15,0 0-28 0,0 0 34 0,0 0-32 16,0 0 32-16,0 0-25 0,12 9 25 0,-12-9-28 16,9 12 20-16,-4-4-18 0,1-2 24 0,1 2-25 15,1-1 24-15,0 1-22 0,-1-1 27 0,3 0-34 16,-1-2 32-16,0 2-28 0,1-2 26 0,0 1-26 15,0-2 25-15,2-1-25 0,-2-1 20 0,0 1-17 0,-10-3 25 16,20 3-26-16,-20-3 25 0,18-1-26 0,-18 1 25 16,16-7-27-16,-16 7 26 15,15-12-20-15,-10 5 24 0,0-2-29 0,-1 0 31 16,-1-2-32-16,0 2 26 0,-1-3-27 0,-1 1 1 0,1 0 5 16,-2 11 1-16,0-17 15 0,0 17 11 0,1-16 1 15,-1 16 0-15,0-14-4 0,0 14-4 0,0 0-4 16,0-16-10-16,0 16-2 0,0 0 3 0,0 0 4 0,0 0-3 15,0 0 24-15,0 0-27 0,0 0 23 0,0 0-29 16,-1 15 29-16,1-15-26 0,7 16 25 16,-2-5-24-16,1 1 19 0,1-2-34 0,0 2 24 15,1-1-24-15,0 0-67 0,-1-1-104 0,0 0-72 0,0-2-88 16,-2 0-127-16,1-1-142 0,-6-7-299 0,8 10-486 16</inkml:trace>
  <inkml:trace contextRef="#ctx0" brushRef="#br0" timeOffset="43653.1629">22452 6569 170 0,'-7'-16'575'0,"2"1"-79"0,-3 0-84 0,2 2-22 16,1 0-8-16,-1 0-45 16,1 1-25-16,-1 3-28 0,2-1-59 0,4 10-31 0,-8-15-44 0,8 15-33 15,-5-10-26-15,5 10-19 0,0 0-14 0,0 0-11 16,0 0-11-16,0 0-16 0,0 0-3 0,13 7-88 15,-5 0-145-15,0 5-56 0,0 1-104 0,-1 0-168 16,2 1-368-16,-2 2-481 0</inkml:trace>
  <inkml:trace contextRef="#ctx0" brushRef="#br0" timeOffset="44788.2369">22646 6710 134 0,'0'0'602'0,"0"0"-124"0,10-6-78 0,-10 6-2 15,0 0-12-15,8-6-53 0,-8 6-40 0,0 0-49 16,0 0-44-16,6-7-41 0,-6 7-38 0,0 0-17 0,0 0-14 16,0 0 17-16,10 6-32 0,-10-6 13 0,8 10-34 15,-8-10 12-15,9 15-33 0,-4-5 15 16,0 0-28-16,2 1 13 0,-2 0-27 0,1 0 21 16,0 0-28-16,-1 0 26 0,0-1-27 0,0-1 20 15,0 0-26-15,-1 0 27 0,-4-9-27 0,7 15 23 0,-7-15-25 0,6 11 27 16,-6-11-23-16,6 9 20 0,-6-9-21 0,7 7 21 15,-7-7-23-15,0 0 8 16,13 1-5-16,-13-1 22 0,12-6-26 0,-12 6 26 0,12-12-32 16,-6 5 29-16,0-1-27 0,1-4 27 0,-1 2-26 15,2-3 23-15,-2 1-24 0,0 1 23 0,1-2-21 16,-2 4 24-16,0 1-24 0,-1-1 22 0,1 1-21 16,-5 8 26-16,7-11-37 0,-7 11 34 0,7-11-23 0,-7 11 23 15,5-7-27-15,-5 7 28 0,0 0-25 0,12-4 21 16,-12 4-20-16,0 0 25 0,16 3-25 0,-16-3 23 15,14 4-24-15,-14-4 28 16,19 7-28-16,-9-4 29 0,3 2-25 0,-2-1 23 0,3-1-26 16,2 0 31-16,-3 0-30 0,2-2 23 0,-2 1-23 15,1 0 26-15,0-1-27 0,0-1 27 0,-1 0-31 16,-1-2 25-16,1 0-22 0,-2 0 27 0,2-3-28 0,-3 3 27 16,0-4-29-16,0 0 5 0,-1-3-3 0,-1 1 0 15,0-3 6-15,-1 1 2 0,-2-2 0 0,-1 1-2 16,-1-2 0-16,-1 3-3 0,-1-3 4 0,0 2 0 0,-3 0 1 15,1-1-6-15,-1 2 5 0,-2 0 1 0,2 0-6 16,2 10 8-16,-5-14-2 16,5 14-1-16,-6-13-1 0,6 13 2 0,-3-9 3 15,3 9-5-15,0 0 4 0,0 0 3 0,0 0-2 0,0 0 4 16,0 0 1-16,0 0 2 0,11 6-7 0,-4 1 6 16,2 0 1-16,3 2 0 0,0 1-1 0,2 1-3 15,2 0 1-15,-1 1-14 0,1 1 17 0,-2 0 19 0,2 1-24 16,-2-1 16-16,2 0-24 0,-2 1 25 0,0-1-25 15,0 0 23-15,-1 0-21 16,-3-2 19-16,0 0-27 0,-1-1 27 0,-2 0-32 16,-1-1 30-16,-2-1-25 0,-4-8 24 0,7 14-28 0,-7-14 20 15,0 0-25-15,-3 16 16 0,3-16-34 0,-9 7 22 16,9-7-22-16,-17 7 22 0,17-7-15 0,-19 2 24 16,19-2-18-16,-17 0 36 0,17 0-31 0,-13-2 13 0,13 2-30 15,-9-7 22-15,9 7-25 0,-5-10 9 0,5 10-49 16,5-17 13-16,1 7-27 0,2-3-21 15,2-3-2-15,4-2 10 0,2-2 24 0,1-4 11 0,5-2 17 0,-1-4 9 16,0 1 10-16,-2-2-1 16,-1 0 20-16,-1-3 4 0,-3 2 9 0,-1-5 31 15,-2 2-5-15,-4 2 10 0,-2 2 22 0,-1-1 31 16,0 0 41-16,-3 5-11 0,-1-1 12 0,0 2 5 0,0 2-27 16,-1-1-1-16,0 5-6 0,0 2-21 0,-1 2 4 15,1 3-13-15,0-1-12 0,1 4-15 0,0 10-9 16,-1-15-11-16,1 15 6 0,0 0 12 0,0 0 5 0,0 0 21 15,0 0-27-15,7 11 23 0,-4 1-28 0,-1 3 1 16,1 3-4-16,0 7-2 16,0 6-6-16,0 2-6 0,-1 1 0 0,0 3-5 0,1 0 4 15,-1 8-4-15,1-2 0 0,0 0 17 0,1 1-22 16,0-1 22-16,2-3-28 0,-1-3 28 0,0-4-29 16,3-2 22-16,-1 0-25 0,0-3 26 0,-1-3-30 15,1-4 17-15,-1-2-14 0,-1-3 24 0,-1 0-25 0,1-3 28 16,-2-2-29-16,-1-1 31 0,-2-10-31 0,5 12 26 15,-5-12-25-15,0 0 24 0,0 0-28 16,0 0 17-16,0 0-40 0,-12-2 24 0,12 2 4 0,-12-14-22 16,6 4 30-16,-2-1-20 0,1-1 24 0,1-1-24 15,0-2 28-15,2 1-22 0,-1 0 28 0,3-2-24 16,1 3 1-16,1-1 0 0,1-2-1 0,2 1 6 0,4 0 3 16,-2 1-1-16,3 0 0 15,1 2 0-15,4-4-4 0,0 4-1 0,2-1 6 16,2 2 0-16,1 0-1 0,1 1 0 0,2 1-5 0,2 2-5 15,0-1 2-15,0 0 2 0,3 2-87 0,-1 0-127 0,2 0-111 16,-3-1-154-16,0 6-667 16,1-2-766-16</inkml:trace>
  <inkml:trace contextRef="#ctx0" brushRef="#br0" timeOffset="45035.6037">24440 6861 654 0,'0'0'478'0,"-3"20"-112"0,3-20 1 15,-2 22-30-15,0-10 15 0,-1 2-7 0,1 2 21 16,-3 0-50-16,-1 2-35 0,-1 2-41 0,-1-1-17 0,0 1-66 16,0 1-7-16,-3-1-52 15,2 0-5-15,0 0-29 0,2-1 2 0,-3 0-30 0,2-1 12 16,2-2-30-16,0-1 7 0,-1-2-15 0,2 1 4 15,1-3-111-15,0-1-94 0,2-1-136 0,2-9-93 16,-7 16-194-16,7-16-465 0,-4 9-696 0</inkml:trace>
  <inkml:trace contextRef="#ctx0" brushRef="#br0" timeOffset="49351.6493">25295 6493 435 0,'0'0'392'0,"6"-13"-81"16,-6 13 24-16,6-14-33 15,-6 14-42-15,4-18-38 0,-4 18-38 0,2-17-5 0,-2 17 1 16,2-18-8-16,-2 18-17 0,-2-16-31 0,2 16-20 16,-4-19-17-16,4 19-11 0,-10-17-9 0,4 10-14 0,-1 0-9 15,-2 0-9-15,-2 2-8 0,0 0-6 0,-2 3-1 16,-3 1-1-16,-1 2-5 0,-2 2-3 0,-4 2-3 15,-4 6 2-15,-2-1-1 0,1 5 1 0,-2 2-2 16,3 3-3-16,2-1 5 0,2-2-5 0,3 2 5 0,2 1-6 16,2 0 4-16,5-3 2 15,2 0 15-15,0 2-18 0,4-4 15 0,2-1-15 0,2 0 13 16,3-1-16-16,1-3 15 0,3 1-22 0,4-1 19 16,-1-1-16-16,4-2 16 0,1-2-18 0,3 0 14 15,-2-2-19-15,3-1 17 0,-3-2-15 0,1 0 17 16,0-2-16-16,0-2-2 0,-2 0 8 15,1-1 3-15,-2-2 1 0,-1-4 2 0,-1 3-1 0,0-6-4 16,-1-1-1-16,0-1 4 0,-2-1 6 0,-1 2 16 16,-2-1-9-16,2 0 4 0,-2 0 13 15,1 1 14-15,-2 2-1 0,-2 2-3 0,2 0-5 0,-1 2-11 16,-3 9-5-16,6-15-6 0,-6 15-6 0,8-7-6 16,-8 7 4-16,15 4 0 0,-3 3-2 0,-1 4 0 0,2 5 1 15,5 6-2-15,3 6 23 0,-3 4-29 0,2 4 27 16,0 3-25-16,0 2 22 15,1 10-27-15,-3-7 26 0,0 10-33 0,0-1 26 16,-5-8-26-16,0 0 25 0,-2-1-30 0,-2-1 27 0,-2-2-23 16,-2-6 19-16,-2-1-22 0,-1-6 31 0,-2 0-34 15,-1-2 10-15,-1-3 0 0,-2-1 27 0,-2-2-27 16,-2-1 28-16,1-6-26 0,-1 1 23 0,-2-4-23 16,1 0 28-16,-4-4-38 0,0 0 2 0,2-5 12 0,-3-1 30 15,0-1-37-15,-2-5 26 16,3-3-26-16,-3-1 26 0,1-5-30 0,1-1 23 15,3-3-28-15,2-2 20 0,4-3-22 0,2-1 20 16,1-1-22-16,6-6 26 0,2 0-25 0,3-4 27 0,5-1-31 16,1 2 31-16,4-1-20 0,2 0-25 0,0 4 13 15,3-1-32-15,2 2 19 0,-1 2-15 0,2 1 7 16,1 2-5-16,-1-1 13 0,2 4 2 0,-4 0 4 0,-2 4 2 16,0 2 5-16,0-1 4 0,0 3-3 0,0 0 10 15,-4 4 1-15,0-1 3 0,-2 2-7 0,1 1 10 16,-1 2 2-16,-4 1-8 15,2 1 7-15,1 1 4 0,-3 2-1 0,1 2-5 0,-1 4 4 16,2-2-1-16,-1 4-4 0,0 3 7 0,-1-1 1 16,2 2-2-16,-2 3-1 0,-3 0 20 0,2 0-20 15,-3 1 19-15,-2-3-21 0,1 3 19 0,0-2-20 0,-4 1 17 16,-1-3-21-16,-1 2 19 0,-2-12-17 0,2 21 21 16,-2-21-19-16,-5 18 21 0,1-10-19 15,-3 0 21-15,0-2-27 0,-2 1 31 0,0-2-29 0,-2 0 28 16,0-3-25-16,0 0 22 0,11-2-24 0,-23-1 23 15,7-1-19-15,3-2 21 0,-3-2-23 0,3 0 18 16,-2-1-19-16,3-2 20 0,-1 0-30 16,3-2 27-16,1 0-20 0,1-1 0 0,3 0-1 0,1 2 3 15,4-2 0-15,0 1-7 0,4 0 9 0,3-1 2 16,2-1-4-16,6 1 1 0,3 0 2 0,5-2-2 16,2 2-5-16,6 0 8 0,-1 1-1 0,3 2 0 0,5-3 0 15,-4 4 2-15,1 0-2 0,0 0-13 0,-1 1 16 16,-1 0 0-16,-2 0 0 0,-1 1-2 0,-3 0 4 15,-5 1-1-15,0-1 3 0,-7 1 2 16,2 1 1-16,-4-1-2 0,-1 1-3 0,-2 0 3 16,-10 4 3-16,14-9 1 0,-14 9-2 0,5-8 4 0,-5 8-1 15,0 0-5-15,-7-13 2 0,7 13-5 0,-16-9 1 0,16 9 2 16,-21-4 1-16,21 4-4 16,-21 0-1-16,7 1 0 0,3 3-5 0,-3 1 9 15,1 0-3-15,0 3 3 0,-1 1 2 0,3 2-2 0,1-1 1 16,1 2-2-16,1 1 9 0,3 1 3 0,-2 1 1 15,3 0-4-15,2 1 23 0,1-3-27 0,2 0 16 16,3 1-17-16,1 0 22 0,-1-2-25 16,3-1 21-16,-1 0-24 0,3 1 23 0,-1-4-30 15,1 0 30-15,-1-2-29 0,2-1 24 0,-2 0-22 0,-8-5 32 16,16 6-28-16,-16-6 24 0,16 0-23 0,-16 0 26 16,13-3-32-16,-13 3 21 0,12-8-26 0,-6 1 4 15,-1-1-2-15,1-2 1 0,-2 2 1 0,2-7-1 0,-2 1 1 16,1 0 2-16,-1 1-1 0,0 0-1 0,-1 1 2 15,1 1 2-15,-2 3-1 16,-2 8 1-16,7-17 0 0,-7 17-2 0,3-13 0 0,-3 13 0 16,2-9-2-16,-2 9 0 0,0 0 1 0,0 0 0 15,0 0-2-15,0 0 5 0,0 0 2 0,11 3 2 16,-11-3-4-16,6 15 5 0,0-6-6 0,-2 1 1 0,0-1 4 0,3 3 1 16,1 0 27-16,0-1-24 15,3-1 24-15,-2 2-28 0,5-3 23 0,-3 1-18 16,4-2 22-16,1 1-30 0,0-3 24 0,1-2-29 15,0 0 25-15,0-2-31 0,1 0 31 0,-2-2-29 0,2-2 27 16,-1-2-27-16,0-1-1 0,1-2 5 0,-3-5-6 16,2-1 5-16,-4-4-1 0,0-4 0 0,1-3 1 0,-2-3 0 15,-2-3-9-15,1-7 8 16,-2-3 1-16,0 0 2 0,-2-3 0 0,-1 0 21 0,-1 0-26 16,-1-1-2-16,-1-2-1 0,-1 1 3 0,1-1 2 15,-3 0 0-15,-3 2-3 0,1 0 3 0,-5 1 1 0,3 2-4 16,-1 6 2-16,-3 3 2 0,0 3 8 15,2 6-2-15,-1 1-2 0,0 2-6 0,-2 3 1 16,2 4-3-16,-1 1-1 0,1 5 4 0,-1 3 1 16,8 4 4-16,-19 0-7 0,9 4 10 0,-3 6 0 15,2 5 1-15,-3 3-2 0,-1 5 3 0,3 3 4 0,1 3-4 16,3 2-1-16,-4 8 33 0,7 1-28 0,1 3-1 16,0 1 4-16,4 4 2 15,2 0-6-15,0 2 0 0,3 0 1 0,1-1 2 0,4 1-2 16,0-2 0-16,1-2-1 0,1-1-4 0,1-4 24 15,1-2-25-15,-1-1 26 0,2-3-30 0,2-5 26 0,-3-5-27 16,-1-1 22-16,-2-6-20 0,3-1 26 0,-1-2-29 0,1-2 30 16,1-1-30-16,1-5 21 15,0 0-24-15,2-3 19 0,-1-3-19 0,4 1 26 16,0-2-29-16,-2-2 22 0,2-1-28 0,1-1 28 16,0-1-25-16,-1-2 23 0,1 0-23 0,-4-1 26 0,0 1-26 15,-2-2 0-15,-1 2 4 0,-2-3 0 0,-1 2 2 16,-1-1 3-16,-1 0-1 0,-1-1 4 0,-3 3-1 0,1-1-1 15,-3 0-1-15,2 0 2 0,-6 8 1 16,6-16-1-16,-6 16 2 0,7-16-4 0,-7 16 3 16,4-16-4-16,-4 16 6 0,2-16 3 0,-2 16-3 15,2-13-1-15,-2 13-4 0,2-12 2 0,-2 12 2 16,0-15 0-16,0 15-2 0,0-10-3 0,0 10 5 0,-2-11-9 16,2 11 4-16,0 0-2 0,-4-13 1 0,4 13-3 15,0 0 2-15,-9-10 1 16,9 10-3-16,0 0 3 0,-9-5 1 0,9 5 1 0,0 0 0 15,0 0 1-15,-16 1 0 0,16-1-3 0,0 0 7 16,-8 7-7-16,8-7 7 0,0 0 2 0,-7 11-1 16,7-11 2-16,0 11-4 0,0-11 6 0,0 13-5 15,0-13 5-15,4 14 0 0,-4-14-2 0,7 14 2 16,-3-7 1-16,3 1-2 0,3 2-1 0,-2-3 0 16,3 4 0-16,3-4 0 0,-3 2-1 0,4 0-5 0,-1-1 5 15,1 3-6-15,1-4 6 0,-2 1-3 0,0 2 0 16,1-3 20-16,-1 1-29 0,-1 2 31 15,-1-4-30-15,-1 1 23 0,-1-1-36 0,-2 1 35 0,0-2-29 16,-8-5 25-16,11 11-25 0,-11-11 27 0,7 9-27 16,-7-9 29-16,0 0-28 0,2 13 29 0,-2-13-29 15,-8 6 25-15,8-6-23 0,-14 6-2 16,3-1 7-16,11-5 11 0,-22 2-50 0,8-2-29 16,1 2-81-16,-1-2-54 0,1 0-94 0,13 0-135 0,-25-2-84 15,25 2-449-15,-21-1-562 0</inkml:trace>
  <inkml:trace contextRef="#ctx0" brushRef="#br0" timeOffset="49656.5854">28157 6721 411 0,'0'0'701'15,"6"-5"-173"-15,-6 5-78 16,0 0-70-16,10-7-65 0,-10 7-52 0,0 0-54 16,0 0-42-16,8-5-41 0,-8 5-22 0,0 0-19 15,0 0 9-15,3 11 4 0,-3-11-30 0,0 14 6 0,0-14-33 16,-1 21 16-16,1-21-36 0,0 23 24 0,-1-10-32 16,1 2-3-16,-1-1 1 0,1 0-1 0,0 1-2 0,2 1-8 15,-1 0 7-15,0 0-2 16,0-1 0-16,3 0-3 0,-2-2 1 0,0-1-6 15,1 0-5-15,-2-2-40 0,3 0-87 0,-4-10-62 0,4 18-49 16,-4-18-90-16,5 13-109 0,-5-13-464 16,4 6-474-16</inkml:trace>
  <inkml:trace contextRef="#ctx0" brushRef="#br0" timeOffset="52074.419">28316 6436 6 0,'-6'-16'669'16,"-2"-1"-140"-16,1-1-150 0,1 4 56 0,-2-2-20 15,2 1-79-15,1 0-25 0,-2-1-20 0,2 3 0 16,-2-2 5-16,4 2-45 0,0 4-47 15,0-2-44-15,3 11-32 0,-6-16-30 0,6 16-21 0,-3-10-14 16,3 10-13-16,0 0-17 0,0 0 5 0,0 0-5 16,5 16-5-16,2-5 1 0,1 7 2 0,2-1-6 15,3 5-7-15,3 2 1 0,-1 1 0 0,5 4-3 0,0-2-3 16,1 3-2-16,1-3-3 16,0 3-3-16,-4-7 4 0,-1-2-3 0,0 0-2 15,-2-4 9-15,-3-1-13 0,1-3 10 0,-5 0-14 0,1-3 13 16,-1-2-11-16,-1 0 9 0,-1 0-11 0,-6-8 10 0,10 11-4 15,-10-11 8-15,8 9-8 16,-8-9 2-16,0 0-2 0,10 5 8 0,-10-5-12 0,0 0 8 16,5-6-14-16,-5 6 3 0,6-12 7 15,-6 12-12-15,7-15 6 0,-2 5-3 0,2-1 1 0,-1 1 1 16,1-3-1-16,0 1 6 0,0 2-4 0,1 0-3 0,-1-1 6 16,0 3-1-16,-1-1 0 0,1 1-1 15,-2 1 7-15,3 0-7 0,-3 1 4 0,2-1-2 0,-7 7 2 16,13-12-1-16,-13 12-4 0,9-8 9 0,-9 8-3 15,10-8-3-15,-10 8 2 0,9-8-1 0,-9 8 3 16,8-6-7-16,-8 6 8 0,9-3-4 0,-9 3-1 0,10-5 1 16,-10 5 1-16,0 0-1 0,10-3-5 0,-10 3 2 15,0 0 3-15,0 0-4 16,10 3 1-16,-10-3 1 0,0 0 1 0,9 8-3 16,-9-8 4-16,5 11 3 0,-5-11-2 0,5 14-1 0,-5-14 1 15,3 18 2-15,1-7-6 0,-2-1 5 0,0 1 29 16,1 0-1-16,-1-1-8 0,3 0 3 0,-2 2-10 15,0-2-1-15,0 0-2 0,-3-10-2 0,5 18 0 0,-5-18 5 16,4 16-13-16,-4-16 8 0,4 14-8 0,-4-14 9 16,4 10-8-16,-4-10 2 15,4 9-5-15,-4-9 5 0,0 0-6 0,3 10 6 16,-3-10 4-16,0 0-9 0,0 0 5 0,4 9 2 0,-4-9-2 16,0 0 1-16,0 0-7 0,0 0-3 0,0 0 11 15,0 0-4-15,0 0-5 0,0 0 1 16,0 0-2-16,0 0 4 0,0 0-2 0,0 0-2 15,0 0 0-15,0 0 4 0,0 0-4 0,0 0 3 0,0 0-1 16,7-6-4-16,-7 6 10 0,0 0 0 0,0 0-8 16,0 0 4-16,0 0-3 0,0 0 2 0,0 0-5 15,0 0 2-15,0 0 0 0,0 0 4 0,0 0 0 0,0 0 1 16,0 0-4-16,0 0 5 0,0 0 1 0,0 0 1 16,1-10-8-16,-1 10 4 0,0 0 2 0,0 0-2 15,0 0-9-15,0 0 9 0,0 0-3 0,0 0 1 0,0 0-1 16,0 0 5-16,0 0-4 15,0 0-3-15,0 0 7 0,0 0 2 0,0 0-5 16,0 0 2-16,0 0 1 0,0 0 4 0,0 0-4 16,0 0 0-16,0 0-1 0,0 0 3 0,0 0-2 0,0 0 2 15,0 0 0-15,8-6-13 0,-8 6 17 0,0 0-19 16,10-5 10-16,-10 5 1 0,0 0-2 0,13-4 2 16,-13 4-7-16,0 0 8 0,14-7 4 0,-14 7-4 0,8-6-4 15,-8 6 0-15,8-6-2 16,-8 6-4-16,8-9 9 0,-8 9-8 0,8-10 8 15,-8 10-2-15,7-13-2 0,-7 13 1 0,5-17-3 0,-5 17 0 16,2-20 6-16,-2 20-6 0,0-19 0 0,0 19 2 16,-3-24-3-16,1 12 4 0,0 2-2 0,-3-2 5 15,1 1-3-15,-1-1 1 0,0 0-3 0,-2 0 1 0,-1 2-3 16,0 0 2-16,-1-1-3 16,1 3 7-16,-1-2-5 0,0 3-2 0,0 1 1 0,-1 1 0 0,-1 1 2 15,2 0-3-15,-1 1 9 0,10 3-5 16,-21-1 2-16,21 1 0 0,-21 5 3 0,11 0 0 15,-1 1-1-15,0 3 7 0,2 1-4 0,0 2 7 16,0 1 6-16,2 0-2 0,1 4 3 0,0-2 5 16,0 3 1-16,3-1 12 0,1 0-8 0,1 0 15 0,1 1-5 15,3 1 14-15,-1-2-33 0,3 0 24 16,0 0-32-16,3 0 8 0,2 1-2 0,-1-2 5 0,2-1-16 16,1 1 12-16,1-4 0 0,1-1-3 0,2 1-10 15,0-3 9-15,2 0-9 0,-1-3 0 0,-1 0 11 16,2 0 14-16,-2-4-37 0,3 2 4 0,-2-3 3 0,2 0-1 15,0-2-9-15,-2 0 41 0,1-3-40 0,0 2 26 16,0-4-32-16,1-3 30 16,-1 1-31-16,0-1 26 0,-3-1-29 0,0-2 33 15,-4 1-10-15,0-1-4 0,-1-1 1 0,-3 0-2 0,0-1 1 16,-2 0-4-16,0 0 9 0,-1 0-9 0,-1-1-2 0,-1 2 5 16,0 0-3-16,-2-1 2 0,1 3 7 0,-1-3-2 15,-1 1 4-15,0 2-13 0,0-1-1 16,-1 0 0-16,0 1 6 0,2 11 1 0,-2-19-7 15,2 19 6-15,-3-16-3 0,3 16 2 0,-5-15-1 16,5 15 1-16,-3-12 9 0,3 12-9 0,-2-10-3 0,2 10 4 16,0 0-4-16,-4-12 0 0,4 12-2 0,0 0-3 15,0 0 3-15,0 0 2 0,0 0-2 0,0 0 10 16,0 0-4-16,0 0 5 0,-3 9 2 0,3-9-3 16,0 17 0-16,0-17 1 0,2 22-1 15,-2-9 7-15,1-1-2 0,1 1 0 0,0 0-5 16,0 2-1-16,1-2-23 0,2 2 31 0,-1 0-28 15,-1-2 27-15,1 0-24 0,0-1 27 0,0 0-26 0,0-4 25 16,0 3-23-16,0-3 26 0,-4-8-23 0,7 17 27 16,-7-17-36-16,6 10 34 0,-6-10-24 15,5 9 27-15,-5-9-25 0,7 6 25 0,-7-6-32 16,0 0 54-16,14 1-34 0,-14-1-25 0,10-4 26 16,-10 4-3-16,13-12 0 0,-7 5-2 0,0-2 2 15,1-2-8-15,0 0-2 0,2 0 1 0,-2 0 1 16,0-2 0-16,-1 2 10 0,1-1-4 0,-2 4-6 0,0-1-1 0,0 1 1 15,-5 8 2-15,8-15 1 0,-8 15-2 0,7-11 4 16,-7 11-9-16,5-9-1 0,-5 9 1 0,0 0-2 16,0 0 5-16,11-4 1 15,-11 4 10-15,0 0-9 0,9 10-3 0,-9-10 5 0,8 11-1 16,-8-11 2-16,9 12-2 0,-5-4 5 0,2 1-3 16,0-2 2-16,3 0 2 0,-1 1-3 0,1 1 5 0,2-2-4 15,-3-1 7-15,0 0-8 0,1-2-28 0,1 0 34 16,-10-4-28-16,16 8 29 0,-16-8-38 0,14 5 51 15,-14-5-10-15,13 1-6 0,-13-1 1 0,12-2 7 16,-12 2-10-16,10-5-1 0,-10 5 5 16,9-9-9-16,-9 9-3 0,8-14 4 0,-8 14-3 0,6-19 6 15,-3 9 0-15,-2-2 1 0,1 1-8 0,-1-1 24 16,0 2-29-16,-1 10 4 0,0-23 0 0,0 23 4 16,0-19 2-16,0 19 6 0,0-15-13 0,0 15-6 0,-1-12-1 15,1 12 2-15,0 0-4 16,-1-16 4-16,1 16 6 0,0 0-4 0,0 0 9 15,0 0-8-15,0 0 7 0,0 0-2 0,0 0 1 0,-10 4 8 16,10-4-6-16,-2 10 0 0,2-10 0 0,0 11 0 0,0-11 7 16,0 15 1-16,0-15-2 0,4 15-6 15,-4-15 6-15,5 16 0 0,-5-16-6 16,8 15 0-16,-3-8 1 0,2 0 7 0,1 0-10 0,-1 0 3 0,2-3-5 0,1 2-18 0,1-1 24 16,0-1-26-16,1-1 31 15,0-2-12-15,0 1 2 0,-12-2 2 0,24-3 2 16,-13 0-1-16,1 0 1 0,-1-3-1 0,1-1 0 15,-2-1-2-15,-2-1 0 0,2 1-2 0,-4-3 2 0,0 3 4 16,-2-1 2-16,0 1-8 0,0 0 1 16,-4 8-2-16,5-17 0 0,-5 17-2 0,3-13-3 0,-3 13 3 15,3-12 0-15,-3 12-3 0,0 0-3 0,2-11 0 16,-2 11 11-16,0 0-5 0,0 0 7 0,0 0 0 0,0 0-4 16,0 0 1-16,0 0 3 0,0 0 1 0,0 0 3 15,-4 11 1-15,4-11 7 0,1 15 13 0,-1-15-32 16,3 18 10-16,0-8 0 0,1-1 1 0,0 2-3 15,2 0 2-15,2 1 7 0,-1-2-7 0,1-1-4 16,1 3 2-16,1-5 0 0,1 0 3 0,-1 1-4 16,1-3 4-16,-1 0 9 15,0 0-11-15,2-3 2 0,0 0-4 0,-1 1 4 16,2-4-3-16,-1-1-5 0,0-1 10 0,1-2-12 16,1 1 3-16,0-4 2 0,-2-2-1 0,0 0 2 15,0-4-5-15,1-1 10 0,-3-2-11 0,-2-1 5 0,0 0-4 16,0-1 1-16,-3-2 2 0,-2 4-2 15,0 0 0-15,-2 1 5 0,-1 1-13 0,0 1-2 16,0 2-2-16,-1 0 2 0,-1 2 0 0,-1 0 5 0,3 10 6 0,-8-14-10 16,8 14 4-16,-12-7 10 0,12 7-4 0,-13 0-2 15,13 0 5-15,-16 8 6 0,8-3-7 0,0 4-2 16,1-2 1-16,-2 4 8 0,2 2-3 0,0-1-1 16,2 1 8-16,0 0 2 0,2 1-10 0,1 1 1 15,1-1 3-15,1-1 0 0,1 0-1 0,2 1 4 16,2 0 5-16,0-2-11 15,2 3 1-15,0-5 2 0,3 0-4 0,-1 0-2 16,2-1 4-16,2-1-7 0,0 0 3 0,1-3-8 16,2 1-45-16,1-1-71 0,-2-3-55 0,2 1-60 0,-3-3-106 15,-1 1-42-15,2-2-102 0,-2-2-148 16,2 0-453-16,-1-3-707 0</inkml:trace>
  <inkml:trace contextRef="#ctx0" brushRef="#br0" timeOffset="52333.6842">30544 6548 466 0,'0'0'409'0,"0"0"-32"0,0 0-91 0,2 12 50 16,-2-12-12-16,0 0 14 15,0 0-58-15,0 0-28 0,10 5-61 0,-10-5-25 16,0 0-41-16,16 0-17 0,-16 0-36 0,14-2-2 16,-14 2-25-16,19-2 4 0,-19 2-26 0,21-4 7 0,-9 1-14 15,0 2 6-15,1-2-22 0,0 0 1 0,-2 0-89 16,2 0-56-16,-1 0-87 0,0-1-22 0,-1 1-103 16,0 0-79-16,0-1-350 0,-2 1-308 15</inkml:trace>
  <inkml:trace contextRef="#ctx0" brushRef="#br0" timeOffset="54072.3115">30917 6303 636 0,'-6'-14'529'0,"6"14"-135"0,-4-8 14 0,4 8-38 0,-6-10-28 16,6 10-16-16,0 0-27 0,-5-11-60 0,5 11-41 0,0 0-50 15,0 0-26-15,-5-10-30 0,5 10-23 0,0 0-8 16,0 0-14-16,0 0-7 16,0 0-8-16,0 16-8 0,0-16-5 0,4 18-6 0,-2-8 6 15,1 2-5-15,1 1-2 0,1 3-1 0,-2-1-1 0,2 1 4 16,-1 0-7-16,1 0-1 0,0 0 0 0,-1 0 0 15,2-1-6-15,-2-1 4 0,1 0 0 16,-2-2 0-16,1-2-3 0,-1 0 3 0,1-1 0 0,-4-9 8 16,6 15-12-16,-6-15 3 0,4 12 4 0,-4-12 6 0,5 10 2 15,-5-10-4-15,0 0 1 16,8 8-5-16,-8-8-4 0,0 0-2 0,0 0-1 16,16-6 1-16,-16 6-6 0,11-8 1 0,-11 8-1 15,12-14 0-15,-4 6-4 0,0-2 0 0,-1 0-20 0,2-1-14 16,-1 1 8-16,0 0 5 0,0-1 8 0,1 2 4 15,-3-1 8-15,0 3-4 0,0 0 4 0,-6 7 1 16,10-12 4-16,-10 12-5 0,8-9-1 16,-8 9 0-16,7-7 0 0,-7 7 2 0,0 0 3 0,0 0 2 15,12-2-2-15,-12 2 7 0,0 0-5 0,11 11 1 16,-11-11-3-16,8 12 8 0,-8-12-2 0,9 15 4 16,-4-7 0-16,2 1 3 0,-1 1-2 0,1-1 2 15,1 1-4-15,-1-1 6 0,1 0-4 0,1 0 3 0,-2-2 2 16,2 0 1-16,0-1-1 15,-1 0-1-15,0-1 0 0,2-1-2 0,0-1-2 16,0 0-2-16,2 0 2 0,0-3-6 0,-12 0 6 0,24 0-4 16,-12 0 3-16,0-3-4 0,-1 0 2 0,0-2-2 15,2-1-3-15,-2-2 2 0,1-1-3 0,-2-1-1 16,-1-2 4-16,0 1-5 0,-2-2-1 0,0 1 18 0,-3 1 24 16,0-1-6-16,-1 2-7 0,-2-1-2 0,-1 11-5 15,1-19 4-15,-1 19 0 16,-2-17-5-16,2 17-6 0,-6-15 3 0,6 15-2 0,-11-9-1 15,11 9-1-15,-15-5 0 0,15 5 1 0,-15 1 7 16,15-1 0-16,-19 4 1 0,10 2 2 0,0 0 1 16,1 2 3-16,-1 0 5 0,2 3-8 0,1 2-2 15,0-4-2-15,2 2-2 0,2 0-1 0,0 0-3 16,1-1 0-16,1-10-1 0,3 23-2 0,-1-14-1 16,1 1 6-16,2-2-6 0,0 3-7 0,1-4 5 15,0-1-6-15,1 0 9 0,1 0-6 0,0-2 4 16,-8-4-4-16,17 6 2 0,-17-6 0 0,18 0-6 15,-18 0 10-15,20-4-4 0,-11-1 2 0,0 0-3 0,1-3-2 16,-1-2 1-16,-1-1-2 0,0 0 3 0,0-1 1 16,-3-1-3-16,0 1 3 0,-1 0-2 0,-1 0 5 0,0 2-6 15,-1 0 8-15,-2 10 2 0,3-19 2 0,-3 19 4 16,3-14-9-16,-3 14-5 0,2-12-4 0,-2 12 5 16,0 0 4-16,0 0-5 0,-1-12 0 15,1 12 4-15,0 0-1 0,0 0 5 16,0 0-7-16,-7 10 7 0,7-10-5 0,0 0 0 0,-2 16-3 15,2-16 3-15,0 13-2 0,0-13 0 0,2 14 2 0,-2-14-1 16,4 17 0-16,-4-17 0 0,8 15 0 0,-8-15-4 16,7 15 4-16,-7-15-1 0,8 13 3 0,-8-13-2 15,8 8 0-15,-8-8 1 0,10 8 0 0,-10-8-1 16,11 4 1-16,-11-4 0 0,0 0 2 0,18-2 2 0,-18 2-8 16,12-8 0-16,-6 1 0 0,1-1-1 0,-2 0 8 15,0-1-7-15,0 0 0 16,0-2 1-16,0 3-2 0,0-2 10 0,0 2-7 0,-5 8 1 15,7-15 6-15,-7 15 0 0,5-11 3 0,-5 11-5 16,4-11-5-16,-4 11-4 0,0 0 2 0,5-10-2 16,-5 10-2-16,0 0 0 0,0 0 1 0,0 0 6 0,0 0 15 15,0 0-22-15,10 8 1 0,-10-8 4 0,4 10-2 16,-4-10 0-16,5 13 2 0,-5-13 0 0,6 17 2 0,-2-7 1 16,1 0-1-16,0-1-2 15,0 1 1-15,-1-1 2 0,1-1-1 0,1 2 1 16,-1-2 4-16,2-1-7 0,-2 0 1 0,-5-7 1 0,9 14 2 15,-3-6 6-15,-6-8-8 0,12 8 1 0,-12-8 1 16,12 7 3-16,-12-7 1 0,14 3-8 0,-14-3 0 0,14 1 0 16,-14-1 0-16,16-4 7 0,-16 4-10 0,17-6 0 15,-8 1-1-15,1-1 4 0,-1 0-6 0,0-1 3 0,3-2-3 16,-3 3 5-16,0-1-2 0,1-1 2 0,-2 1-1 16,0 2 1-16,0-3-1 15,-8 8 1-15,15-10 0 0,-15 10-1 0,13-10-3 0,-13 10-1 16,11-7-2-16,-11 7 0 0,9-5 0 0,-9 5 0 15,0 0 0-15,13-2 3 0,-13 2-3 0,0 0 7 0,13 6 9 16,-13-6-17-16,8 4 4 0,-8-4 0 0,8 7 4 16,-8-7-7-16,8 8 5 15,-8-8-1-15,7 8 0 0,-7-8 2 0,6 9-1 0,-6-9 1 16,0 0 2-16,7 8 2 0,-7-8 5 0,0 0-3 16,0 0 1-16,10 6 1 0,-10-6-2 0,0 0 4 0,0 0-8 0,0 0-1 15,14-2 1-15,-14 2-3 16,0 0 6-16,11-8-6 0,-11 8 1 0,9-8 0 15,-9 8 0-15,7-9-1 0,-7 9 1 0,8-9-2 0,-8 9 2 16,7-7 2-16,-7 7-4 0,8-7 3 0,-8 7-2 0,0 0-1 16,9-11 3-16,-9 11-3 0,0 0 6 0,7-6-6 15,-7 6-2-15,0 0 4 0,14-1 0 16,-14 1 3-16,11 1-6 0,-11-1 4 0,14 2-2 16,-14-2 3-16,20 3 4 0,-20-3-7 0,21 2 1 15,-21-2 1-15,21 3 0 0,-21-3 6 0,23 1 63 0,-23-1-85 16,23 0 72-16,-23 0-77 0,24-4 77 0,-24 4-83 15,20-2 75-15,-9-1-80 0,-11 3 77 0,19-6-78 16,-7-1 74-16,-4 1-79 0,0-2 73 0,0 0-74 16,0-4 73-16,-1 1-77 0,-1-2 73 0,-2 1-78 0,-1 1 9 15,0-1 3-15,0 2 12 0,-3 10 6 0,0-21-13 16,0 21 3-16,-4-17 3 16,4 17 9-16,-6-17-3 0,6 17 3 0,-9-8 2 0,9 8 4 15,-12-4 2-15,12 4 4 0,-16 2 1 0,16-2 6 16,-15 9-1-16,6-3 8 0,1 4-4 0,1 0 2 0,2 2 2 15,-1 1-1-15,5 0 5 0,1 1-6 16,4 2 1-16,2 3-4 0,2 0 0 0,5 3-6 16,4 0 2-16,3-1-1 0,1 0 59 0,5 0-96 0,-1-4-31 15,1-1-179-15,0-2-115 0,-2-2-43 0,-1-3-132 16,1-1-547-16,-2-4-702 0</inkml:trace>
  <inkml:trace contextRef="#ctx0" brushRef="#br0" timeOffset="54418.278">32808 5645 168 0,'-10'-28'568'0,"2"7"-140"0,1 0-57 16,3 5-99-16,1-2-18 15,2 4-42-15,-1 0 64 0,3 2 15 0,1 1-50 0,1 0-49 16,3 4-24-16,1-1-10 0,2 3-23 0,2 2-4 15,2 2-15-15,3 3-6 0,5 2-2 0,1 7 4 16,5 1-10-16,5 7-10 0,0 2-6 0,-1 3-2 0,1 4-4 16,0 3-69-16,3 7 71 0,-1 5-74 0,-2-2 73 15,-3 3-76-15,-5-6 81 0,-4 4-58 0,-1 1 65 0,-3 2-90 16,-4 0 83-16,-3 4-68 0,0 0 81 0,-6 1-70 16,-4 0 79-16,-5-2-52 15,-3 2 21-15,-5 6-29 0,-6-3-2 0,-5-3-7 0,-6-1 8 16,-4-3-53-16,-4-1 41 0,-6-4-52 0,-3-2 46 15,-4-1-58-15,-2-3 30 0,-4-3-80 0,-3-4-45 0,1 0-80 16,-5-6-113-16,-1-2-129 0,-2-2-90 0,-3-6-767 16,-1 1-905-16</inkml:trace>
  <inkml:trace contextRef="#ctx0" brushRef="#br0" timeOffset="58243.158">3643 8105 352 0,'0'0'328'0,"-8"-11"-51"0,8 11-17 16,-5-11-51-16,5 11-12 15,-7-9 26-15,7 9-81 0,-6-10 31 0,6 10-70 16,-5-10 23-16,5 10-60 0,0 0 27 0,-7-10-55 0,7 10 34 15,0 0-61-15,0 0 32 0,-5-12-42 0,5 12 36 0,0 0-48 16,0 0 44-16,0 0-61 16,0 0 55-16,0 0-45 0,0 0 43 0,0 0-43 15,3 17 40-15,0-9-41 0,0 3 42 0,2 4-48 16,2 2 51-16,0 2-45 0,0 1 48 0,1 2-5 0,1 5 0 16,1 1-12-16,-1 0-41 0,2 2 46 0,-1-3-42 15,-1 3 44-15,3 1-43 0,1 3 44 0,-1 0-50 16,-1-5 52-16,-1 0-45 0,1-2 47 0,1-1-43 0,-3 0 42 15,0-5-44-15,0-2 43 0,-2 0-43 0,0-3 48 0,-2-2-52 16,2-1 46 0,-2-1-41-16,-1 0 40 0,0-4-44 0,0 0 50 0,-4-8-45 15,6 15 24-15,-6-15-19 0,6 11 50 0,-6-11-52 0,5 9 51 16,-5-9-46-16,0 0 54 0,4 11-47 0,-4-11 53 0,0 0-52 16,4 8 43-16,-4-8-61 15,0 0 56-15,0 0-49 0,0 0 48 0,5 11-53 0,-5-11 50 16,0 0-50-16,0 0 41 0,0 0-48 0,0 0 53 15,7 5-22-15,-7-5 20 0,0 0-52 0,0 0 50 16,0 0-57-16,18 0 53 0,-18 0-42 0,12-3 50 0,-12 3-50 16,17-4 53-16,-17 4-53 15,19-7 45-15,-8 3-36 0,0-1 41 0,2-1-50 16,-2-1 50-16,2-3-47 0,1 1 47 0,0-3-55 16,0-1 50-16,-1-2 7 0,1 0-52 0,-4-3 47 0,0 4-2 15,-1-4-3-15,-3 2-25 0,-2-2 19 0,0 2 4 16,-3-2-2-16,0 0-2 0,-2 1-3 0,0 0-3 15,-2-2 0-15,-1 1-11 0,0 0 8 0,-2-2 1 0,1 2-4 16,0 1 3-16,0 2-42 0,0-1 46 0,0 1-51 16,-1 1 58-16,3 4-46 0,0-2 48 0,0 2-50 15,-1 1 50-15,4 9-52 16,-4-14 42-16,4 14-46 0,-3-11 58 0,3 11-48 0,0 0 50 16,0 0-60-16,0 0 61 0,4-10-13 0,-4 10-2 15,0 0-60-15,8 4-47 0,-8-4-62 0,6 9-85 16,-6-9-63-16,7 10-390 0,-7-10-207 0</inkml:trace>
  <inkml:trace contextRef="#ctx0" brushRef="#br0" timeOffset="58871.3251">4400 8734 41 0,'0'0'437'0,"0"0"-126"15,0 0 0-15,0 0-74 0,0 0-6 0,0 0-75 16,0 0 12-16,0 0-73 0,0 0 16 0,0 0-57 0,0 0 24 16,0 0-50-16,7 5 31 15,-7-5-51-15,0 0 35 0,0 0-50 0,13-5 45 16,-13 5-46-16,9-3 38 0,-9 3-43 0,10-6 40 15,-10 6-43-15,9-5 36 0,-9 5-34 0,9-5 41 0,-9 5-41 16,7-8 40-16,-7 8-39 0,5-8 37 0,-5 8-48 0,4-13 48 16,-4 13-41-16,1-15 39 15,-1 15-42-15,-2-16 40 0,-1 5-47 0,0 4 56 0,-1-4-37 16,-2 4 1-16,1-2-1 0,-2 2 57 0,0-1-45 16,-1 1 39-16,0 1-53 0,0 0 52 0,-1 4-53 15,9 2 48-15,-21-5-52 0,21 5 42 16,-20 1-46-16,8 3 41 0,-1 0-37 0,-1 5 42 0,2 0-49 15,-1 2 50-15,-1 4-48 0,1 0 47 0,1-1-62 16,4 1 64-16,1 0-49 0,2 0 46 0,1 1-39 16,1-2 47-16,2-1-53 0,3 1 56 0,3 1-50 0,0-3 52 15,2 1-7-15,3-2-5 0,3-1-4 0,0 0-46 16,4-2 49-16,1-1-48 0,3 0 48 16,-1-3-46-16,0-1 43 0,1-2-48 0,1 1 48 15,-1-2-45-15,2 0 41 0,-1-2 2 0,4 1-61 0,-4-2-29 16,-1 0-112-16,2-1-121 0,-2-2-407 0,-4 0-215 15</inkml:trace>
  <inkml:trace contextRef="#ctx0" brushRef="#br0" timeOffset="59986.7757">4855 8563 249 0,'0'0'508'0,"-2"-12"-49"0,2 12-115 16,-3-13-44-16,3 13-6 0,-4-12-1 0,4 12-21 15,-3-8-26-15,3 8-46 0,0 0-34 0,-4-11-39 16,4 11-27-16,0 0-23 0,0 0-18 0,0 0-11 0,0 0-10 16,0 0-6-16,0 0-12 0,0 0 2 0,0 0-6 15,4 10-1-15,-4-10-5 0,4 13-18 0,-4-13 17 16,8 17-19-16,-5-8 18 0,0 1-15 0,1-1 15 0,-1 3-17 16,0-3 20-16,1 1-17 0,0-3 10 0,-4-7 6 15,7 18-17-15,-7-18 17 16,7 15-21-16,-7-15 21 0,6 12-15 0,-6-12 11 15,4 11-13-15,-4-11 18 0,0 0 2 0,7 10-5 0,-7-10 2 16,0 0-1-16,0 0-6 0,12-3 3 0,-12 3 0 0,7-8 0 16,-7 8-6-16,8-17 4 0,-3 9-2 0,0-1-7 0,-2-1 10 15,1-1 0-15,0 1-2 16,0 0-4-16,-1-1 3 0,1 1 0 0,0 1-5 16,-4 9 4-16,7-16 0 0,-7 16-3 0,4-12-4 15,-4 12 0-15,4-10-3 0,-4 10-3 0,0 0 5 0,5-7 2 16,-5 7 0-16,0 0-4 0,0 0 5 0,10 7 0 15,-10-7 0-15,7 10 3 0,-7-10-1 0,8 12 4 16,-8-12-6-16,9 15 6 0,-4-8-2 0,2 0 0 0,-2 2 3 16,1-1 1-16,1 0-4 0,3 1-17 0,-1-1 25 15,2-1-15-15,1 0 16 16,1-1-16-16,1-1 13 0,2 1-16 0,-1-4 15 16,1 2-9-16,1-2 12 0,-3-1-13 0,0 1 15 0,2-2-15 15,-3-2 18-15,1 1-10 0,-2-2 9 0,0-1-20 0,-1 0 21 16,-3 0-2-16,0-3-19 0,-1-2 19 0,-2 1-3 15,-2-3-1-15,-3 11-6 0,4-19 4 0,-4 19 1 16,-1-22-2-16,0 10-1 0,-1 2 1 0,0-2-1 16,0 2-6-16,-1 1 7 0,3 9 0 0,-3-16-2 15,3 16-3-15,-5-15 2 16,5 15-8-16,-4-8-5 0,4 8 2 0,0 0 3 0,0 0 0 16,-5-8-4-16,5 8 6 0,0 0 6 0,0 0-7 15,-2 12 3-15,2-12 1 0,2 11 3 0,-2-11-4 0,2 15 3 16,-2-15-15-16,5 18 17 0,-5-18-14 15,8 18 21-15,-3-9-21 0,0-1 16 0,1 3-12 16,0-4 18-16,2 2-17 0,0-2 17 0,-1 1-16 16,2-3 20-16,0 1-10 0,0-2 9 0,1 1-19 0,0-2 10 0,1 0-10 15,-11-3 18-15,21 1-19 16,-21-1 14-16,19 0-13 0,-19 0 19 0,19-4-6 16,-19 4 6-16,16-9-4 0,-9 3-2 0,-1-1-3 15,-2-1 5-15,1-2-6 0,-1 2-14 0,-1-3 18 0,-1 1-3 16,2 0 1-16,-4 10-4 0,2-19 5 0,-2 19-3 15,1-17-3-15,-1 17 4 0,-1-15-4 0,1 15 3 16,0-13-8-16,0 13 13 0,0 0-17 0,0-14 0 0,0 14-2 16,0 0 4-16,0 0-1 0,0 0-8 0,0 0 13 15,0 0-3-15,0 0 4 0,7 11 0 16,-7-11 1-16,7 17 1 0,-3-9 0 0,1 3-14 16,2 2 12-16,0-1-9 0,2 0 19 0,0 1-17 0,3 1 20 15,0 2-18-15,2-3 19 0,0 0-8 0,2 0 5 16,-1-1 2-16,1-1-5 0,1-1-3 0,1 0 4 15,-2-3-1-15,1 0-7 16,-2-1 6-16,3 0-1 0,-3-2-1 0,2-1-6 0,-4-2 6 16,2 0 2-16,-2-2-4 0,1 0 2 0,-2-2-1 15,0-1 1-15,-1-3-6 0,-1-1 5 0,1-1 3 16,-4-2-8-16,0-3 6 0,-1 3 0 0,-1-3 1 0,-1 0-7 16,-1-2 5-16,-2 1 3 0,-1 2-7 0,1-2 7 15,-2 0-2-15,1 2 3 0,-1 0 11 0,-1 1-19 16,-1 1 14-16,1 1-24 0,-1 1 20 0,3 9-19 0,-7-15 11 15,7 15-19-15,-9-8 16 0,9 8-9 0,-14 0 2 16,6 4 3-16,-1 2 2 0,-1 4 1 0,1 1-1 16,2 3 20-16,-2 3 25 15,2 0 7-15,2 4-8 0,3-2-3 0,1 0-4 0,2 2 0 16,3 2-4-16,4-1-5 0,4 5 3 0,3-4-3 16,6 5-8-16,3-3-1 0,3-1-7 0,2-2-3 15,3-3-10-15,1 0-45 0,1-4-118 0,0 0-102 0,-3-4-171 16,1-1-629-16,-1 0-687 0</inkml:trace>
  <inkml:trace contextRef="#ctx0" brushRef="#br0" timeOffset="60770.2744">7251 8466 189 0,'-8'-11'494'0,"1"1"-65"0,-1 0-95 16,-1 0-68-16,1 2-8 0,0-1-30 0,0 2-43 0,-1 0-41 15,2 1 25-15,0 0-8 0,7 6-29 0,-13-8-24 16,13 8-18-16,-10-5-11 0,10 5 32 0,0 0 28 16,-9 9-22-16,9-9-8 0,-2 14-17 0,2-14 9 0,0 24-16 15,1-9-12-15,2 1-15 16,-1 1-16-16,2 1 0 0,1 4-8 0,-1 0-7 16,2 1-6-16,1-2-2 0,-2 2-3 0,2-3-9 15,-1 2 3-15,1-1-2 0,0-2-2 0,-2 0-5 0,1-1 5 16,-2-4-5-16,2 2-11 0,-2-4-40 0,1 2-123 15,-2-4-76-15,0 0-78 0,-3-10-135 0,6 13-514 0,-6-13-567 16</inkml:trace>
  <inkml:trace contextRef="#ctx0" brushRef="#br0" timeOffset="61196.1733">6818 8207 425 0,'-20'-16'429'0,"-1"-1"-135"0,1 0-26 16,2-1-43-16,0 1-5 0,2 2-52 0,1-1 45 15,2 0-89-15,0-1 12 16,2 2-28-16,3 1 23 0,1 1-62 0,0 1 20 0,3 1-57 16,1 2 31-16,3 9-40 0,0-18 27 0,0 18-44 0,9-11 33 15,-9 11-41-15,20-5 32 0,-3 5-36 0,4 1 36 16,10 4-39-16,12 4 35 0,3 2-37 15,13 6 37-15,4 1-38 0,1 5 36 0,2 1-36 16,-1 4 42-16,-5 4-7 0,1 1 2 0,-3 4 11 16,-5 1-28-16,-4 4-2 0,-4 1 2 0,-4 2-4 0,-4 0-2 15,-6 1-1-15,-5 0 0 0,-6-5-1 0,-4 0-1 16,-4 0 4-16,-3-1 1 0,-5-6 1 0,-3 0 1 16,-3-1 1-16,-3 0 3 0,-3-4 6 0,-4-1-7 0,-6 3 9 15,-3-3-8-15,-4-2 23 16,-2-1-14-16,-5-2 11 0,-3-3-18 0,-2-2 12 15,-3-1-17-15,-2-1 9 0,-2-4-14 0,1-1 9 0,1-5-11 16,5-2 9-16,7-1-13 0,0-4 11 0,3-2-8 16,5-1-3-16,1-1-96 0,6-1-60 0,3-5-71 15,6 0-109-15,2 2-131 0,4-4-255 0,4 0-233 16</inkml:trace>
  <inkml:trace contextRef="#ctx0" brushRef="#br0" timeOffset="61837.4785">7873 8738 492 0,'0'0'416'0,"0"0"-49"0,0 0-131 0,0 0 12 15,2 11-91-15,-2-11 17 0,0 0-77 0,0 0 29 16,0 0-32-16,11-5-16 0,-11 5-25 0,15-5-4 0,-6 3-10 15,2-3-3-15,4 1-9 0,0-2-9 0,1 1 0 16,-1 0-15-16,1-1 10 0,-2-1-7 0,1 1 2 16,-3-3 0-16,-2 1-1 0,0-2-1 0,-1 0-13 15,-4-2 14-15,-1 3-6 0,-2-2 1 0,-2 11 1 0,-2-24-2 16,-2 12 1-16,-1-2-11 16,-3 3 11-16,-1-1-3 0,0 1 0 0,-1 2 1 15,-2 0-1-15,1 2 1 0,1 2-7 0,-1 1 8 0,1 1-5 16,10 3 5-16,-22 0-2 0,12 4 14 0,-1 1 0 15,-1 4 7-15,1 1 38 0,0 2-9 0,1 0-4 16,3 2-11-16,0 0-40 0,3 2 63 16,-1-1 7-16,5 2-7 0,0-1-10 0,5 0-6 0,1-1-12 15,3 2 6-15,3-2-4 0,2-1-3 0,1 0-5 16,3-2-8-16,2-2 1 0,1-2-11 0,1-1 4 16,2-3 2-16,0-1-11 0,-3-2 6 0,1-1 1 0,1-1-3 15,2-3-6-15,-3 0 1 0,0-4 8 0,-1-2-3 16,-4-2-2-16,2-1 0 0,-3 0 0 0,0-6-7 15,-5-1 2-15,1-1 6 0,-4 0-2 0,-2-3 3 0,0 0-1 16,-3-2 11-16,-1 1-32 16,-2-3 30-16,-1 0-14 0,-2-4 3 0,-2 0-4 15,-1-2-3-15,-2 1 4 0,-3-3-4 0,-1-1-18 16,-1 3 24-16,0 5 11 0,1 3 47 0,-2 3 0 0,4 4 33 16,0 1-30-16,1 5 5 0,1 1-28 0,0 5 9 15,1 1 26-15,7 6 37 0,-13-1-7 0,13 1 24 16,-9 9-11-16,5-1-3 0,2 5-11 0,1 2-4 0,1 3-13 15,0 3-2-15,3 2-25 16,1 2-5-16,2 7-13 0,2 1-11 0,4 5-9 0,-1 0-3 16,3 2-4-16,0 0-5 0,-1-1-1 0,3 3-5 15,-2-3-4-15,1-2-18 0,-2 0-119 0,-2-8-85 16,-1-1-46-16,0-2-29 0,-2-4-14 0,-1-3-22 0,-2-4-31 16,-1 1-21-16,0-5-42 0,-4-11-321 0,3 16-261 15</inkml:trace>
  <inkml:trace contextRef="#ctx0" brushRef="#br0" timeOffset="62610.5051">8299 8774 329 0,'-5'-10'374'0,"1"3"-81"0,4 7 15 16,-6-14-71-16,6 14 29 0,-6-11-19 0,6 11-30 15,-4-12-38-15,4 12-38 16,-2-11-28-16,2 11-22 0,2-10-14 0,-2 10-14 16,8-9-15-16,-8 9-10 0,14-8-4 0,-3 5-4 0,1 0-7 15,3 1-6-15,2-1-1 0,3 1-20 0,2 1 11 16,0-1 2-16,3 1-3 0,2-1-1 0,0 2-5 15,0 0 4-15,0-1-6 0,-2 0 7 0,1-3 0 0,-3 4-3 16,-1-1-1-16,-3-4-5 0,0 4 10 0,-3 0-15 16,0-4 16-16,-4 1 2 15,0-1-5-15,-3-1 0 0,-2 1-5 0,-7 5 3 16,10-12 16-16,-10 12-4 0,3-12-2 0,-3 12 6 0,-4-12-3 16,4 12-8-16,-8-8 5 0,8 8-4 0,-10-8 3 15,10 8 4-15,-12-3 1 0,12 3 4 0,-14 2-10 16,14-2 16-16,-14 5 2 0,5 1-5 0,3 0 2 0,0 2 19 15,0 1-6-15,1-1-10 0,0 3 3 0,2-2-5 16,1 2-5-16,1 1-2 0,2 0 0 0,0-1-2 16,1 0-7-16,4 0 5 15,-1 1-3-15,2-1-2 0,1-1 0 0,1-1 1 0,0 1-5 16,0-2-14-16,2-1 15 0,1 1-2 0,-3-3-2 16,3 0-1-16,-1-1-3 0,0-1 4 0,2-2-2 0,-2 1 1 15,-11-2-5-15,25-1 5 0,-14-1 0 0,2-1 2 16,-3 0-4-16,1-5 2 0,0 1-3 0,-1-2-1 15,-2-1 5-15,-1 0-2 0,0-1-2 0,-2 0-4 0,-1 2 6 16,-1-2 0-16,-1 1-4 16,-2 10 5-16,2-17 1 0,-2 17-1 0,0-16-7 0,0 16 4 15,-1-12 4-15,1 12-9 0,0 0 4 0,-2-15-1 16,2 15-1-16,0 0-7 0,0 0 11 0,0 0 0 16,0 0-4-16,0 0 4 0,0 0 3 0,0 0-2 0,11 8-5 15,-11-8 8-15,12 12-1 16,-5-3-6-16,2-1 9 0,3 0-1 0,-2 1 0 0,3-1-7 0,0 0 6 15,0-2 0-15,2 2-5 0,-1-2 4 0,2-1 0 16,-3 1 0-16,2-2-7 0,-2-1 6 0,-1 1 2 16,-1-3-2-16,-11-1 2 15,21 3 1-15,-21-3-5 0,16-2-2 0,-16 2 6 0,13-4-1 16,-13 4 0-16,9-9-1 0,-9 9-2 0,5-14 2 0,-5 14-16 16,2-15 15-16,-2 15-2 0,-1-17 2 15,1 17 3-15,-1-17-3 0,1 17 1 0,-3-13 0 16,3 13-1-16,-3-13 7 0,3 13 4 0,-2-11-4 0,2 11-5 15,0 0 0-15,0 0 0 0,-3-8-2 0,3 8-3 16,0 0 4-16,0 0 2 0,-1 11-1 16,1-11-5-16,2 11 6 0,-2-11 1 0,5 15-5 0,-1-7 3 15,0 1 0-15,1 0 4 0,1-1-10 0,1 1 6 16,2 2 0-16,-1-2-10 0,0-1 7 0,1 1-6 0,-1-3-63 16,0 1-90-16,0-1-64 15,-1 0-117-15,-7-6-102 0,14 8-397 0,-14-8-380 0</inkml:trace>
  <inkml:trace contextRef="#ctx0" brushRef="#br0" timeOffset="62811.025">9146 8515 394 0,'-13'-14'517'0,"0"1"-81"15,1 0-33-15,-1 0-16 0,2 0-96 0,-2 0 8 16,2 1-62-16,1 1-3 0,0-1-17 0,1 2-17 15,1 1-64-15,1 1-21 0,1 0-29 0,0 1-16 0,6 7-16 16,-6-10-12-16,6 10-12 0,0 0 12 16,0 0-29-16,8-9 10 0,-8 9-115 0,16 3-83 15,-5-1-75-15,1 2-153 0,2 2-93 0,1-1-387 16,-1 2-443-16</inkml:trace>
  <inkml:trace contextRef="#ctx0" brushRef="#br0" timeOffset="63074.7271">9398 8347 492 0,'-1'-14'433'0,"1"1"-17"0,-2 1-96 16,-1 3-32-16,1-2 55 15,-1 1-67-15,0 2-38 0,3 8-6 0,-5-15-36 0,5 15-39 16,-6-11-36-16,6 11-14 0,0 0-4 0,0 0 1 16,0 0 24-16,0 0 28 0,-5 13-19 0,6 0 11 0,2 3-35 15,1 2 20-15,3 4-43 0,0 6 6 16,0 2-38-16,1 2-11 0,5 5-7 0,-2 3-12 15,4-3 1-15,-2-1-9 0,3-1-3 0,-1 1-2 16,2-4-5-16,0 0 0 0,1-1 11 0,-3-5-16 0,0-2 14 16,1 0-26-16,-1-2 19 0,0-3-25 0,-1-3-13 15,-1-1-158-15,0-2-99 0,-2-3-95 0,0-2-186 16,2-1-598-16,-3-4-778 0</inkml:trace>
  <inkml:trace contextRef="#ctx0" brushRef="#br0" timeOffset="63408.2722">10186 8678 201 0,'0'0'742'0,"0"0"-191"0,0 0-104 16,10-6-29-16,-10 6 6 15,11-4 22-15,-11 4-26 0,21-5-32 0,-6 2-45 0,3-1-59 16,6-1-20-16,3 1-70 0,8 0-10 0,3-1-48 0,8-1-1 15,1 2-48-15,2 0 7 0,-1 0-43 0,2 2 22 16,1 0-42-16,0 2 30 16,1 0-43-16,1 2 26 0,-1-2-42 0,1 2 31 15,-1 0-31-15,-3 1 23 0,0 1-30 0,-8-1 30 0,-1 0-31 16,-2 0 27-16,-4 0-36 0,-3-1 38 0,-3 1-42 16,-2 0 34-16,-1-1-34 0,-6-2 33 0,0 3-31 0,-4-1 35 15,-2-1-37-15,0-1 23 0,-13 0-46 16,22 3 48-16,-22-3-59 0,15 1-37 0,-15-1-41 15,0 0-88-15,14 2-60 0,-14-2-64 0,0 0-30 16,0 0-39-16,0 0-115 0,-5 11-620 0,5-11-760 0</inkml:trace>
  <inkml:trace contextRef="#ctx0" brushRef="#br0" timeOffset="63971.5736">10512 8413 462 0,'-11'-3'387'0,"11"3"-41"0,-18-4-23 0,18 4-55 15,-15-3-28-15,15 3-20 0,-17-4-51 0,17 4 3 16,-17-4-28-16,17 4-8 0,-14-2-31 0,14 2-10 16,-12-4-28-16,12 4-7 0,0 0-20 0,-13-1 12 15,13 1 58-15,0 0 103 0,0 0 8 0,0 0 11 16,0 0-45-16,15 4-20 0,1-3-34 0,5-1-6 15,9-1-43-15,7 0 5 0,5-2-41 16,7 2 12-16,5-1-30 0,1-1 15 0,2 1-31 0,1 0 14 0,2-2-24 16,-2 2 11-16,0-1-22 15,-1 2 18-15,-2-2-29 0,-4 0-60 0,-4 0-91 16,-8 0-33-16,-2 0-62 0,-7 1-27 0,-1 0-24 0,-5 0-82 16,-4 0-8-16,-1 0-100 0,-4 0-272 0,-4-1-298 0</inkml:trace>
  <inkml:trace contextRef="#ctx0" brushRef="#br0" timeOffset="66312.2507">12404 7843 135 0,'-5'-11'376'0,"0"0"-127"0,0 3-42 16,-1-1-32-16,1 1 4 0,-1 0-56 0,0 1-6 15,0 1 6-15,-3 0 10 0,9 6-54 0,-15-6 13 0,15 6-46 16,-20 0 24-16,6 5-40 16,0 4 43-16,-2 2-48 0,-3 5 34 0,-2 5-27 15,-4 7 52-15,2 1-30 0,-1 3 37 0,0 5-17 16,-1 0 26-16,-2 10-25 0,1 0-7 0,1 3 3 0,0 1-24 16,3 1 8-16,4-1-31 0,-2 4 6 0,5-8 0 15,5 1-8-15,1-2-1 0,4 3-6 0,4-2 0 16,2 0-9-16,4-3 8 0,3 0 10 0,5-2-13 0,3-3 12 15,3-1-19-15,3-2 15 0,3-4-26 0,2-1 23 16,2-4-16-16,0-3-2 0,-1-2-67 0,-2-6-81 16,1-2-45-16,-2-3-159 15,-1-3-100-15,1-2-205 0,-2-2-166 0</inkml:trace>
  <inkml:trace contextRef="#ctx0" brushRef="#br0" timeOffset="66761.6476">12632 8447 219 0,'-8'-19'469'0,"1"0"-128"0,-1 2-21 0,2 1-44 16,-1 0-49-16,1 1-23 0,1 0-5 0,-2 1-27 15,2-1-27-15,1 4 7 0,0 0-9 0,2 1-24 0,2 10-25 16,-7-15-20-16,7 15-17 15,-4-10-12-15,4 10-15 0,0 0-4 0,0 0 5 16,0 0-4-16,0 0 12 0,2 18-14 0,2-8 12 0,1 5-15 16,1 1 5-16,1 3-14 0,0 3 11 0,2 4-16 15,-2 1 2-15,3 0-3 0,2 2 0 0,-1-1-3 16,1-1-6-16,1 1 7 0,0-1 0 0,1-2 0 0,1 0-7 16,0-3 8-16,-1 0-5 0,0-4 5 0,-2-2 0 15,1-2 3-15,-1-1 0 0,-2-3-1 0,2-2 12 16,-3-2-2-16,2-2 3 0,-11-4 4 15,22 0-4-15,-11-3-3 0,3-2-7 0,-1-3 2 16,2-4 1-16,-2-2-6 0,1-2 0 0,-2-3 4 16,1-3-1-16,0-3-8 0,-3-1 5 0,-1-1 12 15,1 1-21-15,-4-4 18 0,-1 1-16 0,-1 5 7 0,0 1-18 16,-2 1 8-16,-2 3-3 0,3 1 0 0,-3 0 3 0,0 5-4 16,0 1-3-16,0 1-11 15,0 11 8-15,1-17 4 0,-1 17-1 0,0 0-24 0,4-14-97 16,-4 14-57-16,0 0-89 0,0 0-90 0,9 4-125 15,-9-4-251-15,10 7-249 0</inkml:trace>
  <inkml:trace contextRef="#ctx0" brushRef="#br0" timeOffset="67196.2755">13392 8546 312 0,'0'0'423'0,"0"0"-102"16,0 10-71-16,0-10-52 0,0 0-43 0,0 0-29 16,2 13-15-16,-2-13-26 15,0 0-4-15,0 0-20 0,4 7-9 0,-4-7-8 16,0 0-8-16,9 6-5 0,-9-6-17 0,0 0 7 0,18 2-5 16,-18-2-4-16,13 0-4 0,-13 0 3 0,14-2 0 15,-14 2-7-15,11-2 7 0,-11 2-2 0,12-6-6 16,-12 6 0-16,7-8 2 0,-7 8-1 0,6-13-10 0,-6 13 6 15,2-13 4-15,-2 13-3 0,-4-14-1 0,4 14-5 16,-5-14 6-16,5 14-7 0,-13-13 5 0,6 7 2 16,0 1-1-16,-3-1 0 0,0 3 0 0,-1 0 6 15,-3 2 7-15,-1 1 7 0,1 1 8 0,-4 2-1 0,0 0-1 16,-1 4-7-16,-2 1 17 16,0 2-9-16,2 1 6 0,0 1 10 0,4 2-5 0,-3-1-4 15,5 4-5-15,1-1 15 0,3 1 4 0,0 0-1 0,4-2-11 16,1 0-7-16,4-1 14 0,0 0 13 0,4 1-5 15,4 0-2-15,0-3-8 16,3 2-7-16,5-2-5 0,0-2-6 0,4 0-7 16,1-4-9-16,1 3 3 0,2-2-2 0,1-2-6 0,-2-1-31 15,2 2-91-15,-1-3-78 0,1 0-91 0,-5-2-97 16,0-1-357-16,0-1-250 0</inkml:trace>
  <inkml:trace contextRef="#ctx0" brushRef="#br0" timeOffset="67624.7311">13756 8603 508 0,'-8'-15'416'0,"8"15"-48"0,-6-13-41 15,6 13-41-15,-9-12-53 16,9 12-35-16,-7-10-42 0,7 10-30 0,-9-6-22 0,9 6-27 16,0 0-13-16,-7-4 0 0,7 4 13 0,0 0-12 15,-6 7 8-15,6-7-10 0,0 0-9 0,0 18 17 16,0-18-2-16,4 17-24 0,-4-17 0 0,4 21-9 15,-2-11-7-15,-1 0-4 0,3 2-3 0,1 0-9 0,0 1-6 16,-1-4 5-16,-2 2-1 16,3-1-2-16,-1 0-2 0,0-1-2 0,2-1 1 0,-6-8-19 15,6 15 19-15,-6-15 0 0,7 11 0 0,-7-11 0 0,8 8-1 16,-8-8-2-16,0 0 0 0,14 3-1 0,-14-3-6 16,11-3 5-16,-11 3-1 0,14-9 1 15,-9 2-1-15,1 0 1 0,3-3-3 0,-3-1-5 0,2 0 2 16,-2 0 0-16,1-1 0 0,-1 1-5 15,-1 2 8-15,0-1-1 0,1 1 0 0,-6 9 3 16,7-13 1-16,-7 13-1 0,6-12-11 0,-6 12 10 16,5-9-3-16,-5 9-2 0,0 0 6 0,0 0-3 0,10-6 3 15,-10 6-9-15,0 0 10 0,8 7 0 0,-8-7-2 16,7 9 3-16,-7-9-2 0,12 13 4 0,-6-5-11 16,1 0 9-16,4 1 0 15,2 1-3-15,0-2 1 0,4 3-91 0,0-2-82 0,2 1-125 16,-2-2-137-16,3 0-394 0,-3-2-366 0</inkml:trace>
  <inkml:trace contextRef="#ctx0" brushRef="#br0" timeOffset="68330.9038">14285 8574 253 0,'0'0'556'0,"-6"-14"-138"0,6 14-80 0,-7-11-45 15,7 11-13-15,-5-11-58 16,5 11-49-16,0 0-32 0,-7-10-24 0,7 10-11 0,0 0 15 16,0 0-13-16,0 0-19 0,-10 7 12 0,10-7-21 15,0 0-6-15,2 18-15 0,-2-18-5 0,2 16-1 0,-2-16-10 16,4 20-11-16,-1-9-6 0,-1 0 1 0,4 0-7 16,-1 0-5-16,2 0 1 0,0 2-4 0,-1-4-1 15,3 1-7-15,0-1 3 16,-2-1-1-16,2-2-4 0,1 0 3 0,0-1-1 0,-1 0-2 15,3-2-4-15,-1 0 6 0,-11-3-2 0,21 3-5 16,-21-3 5-16,21-4-2 0,-9 1-1 0,-3-1-4 16,3-3 7-16,-1 0-2 0,-1-3-6 0,-1 0 7 0,2-1 0 15,-4-1 0-15,0-1-5 0,-3-1 6 0,2 1 0 16,-2 0 14-16,-2 1-17 0,1-1 13 0,-3 13-14 16,0-21 11-16,0 21-13 0,-1-16 12 0,1 16-12 0,-2-15 12 15,2 15-16-15,-2-10 11 0,2 10-24 0,0 0 24 16,-5-9-12-16,5 9 18 0,0 0-15 0,0 0 12 15,0 0-11-15,-3 8 2 16,3-8 1-16,2 10-3 0,-2-10 10 0,8 15-3 0,-3-6 1 16,1-1 3-16,2 3 1 0,2 0 0 0,1 0-4 15,4 0 2-15,2 1 0 0,1 0-1 0,0-4-6 0,2 2 6 16,0-2-1-16,2-1-7 0,-1 0 4 16,2-3 1-16,-1 2-1 0,-2-5-5 0,0 2 5 15,-2-2 2-15,3-1-7 0,-3-1 8 0,-1 0-2 16,1-3-1-16,-2-1-4 0,-1 0 6 0,-3-2-1 15,1-1-5-15,-1-1 5 0,-2-2-1 0,-3 0 0 0,2-1-5 16,-4-1 16-16,1 0-13 0,-3 0 19 0,-1 0-20 0,0 2 15 16,-2 11-16-16,0-21 9 15,0 21-15-15,-4-18 15 0,4 18-16 0,-9-13 15 0,9 13-14 16,-12-9 14-16,12 9-18 0,-15 0 19 0,15 0-16 16,-16 6 8-16,9-1-4 0,0 1 8 0,-1 2 3 15,4 1 4-15,-2 1 36 0,2 1 18 16,2 1 15-16,2-1 15 0,0 1-3 0,4 3-3 15,3-2-14-15,0 1-7 0,4 1-2 0,3 0-7 16,1 1-10-16,2-2-8 0,0-2-6 0,2-1-10 16,0-1 20-16,1 1-38 0,1-3 17 0,-1-1-28 0,3-1 0 15,-3 0-133-15,-1-2-97 0,2-2-83 0,-2 0-130 16,0 0-187-16,0-4-308 0,-3 0-527 0</inkml:trace>
  <inkml:trace contextRef="#ctx0" brushRef="#br0" timeOffset="69094.3362">15395 8851 15 0,'0'0'461'16,"0"0"-102"-16,0 0-34 0,0 0-40 0,0 0-24 16,0 0-39-16,0 0-13 15,0 0-30-15,-7-5-30 0,7 5-23 0,0 0-7 16,0 0-13-16,0 0-11 0,0 0-10 0,0 0-12 0,0 0-13 15,0 0-12-15,0 0 1 0,0 0 5 0,0 0 1 16,0 0-3-16,0 0 2 0,0 0-7 0,0 0-10 16,9-7-4-16,-9 7 1 0,19-2-7 0,-6 1-10 0,1-1 0 15,5 0-2-15,2 0-12 0,4 0 0 0,1-1 2 16,3 0-2-16,2 1-6 16,4-1-113-16,3-1-114 0,-1 0-208 0,0-1-471 0,0 0-476 15</inkml:trace>
  <inkml:trace contextRef="#ctx0" brushRef="#br0" timeOffset="69790.2686">16004 8493 180 0,'-7'-6'483'0,"7"6"-81"0,-11-13-49 0,11 13-36 0,-10-13-67 15,10 13 7-15,-11-14-35 0,11 14 0 0,-10-10-14 16,10 10 0-16,-8-9-27 0,8 9 11 0,-7-7-37 0,7 7-5 16,-8-6-48-16,8 6 5 0,0 0-36 0,-8-8 8 15,8 8-22-15,0 0 19 0,0 0-23 0,0 0 10 16,-7 6 0-16,7-6 16 0,-1 12-27 0,1-12 31 15,2 18-32-15,-1-6 13 0,1 0-14 0,0 2 7 0,0 2-27 16,1 0-8-16,0 0 0 16,1 2-7-16,1-2-1 0,-1 2 0 0,1-2-5 15,0 1 0-15,0 0 19 0,0-1-26 0,2 0 21 0,-1-3-24 16,0 1 19-16,-1-1-27 0,0-2 16 0,0-1-11 0,1-2 23 16,-2 1-26-16,-4-9 24 0,8 13-24 0,-8-13 12 15,9 9-12-15,-9-9 17 16,10 3-18-16,-10-3 21 0,0 0-21 0,15-5 18 15,-15 5-22-15,13-11 14 0,-7 2-14 0,1-2 22 0,-1-1-27 16,1-2 24-16,0-2-23 0,0-1 26 0,1 0-21 16,-2 1 20-16,1 2-23 0,-1-3 24 0,0 4-22 15,0 1 20-15,-2-1-17 0,1 3 19 0,0 1-21 0,-5 9 5 16,6-16-3-16,-6 16 16 0,5-10-20 0,-5 10 17 16,0 0-12-16,9-8 18 0,-9 8-20 0,0 0 20 15,12 3-19-15,-12-3 21 0,9 11-23 0,-3-4 27 0,1 0-31 16,1 2 27-16,0 1-19 0,2 1 17 0,1-1-24 15,1 0 1-15,2 3 2 16,2-1-76-16,0-2-110 0,2 3-88 0,1-4-56 16,-1 2-86-16,1-2-112 0,0 0-447 0,0-2-581 0</inkml:trace>
  <inkml:trace contextRef="#ctx0" brushRef="#br0" timeOffset="70314.5127">16730 8593 61 0,'1'-17'519'16,"-1"17"-126"-16,-1-14-67 0,1 14-31 0,-4-18 5 0,1 8-53 16,-2 1-39-16,-1-1-36 0,-1-1 15 0,-1 2-35 15,-1-1-16-15,0 1-38 0,-3 2-8 0,1-1-28 16,-2 2 9-16,1 1-23 0,1 2 17 15,-2 0-17-15,13 3 12 0,-25 0-11 0,13 3 13 16,0 3-14-16,-2 0 21 0,3 3-20 0,-1-1-1 16,2 4-5-16,1-1-6 0,1 3 1 0,0-1-6 15,2 2-1-15,3-1 1 0,1 0-8 0,3-1 5 0,1 2-4 16,3 0-2-16,2-1-4 0,3-1-7 0,2-1-1 16,2 3-9-16,0-3 5 0,2-2-4 0,-3-1 0 15,1-2-2-15,1 1-1 0,-2-2-1 0,1 0-4 0,-3-4 7 16,0 3 2-16,-11-5-2 0,17 4-1 0,-17-4-1 15,16-1 1-15,-16 1-6 16,13-6 6-16,-13 6 1 0,11-10 1 0,-5 1-5 16,-2 1 2-16,-1 0 1 0,0-4-4 0,0 2 3 0,-2-1 2 15,0 0-1-15,0 0-1 0,-1 11 3 0,0-20 17 16,0 20-28-16,-2-19 27 0,2 19-22 0,-2-14 18 16,2 14-25-16,-2-13 22 0,2 13-23 0,0 0 14 0,-3-13-10 15,3 13-3-15,0 0 4 0,0 0-3 0,0 0 6 16,-7 7 2-16,7-7 7 0,0 0 3 0,0 16 1 15,0-16 0-15,5 15-1 16,-1-6-1-16,1-1 1 0,4 4-3 0,2-1-3 0,-1-1-4 16,6 0-5-16,-1 1-45 0,3-1-125 0,-1 0-84 15,2-2-128-15,-4-3-165 0,2 1-351 0,-1 0-469 16</inkml:trace>
  <inkml:trace contextRef="#ctx0" brushRef="#br0" timeOffset="71197.4787">17023 8568 256 0,'0'0'509'0,"-6"-14"-114"16,6 14-22-16,-6-10-28 15,6 10-63-15,0 0-16 0,-6-11-61 0,6 11-6 0,0 0-27 16,0 0 3-16,-6-7-21 0,6 7 0 0,0 0-1 16,0 0 30-16,0 0-65 0,-2 12 7 0,2-12-45 15,3 12 11-15,-3-12-37 0,4 15-7 0,-1-6-6 16,0 0-17-16,0 1 2 0,2 0-6 0,-1 0-4 0,0 1-4 15,0-3 2 1,0 3-5-16,0-3-15 0,-1 3 12 0,1-4 1 0,-4-7-4 0,8 14-4 16,-8-14 3-16,5 12-4 0,-5-12 2 0,5 9 5 0,-5-9-3 15,0 0-1-15,7 6-4 0,-7-6-20 0,0 0-25 16,0 0-11-16,9-10-15 16,-9 10-21-16,5-15-4 0,-2 6-19 0,1-3 16 15,-1-1 19-15,1 0 19 0,1 0 15 0,-1 0 22 0,1 2-6 16,-2 0 19-16,0 1-12 0,0-1 23 0,-3 11-15 15,6-16 16-15,-6 16-8 0,4-13 11 0,-4 13-11 16,5-9 11-16,-5 9-9 0,0 0 21 0,9-6 0 0,-9 6 8 16,0 0-2-16,10 3 7 0,-10-3 3 15,7 8 0-15,-7-8 7 0,10 11-5 0,-10-11-9 16,8 15-7-16,-8-15 3 0,9 14-1 0,-4-5-10 0,-2-1 3 16,4 0-1-16,-3 2-2 0,1-2-3 0,0-1 2 15,-5-7 1-15,9 16-7 0,-9-16 5 0,9 9-1 16,-9-9 1-16,7 12-7 0,-7-12 6 15,6 6 1-15,-6-6-2 0,0 0-2 0,12 2 2 0,-12-2-2 16,10-3-3-16,-10 3 3 0,9-11 1 0,-4 4-2 16,-1-1 2-16,2-2-1 0,-2-1 0 0,2-3-6 15,-1 0 7-15,0 0 10 0,-1 1-12 0,2-2 12 0,-2 2-16 16,1 0 16-16,-2 2-16 0,1 1 9 0,-1 1-14 16,-3 9 19-16,5-16-16 0,-5 16 13 0,6-11-18 15,-6 11 19-15,5-8-14 0,-5 8 15 0,0 0-15 0,0 0 13 16,11-2-13-16,-11 2 30 15,9 7-14-15,-9-7 2 0,11 13 8 0,-5-6 1 16,0 2 1-16,1 1-6 0,2 2-1 0,-1-2-2 16,1 4-2-16,3 0-7 0,1 0 8 0,-1-1-5 0,2 0 0 15,1 0-3-15,0 0-4 0,2-2 7 0,0 0-6 16,0-2 7-16,2 0-4 0,0-1 1 0,-3-2-4 16,0-1 0-16,0-2 2 0,1 1-14 0,-3-2 15 0,1-2-3 15,-1 0 2-15,0-3-3 0,-2 0 3 0,1-3 0 16,1 0-1-16,-4-2-2 15,1-3 2-15,-3 1 18 0,-1-3-24 0,0-2 19 16,-3 1-22-16,0-3 17 0,-1 0-18 0,-2-1 24 0,-1 2-24 16,-1-2 23-16,-1 2-24 0,-2 0-3 0,1 1 6 15,-1 2 19-15,0 1-25 0,1 3 20 0,-2-1-22 16,0 3 14-16,5 7-17 0,-11-11 25 0,11 11-18 0,-10-3 21 16,10 3-23-16,-10 2 23 0,10-2-17 0,-10 10 19 15,4-2-21-15,2 0 37 0,1 1-5 0,1 3 31 16,0 0-12-16,2 0 15 15,1 1-34-15,2 1 5 0,0 2-5 0,3-1-2 0,1 0-1 16,3 1-6-16,3 0-1 0,2-1-10 0,1 0 2 16,5 1-1-16,2-1-3 0,1-2-5 0,5 0-17 15,1-1-147-15,7 0-112 0,2-1-83 0,-6-2-131 0,6 2-519 16,-7-4-617-16</inkml:trace>
  <inkml:trace contextRef="#ctx0" brushRef="#br0" timeOffset="71396.889">18486 8741 507 0,'0'0'514'0,"0"0"-98"0,3-11-49 16,-3 11-26-16,0 0-12 0,0 0-24 0,0 0-5 0,0 0-11 15,0 0-21-15,0 0 1 0,-13 3-15 0,13-3-33 16,-8 9-38-16,8-9-48 0,-10 12-11 0,6-3-37 16,-1-1-2-16,0 2-31 0,-1 2-18 0,-1 0 0 0,0 1 6 15,0 0-25-15,-1 0 14 0,1 0-31 16,-3 1 19-16,1-1-21 0,0-1-61 0,-4 2-194 0,1-3-163 15,-1-1-260-15,-1-1-519 16,-1-2-808-16</inkml:trace>
  <inkml:trace contextRef="#ctx0" brushRef="#br0" timeOffset="73642.2617">19934 7821 178 0,'8'-7'401'15,"-1"0"-110"-15,-7 7-25 0,8-8-81 0,-8 8-13 16,0 0-54-16,1-14 24 0,-1 14 5 0,-6-7-29 16,6 7-19-16,-13-6-61 0,13 6 41 0,-21 0-15 15,7 2-11-15,-2 1 0 0,-5 2 11 0,-1 5 4 0,-4 4-8 16,-7 4-5-16,-1 1 3 0,-1 3 19 0,-1 3-1 16,0 2-15-16,-8 6-4 0,3 1-8 0,0 2 3 15,0 1 4-15,3 0-1 0,2 0 7 16,7-5-10-16,2 1-1 0,2-1-27 0,4 0 12 15,3-1-16-15,5-4-8 0,3 0 3 0,5-4-1 0,2 1 5 16,4 0 7-16,3-3 1 0,4-1 10 0,6 2 3 0,5-2 4 16,3-1-10-16,10-1-2 15,5-3-11-15,4 0 1 0,2-5-10 0,4 1-4 0,1-3 1 16,1-2-2-16,-1 0-3 0,-1-1-5 0,-8-1 2 0,1-2 2 16,-4 0-5-16,-5-1 7 0,-1 0-3 15,-3-1 0-15,-6 0-6 0,1-1 6 0,-2 1 2 16,-2-2-20-16,-1-1-67 0,-4 1-37 0,0 0-33 15,-3 0-49-15,-10 2-82 0,20-5-103 0,-20 5-430 16,16-5-352-16</inkml:trace>
  <inkml:trace contextRef="#ctx0" brushRef="#br0" timeOffset="73926.9076">20460 8451 608 0,'0'0'487'0,"0"0"-86"16,-2-10-49-16,2 10-47 0,0 0-29 15,0 0-73-15,-4-10-25 0,4 10-53 0,0 0-13 16,0 0-31-16,0 0-3 0,0 0 2 0,0 0 22 16,0 0-25-16,0 0-6 0,0 0-20 0,0 0-4 15,2 16-17-15,-2-16-7 0,5 12-4 0,-5-12-3 16,9 15-6-16,-9-15 0 0,8 14-1 0,-8-14-6 0,10 13-3 15,-6-4 0-15,2-2 1 0,-1 1-2 0,1-1-5 16,-6-7-55-16,9 12-78 0,-9-12-32 0,12 12-69 16,-12-12-105-16,8 12-101 0,-8-12-300 0,8 8-253 0</inkml:trace>
  <inkml:trace contextRef="#ctx0" brushRef="#br0" timeOffset="74132.3226">20395 8342 476 0,'-8'-12'444'0,"0"3"-71"0,-1-2-75 15,2 1-46-15,1 1-14 0,0 0-29 0,1 1-49 16,-2 0-39-16,7 8-18 16,-8-15-23-16,8 15-21 0,-5-10-6 0,5 10-14 0,0 0-11 15,0 0-8-15,0 0-6 0,4-10-88 0,-4 10-94 16,0 0-130-16,16 4-473 0,-16-4-284 0</inkml:trace>
  <inkml:trace contextRef="#ctx0" brushRef="#br0" timeOffset="74398.2757">20631 8138 41 0,'-1'-14'577'16,"0"3"-113"-16,-1-1-97 0,-1 1-32 0,1 0-37 0,0 1 22 15,2 10-32-15,-6-18-35 16,6 18-38-16,-4-13-38 0,4 13-34 0,-3-9-25 16,3 9-7-16,0 0-9 0,0 0-10 0,0 0 7 15,0 0-8-15,-3 15-7 0,3-15-18 0,1 24-6 0,0-9-10 16,1 3-12-16,0 0 11 0,1 5-26 0,0-1 19 16,2 3-34-16,-1-1 22 0,0 2-25 0,1 4 18 15,1 0-26-15,1 0-2 0,3-1 0 0,0 1-7 0,2-2 0 16,0-3-74-16,1 1-83 0,0-2-78 15,-2-5-33-15,-2-3-66 0,2 2-70 0,-4-5-61 16,-1-1-318-16,-1-2-320 0</inkml:trace>
  <inkml:trace contextRef="#ctx0" brushRef="#br0" timeOffset="75082.2978">20654 8574 282 0,'-11'-9'406'0,"3"0"-57"0,1 2-48 0,1-4-32 15,1 3-24-15,1-3-50 0,1 3-20 0,3 8-12 16,0-20-63-16,0 20 13 0,5-19-22 15,0 9-12-15,2-1-23 0,2 3 1 0,1-2-23 16,3 2 3-16,1 1-12 0,2-1-1 0,-1 1-8 0,3 3 2 16,0-2-13-16,1 1 13 0,0 2-17 0,-1 0 10 15,1 1-14-15,-2 1 14 0,-1 0-15 0,-1-1 13 16,-1 2-16-16,0 0 5 0,-1 2 2 16,-13-2 8-16,24 2-6 0,-24-2 17 0,20 4-10 0,-20-4 21 15,18 5-11-15,-18-5 15 0,16 10-14 0,-16-10 13 16,13 8-14-16,-13-8 3 0,10 12-17 0,-10-12 11 0,11 13 6 15,-5-7 2-15,-1 2-7 0,1-1-2 0,1 0 1 16,-1 1 1-16,2-1-4 16,1 0-10-16,-1-1 3 0,1 0 1 0,2 0-2 0,0 1-2 15,0-2 2-15,1-1-1 0,-1-1 0 0,1 0-2 16,-1 0-1-16,-11-3 3 0,22 1-1 0,-22-1 1 0,20 0-3 16,-9-4 1-16,-1 0-6 0,-2-1 21 0,1-1-14 15,-2-2 8-15,0 1-10 0,-1-3 10 0,-1 0-19 16,1-2 18-16,-1-1-15 0,-2 1 18 15,-1-1-16-15,-1 1 12 0,0 1 6 0,-1 11 19 16,0-23-3-16,0 23 21 0,0-17-17 0,0 17 7 0,0-14-19 16,0 14 4-16,0 0-14 0,2-10 11 0,-2 10-12 15,0 0 23-15,6 8-18 0,-6-8 15 0,9 17-13 0,-3-3 28 16,2 6-19-16,2 4 1 0,2 4-6 0,2 7-7 16,2 3 1-16,-1 3-4 15,3 3-5-15,1 8-3 0,0-1 2 0,1 5 17 16,-4-1-38-16,2 2 40 0,-2-1-28 0,1 0 21 0,-2 0-25 15,-2-9 22-15,-2-1-23 0,-1-1 1 0,0-2 1 0,-2-4 4 16,-3-5-4-16,-2-3-3 16,0-4 8-16,-3-3-3 0,-1-4 2 0,-1-1 7 0,-2-2-1 0,-1-2 2 15,-3-2-2-15,-4-1 24 16,0-4-25-16,-4-1-8 0,-2-4 24 0,-2-2-20 16,-6-2 19-16,-2-2-24 0,-7-5 24 0,-7-5-24 15,-2-3 18-15,-9-6-24 0,2-2 24 0,1-2-20 0,3-1 14 16,8 3-16-16,4-1 25 0,4-1-32 0,4 1 34 15,4-1-28-15,9 2 22 0,2 0-22 0,8 1 22 16,3 3-25-16,6-4 20 0,5-1-20 0,6 0-2 0,6-1 4 16,5 1-3-16,1 1 3 0,5 4 20 0,1 1-33 15,2 2 4-15,1 3-98 0,0 2-79 0,-5 1-44 16,-1 4-95-16,0 0-136 0,-5 1-418 0,-1 1-452 0</inkml:trace>
  <inkml:trace contextRef="#ctx0" brushRef="#br0" timeOffset="75932.3559">22526 8257 261 0,'14'-3'352'0,"-2"-1"-25"0,-1 1-30 0,-1-1-76 16,-1-1-13-16,1 0 10 0,-2 1-2 0,-8 4-39 15,14-10 5-15,-14 10-18 16,12-10 8-16,-12 10-21 0,7-9-30 0,-7 9 0 15,3-9-43-15,-3 9-1 0,0 0-17 0,-5-10-12 0,5 10-6 16,-13-5-8-16,13 5-11 0,-22 0-10 0,7 3 4 16,-2 0-5-16,-2 3-1 0,-3-1-3 0,1 3 11 15,-1 1-12-15,0 0 6 0,-2 4-10 0,4-2 8 16,1 2-8-16,2 0 10 0,1 0-11 0,3 2 6 16,2-1-8-16,3-1 9 0,3 1-10 0,3-2 8 15,3 1-9-15,3 0 11 0,4 2-10 0,5 0-1 16,3-1 1-16,7 1-9 0,2 0 4 0,3-2 4 15,1 0 3-15,1 1-3 0,4 0 3 0,-5 0 0 0,0-2-4 16,-3-1 2-16,0 1-4 0,-5-3 6 0,-2 1 0 16,-2-2-1-16,-2 0-3 0,-2-2 2 0,-3 1 0 15,0-1-2-15,-2 1 2 0,-8-7 2 0,9 11-4 0,-9-11-12 16,0 0 21-16,-2 16-2 16,2-16 3-16,-12 8-9 0,1-4 4 0,-1 0 2 15,-5 1-4-15,0-1 3 0,-4-1-1 0,-4 0 0 16,0 1-8-16,-3-2 9 0,-2 0-1 0,-1 0 0 0,-3 1 1 15,3-2-3-15,-1 0 2 0,0 0-1 0,2-1-3 16,3 0-2-16,1-1-1 0,4-1-17 0,4-1-103 16,2 1-79-16,4 0-138 0,3-2-130 0,9 4-325 15,-9-11-322-15</inkml:trace>
  <inkml:trace contextRef="#ctx0" brushRef="#br0" timeOffset="76266.4336">22889 8114 322 0,'-1'-21'574'0,"-1"2"-125"16,0-1-65-16,-1 2-52 0,1 0 9 0,-2 0-38 16,1 2-46-16,-1 0 25 15,1 1-18-15,0 3 1 0,1 0-38 0,-1 2-44 0,3 10-37 16,-4-16-37-16,4 16-22 0,0 0-11 0,-3-9-5 15,3 9-7-15,0 0-4 0,1 13-4 0,1-1-8 16,1 2 4-16,0 4-11 0,0 3 13 0,1 2-22 0,2 4 11 16,-2 2-20-16,1 5 15 0,-1 1-3 0,2 5-7 15,-1 1-7-15,1 2-15 0,0-1 10 0,0 0-17 16,0-1 14-16,1-1-15 0,1 0 13 0,-1-8-19 16,1-1 15-16,0-2-15 0,1-1 13 15,0-3-19-15,0-5-18 0,2 1-124 0,-2-5-77 16,-2-1-95-16,1-2-59 0,1-2-117 0,-3-2-142 0,1-4-295 15,-7-5-523-15</inkml:trace>
  <inkml:trace contextRef="#ctx0" brushRef="#br0" timeOffset="76465.2128">23024 8533 535 0,'-8'-5'501'16,"8"5"-102"-16,-13-10-43 0,13 10-29 0,-12-10-10 15,12 10-61-15,-9-8-36 0,9 8-55 0,-7-7-20 16,7 7-42-16,0 0-9 0,1-12-36 0,-1 12 1 16,11-6-18-16,1 3 2 0,-1-1-23 0,5 2 8 15,1-1-15-15,2 1 4 0,0-1-13 0,1 2 9 16,0-1-18-16,0 0-38 0,0 0-81 0,-1 1-83 0,-1 0-55 16,-1-1-104-16,-4-1-487 0,0 2-400 0</inkml:trace>
  <inkml:trace contextRef="#ctx0" brushRef="#br0" timeOffset="77683.0194">23433 8466 167 0,'0'0'552'15,"0"0"-129"-15,-2-11-43 0,2 11-54 0,-3-10-34 0,3 10-36 16,-6-10-29-16,6 10-44 0,-9-11 22 0,9 11-40 16,-11-11-22-16,4 5-42 0,7 6-6 0,-16-8-29 15,16 8 1-15,-16-6-41 0,16 6 20 0,-16-2-16 16,16 2 25-16,-20 5-8 0,11-1 8 0,-2 3-5 16,0 2 7-16,2-1-21 0,1 3-10 0,0 1-4 15,0-1 33-15,3 3-26 0,1-2-4 0,2 1 6 16,1 0-5-16,2-1 1 0,1 0-4 0,3 1-8 0,1 0 3 15,3-1-6-15,1-2-2 0,0 1-4 0,3-3-3 16,-1 1 0-16,2-1-1 0,-1-2-2 0,0-2-3 16,0 0 3-16,-1-1 3 0,-1 0 0 0,-11-3-3 15,19 1 1-15,-19-1-1 0,17-2-1 0,-17 2-3 16,14-9-1-16,-8 2 8 0,1-1 0 0,-2-1 18 16,0-1-25-16,0-2 23 0,0-1-24 0,-1 0 22 15,1 3-30-15,-2-2 29 0,0 0-23 0,0 2 21 16,0 1-22-16,-3 9 21 0,4-18-21 15,-4 18 24-15,3-13-27 0,-3 13 22 0,3-10-22 16,-3 10 22-16,0 0-23 0,7-12 23 0,-7 12-21 16,0 0 23-16,11-3-24 0,-11 3 26 0,11 4-30 0,-11-4 26 15,15 6-19-15,-6-3 21 0,1 1-24 0,1 1 23 16,0 0-22-16,4-1 19 0,-1 0-20 0,2-2 21 0,-1 2-20 16,3-1 20-16,-2-2-24 15,-1 0 27-15,0-2-31 0,-1 0 29 0,0-2-22 16,-1-1 23-16,1-1-23 0,-3-2 25 0,1-2-25 15,-3-1 22-15,0-2-23 0,-2-3 13 0,0-1-10 16,-2-3 21-16,-1-4-25 0,-1-1 19 0,-1-4-16 0,0 0-1 16,-3-5-2-16,0-3 4 0,-3-7 2 0,0 1 1 15,-1 1 1-15,0-1 2 0,-2 10-1 0,0 1 4 16,0 0 0-16,1 5-8 0,-2 2 8 0,1 5 7 0,1 1 0 16,0 3-4-16,0 3-4 15,-1 1-2-15,1 3 1 0,6 8 1 0,-13-6 1 0,13 6-4 16,-16 8 6-16,8 2-2 0,0 4 0 0,0 4 2 15,2 3-3-15,1 3 4 0,1 6 0 16,3 2 1-16,2 2-5 0,0 1 26 0,5 7-23 0,-1 0 25 0,4 1-27 16,0-1 21-16,2 1-23 15,2-2 21-15,0-3-38 0,1-1 38 0,0-2-27 0,0-2 2 16,-2-5 1-16,-1-3 2 0,-1-5-3 0,-1-1-4 0,-1-1 8 16,0-3-6-16,0-4 6 0,-1 1 0 0,0-3-11 15,0-2-48-15,-7-7-43 0,14 7-43 0,-14-7-21 16,0 0-6-16,16-4-1 0,-16 4-5 0,9-11 1 15,-9 11-13-15,6-20 14 16,-4 11 27-16,-1-4 31 0,0 0 25 0,0-2 21 16,-1 2 15-16,0-1 20 0,-1 2-36 0,0-1 89 15,1-1-9-15,-1 3 47 0,0-1-6 0,1 12 34 16,0-21-17-16,0 21 2 0,3-20-16 0,0 11-1 16,1 1-9-16,2 0 1 0,3 0-7 0,0 1-2 0,2 0-6 15,2 1-5-15,1 1-4 0,2-1-3 0,0 2 3 16,2 0-9-16,0-1-1 0,1 2-2 0,2 0 4 15,-2 0-4-15,4-1-1 0,0-1-3 0,-1 1 6 16,-3 0-14-16,3-2 15 0,-3 1-4 0,1-2-3 16,-1 0 0-16,-4-1 1 0,2-2 2 0,-3 1 1 15,-1 0 44-15,-2-3-10 0,-1 3 18 0,-1-2 23 16,-1 0-21-16,-2 0-8 0,-2 1-8 0,0 1 8 16,-4 9-9-16,6-16-5 0,-6 16-2 0,1-12-9 0,-1 12-6 15,0 0-12-15,-7-12 9 0,7 12-2 0,0 0-4 16,-17 1 9-16,7 3 27 0,0 3 24 0,0 0 3 15,-2 4 17-15,1-1 0 0,2 2 10 0,-4 2-5 16,3 1 15-16,1 2-9 0,3-2 9 0,-1 0-37 16,1 0 27-16,3-1-25 0,1 3 34 0,2-3-4 15,2 1 10-15,3 0-3 0,3-1-5 0,5 1-1 16,2-1-23-16,4-1 0 0,4-2-30 0,3 2-8 0,2-5-6 16,2 0-16-16,4-3-1 15,-1 1-1-15,1-1-6 0,1-3-6 0,-4-2-5 16,1 2-1-16,0-4-10 0,-1 2 3 0,-2-2 1 15,-1 0-7-15,-1-2-9 0,-3 1-36 0,-4 1-34 16,-2-3-76-16,-4 3-18 0,-2-3-60 0,-12 5 12 0,12-8-14 16,-12 8-2-16,0 0-28 0,-9-10-50 15,-3 8-54-15,-5-3-68 0,-4 4-447 0,-8-2-455 0</inkml:trace>
  <inkml:trace contextRef="#ctx0" brushRef="#br0" timeOffset="78231.0326">21916 8739 161 0,'0'0'552'0,"2"-10"-126"0,-2 10-59 16,0 0-42-16,2-14-4 0,-2 14-37 0,0 0-23 0,2-12-35 15,-2 12-38-15,0 0-40 0,0 0-20 0,0 0-18 0,0 0-7 0,0 0-2 16,0 0 5-16,0 0 1 16,0 0 3-16,-1 14-17 0,1-14-18 0,-2 20-15 0,-1-10-16 0,1 3-3 15,-3 1 13-15,2 0-32 16,0 1 14-16,-1 0-27 0,1 0 20 0,0 1-35 0,1-2 24 16,0-1-49-16,0-1-132 0,1 1-144 15,1-13-255-15,-1 20-511 0,1-20-689 0</inkml:trace>
  <inkml:trace contextRef="#ctx0" brushRef="#br0" timeOffset="79184.0696">24709 7826 252 0,'-5'-9'237'0,"1"-1"-51"0,4 10-8 0,-9-15-7 16,6 5-16-16,-3 2-33 16,2 0 35-16,4 8-18 0,-5-16 13 0,5 16-13 0,-8-15-1 15,8 15-9-15,-3-11-18 0,3 11-26 0,-4-11-4 16,4 11-26-16,0 0 8 0,0 0-1 0,2-10 10 15,-2 10 20-15,13 3-1 0,-4 1-3 0,7 2 28 0,2 4-4 16,5 2 2-16,3 3 6 0,4 4 10 0,3 3 3 16,-1 2 4-16,3 1-19 0,-1 2-15 0,7 7-12 15,-1 0-14-15,0 2-16 0,-3 1 7 0,-3 1 9 16,-3-5 12-16,-4 3-29 16,-3-1 23-16,1 2-32 0,-4 1 16 0,-2 0-24 0,-3 2 16 15,-3 1-21-15,-3-1 10 0,-2-1-23 0,-5-2 21 16,-1-1-3-16,-2-1 12 0,-4-1-19 0,-1-1 2 15,-2-1-19-15,-6 3 7 0,-1-2-11 0,-4-2 6 0,-4-3-16 16,-3-1 9-16,-4-4-15 0,-2-1 9 0,-8-3-19 16,3-2-65-16,-4-2-168 0,-2-2-113 0,-2-2-157 15,3-3-784-15,-3-2-901 0</inkml:trace>
  <inkml:trace contextRef="#ctx0" brushRef="#br0" timeOffset="82414.7712">3099 10251 476 0,'0'0'406'0,"0"0"-3"0,0-14-114 16,0 14 37-16,0 0-57 0,-2-15-2 15,2 15-48-15,0 0-5 0,-4-14-31 0,4 14 6 0,0 0-34 16,-4-11-10-16,4 11-39 0,0 0-7 0,-3-9-37 0,3 9 2 16,0 0-28-16,0 0 3 15,0 0-20-15,0 0 15 0,0 0-18 0,0 0 8 16,0 0-12-16,0 16 13 0,0-16-17 0,3 17 8 16,-1-7-9-16,0 1 14 0,1 1-24 0,-1-1 17 0,0 0-16 15,0 3 14-15,0-1-12 0,1 1 10 16,0 0-12-16,0-2 5 0,-1 0-8 0,1 1 14 0,-1-2-3 15,1 0-8-15,-1 0 2 0,1-1-6 0,-3-10-113 16,3 19-105-16,-3-19-115 0,1 15-170 0,-1-15-423 16,-2 13-507-16</inkml:trace>
  <inkml:trace contextRef="#ctx0" brushRef="#br0" timeOffset="82668.2611">2732 10194 326 0,'-15'-20'524'0,"4"0"-156"16,-2 1 0-16,3 1-79 0,-1-6 2 0,-1 6-60 15,2 0-8-15,1-1-21 0,-1 2-35 0,2-3-31 16,2 6-13-16,1-1-18 16,3 0-46-16,-1 1 7 0,4 0-32 0,3-1 12 15,3 1-30-15,3 0 11 0,4 0-22 0,2 2 18 0,4 1-30 16,6 0 22-16,1 2-20 0,4 1 19 0,1 3-26 15,2 1 20-15,1 0-24 0,2 3 18 0,0 2-150 16,1 1 29-16,-1 1-36 0,-1 4-54 0,0 1-58 16,3 2-50-16,-2 2-67 0,-6 0-256 0,-3 2-148 0</inkml:trace>
  <inkml:trace contextRef="#ctx0" brushRef="#br0" timeOffset="83002.8944">2680 10667 275 0,'-14'8'409'16,"2"-1"-78"-16,3-2-80 0,1 1 1 0,8-6-87 0,-16 8 32 16,16-8-74-16,-11 6 23 15,11-6-69-15,-9 7 50 0,9-7-4 0,0 0-44 16,0 0 76-16,0 0-45 0,9 7 23 0,-9-7-33 15,25-2 3-15,-5-1-20 0,4-1-10 0,4-1-13 16,5-1-10-16,3-1-13 0,8 0-11 0,0-2 0 0,0 1-4 16,4 0-8-16,-3-1 1 0,2 2-4 0,-1-1-1 0,-2 2-9 15,0 0 3-15,1-1-1 16,-8 2-4-16,-2 0 2 0,-1 2-4 0,-5-2 3 0,-2 3-12 16,-3-2-8-16,-5 2-66 0,0 0-30 0,-4 0-33 15,-1 1-50-15,-2 0-62 0,-12 1-41 0,22-5-78 16,-22 5-272-16,19-1-158 0</inkml:trace>
  <inkml:trace contextRef="#ctx0" brushRef="#br0" timeOffset="84103.1282">4372 10521 286 0,'-11'-8'641'0,"1"1"-154"0,2 1-101 16,0 0-5-16,1-1-46 0,-1 2-39 0,8 5-6 15,-13-8-11-15,13 8-17 0,-10-10-29 0,10 10-41 0,-10-7-34 0,10 7-31 16,-7-6-32-16,7 6-18 0,0 0-17 0,-9-5-19 16,9 5-10-16,0 0-4 15,0 0-5-15,0 0-5 0,0 0-1 0,0 0-7 16,-7 8-2-16,7-8-4 0,3 10 2 0,-3-10 4 16,3 12-4-16,-3-12 0 0,4 12-1 0,-4-12-5 0,5 13 1 15,-5-13 3-15,4 11 22 0,-4-11-30 0,4 12 23 16,-4-12-28-16,3 8 32 0,-3-8-35 0,4 10 30 0,-4-10-25 15,0 0 25-15,5 8-26 0,-5-8 27 0,0 0-27 16,0 0-4-16,0 0 5 0,11-5-2 0,-11 5 8 16,7-11-1-16,-3 3-5 0,1 0 2 0,1-2-4 0,-2 1 7 15,2-2-1-15,-1 1 1 16,0 0 2-16,0 1-4 0,1-1 4 0,-1 2 0 16,-1-1-2-16,-4 9 3 0,9-13 1 0,-9 13-3 0,6-12-2 15,-6 12 2-15,7-7 0 0,-7 7 2 0,0 0-1 16,10-7-1-16,-10 7 2 0,0 0-3 0,14 4-3 15,-14-4 5-15,13 10 1 0,-7-4 0 0,1 2-2 16,2 2 6-16,-1 2-5 0,0-1-1 0,2 1 5 0,1 1 0 16,0 1 23-16,1-4-27 15,0 5 26-15,0-3-30 0,3 1 23 0,-2-3-19 16,3 1 22-16,0-1-26 0,0-2 25 0,0-2-28 0,2 0 24 16,-1-1-30-16,2 0 29 0,1-2-26 0,-2-1 25 15,2 1-29-15,-2-3 24 0,-2 0-21 0,1 0 19 16,-2-1-18-16,0-1 28 0,-2 0-30 0,0-2 28 0,-1 0-32 15,-1-1 28-15,-2-1-31 0,1-1 24 0,-3 0-45 16,-1-1 2-16,-1-1 6 0,0 1 6 0,-3-4 5 16,-2 12 4-16,0-19 3 0,0 19 1 15,-4-21 6-15,1 11-2 0,0-1 3 0,-1 3 3 16,-1-2 0-16,0 2-1 0,0 1 1 0,5 7-1 16,-11-13 1-16,11 13-3 0,-11-10-1 0,11 10 4 0,-11-6-1 15,11 6 4-15,-13-2-2 0,13 2 3 0,-13 4-2 16,13-4-3-16,-13 8 4 0,13-8 2 0,-12 13 0 15,7-6 1-15,1 0 2 0,-2 3-4 0,3-1 0 0,0 2 7 16,3-11-3-16,-2 20 28 0,2-20-31 0,1 20 25 16,1-9-29-16,1 0 26 0,3-1-23 15,0 0 23-15,1 1-28 0,2-1 26 0,2-1-28 16,0-2 27-16,2 0-33 0,3-2 28 0,-1 0-26 16,3-2 25-16,1 1-28 0,0-3 30 0,0-1-31 15,2 0 9-15,-3 0-8 0,2-1 27 0,-1-1-26 0,-1-1 22 16,1-1-27-16,-3 1-8 0,1-2-27 0,-2-1 23 15,-1 1-22-15,-2-3 11 0,0 1 4 0,-1-2 10 16,-2 0 6-16,-1 0 4 16,-1 0 3-16,-2 1 2 0,-1-3-1 0,-1 3 4 0,-3 8 4 15,3-19-7-15,-3 19 8 0,0-17 1 0,0 17 0 16,-3-15 2-16,3 15-2 0,-4-13 0 0,4 13-9 16,-7-11 8-16,7 11-2 0,-8-10-2 0,8 10-2 0,-8-4 4 15,8 4 6-15,0 0-4 0,-13 3 2 16,13-3 4-16,-11 10 1 0,11-10-3 0,-9 13 4 0,4-6 0 15,1 3-3-15,4-10 9 0,-6 17 24 0,6-17-27 16,-3 20 24-16,3-20-19 0,3 21 29 0,1-12-30 16,-1 2 31-16,3-3-28 0,0 2 19 0,2-2-29 15,3 1 21-15,0-1-31 0,3-2 16 0,1 1-21 16,2-4 11-16,0 1-127 0,1-1-87 0,0-1-102 16,1-1-161-16,1-1-84 0,-2-1-318 0,2 0-434 15</inkml:trace>
  <inkml:trace contextRef="#ctx0" brushRef="#br0" timeOffset="84636.7174">5726 10066 636 0,'-8'-17'525'0,"0"-1"-68"0,1 3-75 0,0 0-4 16,0 1-93-16,-1 1 4 0,0-2 16 0,2 3-18 15,-1 1 2-15,2-1-66 0,-2 3-9 0,3 1-64 16,4 8-13-16,-8-14-50 0,8 14-5 0,-6-8-25 0,6 8 14 16,0 0-23-16,0 0 19 0,0 0-22 0,0 14 17 15,2-4-19-15,1 5 12 0,2 2-10 0,1 4 3 16,1 4 2-16,0 3-7 0,2 4-1 0,1 4 14 0,1 2-27 16,-1 0-9-16,0 0 2 15,0-6-7-15,-1 7-8 0,1-2 5 0,0-5 1 16,-2-1-1-16,0 0-5 0,0-4 1 0,1 1-2 0,-3-6-3 15,0 1 1-15,0-4 0 0,-2-2 1 0,2-2 0 0,-2-2-5 16,0-1 4-16,-1-1-5 16,0-3 1-16,-3-8 11 0,5 15-6 0,-5-15 2 0,0 0-1 15,3 10-2-15,-3-10-2 0,0 0-6 16,0 0 6-16,-5-7-2 0,5 7-2 0,-8-12 2 16,2 5-8-16,-3-4 4 0,0 1 1 0,0 0 0 15,0-2-5-15,-3 1 3 0,1 1-4 0,-1 0 0 0,1 1 3 0,-1 0 3 16,1 2-3-16,-1 1 2 0,-1 0-3 0,1 3 1 15,1 2-4-15,-3-1 6 0,2 5-3 0,-2 0 11 16,1 1-8-16,-1 3 5 16,-1-1-6-16,2 2 6 0,0 3 6 0,1-1-1 0,1 0 1 15,0 2 3-15,3-1-1 0,0 0-2 0,2-1-18 16,2 1 24-16,4-11-1 0,-1 16-1 0,1-16 1 16,10 16-7-16,-3-10 2 0,6 0-6 0,2-2-4 0,2-1-1 15,3-1-9-15,1-2-80 0,0 0-91 0,2-1-119 16,2-1-72-16,1-1-75 0,-1 0-215 0,-1-2-451 15,0-1-732-15</inkml:trace>
  <inkml:trace contextRef="#ctx0" brushRef="#br0" timeOffset="85268.9683">6545 10190 128 0,'1'-20'612'0,"-2"3"-169"16,-1 1-95-16,1 0-43 0,-1 1-50 0,1 2 20 0,0 1-21 15,-2 0-6-15,1 1-34 0,2 11 9 0,-4-17-59 16,4 17-13-16,-3-13-45 0,3 13 4 0,0 0-24 0,0 0 23 16,0 0 14-16,0 0 2 0,0 0-22 15,-3 19-9-15,4-4 29 0,0 2-3 0,0 4-22 16,0 3-15-16,0 2-12 0,0 7-16 0,0-4-4 16,0-1 4-16,1 4-25 0,0 1 11 0,0-1-23 0,1 0 11 15,-2-4-27-15,3 3 16 0,0-1 2 0,-1-4-4 16,0 0-26-16,0-2 13 0,1-1-66 0,0-2-113 15,0-2-132-15,0-3-95 0,1-1-131 0,0 0-667 16,-1-5-812-16</inkml:trace>
  <inkml:trace contextRef="#ctx0" brushRef="#br0" timeOffset="85684.3532">6506 10593 642 0,'-7'-9'517'0,"2"1"-122"0,-1 1-37 0,0 0-21 0,6 7-46 16,-8-15-56-16,8 15-51 15,-6-16-3-15,6 16-20 0,-2-16-30 0,2 16-23 16,5-16-20-16,2 7-16 0,3 1-21 0,1 0-5 0,3 0-6 16,3 1-11-16,4 2-6 0,0 0-2 0,4 0-2 15,-1 4-9-15,-1 0 4 0,0 2-6 0,4-1 1 16,1 3-3-16,0 1 0 0,3 3 0 0,-1-1-6 0,0 3 6 15,-2 0-3-15,0 1 0 0,-4-2 16 0,2 3-21 16,-5-1 19-16,-1 1-26 0,-1-1 24 0,-2 0-21 16,-2 1 18-16,-2-2-25 0,-3 1 24 15,0-1-20-15,-4 0 16 0,-1-2-13 0,-5-7 27 0,6 13-22 16,-6-13 21-16,-2 13-17 0,2-13 19 0,-9 14-15 16,1-10 32-16,-1 1-22 0,-1-1 15 0,-2-1-27 15,0 0 26-15,-1-1-27 0,13-2 24 0,-26-1-22 0,13 0 41 16,2-2-26-16,1 0 15 15,-1-3-30-15,2 2 15 0,1-3-22 0,2-1 21 16,1 0-29-16,5 8 21 0,-5-16-30 0,5 16 5 0,5-16-119 16,0 6-83-16,3 2-75 0,3 0-145 0,1-1-600 15,1 1-649-15</inkml:trace>
  <inkml:trace contextRef="#ctx0" brushRef="#br0" timeOffset="86266.8973">8040 9999 208 0,'-7'-23'542'0,"-4"0"-125"16,-1-1-42-16,-2 1-70 0,-3-1-12 0,1 2-31 16,-3 0-30-16,-2 2-33 0,2 1 69 15,-1 1-28-15,-2 2-44 0,4 2-5 0,1 3-11 16,1 2-33-16,1 2-29 0,2-1-24 0,2 4-18 16,11 4 7-16,-21 0 26 0,11 4 8 0,1 4 13 0,1 0 5 15,0 6-9-15,-1 1 8 0,5 6-2 0,1 3-13 16,2 2 10-16,0 4-21 0,3 7 48 0,1 5-42 15,2 4 67-15,0 3-7 0,2 1-41 16,-1 2 32-16,-1 3-61 0,3 7 15 0,-1 1-56 16,1 1-6-16,-2 0-11 0,-1-9 24 0,-1 1-47 0,-2-1 32 15,0 0-45-15,-1-2 29 0,-2-1-42 0,0-3 40 0,-2-3-49 16,-1-2 39-16,0-4-42 16,-1-4 40-16,-1-4-41 0,-1-3 1 0,0-1 1 15,0-6 5-15,-1-1-3 0,-1-3 4 0,2-2 2 16,0-4-8-16,-1-2-95 0,-1-3-117 0,9-7-68 0,-14 7-134 15,14-7-81-15,-17-5-62 0,10-1-110 0,1-3-692 16,0-4-974-16</inkml:trace>
  <inkml:trace contextRef="#ctx0" brushRef="#br0" timeOffset="86620.6864">7606 10728 67 0,'0'0'668'0,"-7"-7"-174"0,7 7-103 15,-6-6-36-15,6 6-49 0,0 0-49 0,0 0-82 16,-6-9-7-16,6 9-41 0,0 0-11 16,9-13-46-16,0 8 7 0,1 1-24 0,5-2-3 15,2 0-26-15,4-1 15 0,3-1-24 0,1 2 8 16,0 1-16-16,5-3 16 0,0 2-24 0,-2 0 9 16,-1 2-13-16,-1-1 16 0,-1 0-13 0,-1 0 11 0,-2-1-18 15,-3 2 20-15,-3 1-14 0,0 0 18 0,-3-1-19 16,-1 1 16-16,-1 0-13 0,-11 3 18 0,17-5 17 0,-17 5 24 15,13-2-21-15,-13 2 14 0,10-3-24 0,-10 3 11 16,0 0-27-16,13-2 11 16,-13 2-15-16,0 0 13 0,0 0-15 0,12 3 34 15,-12-3-13-15,0 0 8 0,7 9-18 0,-7-9 16 0,7 8-22 16,-7-8 17-16,7 10-20 0,-7-10 18 0,9 13-23 16,-9-13 19-16,11 12-30 0,-4-6 25 0,-1 1-25 15,1-1 18-15,0 0-29 0,1-2-109 0,0 2-127 0,-8-6-189 16,13 10-575-16,-13-10-628 0</inkml:trace>
  <inkml:trace contextRef="#ctx0" brushRef="#br0" timeOffset="86836.6742">8108 10462 491 0,'-9'-13'552'0,"2"3"-117"0,0 0-42 15,-1 0-23-15,2 0-17 0,1 2-32 0,0 0-52 16,1-1-46-16,-1 0-38 0,5 9-31 16,-7-15-32-16,7 15-26 0,-6-13-20 0,6 13-14 15,0 0-19-15,-1-15-18 0,1 15 1 0,0 0-7 0,9-7-11 16,-9 7-104-16,0 0-96 0,16 1-61 0,-16-1-81 16,12 10-116-16,-5-4-460 0,-7-6-477 0</inkml:trace>
  <inkml:trace contextRef="#ctx0" brushRef="#br0" timeOffset="87237.8803">8241 10449 46 0,'0'0'596'0,"0"0"-131"0,0 0-60 15,0 0-29-15,0 0 7 0,0 0-56 16,11-2-47-16,-11 2-42 0,0 0-43 0,0 0-46 0,0 0-30 16,0 0-23-16,0 0-8 0,0 0-6 0,3 12-3 15,-3-12 2-15,6 12-33 0,-6-12 9 0,7 17-28 16,-1-6 17-16,0-1-31 0,0 2 21 0,1 0-29 0,1 1 24 15,-2-2-30 1,1 2 20-16,0-2-23 0,0 1 20 0,1-1-25 0,-2-2 23 16,-1 2-24-16,1-4 19 0,-1 0-21 0,1 1 23 0,-6-8-23 15,9 10 23-15,-9-10-22 0,9 7 25 0,-9-7-26 0,0 0 23 16,17 0-31-16,-17 0 32 0,14-6-25 0,-14 6 25 16,14-12-31-16,-9 4 25 15,2-1-21-15,-1-3 18 0,-1 1-19 0,2-1 23 0,-2 0-22 16,0 1 21-16,-1 1-22 0,0 1 25 0,0 1-31 15,-4 8 31-15,7-17-24 0,-7 17 24 0,5-11-26 16,-5 11 27-16,6-8-25 0,-6 8 16 0,0 0-13 0,12-4 23 16,-12 4-23-16,12 3 20 0,-12-3-19 15,16 6 21-15,-4-1-20 0,0 0 19 0,3 1-22 16,2 0 23-16,4 0-30 0,1 3 29 0,1-5-79 0,1 4-99 16,0-1-76-16,-1-1-143 0,2-2-64 0,1-1-483 15,-2 3-507-15</inkml:trace>
  <inkml:trace contextRef="#ctx0" brushRef="#br0" timeOffset="87754.27">9220 10168 578 0,'-5'-30'537'15,"0"1"-122"-15,1 4-4 0,-2 0-85 0,2 2 41 16,-2 0-28-16,1 2-18 0,1 0-21 0,-1 3-5 0,2 1-19 15,0 2-17-15,0 3-70 16,0 2-23-16,3 10-56 0,-3-17 1 0,3 17-31 16,0 0 3-16,0 0-9 0,0 0-15 0,0 0-9 0,13 14-2 15,-6 1 3-15,1 5-6 0,3 4-9 0,0 6-4 16,3 7 6-16,0 3-11 0,-1 4 1 0,2 0-10 16,-2 3 2-16,2-1-14 0,-2 1 2 0,0-1 5 0,0-1-2 15,-1-2-9-15,-1-3 4 0,-1-1 0 0,0-2-10 16,-1-6 4-16,-2-3 2 0,-1-3 0 0,-1-3 0 15,-1-1 2-15,1-5-1 16,-2 0-2-16,1-3-2 0,-2-1 7 0,1-4 10 0,-3-8-10 16,4 15-2-16,-4-15-3 0,0 0-22 0,0 0 30 15,0 0-2-15,0 0-3 0,0 0-2 0,-6-12-1 16,0 3 39-16,-1-3-53 0,-2-1 46 0,-2-1-46 0,-3-3-2 16,1 0 10-16,-4-2-5 0,-2 0 3 0,4 4-9 15,-1 2 11-15,-2-2-5 0,0 4 8 0,0 0-8 16,-1 3 8-16,0 0-7 0,2 4 14 0,-1 0-12 0,0 4 10 15,0 2-10-15,-2 2 4 16,-2 2 2-16,2 3-5 0,0 1 5 0,1 2 1 0,3 1 4 16,1 1 8-16,3 1-2 0,2 0-15 0,2-1 5 15,2 1 9-15,4 0 7 0,2-3-2 0,2 1 4 16,2 1 14-16,3-1-16 0,4-1-1 0,3 0-5 16,2 0-6-16,2-2-3 0,3-2-6 0,2-1-15 15,1-1-42-15,1-2-85 0,2 0-150 0,-1 0-64 0,1-2-88 16,0 1-178-16,0-2-607 0,-3-1-843 0</inkml:trace>
  <inkml:trace contextRef="#ctx0" brushRef="#br0" timeOffset="92700.1673">10344 10257 37 0,'0'0'356'0,"0"0"-71"0,-6-14-61 15,6 14 29-15,-3-11-71 16,3 11 13-16,-5-13-17 0,5 13-20 0,-4-15-8 0,4 15-14 15,-3-18 13-15,3 18-25 0,-4-20-24 0,2 10-2 16,2 10 23-16,-3-19-12 0,3 19-6 0,-4-19 3 0,4 19 8 16,-2-14-6-16,2 14-29 15,-3-11 4-15,3 11-27 0,0 0 2 0,-4-13-17 0,4 13 2 16,0 0-1-16,0 0-7 0,0 0 34 0,0 0-8 0,2 16-15 16,-2-16 2-16,4 22-3 0,-1-9 7 0,1 2-7 15,0 1-3-15,1 2-10 0,-1 1-7 0,3 1-2 16,-1 1-2-16,0-1-3 0,0 0-5 0,0 0-3 15,1-1 1-15,0-1-9 0,-1-2 27 0,-1-1-24 16,0-1 19-16,2-1-26 0,-2 0 22 0,1-1-23 16,-1-1 19-16,-1-2-21 0,0 0 15 0,1-1-29 15,-5-8 20-15,8 17-84 16,-8-17-106-16,6 10-90 0,-6-10-168 0,0 0-138 0,2 10-289 16,-2-10-430-16</inkml:trace>
  <inkml:trace contextRef="#ctx0" brushRef="#br0" timeOffset="92956.2162">10085 10176 477 0,'-9'-14'413'0,"2"1"-68"0,0 1-71 16,1-1-28-16,0 0-19 0,3 2-41 0,1-2-21 15,0 2-34-15,2 11-12 0,0-22-21 16,2 11-25-16,1 0-5 0,1 3-22 0,3-3-1 15,0 1-12-15,2 0 3 0,3 1-18 0,0 1 4 0,2 0-17 16,3 0 16-16,2 1-16 0,1 1 9 0,3 1-14 0,1 0 9 16,2 2-12-16,0 1 8 0,3 0-16 0,1 1-10 15,1 1-76-15,0 2-101 0,-1-1-30 0,4 4-77 16,-2 1-77-16,-5 0-192 0,-2 1-87 0</inkml:trace>
  <inkml:trace contextRef="#ctx0" brushRef="#br0" timeOffset="94121.3822">10407 10487 257 0,'-19'22'220'0,"1"0"-31"0,1-2-12 0,3-3-17 15,1-3-6-15,1 0-7 0,3-3 20 0,0 0 13 16,2-3-35-16,0 0 22 0,1 0-13 0,6-8 11 16,-9 11 4-16,9-11-12 0,-3 9 4 0,3-9-22 0,0 0-8 15,9 6-39-15,-9-6-8 0,16 0-26 0,-2 0-1 0,2-3-24 16,3 0 0-16,4-2-16 15,3 1 9-15,6-2-17 0,0 0 10 0,2-1-21 16,1 1 15-16,-1-2-12 0,-2 1 10 0,-1-2-20 0,-5 2 19 16,-3 1-16-16,-1-1 14 0,-2-1-14 0,-5 1 11 0,-1 0-13 15,-2-1 14-15,-3 1-14 16,0-1 1-16,-3 1-5 0,-6 7 2 0,8-14 6 16,-8 14-4-16,3-14 5 0,-3 14-1 0,0 0 1 15,1-13-8-15,-1 13 5 0,0 0 3 0,0 0 6 0,-4-10-7 16,4 10-3-16,0 0 7 0,0 0-8 0,-9 7 7 15,9-7 3-15,-4 12 16 0,4-12-14 0,-6 18 13 16,6-18-16-16,-3 20 17 0,2-9-13 16,1 1 19-16,0 1-14 0,1-2 6 0,0 1-14 0,1 1 12 0,1-1-13 15,-1-1 4-15,1 0-5 0,-1-2 11 0,1 1-14 16,-3-10 14-16,6 17-21 0,-6-17 24 0,6 11-16 0,-6-11 16 16,10 8-12-16,-10-8 9 15,12 0-13-15,-12 0 14 0,17-5-16 0,-8-1 12 16,2 0-10-16,0-4 8 0,-2 0-12 0,0-2 15 0,0-1-21 15,1-3 15-15,-1 0-10 0,-1 1 15 0,0 1-14 16,-2 0 10-16,1 2-10 0,-2-1-5 16,0 2 10-16,0 3-1 0,0 0 0 0,-5 8 0 15,8-14 1-15,-8 14 2 0,8-9 2 0,-8 9 7 16,10-5-1-16,-10 5 20 0,14 0-14 0,-14 0 7 0,14 5-12 16,-14-5 8-16,20 6-10 0,-9-3 10 0,0 1-15 15,3-1 11-15,0 1-9 0,-1 1 8 0,3-2-12 16,1 0 7-16,-1 0-12 0,1 0 16 0,-3-3-14 15,2 1 10-15,0-2-17 0,2 1 17 0,-1-3-10 16,0-1-4-16,1-1 3 0,1-4 1 0,-2 0 0 16,0-3-7-16,-2-1 9 0,-1-2 2 0,-3-3-6 0,-1-7 4 15,-1 2-2-15,-4-4 2 0,-1-3-6 0,-2 0 7 16,-2-2-2-16,-3-2 0 0,-2-1 13 0,-5-3-12 16,1 0 10-16,-4 1-16 0,0 1 13 0,-2 3 9 0,1 6 12 15,0 3-5-15,0 0 42 16,2 6 24-16,2 1-19 0,0 5 5 0,3 0-38 15,0 4 14-15,7 8-31 0,-11-8 19 0,11 8 9 16,-10 4 12-16,10-4-13 0,-5 21 20 0,4-5-24 0,2 8 39 16,2 7-23-16,2 4-11 0,4 10-4 0,0 4-8 15,2 11-2-15,4 6 17 0,-2-2-28 0,4 4 19 16,-2 1-27-16,1 1 16 0,0 1-30 0,-1-1 13 0,-1-2-14 16,2-2 20-16,-5-3-27 0,0-2 22 0,-1-11-25 15,-1-2 24-15,-1-3-25 16,-3-1 26-16,1-8-1 0,-4-3-4 0,1-6-3 15,-3-1-1-15,0-2 0 0,-3 0-8 0,0-6 8 0,0-1 0 16,-2-2 1-16,1-2-2 0,-1-3-3 0,0-1 1 16,5-9 2-16,-10 11 1 0,10-11 0 0,0 0-7 15,-16-2-28-15,16 2-57 0,-6-18 14 0,5 5-22 0,3-4 20 16,1-7-32-16,3 0 3 0,1-8-1 0,4-6 16 16,-1-1 2-16,1-3 14 0,2 0 28 0,0 0-5 15,0-2 24-15,0 1-11 16,2 0 22-16,0 1-15 0,1 2 23 0,0 1-13 0,0 2 19 15,1 3-30-15,0 1 37 0,-2 8-18 0,1 2-4 16,-2 1 14-16,3 3-4 0,-3 4 3 0,2 2-6 16,-1 1 24-16,-1 3-19 0,0 3 17 0,1 0-17 0,0 5 15 15,0 0-17-15,0 2 14 0,1 3-13 0,-1 1 16 16,-1 2-17-16,-1 1 17 0,3 4-19 0,-5-2 19 16,-2 1-24-16,0 1 21 0,-1 0-13 0,-2 0 11 0,-2 2-37 15,-2-2 42-15,-2 0-17 0,-1 1 18 0,-2 0-19 16,-3 0 19-16,-1-1-18 15,-3 0 18-15,-1 0-22 0,-3-3 22 0,0 0-15 16,-1-2 11-16,-2-1-6 0,-2-2 39 0,2-1-5 0,-2-2 13 16,2-2-30-16,-1 0 20 0,0-4-26 0,3-1 15 0,0-1-28 15,2 0 23-15,1-4-24 0,0 3 19 0,3-3-25 16,2 1 20-16,2 1-31 0,0 1 28 0,5 8-25 16,-1-15 17-16,1 15-32 0,5-13-75 0,-5 13-112 15,9-9-125-15,-9 9-120 0,14-8-517 0,-14 8-570 16</inkml:trace>
  <inkml:trace contextRef="#ctx0" brushRef="#br0" timeOffset="94584.266">11914 10143 74 0,'-9'-25'702'0,"-3"0"-185"0,3 4-111 0,1 0-3 15,-2 2-77-15,3 1-21 0,1 3-19 0,-1 0 5 16,2 3-26-16,-2 0-13 0,3 3-73 16,0 1-19-16,4 8-52 0,-6-11 3 0,6 11-48 0,0 0 22 15,0 0-43-15,0 0 15 0,0 0-30 0,0 17 17 16,3-9-32-16,2 4 17 0,-1 1-23 0,3 1 18 0,-1 0-27 15,2 1 20-15,-3-1-23 16,3 1 1-16,-1-1 2 0,0 0 0 0,-2 0 2 0,1-3-3 16,-2 1 0-16,1-3 0 0,0 0 1 0,-1-2 4 0,-4-7 4 15,7 12-2-15,-7-12 0 0,5 7 1 0,-5-7-3 16,0 0-4-16,0 0 7 0,0 0-3 0,16-5 0 0,-16 5 20 16,8-13-23-16,-5 5 24 15,0-3-34-15,2 3 29 0,-1-3-24 0,-2 3 22 16,4-2-24-16,-6 10 26 0,4-15-27 0,-4 15 18 0,4-12-17 15,-4 12 21-15,5-9-23 0,-5 9 22 16,0 0-23-16,4-10 24 0,-4 10-28 0,0 0 29 16,0 0-25-16,16 3 24 0,-16-3-23 0,16 8 21 0,-3-1-23 0,1 0-6 15,6 1 8-15,0 3-2 16,7 1-32-16,2-1-135 0,0 1-115 0,1 0-103 0,1-1-207 16,-2 1-410-16,1-2-624 0</inkml:trace>
  <inkml:trace contextRef="#ctx0" brushRef="#br0" timeOffset="95555.6544">13546 10504 549 0,'-4'-12'484'0,"2"-1"-87"16,-2 3-68-16,-4-1-44 0,2-1-32 0,-3 1-59 15,-1 0-12-15,1-1 20 0,-4 0-37 0,-3 0-31 16,1 2-28-16,-3 0-24 0,0 0-12 0,-4 3-17 0,1 1-5 15,-2 0-16-15,2 2 2 16,0 1-7-16,-2 3-8 0,4 0 0 0,-2 0-4 16,-1 4-1-16,4-1-8 0,0 2 5 0,2 1-1 0,0 1-2 0,3 4 2 15,-1-3 1-15,5 3-1 0,-1 1 7 0,2-2 3 16,2 3 10-16,3-1-17 0,3 1 23 0,1-1-18 16,3 3 15-16,2-2-21 0,2 0 22 0,3 0-20 0,2 0 15 15,3-1-17-15,-1 0 13 0,3-3-17 16,1 1 15-16,-2-1-20 0,2 0 19 15,-2-2-20-15,1-1 19 0,-2 1-22 0,2-2 20 16,-2 1-27-16,-1 0 26 0,0-2-27 0,-2 0 28 0,-1 1-28 16,-2-1 26-16,1 0-18 0,-2 0 16 0,-9-4-22 0,14 7 20 15,-14-7-22-15,11 7 25 16,-11-7-28-16,6 8 22 0,-6-8-17 0,0 0 20 0,-8 14-25 16,1-9 28-16,-7 0-24 0,-1 1 38 0,-8 0-28 15,0 0 19-15,-8 1-21 0,-1-1 20 0,-1 0-22 16,-3 1 17-16,0-1-22 0,1 0 19 0,-1 0-19 0,2 1 21 15,3-3-25-15,4 2 21 16,0-2-23-16,4 0 20 0,4-2-32 0,4 1-69 16,2-1-99-16,13-2-71 0,-18 2-79 0,18-2-129 0,0 0-439 15,0 0-481-15</inkml:trace>
  <inkml:trace contextRef="#ctx0" brushRef="#br0" timeOffset="95972.2681">13656 10521 294 0,'8'-14'664'0,"-2"4"-137"0,-2 0-51 0,-1-1-36 15,-1 2-11-15,-2 9-29 0,2-18-7 0,-2 18-54 16,0-17-31-16,0 17-59 0,0 0-52 0,0-17-35 16,0 17-22-16,0 0-38 0,0-12-11 0,0 12-28 15,0 0-4-15,0 0-19 0,0 0 6 0,-4 12-20 0,4-12 2 16,2 16-5-16,-2-16-9 0,4 20-4 0,-2-8 7 15,4 1-3-15,-2 1-3 0,2-1-1 0,-1 2-2 16,3-2-4-16,0 0-4 0,-1 0 7 0,1-1-3 16,1-1-1-16,1-1 2 0,1-1 0 0,-1 0-2 0,0-2-8 15,-1 0 7-15,1-3 0 0,-10-4-4 16,19 6 2-16,-19-6-4 0,15 0 2 0,-15 0-11 0,17-4 15 16,-11 0-2-16,1-4-1 0,0 1 2 15,-1-2-12-15,-1 0 4 0,1-1 7 0,-1 1-5 16,-1-1 10-16,1 2-12 0,-5 8 10 0,7-16-9 15,-7 16 5-15,4-12-3 0,-4 12 12 0,5-9-12 0,-5 9 3 16,0 0-6-16,4-11 4 0,-4 11 4 0,0 0 5 16,0 0-11-16,0 0 8 15,14 1-7-15,-14-1 11 0,13 6-19 0,-6-1 9 0,4-1-6 16,0 0-72-16,3 2-117 0,1 0-87 0,-1 0-108 16,4 1-144-16,3-1-137 0,-2-1-375 0,1 1-668 0</inkml:trace>
  <inkml:trace contextRef="#ctx0" brushRef="#br0" timeOffset="96624.5621">14501 10472 252 0,'0'-13'568'0,"-2"3"-111"16,2 10-78-16,-4-21-7 0,1 11-9 16,-2 1-31-16,0 0-43 0,1 2-9 0,-2-2 0 0,-1 3-64 15,7 6-6-15,-13-10-59 0,13 10 6 0,-14-5-29 16,14 5 6-16,-16 2-38 0,16-2-4 0,-15 9-27 15,10-2 7-15,-2 0-33 0,2 4 13 0,2-2-26 16,0 4 14-16,3-2-26 0,0 3 19 0,2 2-8 0,2 0-1 16,1-1-5-16,4 3-3 0,0-3 0 0,0 2-27 15,5-3 24-15,-3 1-4 16,5-2-6-16,-1-2 1 0,-1-1-3 0,0-3-1 0,0-1-4 16,1 0-3-16,0-2 1 0,-1-1-8 0,1-3-20 0,-1-1-10 15,-1-2-17-15,2-1-13 0,-2-4 34 0,3-3-19 16,-2-3 36-16,-1-3-19 0,-1-2 30 0,-1-5-25 15,1-2 15-15,-5-1 1 0,2-2 5 0,-5-2 2 16,2-3 3-16,-3 1-1 0,-1 0 1 0,-1-3 9 0,-1 3 26 16,0-1-26-16,-1 1 18 0,0 4-20 15,0 2 28-15,0 1-15 0,-1 2 59 16,-2 4-25-16,2 1 25 0,0 3-5 0,2 1 3 16,-1 2-26-16,0 2-4 0,1 11-13 0,-2-13 33 15,2 13 10-15,0 0-11 0,0 0-3 0,0 0 11 0,0 21 6 16,2-4 23-16,0 2-23 0,0 8 24 15,0 4-23-15,2 3 22 0,-2-1-52 0,1 5 22 16,-2-1-40-16,1 0 23 0,-2 1-43 0,3-2 8 0,-3 1-1 16,1-4-1-16,-1-3 2 0,-1-1-3 0,1-2-5 15,0-2-5-15,0-6 6 0,1 0 0 0,0-1 2 0,-1-5 4 16,1-1 14-16,1-1-15 0,1-2-3 0,-3-9 2 0,12 12-7 16,-12-12 4-16,15 3-4 0,-15-3 1 0,20-3-8 15,-8-3 5-15,2-1-2 16,-1-4-2-16,1 0 3 0,1-1 0 0,0 0 0 0,1-1 32 15,-5 4-34-15,1-1 27 0,-2 1-30 16,-2 2 30-16,1 1-33 0,-3 0 29 0,-6 6-36 16,12-9 38-16,-12 9-41 0,11-3 21 0,-11 3-12 15,11 3 3-15,-11-3-5 0,13 9 10 0,-4-2 1 0,-2-1-4 16,0 1 6-16,3 2-2 0,1 0-4 0,0-1 26 16,1 2-46-16,2-2-59 0,0 0-142 15,4 1-125-15,1-1-92 0,0 2-57 0,3-3-134 16,4 0-589-16,4 0-834 0</inkml:trace>
  <inkml:trace contextRef="#ctx0" brushRef="#br0" timeOffset="97254.2684">16268 10087 632 0,'-4'-13'493'0,"2"1"-61"0,0 3-21 15,2 9-45-15,-2-18-63 0,2 18-57 0,-3-11-22 16,3 11-29-16,0 0 20 0,-4-11-2 0,4 11 28 15,0 0-34-15,0 0-1 0,2 15-26 16,2-6 0-16,0 5 0 0,1 4-34 0,2 3-24 16,3 6-26-16,1 0-16 0,1 8-17 15,3-1-3-15,-2 3-18 0,2 0-2 0,0 0-9 0,1-1-8 16,-2 0-8-16,2-1-7 0,-1 0 43 0,0 0-46 0,-5-5-2 16,2-5-10-16,-1 1 7 0,-2-4-3 0,-1-1-11 15,0-3 8-15,-2-2-33 0,-1-1-69 0,0-2-91 0,-1-1-68 16,-2-4-76-16,-2-8-61 0,1 14-81 0,-1-14-83 15,0 0-451-15,-7 7-627 16</inkml:trace>
  <inkml:trace contextRef="#ctx0" brushRef="#br0" timeOffset="98738.2219">16263 10537 391 0,'-10'-8'498'15,"0"1"-76"-15,2 3-46 0,1-2 13 0,7 6-58 0,-12-11-27 16,12 11-29-16,-12-8-9 0,12 8-51 0,-7-7-20 15,7 7-66-15,0 0-3 0,-3-12-42 0,3 12 2 16,6-7-38-16,-6 7 10 0,16-7-32 0,-5 4-15 0,3-3 8 16,4 4-8-16,1-1-2 0,-1 0-7 0,3-1 3 15,-2 1-3-15,2-1-4 16,-1 1 4-16,-2-1 3 0,1 0-2 0,-1 0-4 0,-3-2 3 16,1 0 1-16,-3-2-6 0,-2-1 4 15,1-1 1-15,-3-1-1 0,0-2-3 0,-1 0 4 16,-2-2-2-16,0 2 1 0,-1-1 2 0,0 0-2 0,-1 0 1 15,1 0-2-15,-2 4 3 0,0-3 0 0,0 3 0 0,1-1 2 16,-4 11 35-16,4-17 22 0,-4 17-1 0,4-14-11 16,-4 14-13-16,3-11-3 15,-3 11-5-15,0 0 0 0,6-8 11 0,-6 8 0 16,0 0-11-16,6 11 4 0,-6-11-1 0,5 17-7 0,-3-7-2 0,1 3-4 16,-1 2-1-16,2 1-9 15,-1 1 1-15,0 2 21 0,3 0-25 0,-2 2 14 0,2 1-20 16,1-3 20-16,0 1-31 0,1 1 24 0,1-2-17 15,-1 0 21-15,2-2-4 0,-1 0-2 0,-1-4-1 0,1 0-6 16,0-1-5-16,0-1 5 0,0-2-5 16,1 0 3-16,-3-2-7 0,2-3-24 0,-9-4-37 0,17 4-29 15,-17-4 23-15,15 0-11 0,-15 0 29 0,16-6-19 16,-16 6 30-16,12-12-12 0,-6 5 29 0,-1 0-14 0,1 0 31 16,-6 7-23-16,8-15 27 15,-8 15-19-15,7-10 23 0,-7 10-21 0,6-9 23 16,-6 9-20-16,0 0 21 0,8-6-16 0,-8 6 21 15,0 0-25-15,9 4 30 0,-9-4-21 0,9 9 22 16,-9-9-25-16,15 12 23 0,-7-6-18 0,3 2 20 0,2-1-23 16,2 1 24-16,1-1-20 0,2 1 16 0,1-1-17 15,2 1 20-15,-1-2-28 0,3 0 29 0,-1-2-23 16,1 0 21-16,0 1-25 0,1-2 23 0,-3 0-19 0,0-3 19 16,-1 0-19-16,1 0 21 0,-3-2-24 0,0-2 20 15,-2-1-20-15,0 1 21 0,-2-3-20 16,-1-2 23-16,-2 0-25 0,-1-1 22 0,-1-2-25 15,-1 0 7-15,-1 0 1 0,-3 0 1 0,-1 1 0 0,1 1 3 16,-4 10 2-16,1-18-2 0,-1 18 1 0,-4-14-6 16,4 14 6-16,-6-14 0 0,6 14 0 0,-9-9-1 15,9 9 1-15,-11-6 2 0,11 6-6 0,-14 1 7 16,14-1 0-16,-13 5 2 0,13-5-2 0,-12 10 3 16,12-10 20-16,-10 14-28 0,10-14 25 0,-6 14-19 15,6-14 19-15,-4 15-23 0,4-15 23 16,0 15-22-16,0-15 20 0,4 16-22 0,-4-16 23 0,7 15-24 15,-1-8 18-15,-1 0-18 0,3-2 23 0,-1 1-32 16,-7-6 29-16,15 8-23 0,-15-8 18 0,17 6-20 16,-17-6 23-16,15 2-23 0,-15-2 21 15,16-1-23-15,-16 1 24 0,13-5-24 0,-13 5 20 0,14-11-17 16,-8 3 19-16,0 0-22 0,-2 0 3 0,2-1 0 16,-2 1 4-16,-1 0-2 0,-3 8 3 0,6-15-3 0,-6 15 7 15,5-12 2-15,-5 12 0 16,3-9-2-16,-3 9-1 0,0 0 1 0,4-11-8 0,-4 11 8 15,0 0 1-15,0 0 3 0,0 0 19 0,0 0 19 16,0 0 13-16,14 5-33 0,-14-5 39 0,9 11-31 16,-2-5 22-16,2 1-32 0,2 0 17 0,2 0-27 0,4 3 13 15,2-2-18-15,0 2 23 0,3-3-30 0,-1 1 23 16,1-1-3-16,0 0-5 0,0-2-8 0,-1 1 4 0,-1-3-1 16,0 0-28-16,-2 0 27 15,0-1-24-15,-3-1 27 0,0-2-25 0,-2 1 26 16,0-5-26-16,-2 0 23 0,-1-2-24 0,0-1 28 15,-3-3-28-15,-2-3 26 0,-1-3-22 0,-3 0 23 0,-1-4-26 16,-1-5 3-16,-3-5 0 0,0-4-3 0,-2-5 30 16,-1-2-22-16,-1 0 21 0,0 0-23 15,-1 0 24-15,0 3-19 0,2 5 16 0,1 4-21 16,1 5 40-16,0 2-15 0,-2 4 31 0,3 2-21 16,1 3 10-16,-1 1-27 0,1 2 18 0,3 11-18 15,-6-14 29-15,6 14-12 0,0 0 29 0,-9-3-5 0,9 3-7 16,-6 11-13-16,4 0 14 0,0 2-3 0,1 5 14 0,4 1 2 15,-1 4 7-15,1 4 15 16,4 4-39-16,1 1 4 0,3 6-20 0,2 0 9 0,1 1-19 16,3-1 2-16,0-1-7 0,2-1 3 0,-1 0-6 15,1-3 1-15,0 1-3 0,-1-3 30 0,-2 0-35 0,-3-6-3 16,0-1 3-16,-3-4-3 0,-2-2-1 0,0-2 0 16,0-3-1-16,-2 0 2 0,1-2 2 15,-3-2 4-15,-4-9-1 0,6 14-5 0,-6-14 0 16,0 0 11-16,0 0-4 0,0 0-2 0,0 0 39 15,0 0-44-15,0 0-1 0,-10-14-6 0,5 2 3 0,-3 2 1 16,0-5 5-16,-1-1-1 0,0-2 3 0,-2 0-4 16,1 1 9-16,0 1-1 0,2-1-2 0,-1 3 2 15,3-1-1-15,1 0 10 0,2 2-15 0,1 1 16 0,2-1-14 16,5 0 15-16,3 0-11 16,7-2 56-16,7 0-2 0,6 1 53 0,11-1-14 15,4 1 59-15,4 1-45 0,2 1 27 0,4 4-45 16,1-3 32-16,-4 5-42 0,4 1 25 0,-2-3-54 0,-1 3 31 15,-1 1-51-15,-4 0 31 0,-6 1-50 0,-2 0 33 16,-3 2-47-16,-3-2 38 0,-3 1-41 0,-1 1 33 16,-2 1-42-16,-4-1 40 0,-3 0-47 0,0 0 36 0,-4 1-42 15,-1 0 31-15,-14 0-40 16,23 0 40-16,-23 0-42 0,21 3 43 0,-21-3-47 0,15 1-47 16,-15-1-127-16,8 5-54 0,-8-5-49 0,0 0-104 15,0 0-64-15,0 0-23 0,-2 14-75 0,2-14-127 0,0 0-424 16,-12 6-747-16</inkml:trace>
  <inkml:trace contextRef="#ctx0" brushRef="#br0" timeOffset="101759.412">19952 9968 219 0,'-3'-10'482'0,"3"10"-105"0,-6-17-55 15,6 17-4-15,-6-16-39 0,6 16-42 0,-5-16-59 16,5 16-15-16,-5-12-30 0,5 12-19 15,-4-10-23-15,4 10-20 0,0 0-1 0,0 0 10 0,0 0-6 16,0 0 4-16,0 0-25 0,-2 19 7 0,4-7-10 16,-1 4-3-16,1 3-6 0,-1 2-7 0,0 4-11 15,1 0 0-15,-1 1-3 0,0 2-2 0,1 0-4 0,-1 1-2 16,0-2 0-16,1 1-8 0,2 0 7 16,-2-3-5-16,0 0 2 0,1 0-1 0,-1-2-1 15,1-2-4-15,0-2-4 0,-1-1 10 0,1-1-8 0,1-1 7 16,-1-1-28-16,1 0-53 0,-1-3-79 0,-1-3-110 15,1 1-75-15,-3-10-113 0,3 14-326 0,-3-14-295 16</inkml:trace>
  <inkml:trace contextRef="#ctx0" brushRef="#br0" timeOffset="101988.2579">19574 10213 156 0,'-16'-12'466'16,"3"0"-87"-16,0 2-64 0,3-1-67 0,1-1 4 0,0 0-53 16,3-1-40-16,3 2-22 0,2-2-27 0,2 1-31 15,3-1-16-15,2 0-4 16,5 1-18-16,2-1-2 0,4 1-13 0,2 1-4 0,4 2-4 16,4 0-3-16,3 2-7 0,2 1 6 0,2 3-16 15,-2 1 9-15,5 2-25 0,0 2-54 0,2 1-91 16,-2 3-118-16,4 7-442 0,-9-4-229 0</inkml:trace>
  <inkml:trace contextRef="#ctx0" brushRef="#br0" timeOffset="102204.2517">19634 10751 24 0,'-21'17'485'0,"4"-2"-100"0,2-1-59 0,1-1-35 16,2-2-34-16,3 0-26 0,0-2 42 0,2 0-7 15,3-2-21-15,4-7-34 0,0 14-20 0,0-14-24 0,12 11-18 16,2-6-43-16,3-2-9 0,8 0-32 16,5-1-20-16,7-1-6 0,5-1-9 0,8-2-7 0,3 1-9 15,2-2-31-15,1 0-105 16,1-2-57-16,-3-1-121 0,0 2-132 0,0-3-470 16,-3-1-465-16</inkml:trace>
  <inkml:trace contextRef="#ctx0" brushRef="#br0" timeOffset="103677.062">20731 10436 298 0,'-1'-23'513'0,"-1"4"-84"0,-1-3-63 0,-1-1 5 16,0 0-37-16,-1 3-15 0,-1-2-4 0,0 1-44 0,1 5 87 15,0 1-22-15,1 1-69 0,-1 0-37 16,1 4-62-16,1 0-23 0,3 10-43 0,-6-14-14 0,6 14-22 15,0 0-2-15,0 0-14 0,0 0-6 0,-7 10-10 0,7-10-8 16,2 24 0-16,1-8-5 0,3 4-6 0,-1 3 10 16,5 3-14-16,1 2 7 0,0 0-12 0,2 1 3 15,-2-2-6-15,4 5 8 0,1 0 7 0,-2-4-14 16,0-3 6-16,0 0-3 16,0-3-1-16,-3-3-8 0,1 0-12 0,-1-3 18 15,-1-1-13-15,3 0 14 0,-4-3-16 0,0-3-4 16,-1-1-20-16,0-2-5 0,1 0-49 0,-9-6 22 0,18 4-40 15,-18-4 9-15,17-2-6 0,-6-3 21 0,-2 0-4 16,1-3 17-16,0-2-17 0,-1-1 8 0,0 1 0 0,0-3 22 16,-2 1-2-16,0 0 24 0,-1-1-10 15,-1 4 26-15,0-1-5 0,-1 2 5 0,-4 8-4 16,7-15 9-16,-7 15 3 0,5-11-6 0,-5 11 9 16,5-8 2-16,-5 8 10 0,0 0-11 0,0 0 15 0,13-3-9 15,-13 3 13-15,9 5-14 0,-9-5 17 0,11 9-17 16,-2-3 14-16,0-1-12 0,1 3 16 0,3-1-24 15,0 0 26-15,2-1-21 0,0 1 19 16,5 0-23-16,0 0 19 0,2-1-18 0,1 0 18 0,0 0-17 16,1-2 13-16,0-1-17 0,1 1 15 0,-2-3-15 15,-3 0 20-15,1-1-22 0,0-1 19 0,-4-1-18 16,1-1 16-16,-3-1-16 0,-2-3 13 0,-1-1-18 0,-2-1 22 16,-1-1-18-16,-3-1 4 15,-2 1-5-15,-1-1 6 0,-1 0 3 0,-2 11-6 0,-2-22 6 16,-1 12-3-16,-2-1 2 0,-2 1-1 0,-2 0 1 15,-1 2 6-15,0 1-9 0,-3 1 6 0,1 2 2 0,0 2-2 16,-2-1-1-16,1 3 4 0,-1 1 3 0,1 1 2 16,0-1 3-16,2 3 42 0,1 1-11 0,0 0 8 15,1 2-9-15,3-1 25 0,0 2-36 16,0 0 25-16,6-8-32 0,-4 16 16 0,4-16-24 16,3 15 15-16,-3-15-23 0,9 17 16 0,-3-9-23 0,1-2 17 15,2 2-24-15,1-3 20 16,-1 1-25-16,1-1 23 0,1-1-22 0,-1 0 20 0,-10-4-20 15,20 4 19-15,-20-4-17 0,17 1 17 0,-17-1-26 16,16-4 28-16,-16 4-24 0,14-10 24 0,-7 2-25 0,-1-1 24 16,-1-1-18-16,0 0-8 0,-2-2 9 0,0 0 1 0,0 0 4 15,-1 0 0-15,0 1 3 16,0 1-1-16,1-1-2 0,-3 11 5 0,2-15 2 16,-2 15 1-16,2-14-3 0,-2 14 1 0,1-11-1 0,-1 11-5 15,0 0 5-15,2-10 1 0,-2 10 0 0,0 0-3 16,0 0 6-16,0 0-4 0,7 5 2 0,-7-5 2 15,7 8 2-15,-7-8-1 0,10 14-3 0,-4-6 2 16,1 0-1-16,1 1 18 0,2 0-26 0,0 0 4 16,-1 1 22-16,2-2-29 0,-1 2 25 0,0-2-23 0,0 0 16 15,-2-1-22-15,0-1 17 16,0-1-18-16,0 1 17 0,-8-6-19 0,13 10 25 0,-13-10-23 16,10 7 22-16,-10-7-23 0,11 2 21 0,-11-2-24 15,0 0 23-15,15-4-29 0,-15 4 28 0,9-10-34 16,-9 10-20-16,9-13-20 0,-4 3 14 0,-1 0 8 0,1 0 7 15,-1-1 11-15,-1 2 6 0,3-2 4 0,-2 2 0 16,-1 0 5-16,-3 9 5 16,7-14-5-16,-7 14 8 0,5-13 1 0,-5 13 1 15,5-8-1-15,-5 8 2 0,0 0 5 0,10-6-4 0,-10 6 2 16,0 0 2-16,11 2 1 0,-11-2-6 0,8 6 8 16,-8-6-1-16,10 7-5 0,-10-7 6 0,10 10-6 0,-10-10 19 15,11 13-24-15,-11-13 19 0,12 12-15 0,-12-12 16 0,11 12-21 16,-11-12 16-16,11 10-17 15,-11-10 16-15,12 11-15 0,-12-11 14 0,9 6-14 0,-9-6 16 16,9 6-18-16,-9-6 17 0,0 0-26 16,13 1 23-16,-13-1-19 0,10-4 17 0,-10 4-14 0,9-8 18 15,-9 8-20-15,10-12 3 0,-10 12 2 0,9-13-4 16,-9 13 7-16,9-13 2 0,-9 13-3 0,9-13 1 16,-9 13 2-16,8-11 0 0,-8 11-3 0,6-8 6 0,-6 8 1 15,6-7-1-15,-6 7-5 16,8-6 6-16,-8 6 0 0,9-5-6 0,-9 5 7 0,11-4 2 15,-11 4 0-15,15-3-1 0,-15 3-1 0,19-6-2 0,-6 4-3 16,-2-1 4-16,3 2-4 0,-1-2 4 0,4 1-4 16,-3 0 2-16,2-3 4 0,-1 4-8 0,2-4 6 15,-3 3 1-15,2-2-4 0,-1 1-2 16,-1-2 6-16,2 0-3 0,-4 0-4 0,2-1 8 16,-2 1-2-16,0-2 0 0,-2-1-6 0,-2 1 8 15,0 0-2-15,-1-2-13 0,-1 1 16 0,-1 1-2 0,-5 7-2 16,5-17-5-16,-5 17 6 0,1-14-3 0,-1 14 0 15,-6-13-2-15,6 13 7 0,-11-11-9 0,11 11 5 16,-20-5 2-16,20 5 0 0,-23 2 23 0,9 0 5 16,-2 5-5-16,2-1 36 0,-3 5-10 0,2 0 0 0,0 3-2 15,2 0 6-15,-1 3 24 16,4-3-18-16,0 3 13 0,3 0-34 0,0-2 36 16,2-1-30-16,2 3 17 0,2-3-19 0,1 1 27 15,4 3-10-15,1-4-6 0,4 0-24 0,2 0-7 0,3 1 6 16,7 0-7-16,3-1-21 0,3 0 11 0,1-1 0 15,3-1-10-15,6 1-10 0,1-1-23 0,1-2-123 0,-4-1-59 16,-1-1-98-16,-2-1-82 0,-4-3-99 0,-2-1-162 16,-4-2-270-16,-2-1-495 15</inkml:trace>
  <inkml:trace contextRef="#ctx0" brushRef="#br0" timeOffset="104321.5814">23790 10113 56 0,'-8'-20'572'0,"-1"-5"-123"0,-2 0-84 16,0 0-3-16,0 0-32 0,-1 1-44 0,3 4 7 16,1-1 0-16,-1 1 20 0,0 4-24 15,2 0 31-15,2 3-52 0,-1 1-34 0,2 3-67 16,-2 0-23-16,6 9-21 0,-5-7 17 0,5 7-4 0,0 0-3 16,-5 9-16-16,5-9 3 0,1 21-15 0,0-3-5 15,0 1-12-15,2 4-10 0,-1 4 25 0,2 4-47 16,1 1 22-16,1 0-50 0,0 1 41 0,2 5-51 0,3 2 26 15,-1-4-46-15,2 1 7 0,2-2-2 0,-1 1-4 16,3-3-2-16,-1 0-2 0,1-2-12 0,-2-3-21 16,1-4-86-16,-1-1-83 15,1-1-119-15,-4-3-119 0,0-1-76 0,-2-5-98 0,0 0-637 16,-1-1-864-16</inkml:trace>
  <inkml:trace contextRef="#ctx0" brushRef="#br0" timeOffset="104720.2423">23731 10465 592 0,'-7'-9'554'0,"1"0"-105"0,1 0 9 15,5 9-6-15,-8-16-54 0,8 16-72 0,-5-19-18 16,5 19-23-16,-2-20-74 0,5 11-12 0,1-2-51 16,2-1-8-16,3 3-44 0,4-2-4 0,4-1-32 15,3 1 5-15,7 2-31 0,2-2 5 0,3 3-20 0,3 2 13 16,1 0-22-16,3 0-4 15,1 3-4-15,0 2 3 0,0 2-2 0,1 2 18 16,-1 1-21-16,-3 1 18 0,-1 2-22 0,-3 2 22 16,-2 0-29-16,-1 2 17 0,-3 0-12 0,-2 2 21 0,-2 0-25 15,-5-1 25-15,0 1-21 0,-3 0 16 0,-3-2-24 16,-1 0 27-16,-2 1-28 0,0-2 25 0,-3 2-20 0,-1-1 18 16,-1-3-25-16,-4-8 19 15,1 18-13-15,-1-18 23 0,-4 14-23 0,4-14 23 0,-10 12-23 16,2-6 23-16,0-1-23 0,-1-2 25 0,-4 0-24 0,1-3 22 15,-1 0-21-15,-1 0 22 0,-4-4-27 0,1 1 22 16,-1-1-17-16,3-2 22 0,-2 0-21 0,4-2 23 16,1 0-23-16,1-1 20 0,4 1-22 0,2-3 20 15,5 11-24-15,-2-18 15 16,7 9-34-16,-1-1-46 0,5 1-63 0,3 1-67 0,2-1-51 0,2 3-41 16,5-1-72-16,-1 2-124 0,5 1-485 0,0 0-575 15</inkml:trace>
  <inkml:trace contextRef="#ctx0" brushRef="#br0" timeOffset="106661.8578">25520 10354 480 0,'5'-8'495'0,"1"-1"-84"15,-6 9-47-15,5-12-8 0,-5 12-34 0,6-12-57 16,-6 12-29-16,3-10-20 0,-3 10-16 0,5-10-18 16,-5 10-24-16,0 0-28 0,4-12-32 0,-4 12-11 0,0 0-15 15,0 0-9-15,4-12-2 16,-4 12-2-16,0 0 0 0,0 0-3 0,0 0 8 16,2-11 0-16,-2 11 5 0,0 0 17 0,0 0-21 0,0 0 10 0,0 0-23 15,0 0 15-15,0 0-20 0,0 0 9 0,0 0-17 16,1-11 10-16,-1 11-17 15,0 0-2-15,0 0-7 0,0 0 5 0,0 0-14 0,0 0 7 16,0 0-16-16,0 0 13 0,0 0-6 0,0 0-4 16,0 0-13-16,0 0 12 0,0 0-12 0,0 0 10 15,0 0-9-15,0 0 15 0,0 0-17 0,0 0 15 16,0 0-14-16,0 0 10 0,0 0-13 0,0 0 6 0,0 0-2 16,0 0 12-16,0 0-11 0,0 0 12 0,0 0-16 15,-2-10 11-15,2 10-8 0,0 0 11 0,0 0-12 16,0 0 10-16,0 0-10 0,0 0 11 0,0 0-21 0,0 0 15 15,0 0-4-15,0 0 8 0,0 0-7 0,0 0 11 16,0 0-14-16,0 0 13 0,0 0-9 0,0 0 10 16,0 0-16-16,0 0 14 15,0 0-10-15,0 0 9 0,0 0-12 0,0 0 7 16,0 0-4-16,0 0 11 0,0 0-12 0,0 0 9 0,0 0-14 16,0 0 18-16,0 0-15 0,0 0 13 0,0 0-13 15,-7-5 18-15,7 5-18 0,0 0 14 0,0 0-17 16,0 0 20-16,0 0-17 0,-7-7 16 0,7 7-17 15,0 0 18-15,0 0-21 0,0 0 3 0,0 0 4 16,0 0 15-16,0 0-19 0,0 0 13 0,0 0-9 16,0 0 7-16,0 0-9 0,0 0 12 0,0 0-13 0,-5-6 14 15,5 6-15-15,0 0 16 0,0 0-14 0,0 0 7 16,0 0-5-16,0 0 9 0,0 0-12 16,0 0 16-16,0 0-15 0,0 0 14 0,0 0-10 0,0 0 11 15,0 0-15-15,0 0 10 0,0 0-9 0,0 0 10 16,0 0-11-16,0 0 9 0,0 0-8 0,0 0 13 15,0 0-15-15,0 0 12 0,0 0-13 0,0 0 16 0,0 0-12 16,0 0 10-16,0 0-14 16,0 0 16-16,0 0-13 0,0 0 10 0,0 0-9 15,0 0 15-15,0 0-18 0,0 0 17 0,-6-10-18 16,6 10 18-16,0 0-18 0,0 0 11 0,-5-8-10 0,5 8 14 16,0 0-16-16,-6-8 15 0,6 8-15 0,0 0 3 15,-10-11 2-15,10 11 13 0,-11-6-17 0,11 6 14 16,-16-7-12-16,16 7 15 0,-17-7-18 0,17 7 6 0,-19-5-9 15,19 5 19-15,-22-2-12 16,22 2 10-16,-23 1-13 0,12 0 15 0,-3 4-1 16,1-1 0-16,-1 4-14 0,0-1 16 0,-1 4-15 15,0-2 13-15,1 4-9 0,3-2 26 0,0 1-14 0,0 0 9 16,2 0-9-16,3 1 19 0,1 0-1 0,-1-3-2 16,4 2 1-16,1-1 1 0,2 0-4 0,2 0 5 15,2-2-4-15,1 2-13 0,3-1 22 0,2 0-23 0,1-2 1 16,3 1-7-16,-1-4 3 0,1 1-2 0,1 0-16 15,0-2 11-15,2 0 4 0,-5-2 1 0,1 0-1 16,-14-2-3-16,25 1 1 0,-25-1-5 0,20-3 0 0,-10 1 5 16,0-3-2-16,-10 5 1 15,13-12-1-15,-6 5-5 0,-2 0 4 0,-1-3 20 16,3-1-25-16,-3 2 3 0,-4 9 2 0,5-17-2 16,-5 17-1-16,5-15 5 0,-5 15-2 0,4-13-13 0,-4 13 16 15,3-10-1-15,-3 10 2 0,0 0-6 0,6-8 3 16,-6 8-2-16,0 0-2 0,13 7 5 0,-7-1 3 15,2 5-3-15,1-1 6 0,1 6 6 0,1 2-6 0,1 4 3 16,2 4 1-16,-2 1 7 0,1 6 3 0,1 3-3 16,-1 1-18-16,0-1 6 15,-1 3 6-15,1-1 4 0,-2 1-11 0,-2-1 9 16,1-1-14-16,-2-6 12 0,-3-1-22 0,1 1 19 0,-3-8-14 16,-1 0 9-16,-1-4-10 0,0-1 7 0,-2-1-7 15,0-2 8-15,-2-1-7 0,-1-4 11 0,-2 1-11 0,-1-4 9 16,-3-2-16-16,-1-1 24 0,-2-3-15 0,-3-2 6 15,1-2-9-15,-4-2 0 0,-3-3 4 0,2-3-8 16,-3-2-9-16,3-2-1 0,0 0-23 0,4 0-29 16,5-2-45-16,-1-1-16 15,6 1-37-15,1 1 19 0,4-1-5 0,2 0 52 0,4 0 0 16,0-2 35-16,6 1-8 0,2-5 34 0,4 3-11 16,2 0 29-16,0 0-13 0,2 0 24 0,2 1-17 15,0-1 21-15,3 0-11 0,-3 1 19 0,2-3-18 0,-1 3 7 16,-1-1 2-16,-1 1 1 0,0-1 3 0,1 1 3 15,-3-2 3-15,0 0 1 0,1 0-1 0,-3 0 5 16,-3-1-3-16,1 0 3 0,-2 0 4 0,0-2-2 16,-4 4 17-16,-1-1 0 0,-2 1 34 0,2 0-6 15,-6 4 34-15,1 0-15 0,-2-1-12 0,0 4 11 16,-2 0-34-16,-2 1 22 0,2 1-32 0,-4 2 16 0,4 9-31 16,-7-13 18-16,7 13-11 0,-14-6 20 0,14 6-26 15,-15 3 2-15,5 1 11 0,-1 3 13 0,3 4 3 16,-2-1 1-16,2 3 17 15,1 1 9-15,0 1 7 0,3 2-9 0,1 1 35 0,1 0-24 0,4 0 3 16,3 3-28-16,2-1 14 0,1 1-40 0,7 2 39 16,0-1-41-16,5-2-5 0,-2 0 0 15,6-1-4-15,-1-2-1 0,2-2-7 0,-1-1 4 16,3-2-6-16,-2-1 3 0,-2-3-4 0,-1-2-1 0,0 0-4 16,-1-3 3-16,1-2 3 0,-4-1-7 0,2-1 0 0,-1-4 20 15,2-4-26-15,-2-1 25 0,-4-3-26 0,4-5 19 16,-1-2-24-16,-5-5 24 15,-2-1-23-15,1-3 19 0,-4-2-26 0,-1-2 32 0,-3-1-24 16,-1 0 20-16,0-3-18 0,-1 1 2 0,-2 2-1 0,0-3 10 16,-2 3-7-16,2 1 24 15,-4 6-22-15,2 2 18 0,2 3-17 0,0 4 24 16,-2 1-29-16,2 2 27 0,-2 1-30 0,2 14 24 16,0-19-27-16,0 19 26 0,0 0-32 0,0 0 44 0,0 0-28 15,0 0 12-15,4 8-3 0,2 3-3 0,-4 6 23 16,2 1-26-16,0 3 49 0,1 4-56 15,-1 5 29-15,3 2-27 0,0-1 30 0,0 2-39 0,1 0 38 16,1 0-33-16,1 3 31 0,-2-5-29 0,1 0 25 0,-2-2-26 16,2-1 25-16,-4-4-24 0,1-2 24 15,-1-2-28-15,-1-3 4 0,1-2-2 0,-2-1 2 16,-1-3 5-16,2 0-2 0,-4-11 2 0,4 18 4 0,-4-18 0 16,2 12 1-16,-2-12 27 0,0 0-34 0,0 0 28 15,0 0-31-15,0 0 26 0,0 0-26 0,-4-17 28 16,4 17-30-16,0-19 39 15,2 7-34-15,1-1 28 0,5 0-27 0,0-2 29 0,3-1-32 16,0 1 52-16,5-1-36 0,3 2 41 0,4-3-39 16,0 3 41-16,4 0-41 0,-2 2 30 0,4 0-42 15,0 1 36-15,-1 4-35 0,2-2 28 0,1 2-41 0,-4 2 38 16,-2 1-35-16,2-1 30 0,0 1-39 0,-2 1 36 16,-3 0-39-16,0 2 36 0,-3-1-38 0,0 1 27 15,-4 1-41-15,0-1 29 0,-3 0-85 0,-12 1-28 16,21 0-33-16,-21 0-59 0,17 1-57 0,-17-1-92 0,0 0-44 15,0 0-41-15,0 0-100 0,0 0-101 0,-5 8-299 16,5-8-533-16</inkml:trace>
  <inkml:trace contextRef="#ctx0" brushRef="#br0" timeOffset="107710.7665">28339 10324 407 0,'-23'-38'431'0,"-3"-8"-99"0,-2 3-44 0,4 5-31 16,-1 1-47-16,3 1 1 15,-3 1-20-15,3 2-51 0,1 3 8 0,6 5-5 0,-1 2-18 16,4 5 36-16,-1 0-30 0,4 2-17 0,1 4-17 15,1-1-29-15,-1 4-3 0,2 0-12 0,6 9 1 16,-9-12-1-16,9 12-2 0,0 0 46 0,0 0 4 0,-12 3 24 16,12-3-27-16,-4 15 19 0,4-3-13 0,0 6 20 15,0 2-20-15,4 5-10 0,0 8-20 0,0 1-3 16,4 8-3-16,-1 3-14 0,1 1-11 0,0 2-1 0,3 0 2 16,-2 1-19-16,2 2 4 15,2 7 4-15,1 0-18 0,-3 1 4 0,3-2-13 16,0 1 10-16,-2-11-15 0,1 1-2 0,-3-4 2 0,-1 0 2 15,1-3-10-15,-1-3 8 0,-3-6 0 0,0-4 1 16,-1-3-2-16,0-3 1 0,-2-3-1 0,0-3 1 0,0-2 0 16,-1 1 3-16,1-4 1 15,-3-11 1-15,3 14 12 0,-3-14-17 0,0 0-2 0,0 0 5 16,0 0-4-16,0 0-2 0,-6-15-2 0,2 2 4 16,0-4-5-16,-4-4 16 0,3-2-18 0,-3-8 10 15,3-7-9-15,-1 4 18 0,0-1-3 0,0-7-24 0,3 1 19 16,1 5-15-16,0-2 0 0,2 1 1 0,-1 0 3 15,1 1 2-15,2 3-3 0,0 2 4 0,0 3 1 16,3 3 0-16,1 3 0 16,-1-1-3-16,4 3-4 0,0 2 6 0,2 3 3 0,1 1-3 15,0 3 2-15,2 3-1 0,0-1-3 0,3 6 4 16,-1 1-4-16,0 3 2 0,2 2 1 0,0 4 3 16,4 1-3-16,-4 4 3 0,4 3-1 0,-1 0-4 0,-2 3 4 15,0-2 1-15,-3 0 0 0,-3 1 13 0,-1-2-19 16,-1 0 21-16,-3-3-24 0,-2 1 12 0,-2-3-9 15,-2 2 18-15,-2-12-19 0,0 18 14 0,0-18-15 16,-9 14 21-16,1-8-18 0,-3-1 15 16,-2 1-17-16,-2-2 18 0,-5-2-19 0,2 0 18 15,-4-2-20-15,1 2-5 0,0-4-1 0,0 2-54 16,1-2-100-16,1-1-72 0,4 1-100 0,1-2-102 0,5 0-117 16,9 4-473-16,-10-12-647 0</inkml:trace>
  <inkml:trace contextRef="#ctx0" brushRef="#br0" timeOffset="107990.1256">28719 10093 699 0,'4'-18'510'0,"-2"3"-85"0,-2 1 15 0,1 0-52 0,-1 2 25 15,-1 0-29-15,1 12-6 0,0-21-81 0,0 21-46 16,0-16-67-16,0 16-30 0,0 0-37 0,0-14 5 0,0 14-30 15,0 0 11-15,0 0-24 0,5 14-7 0,-3-4-15 16,1 5-20-16,1 1-3 0,0 4-7 0,1 4-5 0,2 0-3 16,0 4-6-16,1 2 1 15,3 1-5-15,2 5-3 0,0 0-3 0,0 1 5 16,0-2-17-16,3 1 9 0,-3-1-9 0,2-1-62 0,-3-6-99 16,1 0-54-16,1-1-79 0,-1-2-24 0,1 0-50 0,0-2-91 15,2-2-84-15,1-3-343 16,1-1-456-16</inkml:trace>
  <inkml:trace contextRef="#ctx0" brushRef="#br0" timeOffset="109246.2676">29471 10559 28 0,'3'-14'501'0,"-2"1"-80"0,-1 0-71 0,-3-3-22 0,-1 1-81 16,-1 1-15-16,-3-1-25 15,-2-1 32-15,0 1 2 0,-3 0-22 0,0 3-29 0,-2 0-13 16,-1 2-35-16,1 2 2 0,0 2-33 0,-2 2 1 15,1 0-28-15,0 4-4 0,1 0-12 0,-2 4-3 16,1 0-3-16,0 2-8 0,2 1 13 0,0 2-10 16,3 0-11-16,0 2-9 0,1 0-2 0,2 1-3 15,2 1-5-15,2 0-6 0,2-2-5 0,1 1-7 0,2 0 0 16,2-2 23-16,3 4-25 0,0-3 18 0,1 0-27 16,4 1 21-16,-1-4-27 0,0 2 20 0,3-2-21 15,-2-1 23-15,2-1-28 16,-2-1 22-16,0-2-24 0,2 0 25 0,-13-3-25 0,22 0 1 15,-11-3 6-15,0 0 1 0,0-3 3 0,0-2-5 16,-2-1 7-16,0-2-2 0,1-1-1 0,-1-1 3 16,-1 0-1-16,0-1 0 0,-1 0 2 0,0 2-2 0,-1-1 4 15,-1 2-1-15,0 3 4 0,-1-1-6 0,-4 9 7 16,7-15-10-16,-7 15 5 0,5-12-5 0,-5 12 4 16,0 0-1-16,4-9 0 0,-4 9 4 0,0 0-3 0,0 0-2 15,0 0 4-15,0 0-1 0,0 0 4 16,2 11-1-16,-2-11 0 0,0 0-2 0,2 14 0 15,-2-14 2-15,2 12 4 0,-2-12-4 0,5 12 3 16,-5-12-1-16,8 12-3 0,-8-12-6 0,11 11 10 0,-4-5-4 16,2-1-1-16,0 1 1 0,1-3-1 0,1 0-1 15,-11-3 0-15,20 4 2 16,-20-4 1-16,19 0 0 0,-19 0-2 0,21-3 1 0,-13-1-4 0,0-1 0 16,0-2 9-16,0-1-7 0,-2 0 0 0,0-3-2 15,-1 1 3-15,-1 0 0 0,1-1-5 16,-2 3 2-16,-3 8 6 0,4-19-8 0,-4 19 6 15,2-18-3-15,-2 18 2 0,0-14 0 0,0 14-1 0,1-12-3 16,-1 12 1-16,0 0-3 0,1-12 4 0,-1 12-2 16,0 0 0-16,0 0 1 0,0 0 6 0,0 0-6 15,0 0 7-15,4 7 5 0,-4-7-5 0,4 13-6 0,-4-13 6 16,6 17 0-16,-2-9-1 16,2 3 1-16,-1-3-3 0,2 4 1 0,0-2-7 0,1 0 10 15,-1 0-1-15,2-2 0 0,-1 0-2 0,0 1-2 0,1-4 0 16,-1 0 2-16,0 0 0 15,2 0-2-15,-1-2 1 0,-9-3 0 0,18 4 0 16,-18-4 2-16,16 0-1 0,-16 0-2 0,19-4 2 0,-11 0-1 16,1-4 2-16,-1 1-5 0,1-3 2 0,-2-1-1 0,1-1-2 15,0-1 3-15,-1-1-6 16,-1-1 6-16,0-1-2 0,0 1-4 0,0 0 7 16,-1 1 1-16,0 1-1 0,-1 2 7 0,-1 1-7 0,-3 10 0 15,6-16-1-15,-6 16 1 0,6-11-3 0,-6 11 3 16,0 0-3-16,0 0 11 0,15 5 0 0,-15-5 4 15,8 17 8-15,-3-5 1 0,2 3 6 0,-1 3-4 0,1 2 4 16,-1 2-4-16,4 5-3 0,-1 1 1 16,1 2 2-16,2 6-4 0,0 1-5 0,0 1-6 15,1 1-2-15,-2 0-2 0,1 2 0 0,-1-1 3 0,-1-1-7 16,0 0 9-16,-4-6-13 0,0-1 10 0,-2-2-13 16,0-3-1-16,-2-4 2 0,-1-2 0 0,-1-2 0 0,-1-2-2 15,-2 0 2-15,0-3 3 0,-2-1 2 0,-1-2 0 16,-3-1 2-16,0-5 0 0,-1-3-1 0,-3-1 0 15,-1-3-1-15,-3-2-1 0,-3-3-4 0,-1-4-33 16,-2-4-65-16,1-2-30 16,1-1 3-16,1-3 9 0,4 0-10 0,2 0-1 15,5 2 1-15,2 0 9 0,3 1 11 0,3-1 18 16,2 1 21-16,2 0 7 0,3-2 18 0,3 1 11 0,3-1 6 16,2-4 5-16,4 2 4 0,2 1 5 0,4-3-6 15,2 1 9-15,0 0-11 0,0 0 21 16,2 0-29-16,0 1 39 0,1-2-36 0,0 1 30 15,-1 1-22-15,0 0 32 0,-1 0-34 0,-1-1 40 0,-3 4-37 16,-3-1 36-16,1-2-42 0,-2 3 42 0,-3-1-24 0,-2 3 63 16,-1 0-1-16,-2 0 8 15,0 1-27-15,-3 3 23 0,-1-1 19 0,-1 1 5 0,-3 3-28 16,2 0 10-16,-3 0-15 0,-2 10 5 0,2-17-21 16,-2 17 3-16,-2-12-5 0,2 12 1 0,-10-7 1 15,10 7 28-15,-17-2 1 0,4 2-1 0,0 4-15 16,-3 0-1-16,1 4 8 0,-3 0-4 0,-1 2-9 15,2 0-5-15,0 2-11 0,0 0 0 0,3 2-6 16,0 0 14-16,3 1 4 0,2-2 4 0,1 0 0 16,2 2-2-16,3-1 10 0,1-2-2 0,2 0-3 15,1 1-2-15,2-2-4 0,3 0 0 0,3 0-5 16,0 1-7-16,2-4-5 0,3 3-5 0,0-4-7 16,4 2 30-16,0-2-39 0,3 1-4 15,-1-3-10-15,-2 0-28 0,2-2-108 0,-2 0-85 0,2 0-87 16,-1-3-104-16,0 0-120 0,1 0-511 0,-1-4-675 0</inkml:trace>
  <inkml:trace contextRef="#ctx0" brushRef="#br0" timeOffset="109646.6095">30824 10234 397 0,'-4'-10'482'0,"0"0"-32"16,-1 2-134-16,1-1 41 0,4 9-48 0,-7-15-18 15,7 15-26-15,-6-13-25 0,6 13-58 0,-5-9-22 16,5 9-45-16,0 0-7 0,-6-9-30 16,6 9 24-16,0 0-25 0,0 0 22 0,-5 14-23 15,5-14-11-15,1 17-10 0,0-5-7 0,0 1-8 16,2 4-11-16,-1-1 3 0,0 1-14 0,0 2-4 16,0 1 4-16,1 2-6 0,0 2 2 0,-2-4-8 0,1-1 3 15,0 1-6-15,-1 0 5 0,0-1-1 16,0-1 0-16,0 0-3 0,-1-1 1 0,1-3-2 15,-1-2-1-15,0 1 2 0,0-13-1 0,0 19 0 16,0-19 3-16,1 16 2 0,-1-16 1 0,0 0 28 0,-1 12 12 16,1-12-9-16,0 0-6 0,0 0-8 0,0 0-1 15,4-11 1-15,-4 11-9 0,8-18 3 16,-2 5-10-16,1 0 4 0,2-4-7 0,1 0 1 16,0 1-5-16,1-1 5 0,1 1-8 0,0 1-1 0,1 0-2 15,-1 1-1-15,1 0-4 0,0 3-2 0,-2 1-8 16,1 1-64-16,0 3-77 0,-1-2-64 0,-1 3-76 0,0 1 9 15,-10 4-73-15,18-5-57 0,-18 5-101 0,13 0-258 16,-13 0-300-16</inkml:trace>
  <inkml:trace contextRef="#ctx0" brushRef="#br0" timeOffset="110046.2575">31149 10568 371 0,'0'0'329'0,"0"0"-12"0,0 0-44 0,0 0 8 15,0 0-70-15,0 0 23 0,0 0-69 0,-12 0 32 16,12 0-70-16,0 0 36 0,0 0-37 0,0 0 17 16,0 0-34-16,0 0 17 0,0 0-26 15,0 0 16-15,0 0-18 0,0 0 12 0,0 0-33 0,0 0-5 16,0 0-23-16,0 0 6 0,0 0-28 0,0 0 7 16,0 0-18-16,13-5 6 0,-13 5-13 15,16-1 11-15,-16 1-20 0,21 0 10 0,-21 0-13 0,23 0 16 16,-9-1-20-16,0 0 17 0,1 1-16 0,-1-1 14 15,1 1 1-15,-2-1-13 16,1 0-83-16,-1 1-62 0,-2-1-90 0,-11 1-40 0,20-3-107 16,-20 3-515-16,13-3-464 0</inkml:trace>
  <inkml:trace contextRef="#ctx0" brushRef="#br0" timeOffset="112129.131">31528 10274 394 0,'-3'-12'373'0,"3"12"-81"0,-5-18-37 0,3 8-49 15,2 10 12-15,-1-21 37 0,1 21-82 0,0-20 7 16,0 20-40-16,2-22 14 0,-2 22-65 0,4-18 65 16,-4 18-16-16,4-16 19 0,-4 16-20 0,3-13-30 0,-3 13-7 15,2-11-32-15,-2 11-5 16,0 0-14-16,0 0 0 0,0 0 9 0,0 0 13 16,0 0-9-16,0 0-1 0,4 13-7 0,-4-13-5 0,0 23-5 15,-1-10 1-15,0 0-10 0,0 4-2 0,0-2-7 0,0 3 1 16,0 1-7-16,0-1-3 15,0 2-4-15,0-1-2 0,0 1-4 0,0-1 10 16,1 0-11-16,-1-2 6 0,1 2-8 0,1-2 9 16,0 0-8-16,0-2 0 0,0-2-1 0,2-1 8 0,0 0-5 15,0 0 6-15,1-4-9 0,0 3 4 16,0-4-7-16,2 0 6 0,-6-7-7 0,12 11 0 16,-12-11 8-16,14 5-6 0,-14-5-7 0,16-1 2 0,-16 1-2 15,17-5 1-15,-7 0 3 0,0-2-6 0,1-1 0 16,0-1 2-16,0-1 1 0,0 0 8 0,0-2-12 0,-1 0 1 15,2 0 3-15,-3 2 1 16,0-1-1-16,1 1 3 0,-3 1-2 0,0 1-6 0,-1 1 8 16,-1 0 0-16,-5 7 8 0,11-10-9 0,-11 10 0 15,8-9-2-15,-8 9 3 0,7-5-1 0,-7 5 2 16,0 0-3-16,0 0 3 0,16-1-1 16,-16 1 2-16,9 5 7 0,-9-5-10 0,12 7 0 15,-12-7 1-15,15 11 2 0,-7-7-2 0,1 1 1 16,1 0 0-16,0-1 0 0,1 0-1 0,0 0 2 0,1 1 6 15,0-3-11-15,-1 0 1 0,0 0 1 0,-11-2 1 16,23 2-2-16,-23-2 4 0,24-1 1 0,-13-2-3 16,1 0 0-16,-2-1-1 0,0-2 2 0,2 0-3 15,-2-1 1-15,-1-2 1 0,0 1-2 0,0-2 2 0,-3 2 1 16,-1-2-4-16,1 2 3 0,-1-1 50 16,-2 1-61-16,-3 8-2 0,5-17 3 0,-5 17-1 15,-1-13 3-15,1 13-1 0,-5-14 0 0,5 14 3 0,-12-10-1 16,12 10 3-16,-16-7 1 0,16 7-3 0,-20-3 5 15,20 3-1-15,-21 1 1 0,10 2 5 0,0 0-4 16,-1 2 0-16,0 0 5 16,1 3-1-16,0-1-3 0,1 0 2 0,1 4 1 15,0-2 0-15,1 1 0 0,1 2 4 0,2-4-4 16,0 3 2-16,3-1 0 0,1 1 0 0,1-11 3 16,0 18-4-16,0-18-1 0,3 20 2 0,-3-20-4 0,6 16-4 15,-6-16 6-15,5 13-1 0,-5-13-1 0,7 12-1 16,-7-12 4-16,9 8-3 0,-9-8 2 0,11 5-3 0,-11-5 1 15,0 0 2-15,16 1-3 16,-16-1-1-16,13-4 1 0,-13 4-2 0,13-10 2 16,-6 3 0-16,-2-1 0 0,3-1-1 0,-2 0-2 15,-1-1 2-15,1 0 0 0,-1 1 0 0,0-1-1 16,0 2-1-16,-2-2 5 0,-3 10-5 0,6-15 3 16,-6 15-1-16,5-11-1 0,-5 11-1 0,4-9 56 0,-4 9-71 15,0 0 3-15,4-11 0 0,-4 11 10 0,0 0-3 16,0 0 1-16,0 0 6 0,0 0-3 0,0 0 3 15,0 0 0-15,0 0 1 0,7 11 0 0,-7-11 1 16,0 0 0-16,6 12 0 0,-6-12 4 0,6 8-3 0,-6-8 3 16,10 8-7-16,-10-8 3 15,14 9 0-15,-14-9-2 0,14 6 2 0,-14-6-2 0,18 4 1 16,-18-4 1-16,17 3-2 0,-17-3 1 0,18 0 1 16,-18 0 2-16,21-5-3 0,-12 1 0 15,2-2 1-15,0 0-2 0,0-3 0 0,-2 2 50 16,2-3-61-16,-2 1 58 0,-1-1-64 0,1 1 58 0,-2-2-62 15,0 4 3-15,-2 0 60 0,0-1-61 0,-5 8 9 16,10-11-3-16,-10 11 1 0,6-11 3 0,-6 11-3 0,5-7 0 16,-5 7-4-16,0 0 16 15,0 0-9-15,0 0 5 0,0 0 53 0,0 0-59 0,0 0 1 16,7 7 2-16,-7-7 1 0,0 0 3 16,0 17 1-16,0-17 3 0,0 14 5 0,0-14-7 15,0 17 1-15,0-17-1 0,0 17 0 0,0-17 1 0,2 19 3 16,-2-19-1-16,2 19 2 0,-2-19-3 0,2 16 0 15,-2-16 10-15,4 15-9 0,-4-15-1 0,3 13 4 0,-3-13 2 16,3 11-3-16,-3-11 1 16,5 9-1-16,-5-9-2 0,5 7-2 0,-5-7 3 15,0 0 5-15,11 2-7 0,-11-2-3 0,0 0 53 0,14-5-60 16,-14 5 52-16,11-9-60 0,-11 9 55 0,11-13-59 16,-5 6 54-16,-1-1-57 0,0 0 56 0,1 1-59 15,-6 7 58-15,10-14-59 0,-10 14 66 0,8-12-65 16,-8 12 55-16,6-9-58 0,-6 9 58 0,6-9-58 15,-6 9 56-15,0 0-55 0,8-6 54 0,-8 6-55 0,0 0 56 16,0 0-56-16,0 0 58 16,11 5-57-16,-11-5 58 0,0 0-56 0,6 12 54 15,-6-12-52-15,5 8 54 0,-5-8-58 0,4 11 55 0,-4-11-55 16,5 10 63-16,-5-10-65 0,4 11 58 0,-4-11-58 16,3 10 57-16,-3-10-56 0,0 0 57 0,5 13-54 15,-5-13 53-15,0 0-54 0,3 10 56 0,-3-10-55 16,0 0 66-16,0 0-63 0,6 9 55 15,-6-9-58-15,0 0 68 0,0 0-69 0,14 0 58 16,-14 0-61-16,11-4 59 0,-11 4-59 0,11-8 61 0,-11 8-61 16,14-7 61-16,-14 7-60 0,13-9 60 0,-13 9-56 15,12-7 56-15,-12 7-56 16,9-6 58-16,-9 6-61 0,8-5 58 0,-8 5-60 0,0 0 66 16,10-5-66-16,-10 5 60 0,0 0-59 0,0 0 59 15,10-6-59-15,-10 6 59 0,0 0-54 0,0 0 57 0,13-2-62 16,-13 2 60-16,14 2-58 0,-14-2 57 0,17 1-59 15,-17-1 60-15,21 3-58 16,-21-3 57-16,23 2-60 0,-11-1 60 0,2 0-60 16,-2-1 62-16,1 0-62 0,2 0 66 0,-2 0-63 0,1-1 58 15,0 0-61-15,3-2 60 0,-2 0-61 0,0-1 62 16,0-1-60-16,1 0 57 0,-2-2-55 0,0 0 57 16,-1-1-56-16,1 0 69 0,-2-2-76 0,-1 0 61 0,1 0-58 15,-2 0 60-15,-1 0-60 16,0-1 58-16,-2 1-59 0,0 0 60 0,-1 1-58 0,-2 1 63 15,2 0-69-15,-6 8 59 0,5-15-60 0,-5 15 56 16,2-15-57-16,-2 15 58 0,0 0-56 0,-3-13 57 16,3 13-56-16,-10-6 58 0,10 6-55 0,-15 0 61 15,15 0-62-15,-21 5 58 0,9-1-57 0,-1 2 50 16,0 2-45-16,1-1 62 0,0 1-59 0,1 3 58 16,-1-3-55-16,4 3 55 0,1 1-52 0,2-3 56 0,1 2-52 15,2-1 59-15,3 2-58 0,2-2 112 0,4 2-73 16,3 1 105-16,5-1-62 0,2 1 77 0,5 1-101 15,4-3 72-15,1 1-85 0,2-1 68 16,2-3-82-16,0-1 77 0,0 0-89 0,2-2 76 16,-1 0-90-16,-4-1 81 0,0-2-88 0,0-1 77 15,-3 1-80-15,-2-2 72 0,-2-2-85 0,-1 2 79 16,1-1-85-16,-2-2 79 0,-4 5-81 0,-1-5 85 0,-1 2-91 16,0-2 88-16,-2 2-139 0,-11 1-6 0,17-4-163 15,-17 4-29-15,14-2-67 0,-14 2-54 0,0 0-14 16,0 0-42-16,0 0-51 0,0 0-286 0,0 0-342 15</inkml:trace>
  <inkml:trace contextRef="#ctx0" brushRef="#br0" timeOffset="115848.8478">3241 11723 441 0,'-6'-9'400'0,"2"-2"-14"0,-1 3-97 16,0-3 43-16,0 2-42 0,1 0 17 0,0 0-42 16,-1-1 5-16,2 2-16 0,-2-2-30 0,5 10-22 15,-9-14-32-15,9 14-28 0,-5-12-24 0,5 12-25 16,-6-10-16-16,6 10-18 0,0 0-10 0,-5-7-11 0,5 7 3 15,0 0-13-15,-6 8 2 0,6-8 8 16,-5 16-2-16,2-4 3 0,1 0-2 16,0 3-9-16,1 1-2 0,0 2-9 0,0-2 1 15,1 2-4-15,0-2-2 0,1 1-4 0,1-1 4 0,0-1-7 16,0 0 7-16,2-1-11 0,-2-2 2 0,2 0-3 16,-1-1-5-16,0-2-7 0,0 1-5 0,-3-10-8 0,8 15-5 15,-8-15-9-15,11 11-11 16,-11-11-15-16,12 6 1 0,-12-6-14 0,15 1-4 15,-15-1 14-15,16-6 11 0,-16 6 9 0,18-8-12 16,-10 3 17-16,-1-3-24 0,1 0 31 0,0-3-11 0,-2 0 31 16,1-3-20-16,-1 2 23 0,1-2-9 0,-2 3 24 0,-1-2 0 15,0 4 7-15,-1-2 1 16,-3 11 7-16,6-16-5 0,-6 16 2 0,4-12-1 0,-4 12-5 0,0 0 8 16,7-8 8-16,-7 8 17 0,0 0-1 0,7 9 19 15,-7-9-3-15,7 17 1 16,-3-7 5-16,1 3 0 0,2 1-7 0,0 0 6 15,1 3-4-15,2-1-4 0,2 1-10 0,2 0-1 0,2-3-5 16,3 2-4-16,3 0-5 0,2-1-8 0,1-3 1 16,1-2-1-16,-2-2-7 0,1-3-1 0,4 3-7 0,-2-7 2 15,-1 1-8-15,0-4 2 0,-1-1 2 16,0 1-1-16,-1-4 0 0,-2-1-2 0,-2-1 3 16,-1-2 0-16,-2-1-2 0,-3-1 3 0,-3-2 1 15,-1-1-3-15,-4-1 2 0,-2-2-3 0,-2 0-2 0,-2-1-1 16,-2-1 4-16,-2-2-2 0,-1 0 2 0,-1 0-1 15,-2 2 2-15,0 2-2 0,0 0 1 0,1 4 2 16,-1 2-1-16,1 0-2 0,-1 1 0 16,2 4-5-16,-2 1-2 0,8 6 1 0,-11-9 2 0,11 9-3 15,0 0-10-15,-14 0-60 0,14 0-57 0,-6 8-51 16,6-8-114-16,-2 13 26 0,2-13-94 0,3 16-57 16,2-7-124-16,1-1-260 0,2 2-335 0</inkml:trace>
  <inkml:trace contextRef="#ctx0" brushRef="#br0" timeOffset="116588.026">4157 11591 703 0,'-7'-16'540'0,"-3"-1"-58"0,1 2-26 15,0-2-8-15,0-1-51 0,-1 4 14 0,1 1-26 16,1 1-15-16,0 0-6 0,1 1-69 0,1 4-15 0,1-1-83 15,5 8-16-15,-9-13-63 0,9 13 6 0,-8-6-36 16,8 6 33-16,0 0-38 0,-8 9 34 0,8-9-46 16,-3 19 26-16,2-6-47 0,2 5 30 0,-1 1-10 15,2 5-16-15,-1 3-11 0,3 3-6 0,0 2-8 0,1-1-5 16,2 0-5-16,0 1-1 16,0-1-8-16,1-1-2 0,1-1-34 0,-1-1 31 15,0-2-38-15,-1-3 31 0,1-3-49 0,-1-1 18 0,-1-3-54 16,-1-2 32-16,1-3-29 0,-1 0 36 0,-1-2-26 15,-4-9 34-15,9 11-27 0,-9-11 2 0,11 4-11 16,-11-4 2-16,14-5-4 0,-7-1 3 16,0-2 4-16,3-3 0 0,-2-1-4 0,1-1 8 0,-1 0 2 15,3-2 10-15,-2 2 19 0,-2 0 0 0,2 2 9 0,-2-1 8 16,-2 4 3-16,1 0 0 0,-6 8 7 0,10-12 3 16,-10 12 1-16,8-7 9 0,-8 7 4 0,0 0 2 0,14 2 0 15,-14-2-1-15,13 7 4 16,-6 0-1-16,0 0 3 0,2 2-1 0,2 0 4 15,-1 2-4-15,2 0 1 0,2 3-2 0,0-2-4 0,3 1 4 16,-1-1-8-16,2 1 13 0,1-2-15 0,0-1 8 16,1 1-13-16,0-4 4 0,-1 2-5 15,1-2 6-15,-4-2-17 0,2-1 17 0,-2-1-19 16,1 0 15-16,-4-2-12 0,1-1 9 0,-1-1-7 0,0-2-1 16,-2-2 1-16,0 0 0 0,1-4 0 0,-1 2 6 0,0-2-1 15,-1-1-3-15,-1 0 9 16,0 0 3-16,1 0 1 0,-1 1 2 0,0-1 3 0,-1 4 4 15,-1-1-3-15,1 1-1 0,-1 2 0 0,-7 4 7 0,18-6 0 16,-18 6 8-16,19-1-1 0,-19 1 3 16,19 5-8-16,-8-2 2 0,2 3-8 0,-2 1-4 0,1 0 6 15,0 2-1-15,-1 0-4 0,0 2 1 0,-1-1-4 16,-1 0-1-16,1 2-3 16,-3-2 8-16,0 0-4 0,-3 0 1 0,0 0 0 15,-4-10 1-15,4 17-5 0,-4-17-4 0,-5 17 2 0,0-9 4 16,-2-2 2-16,-1 1-1 0,-5-1 0 0,1 0-3 15,-5 0-7-15,0-1 14 0,0-4-4 0,-2 0-4 16,0-1 1-16,3-1 0 0,0-2-3 0,2-1-6 16,0-1-12-16,5-1-11 0,1 0-1 0,1-1-16 0,3 0 6 15,4 7-57-15,-4-17-24 0,4 17-55 0,5-19-53 16,0 9-62-16,2 1-34 0,1-1-50 0,1 1-123 16,3-3-569-16,-2 5-683 0</inkml:trace>
  <inkml:trace contextRef="#ctx0" brushRef="#br0" timeOffset="119516.7394">5587 11526 282 0,'1'-14'439'0,"0"-1"-65"16,1 4-85-16,-2-2-8 0,1 1-21 0,-1 0-40 15,1 0-34-15,-1 12 26 0,0-21-4 0,0 21-32 16,1-16-32-16,-1 16-31 0,0-13-19 0,0 13-13 0,0 0 13 15,0 0-8-15,0 0-18 16,0 0 22-16,13 6 28 0,-8 4-27 0,-1 3-9 16,3 4-7-16,-1 1-6 0,0 6-9 0,1 4 12 15,0 2-9-15,0 1-14 0,1 1-7 0,-2 0-8 0,0 2-7 16,1-1-6-16,-3 0 0 0,1 0-3 0,-1-1-4 16,-1-1 0-16,0-5-7 0,0 0 1 0,0-1-2 15,0 0 24-15,1-3-29 0,-2-2 22 0,0-2-27 16,0-3 25-16,1 0-28 0,-2-3 27 0,1-1-27 0,-2-11 25 15,3 19-25-15,-3-19 22 0,4 13-30 0,-4-13 23 16,0 0-21-16,11 6 18 0,-11-6-27 0,10-6 22 16,-10 6-38-16,14-13-3 0,-4 3-21 15,-2-1 8-15,1-1-3 0,2 1 8 0,-2-3-2 16,1 1 9-16,-1 2 6 0,1 0 0 0,-2 1 11 16,0 2 5-16,-1 1 6 0,-1 1 1 0,-6 6 8 0,13-10-1 15,-13 10-1-15,12-5 7 0,-12 5 2 16,0 0 1-16,19 2 0 0,-19-2 4 0,16 7 1 0,-16-7-6 15,17 9 7-15,-7-3 2 0,2 0 3 0,1 1-4 16,2-1 3-16,0 1-2 0,3 0-6 16,1 0 3-16,1-3-1 0,3 2 0 0,-1-2-10 15,0 0 3-15,0-2-10 0,0 0-22 0,1-1 12 0,-1-2-12 16,0 0-9-16,1 0-24 0,0-2 11 0,-2 0-8 0,2-1-14 16,-7-2 7-16,4-1 13 15,-1-1 9-15,-2-2 0 0,-4-1 16 0,-2 1 11 16,-1-3 1-16,0 1 6 0,-4-1 0 0,-1-1 6 15,-2-1 0-15,-1 3-1 0,-2-2 9 0,-2 1 4 0,0 1 4 16,-1 1 8-16,-3 0-1 0,0 1 15 0,-3 0 9 16,0 1-4-16,0 4 2 0,-3 0 19 0,1 2 14 0,-1 2 4 15,-1 1 5-15,0 3 4 0,-2 2 17 0,0 1 15 16,0 3-18-16,2 2-6 0,-1 1-12 0,2 0-2 16,3 3-19-16,1 0 8 15,2 1-6-15,2-2-11 0,1 3-6 0,2-1-6 0,3 0 10 16,2-1-28-16,1 0 8 0,5 2-18 0,-2-5 15 0,2 1-30 15,2-2 9-15,0-1-40 0,0-2 5 0,2 1-47 16,-1-3 15-16,1 0-24 0,-2 0 11 0,1-3-20 16,-3 0 27-16,-10-3-2 0,20 3-1 15,-20-3-2-15,15-3 6 0,-15 3 15 0,16-7 6 16,-16 7 13-16,10-13-2 0,-6 3 2 0,-2 0 6 0,1-2 5 16,-2 0 3-16,1 0-9 0,-1-2 21 0,0 1-2 0,-1-2 7 15,0 3 6-15,0 1 10 16,0 11 4-16,0-22 4 0,0 22 3 0,-2-21 6 0,2 21 20 15,-2-15 4-15,2 15-3 0,-2-13-11 16,2 13-8-16,0 0-2 0,-2-13 12 0,2 13 24 0,0 0-12 16,0 0 15-16,0 0-10 0,0 0-9 0,4 16-7 15,-4-16-9-15,5 16 2 0,-2-6-2 0,1 1 2 0,1 2-3 16,0-1-6-16,1-1-4 0,0 3 11 0,0-2-22 16,2 1 21-16,-1 0-27 15,0-1 13-15,1-1-19 0,-1 0 20 0,1 0-25 16,-2-2 19-16,0-1-26 0,0 1 22 0,-6-9-26 0,10 12 21 15,-10-12-28-15,7 11 1 0,-7-11-7 0,7 8 12 16,-7-8-34-16,0 0 13 0,9 4-32 0,-9-4 19 0,0 0-12 16,6-7 18-16,-6 7-13 0,3-10-7 0,-3 10 3 15,3-15 15-15,-3 15 3 0,2-20 11 16,0 9 7-16,0 0 6 0,0 0 7 0,0-1 3 0,0 1 3 16,0 0 3-16,1 2 14 0,-3 9 16 0,3-19 11 15,-3 19 4-15,3-14 0 0,-3 14-4 0,2-12-14 0,-2 12 6 16,0 0-7-16,3-14-6 15,-3 14-4-15,0 0 0 0,0 0 0 0,4-9-8 16,-4 9 4-16,0 0 1 0,0 0-3 0,11 2 1 16,-11-2-1-16,10 6-2 0,-10-6-4 0,10 8 6 0,-10-8-3 15,13 10-3-15,-6-5 2 0,-7-5 0 0,13 12-3 0,-13-12-5 16,11 12 6-16,-11-12-1 16,12 10-2-16,-12-10 0 0,9 9 0 0,-9-9 0 0,7 7-9 15,-7-7 5-15,9 7-2 0,-9-7 0 0,0 0-2 16,11 6-1-16,-11-6-4 0,0 0-11 0,13-1 11 15,-13 1 0-15,11-4 2 0,-11 4-6 0,8-9 0 0,-8 9 6 16,9-11 3-16,-9 11-1 0,10-13 3 0,-10 13 1 16,8-13 1-16,-8 13 8 0,7-10 2 15,-7 10 1-15,6-10 2 0,-6 10 3 0,7-8 4 16,-7 8 5-16,5-9-3 0,-5 9-5 0,0 0 5 0,7-7-1 16,-7 7 9-16,0 0 5 0,15-3-5 0,-15 3-4 15,16 0-4-15,-16 0-1 0,19 0-3 16,-19 0-11-16,22 1 8 0,-9 0-1 0,1-1-2 0,1 0-7 15,-1 1 8-15,2-1-5 0,0 0-1 0,0 0 0 16,0 0 1-16,0 0-1 0,0 0-7 0,-1-1 8 16,0 0-3-16,0-1 0 0,-2 0 1 0,1-1 1 0,-3-1-3 15,0-1-1-15,0 1 7 16,0-4-1-16,-3 1-3 0,-2 0 1 0,0-1 0 16,-1-2 2-16,-5 10-6 0,4-19 5 0,-4 19 1 15,1-16 1-15,-1 16 0 0,-3-16-1 0,3 16 3 0,-7-13-5 16,7 13 4-16,-14-9 9 0,14 9 7 0,-16-2 4 15,16 2 28-15,-24 6 13 0,10 1 18 16,0 2-17-16,-2 3-4 0,1 1 10 0,1 2 20 0,-1 2-11 16,3 0-7-16,0 2 2 0,1 0 1 0,3 0-8 15,1 0 19-15,4-1-6 0,2-2 37 0,2 0-45 16,2 2-1-16,5 0-4 0,2-1-16 0,6 0-7 0,3-1-4 0,5-1-8 16,4-1-12-16,2-2-21 15,7 0-28-15,-2-4-52 0,5 1-43 0,-2-3-59 16,0-1-84-16,1-1-100 0,-2-1-71 0,3-2-86 15,0 1-226-15,-2-2-335 0,-1-1-700 0</inkml:trace>
  <inkml:trace contextRef="#ctx0" brushRef="#br0" timeOffset="120282.2565">9337 11565 535 0,'2'-12'444'0,"-2"12"-76"16,-2-16-63-16,2 16 6 0,-9-14-13 0,0 9-52 16,-3-1-22-16,-2 2-23 15,-2 2-15-15,-1 0-35 0,-3 2-13 0,-1 2-35 16,-1 1-13-16,-3 3 2 0,1 1 5 0,0 1-21 0,-3 3-4 15,3-1-13-15,3 3-10 0,2-2 5 0,3 3-3 16,1-2 1-16,3 3-13 0,4-3 15 0,2 3-4 16,2-2-10-16,4 0-5 0,2 1-3 0,5 1-7 0,2 2-6 15,3 0 0-15,7 1-2 0,2 0-9 0,1 0 2 16,3-1-3-16,5 2-4 0,0-1-5 0,-3-2 2 16,0-1-4-16,-1 0 0 15,-1-1-7-15,0 0 5 0,-5-2 3 0,-2-1-12 0,-2-1 8 16,-3 1-2-16,-1-3 23 0,-3 2-20 0,-3-1 24 0,0 0-27 15,-6-9 24-15,0 15-24 0,0-15 28 0,-10 16-25 16,0-8 26-16,-4-1-21 0,-3 2 27 16,-5-2-28-16,-2 1 24 0,-7-2-21 0,-2 1 27 15,-2-1-19-15,-3-2 18 0,-2-1-32 0,-1 0 28 16,-1 0-27-16,1-2 23 0,-1-1-25 0,2 0 23 0,2-1-32 16,2-1 5-16,6-1 30 0,2 2-27 0,3 0 23 15,4-1-31-15,5-1 9 0,2 0-62 0,14 3-49 16,-17-6-40-16,17 6-23 0,0 0-7 0,2-10-17 0,7 6-14 15,4 0-23-15,6-1-43 0,5 0-48 0,7-2-86 16,3 0-308-16,7-1-233 16</inkml:trace>
  <inkml:trace contextRef="#ctx0" brushRef="#br0" timeOffset="120831.0323">9579 11823 239 0,'13'-11'545'0,"-4"2"-121"0,-2 0-44 16,-3 1-36-16,-1-2-14 0,-3 10-12 0,1-17-51 0,-1 17 2 15,-6-16-4-15,1 9-8 0,-2-1-5 16,-1 2-42-16,0 2-31 0,-1 0-38 0,9 4-19 16,-20-2-14-16,20 2-9 0,-22 5-5 0,10 0-16 0,1 3 10 15,-1 1 4-15,2 3-23 0,2 1 3 0,1 1-18 16,1 2-3-16,3 1-15 0,2 0-4 0,3 2-5 16,3 2 2-16,2 0-12 0,0-1 4 15,2 0-12-15,3 0 1 0,2 2-5 0,4-3 3 0,0 0-11 16,1-3-2-16,-1-2-2 0,0-1-7 15,2-3-3-15,-2-1-12 0,1 1 3 0,-3-4 3 16,1-2 4-16,-3 0 6 0,1-2-21 0,-2-2 28 0,1 0-14 16,1-2 20-16,-3-2-19 0,-2 0 21 0,0-5-14 15,0 1 13-15,-1-3-13 0,-1 0 18 0,0-1-16 16,0-2-2-16,-2 0 6 0,1 1 0 0,0-1 1 0,-1-1 2 16,3 2 1-16,-1 1-1 15,0 0 1-15,2 2 0 0,-1 0 4 0,-1 4-8 0,1 0 5 16,1 0 14-16,-10 6-19 0,19-2 19 15,-19 2-18-15,19 1 18 0,-9 2-24 0,1 1 15 0,-2 0-8 16,-1 3 19-16,2 0-22 0,-2 0 19 0,0 3-19 16,-1-2 14-16,0 1-12 0,-2 0 15 0,1 1-19 15,-3 0 19-15,-3-10-18 0,4 18 17 0,-4-18-20 0,-2 18 13 16,2-18-10-16,-7 15 19 0,1-7-18 0,-2-1 17 16,-1-1-16-16,-1 0 18 0,-4 0-17 0,1-2 16 15,-5 0-18-15,2-2 20 0,-3-1-19 16,2-1 17-16,-2-1-11 0,0 0 17 0,3-4-17 15,0 1 13-15,2-2-14 0,3-2 14 0,-1 0-18 0,4-1 14 0,1-3-11 16,4 4-2-16,3 8-4 0,1-20 2 0,3 10-20 16,4 0-18-16,2-1-43 0,4 1-37 0,3 0-44 0,2 1-59 15,2 0-39-15,-1 2-30 0,2-1-48 0,2 1-49 16,0 0-41-16,-2 3-90 0,1-2-236 16,-1 1-271-16</inkml:trace>
  <inkml:trace contextRef="#ctx0" brushRef="#br0" timeOffset="121565.491">10254 11837 375 0,'0'0'439'0,"0"0"-72"0,1-11-44 0,-1 11-3 16,-3-10 1-16,3 10 31 0,-4-10-22 0,4 10-15 16,-5-12 5-16,5 12 2 0,-7-11 4 0,7 11-13 15,-4-11-5 1,4 11-54-16,0 0-8 0,-5-13-71 0,5 13 20 0,0 0-56 16,0 0 32-16,0 0-47 0,0 0 35 0,7-5-48 15,-7 5 20-15,14 5-55 0,-6 0 24 0,2 1-55 16,2 0 26-16,0 5-47 0,1-3 35 0,1 4-50 15,2-1 32-15,-1 2-43 0,2 2 39 0,-2-1-42 16,2 1 35-16,-3 0-36 0,2 1 30 0,-3 0-40 16,-1 1-2-16,1-3 5 0,-1 4-5 0,-4-5-1 15,0 0-1-15,-1-1-1 0,-2 0-6 0,-2-1 9 0,0-2 0 16,-3-9-5-16,1 17-1 16,-1-17 2-16,-3 13-7 0,3-13-22 0,-8 8 3 15,8-8 9-15,-12 5-14 0,12-5-22 0,-15 0 6 0,15 0 5 16,-15-7-15-16,7 1 3 0,2 0 0 0,1-3-6 15,1 0 11-15,0 1 17 0,2-3-20 0,2 11 15 16,0-19 20-16,0 19-11 0,4-20 22 0,0 9-6 0,1 2 12 16,3-1 1-16,2-1 2 0,0 2 4 0,3-1 14 15,1 1-10-15,1-1 11 16,3 1-9-16,-2-1 4 0,2 3-1 0,1 1 14 16,0-2-14-16,1 2 10 0,-2 0-8 0,-2-1 11 0,2 3-12 15,-2-2 13-15,1 2-15 0,-1-2 12 0,-1 3-10 16,-1-3 8-16,0 0-8 0,-2-1 17 0,-1 1-13 15,-1 0 11-15,-1-1-10 0,-2 0 10 0,-1-1-10 0,1 1 13 16,-3-2-14-16,-4 9 15 0,6-16-7 0,-6 16 4 16,1-17-6-16,-1 17 7 0,-1-14 1 0,1 14-1 0,-6-15-7 0,6 15 9 15,-11-13 8-15,11 13-5 0,-15-8 1 0,15 8-7 16,-17-2 9-16,17 2 5 0,-18 2 20 0,8 3-15 16,-1 1 32-1,0 3-21-15,0 2 41 0,1 1-38 0,1 3 29 16,-1 2-23-16,2 1 39 0,3-1-41 0,2 0 57 0,1 2-21 15,2 0 40-15,2 1-36 0,3 2 34 16,2-1-24-16,5 3-3 0,2-1-7 0,2 1-13 16,3-2 17-16,7 1 11 0,2-2-17 0,3 0-7 0,1 0-18 15,1-4-11-15,2-1-9 0,1-1-1 0,2-2-15 16,-6-4-6-16,2 0-4 0,-2-1-1 0,0 0-2 0,-1-3 7 16,-4 1-8-16,0-2-8 0,0-1-3 0,-3 2-2 0,-4-3 7 15,-1 1-6-15,-3-1-1 0,1-1 2 16,-4 1 2-16,-1-1-4 0,-12-1-4 0,22 3 1 15,-22-3-6-15,17 1-6 0,-17-1-7 0,13 2-14 16,-13-2-32-16,0 0-42 0,17 0-46 0,-17 0-68 0,0 0-63 16,0 0-52-16,9-3-62 0,-9 3-91 0,0 0-42 0,0 0-93 15,0 0-193-15,0 0-308 0,-11-3-746 0</inkml:trace>
  <inkml:trace contextRef="#ctx0" brushRef="#br0" timeOffset="123462.5508">14223 11921 320 0,'2'-9'517'0,"-2"9"-115"16,0-19-77-16,-3 10-13 16,-1 0-37-16,-5-1-8 0,0-2-26 0,0 2-11 15,-7-2-24-15,-1-1-20 0,-2 2 1 0,-1 0-12 16,-4-1-7-16,-3 2-2 0,-1 1-21 0,-3 0-8 16,0 1-19-16,1 3-11 0,1 1 16 0,0 2-20 15,0-1 0-15,2 3-28 0,-1 3 5 0,-1 0-13 16,-2 4 0-16,2 1-17 0,3 2 11 0,-1 1-17 15,6 4 4-15,5 0 1 0,3 0 4 0,2 1-6 0,6-2 0 16,2 1-7-16,6 2-7 0,2-3-9 0,4 5-1 0,4-4-8 16,5 0-5-16,3-1 5 0,6-2-14 0,-1 0 5 15,3-3-10-15,2-2 4 0,-4-2 1 0,1-2-1 16,1-1-5-16,-2-2 0 0,0-2-3 0,-2-1 7 16,-3-1 3-16,0-3-4 0,-3 0 6 0,0-2-1 15,-2-1-6-15,-4 1 22 0,-1 0-18 0,-4-2-5 0,1-3 6 0,-3 1-4 16,0 1 2-16,-2 1 7 0,-2 0-11 0,2 2 12 15,-1 0-4-15,-3 9 2 0,4-14-5 0,-4 14-1 16,6-11 0-16,-6 11 15 0,0 0-16 0,15 2 7 16,-7 4-7-16,1 2 14 0,1 5-35 0,3 2 44 15,3 6-14-15,-1 1 6 0,1 3-1 0,-1 6-4 16,2 3-16-16,-2 0 22 16,1 1-5-16,-3 0 3 0,-1 1-11 0,-1-1 4 15,-2-3-9-15,0-2 7 0,-2-1-2 0,-1 1-1 16,-2-5 3-16,-3-2-8 0,1-2 3 0,-4 2-8 15,1-5 3-15,-3 0 9 0,-2-1 5 0,2-2-12 16,-6-1 15-16,1-3-11 0,-2-1 13 0,-1-1-26 16,-1-1 23-16,-3-2-13 0,1-4 7 15,1 0-9-15,-1-3 8 0,-2-2-7 0,0-2 13 16,-1-5-24-16,3-2 1 0,0-3-12 0,2-1-5 16,1-4 2-16,4 0 6 0,1 0-4 0,3-3 1 0,4 0 11 15,0 0-9-15,4-1 2 0,1 0 2 0,3-3-29 16,2 0 26-16,1 1-9 0,2 0 15 0,1 2-10 15,1 0 20-15,4 1-14 0,-1 0-1 0,3 3 0 0,0-1 17 16,2 3-18-16,1 0 13 0,1 1-15 0,2 2 15 16,0 1-22-16,2 1 5 0,0 1 1 15,1 2 7-15,1-1 2 0,0 3 2 0,-3 5 5 0,3-2-4 16,-2 0 7-16,-2 4 1 0,-1-1 0 0,-3 1 3 16,0 3 1-16,-1-1 0 0,-2 2-3 15,0 0 6-15,0 2 18 0,-2 0-21 0,-1 1 20 16,-1 0-25-16,-1 1 23 0,-1-1-22 0,-1 2 12 0,-1 1-12 15,-2-1 22-15,0 1-23 0,-1-2 18 0,-3 0-20 16,2 0 24-16,-1 0-25 0,0-1 25 0,-7-6-25 16,9 12 20-16,-9-12-20 0,7 9 20 0,-7-9-21 0,7 9 25 15,-7-9-24-15,0 0 21 16,0 0-19-16,-2 13 19 0,2-13-21 0,0 0 21 16,-14 5-22-16,14-5 22 0,-13 1-21 0,13-1 20 0,-16-2-19 15,16 2 19-15,-22-3-22 0,10 0 22 0,0 0-20 0,-1 1 21 16,2-2-21-16,-1 2 20 0,0-2-23 0,3 1 18 15,1-1-15-15,8 4 23 0,-16-7-20 0,16 7 18 0,-12-6-21 0,12 6 9 16,-10-6-11-16,10 6 21 0,-8-8-30 0,8 8 8 16,-5-7-60-16,5 7-24 0,0 0-31 0,2-11-39 15,-2 11-19-15,5-8-54 0,-5 8-18 0,11-7-11 16,-11 7-48-16,17-7-40 0,-17 7-31 0,18-8-61 16,-18 8-238-16,17-6-192 15</inkml:trace>
  <inkml:trace contextRef="#ctx0" brushRef="#br0" timeOffset="123709.6588">14988 11915 285 0,'0'0'241'0,"0"0"-27"16,0 0-46-16,0 0-16 0,0 0-31 0,0 0-21 16,-4-10-29-1,4 10-14-15,0 0-11 0,0 0-5 0,0 0-15 0,0 0-5 16,0 0-26-16,0 0-56 0,0 0-70 0,-5-9-296 16,5 9 109-16</inkml:trace>
  <inkml:trace contextRef="#ctx0" brushRef="#br0" timeOffset="124215.1021">14782 11919 495 0,'-13'-10'420'15,"13"10"-39"-15,-12-10-39 0,12 10-28 0,-9-13 5 16,9 13-9-16,-8-14-36 0,8 14-12 0,-8-13-14 0,8 13-8 15,-4-12-20-15,4 12-34 0,-2-11-36 0,2 11-23 0,0 0-16 16,4-15-21-16,-4 15-11 0,12-7-11 0,-12 7-5 16,17-5-10-16,-17 5-7 0,25 0-4 15,-12 1-4-15,1 1-6 0,1 1-3 0,2 3-2 0,-3-2-12 16,3 2 6-16,1 4 11 0,-3-3-22 0,0 1 18 16,0 2-20-16,3 0 18 15,-5 0-24-15,-2 0 12 0,3 0-13 0,-3 0 21 16,1 0-21-16,-3 3 19 0,0-3-24 0,-2 3 26 15,1-2-18-15,-3 1 18 0,1 0-5 0,-1 0-1 16,-3 0-3-16,2-1 1 0,-2-2 3 0,-2-9 0 16,1 20 3-16,-1-20 2 15,-2 17 2-15,2-17 1 0,-7 16-26 0,7-16 20 0,-12 14 15 16,4-10-2-16,-3 2 2 0,0-2-3 0,-4 1 5 16,0-3-7-16,-3 2 0 0,0-4-4 0,-2 1-3 15,-1-2 3-15,1-1-18 0,-2-1 5 0,2 0 1 16,0-1-2-16,4-1-4 0,-1-1 2 0,0-1-3 15,4 0-12-15,1 0 8 0,3-1 1 0,2-1 5 16,1 2-12-16,1-2-2 0,5 9-9 0,-4-19-21 16,4 19-11-16,2-17-22 0,2 9-10 0,4-1-51 15,0-1-21-15,1 0-43 0,5 1-29 0,-1 0-34 0,2 2-30 0,2-3-21 16,-1 3-47-16,1 3-97 0,1-3-107 0,0 2-265 16,0 1-361-16</inkml:trace>
  <inkml:trace contextRef="#ctx0" brushRef="#br0" timeOffset="125354.2031">15521 11951 417 0,'0'0'503'0,"-1"-19"-108"0,1 19-69 0,-5-17-20 0,0 8-37 15,0 0 9-15,-1 1-30 0,-1-1-30 0,0 0-19 16,-1 2-6-16,-1-1-29 0,-1 2-27 0,2 1-11 16,-3 1-3-16,1 0-16 0,10 4-16 0,-20 0 34 15,20 0 12-15,-20 7-48 0,10-1 22 0,1 2-25 0,0 2 11 0,2 1-25 16,-2 1 11-16,2 3-34 0,2-1 10 15,0 2-27-15,3-1 11 0,0 0 6 0,2 3-10 0,0-2-4 16,2-1-3-16,0 1-7 0,3-2-3 0,0 0-11 16,1-1-15-16,0-1 22 0,2-2-3 0,-2-1-5 15,1 0-2-15,0-3-3 0,1 1-7 0,1-2 3 16,-9-5-3 0,15 5-8-16,-15-5 0 0,18 2-5 0,-18-2 5 0,15 0-1 15,-15 0-8-15,18-8-21 0,-11 3 28 0,0-3-13 16,1 1 19-16,-2-2-23 0,-1-2 28 0,0-1-23 15,-1-3 26-15,1 0-24 0,-3 1 24 0,0-1-23 16,-1 1 18-16,0 1-9 0,0 3 21 0,-1 10-20 16,0-21 20-16,0 21-20 0,1-16 14 0,-1 16-13 15,0-13 21-15,0 13-22 0,0 0 24 0,0-12-22 0,0 12 22 0,0 0-24 16,0 0 16-16,0 0-10 0,0 0 21 0,3 13-13 16,-3-13 19-16,6 14-15 0,-1-4 31 0,0-1-17 15,2 2 9-15,-1 0-18 0,4 0 14 0,-1 1-5 16,2-1-7-16,-1 1 1 0,6 0-1 0,-2 0-3 15,4-1-3-15,0-2-3 0,1 1 2 0,0-3-31 16,1 1 24-16,-2-3 4 0,0-1 2 0,1-1-5 0,-1-2-4 16,-1 0-3-16,-2-1-3 0,-1-1-12 0,2-5 14 0,-3 1 0 15,1-3-17-15,-1-1 22 0,0-6-17 0,0-1 20 16,-3-4-18-16,-1-4 18 0,1-5-16 0,-3-4 19 16,-2-1-17-16,1-8 21 0,-3-1-20 0,1-1 14 15,0-3-13-15,-3 1 25 0,0-1-5 0,-1 1-17 16,-2-1 15-16,-2 1-16 15,0 2 19-15,-1-1-20 0,-1 4 8 16,1 7 2-16,-2 2-1 0,0 2 4 0,2 7 7 0,0 1 7 16,1 4-4-16,-1 4-3 0,1 0-2 0,-1 4 3 15,5 10-8-15,-11-10 4 0,11 10 16 0,-12 2 7 16,4 4 5-16,0 4 4 0,1 2-2 0,3 3 4 16,-2 5 12-16,0 2 18 0,4 2-3 0,1 4-6 15,0 2-3-15,2 5 26 0,2 2-33 0,2 7 43 0,1 1-38 0,0 0 31 16,3 2-45-16,2-3 29 0,-1 1-48 0,1-1 30 15,1-1-42-15,1-3 2 0,2-1-8 0,0-1 3 16,2-3-6-16,0-3 4 16,2-1 22-16,1-1-25 0,2-5 19 0,-2-3-26 15,2-4-4-15,-1-1 4 0,2-1-1 0,1-3-2 0,-4-4 3 16,1 0-2-16,2-3 2 16,-5-2-8-16,3-1 25 0,-2-3-23 0,0-1-4 0,1-2 0 15,-2-2-5-15,2-3-5 0,-1-2-18 0,-3-3-23 0,0 0-16 16,-2-4-3-16,-2-3 10 15,-1-3-6-15,-3 1-1 0,0 0 2 0,-5-1 19 16,0 2 9-16,-2 3 6 0,-1-1 18 0,-1 2-5 16,-1 0 14-16,0 5-7 0,-2-1 11 0,0 1-1 0,0 4 8 15,4 8-6-15,-7-16 8 0,7 16-4 16,-6-8 4-16,6 8-6 0,0 0-5 0,0 0 11 16,0 0 11-16,0 0-15 0,-6 7 10 0,6-7-10 0,6 12 10 15,-1-5-3-15,1 2 4 0,2 0-11 0,2 1 8 16,0 1-4-16,1-1 6 0,3 3-10 15,0-1 12-15,2 1-12 0,0 0 12 0,1-1-10 0,1 1 10 0,-4-1-2 0,4 1-2 16,-4-1 5-16,2-1-27 0,-1 0 32 16,-3-2-4-16,0 0 0 0,-3 0 0 0,1-2-9 15,-1 3 10-15,-3-4-4 0,-6-6-3 0,11 11-1 16,-11-11-1-16,5 10-1 0,-5-10-8 0,0 0 8 0,-6 14-8 16,-1-8-22-16,7-6-46 0,-21 6-107 15,7-3-119-15,-5-2-100 0,1 0-146 0,-4-2-662 16,-4-1-822-16</inkml:trace>
  <inkml:trace contextRef="#ctx0" brushRef="#br0" timeOffset="125977.3324">17786 11891 165 0,'0'0'690'0,"0"-15"-157"0,0 15-43 0,-3-15-6 16,3 15-24-16,-2-14-29 0,2 14-20 0,-1-13-47 15,1 13-34-15,-2-11-61 0,2 11-54 0,0 0-36 0,-3-11 9 16,3 11-15-16,0 0 29 0,0 0-35 15,0 0 28-15,-6 12-60 0,6-12 22 16,-2 15-61-16,2-15 17 0,-2 20-51 16,2-20-10-16,1 24-8 0,0-11-12 0,1-1-2 0,0 2-1 15,0 3-10-15,1-3-3 0,1-1-1 0,-2 2-11 16,3-2-10-16,-1 0-27 0,0-2-83 0,0-1-27 16,0 1-101-16,1-3-31 0,0 0-82 0,-5-8-67 15,12 13-38-15,-12-13-47 0,9 6-118 0,-9-6-485 16,0 0-729-16</inkml:trace>
  <inkml:trace contextRef="#ctx0" brushRef="#br0" timeOffset="126180.9106">17763 11669 402 0,'-2'-16'515'16,"1"2"-87"-16,0 1-6 0,0 1-14 0,-1-1-68 15,2 1-20-15,-3 1-55 16,3 11-15-16,-1-21-42 0,1 21-10 0,-1-16-55 0,1 16-11 15,0-13-47-15,0 13-2 0,0 0-35 0,1-14 6 16,-1 14-33-16,0 0 9 0,0 0-53 0,0 0-23 16,18 3-65-16,-18-3-39 0,11 11-76 0,-4-5-96 0,-2 4-51 0,3 1-134 15,-2 1-313-15,0 0-353 16</inkml:trace>
  <inkml:trace contextRef="#ctx0" brushRef="#br0" timeOffset="126559.5833">18019 11846 598 0,'0'0'576'0,"0"0"-65"0,12 3-23 0,-12-3-62 16,0 0-64-16,0 0-43 0,11 4-36 0,-11-4-20 0,0 0 0 15,6 7-46-15,-6-7-4 0,0 0-31 0,6 13-9 16,-6-13-22-16,5 16-28 0,0-7-21 0,-2 1-26 16,1 0-9-16,-1 1-13 0,1 1-11 0,0 0-8 15,1 1-9-15,-1 1-4 0,3-1-6 0,-2 0-6 16,1-1 7-16,-2-2-6 0,1 1-3 0,0-3 1 0,2 1-5 0,-2-1-15 31,2-1 9-31,-1-1 8 0,3-1-4 0,-9-5-4 16,17 7 3-16,-17-7-15 0,18 1 0 0,-18-1-6 15,21-3 13-15,-9-3-4 0,0 0 3 0,1-3-8 16,0 1 10-16,-2-2-5 0,2 1 9 0,-2 0-4 16,1-1 7-16,-2 2-5 0,0-1 10 0,-3 3-6 15,1 0 7-15,-8 6-7 0,11-10 3 0,-11 10-5 16,10-7 5-16,-10 7-1 0,0 0 4 0,14-2 3 0,-14 2-1 0,10 6-2 15,-3 0 5-15,2 0 0 0,1 2 1 0,1 1-9 16,6 2 0-16,-2-1 3 0,1 1-4 0,2 0-6 16,1-1-31-16,2 1-72 0,-1-1-80 0,1-1-94 15,6 3-89-15,-1-2-103 0,1 0-115 0,-4-3-532 16,1 1-734-16</inkml:trace>
  <inkml:trace contextRef="#ctx0" brushRef="#br0" timeOffset="127825.163">20622 11945 318 0,'5'-16'634'0,"-1"3"-141"16,-3 0-47-16,-2-1 19 0,-1-1-45 0,-1 1-8 0,-1-1-42 0,-3 1-19 15,0-1-60-15,-1 4-33 0,0-1-37 0,-2 2-37 16,1 2-34-16,-1 2 1 0,-1 2 1 0,11 4-39 16,-22 0 12-16,9 3-28 15,0 3 28-15,-1 3-51 0,0 2 17 0,0 3-45 0,2 0 24 16,1 4-41-16,1 0-9 0,2 0 5 0,3 2-10 0,2-2 2 16,3 0-5-16,4 0-3 15,2 1-7-15,3 1-11 0,4-2-12 0,3 0-14 16,5-2-22-16,0 0-10 0,4-2-10 0,-1-3-3 0,-2-3-7 15,1-1-1-15,0 1 2 0,-3-3 16 0,-1-1 5 0,-3-3 3 16,-2-2 11-16,0 1-13 16,-1-2 36-16,0-3-15 0,-1-3 26 0,-1 0-17 0,-3-3 25 15,0-1-16-15,-1-3 26 0,-2 1-24 16,0-3 7-16,-2 0 3 0,-1 1 3 0,1-1 4 16,0 3 3-16,-1-1 0 0,0 3 1 0,-1 1 5 0,-1 11-3 15,5-19 1-15,-5 19-1 0,2-16-1 0,-2 16-3 16,0 0 5-16,1-13-1 0,-1 13 0 0,0 0 4 0,0 0 6 0,0 0 23 15,6 10-24-15,-6-10 27 0,5 15 1 0,-1-6 9 16,0 1-6-16,3 2 4 0,0 1-18 0,1 2 9 16,2 0-15-16,3 0 4 0,0 0-4 0,1 0 0 15,1 0-4-15,3-3-8 0,1 4 5 16,0-5-16-16,2-3 33 0,-1 1-33 0,1-3-3 16,1 1-7-16,-1-2-12 0,1-1-1 0,-2-1-8 0,-1-1-1 15,1-2-8-15,-1-2-6 0,-1-2-28 0,-1 0 33 16,0-3-19-16,0-1 36 0,-2-3-19 15,0-3 28-15,-2-2-20 0,0-2 26 0,-2-6-22 0,0-3 5 16,-1-2 7-16,-2-3 9 0,-1-7 0 0,-1-1 24 0,0-2-24 16,-2 0 22-16,-1 5-20 0,-1 0 23 0,-2 0 9 15,0 2-27-15,-1 7 22 0,0 0 0 0,-1 3 48 0,1 5-6 16,-1 1 7-16,1 2-27 0,0 3 6 0,-2 3-19 16,0 1 1-16,3 10-11 0,-8-12 3 15,8 12 23-15,-12-3 3 0,12 3 6 0,-16 12 24 16,9-2-46-16,-3 6 6 0,0 2-6 15,1 4 1-15,2 4 1 0,0 5-3 0,2 1 10 16,3 1-8-16,1 1 31 0,3 3-20 16,3-2 10-16,3 5-30 0,3 0-8 0,5-1 4 0,1-1-1 15,5-2-2-15,4-1-3 0,1-2 2 0,2-2-2 16,1-2-12-16,1-2 4 0,1-3-4 16,-2-2 1-16,0-4-3 0,-5-4-10 0,0-2-1 15,-4-1-7-15,-3-5-11 0,1 0 6 0,-1-4-7 0,-4 0-1 0,0-2 9 0,-1-3 2 16,-1-2 5-16,1-3 4 0,-3-3-7 15,-2-2 8-15,0-7-1 0,-3-2-5 0,-3-6 9 16,-1-1-2-16,-2-7 8 0,-3-8-3 0,-1-2 6 0,-3-1-7 16,-2-1 8-16,1 0-4 0,-1 2 2 0,1 2 13 15,-1 3-3-15,4 8-3 0,-3 3 1 16,1 3-1-16,2 6 2 16,-1 0-5-16,0 6 5 0,1 1-21 0,0 4 25 0,-1 3 5 15,7 7 3-15,-16-4 11 0,6 7 1 0,0 4 9 16,-2 4-1-16,1 4 21 0,2 3-24 15,-3 9 52-15,5 1-42 0,1 3 33 0,4 1-44 0,2 4 30 16,3 0-43-16,4 6 28 0,2 1-45 0,4-1 5 16,3-1-4-16,4 0-4 0,2-2-3 15,1-2-14-15,3-1-58 0,3-3-51 0,0-3-82 0,0-2-107 0,0-1-97 0,0-3-94 16,-2-3-241-16,-3-5-467 0,-1-4-823 0</inkml:trace>
  <inkml:trace contextRef="#ctx0" brushRef="#br0" timeOffset="128769.5053">23164 11596 329 0,'0'0'428'16,"0"-13"-57"-16,0 13-33 0,0 0-13 0,0-14-25 0,0 14 0 0,0 0-39 0,-1-12 1 15,1 12-24-15,0 0 10 16,0 0-39-16,-1-13-11 0,1 13-24 0,0 0-1 16,0 0-43-16,0 0 5 0,-2-11-44 0,2 11 13 0,0 0-29 15,0 0 13-15,0 0-25 0,0 0 12 0,0 0-14 16,0 0 6-16,0 0-14 0,0-11 7 0,0 11-10 0,0 0 12 15,0 0-5-15,0 0-3 0,0 0-9 0,0 0-3 16,0 0 4-16,0 0-5 0,0 0-5 0,0 0 0 16,0 0 3-16,0 0 23 0,0 0-31 0,0 0 0 15,-2-10-2-15,2 10 0 0,0 0-3 0,0 0 0 0,0 0 3 16,0 0-5-16,0 0-7 0,0 0-2 16,0 0-5-16,0 0 1 0,0 0-1 0,0 0-5 15,0 0 0-15,0 0 0 0,0 0-16 0,0 0 9 16,0 0 8-16,0 0-3 0,0 0-3 0,0 0 2 0,0 0-1 15,0 0 3 1,0 0-10-16,0 0 8 0,0 0-1 0,0 0-1 16,0 0 0-16,0 0 5 0,-7-6-1 0,7 6-2 15,0 0 1-15,0 0 0 0,0 0 7 0,0 0 0 16,0 0 3-16,0 0-5 0,0 0 6 0,0 0 2 16,0 0-7-16,0 0 1 0,0 0-9 0,0 0 7 15,0 0-5-15,0 0 9 0,0 0 2 0,0 0 7 0,0 0-2 16,0 0-2-16,0 0-3 0,0 0-5 0,0 0 3 0,0 0-3 15,0 0 17-15,0 0 5 0,4 16 48 0,0-4-39 16,-1 5 32-16,1 4-48 0,1 3 36 0,2 4-42 0,0 2 35 16,-1 2-41-16,0 1 35 0,1 6-42 0,1 0 29 15,-1 1-40-15,-2-7 2 0,1-2-3 0,0 2 0 16,1-2 1-16,-1-1-5 0,-1-3-11 0,1-2-42 16,-1-3-51-16,2-2-27 0,0-1-65 0,-1-3-42 0,0-1-65 15,-1-3-33-15,3-1-40 0,-1-3-20 0,-1-1-28 16,-6-7-79-16,13 6-26 0,-13-6-398 0,0 0-515 15</inkml:trace>
  <inkml:trace contextRef="#ctx0" brushRef="#br0" timeOffset="129664.533">23135 11987 521 0,'-13'-7'484'0,"1"-1"-61"0,1 2-11 15,2 0 20-15,0 0-26 0,2-1 14 0,0 1-58 0,7 6-32 16,-10-9-55-16,10 9-5 0,-6-8-62 0,6 8-32 15,0 0-42-15,0 0-18 0,8-10-38 16,-8 10-11-16,20-2-11 0,-6 2-4 0,4 0-25 16,3 3 4-16,5-2-24 0,1 2 2 0,1 0-45 0,3-1-3 0,0 0-45 15,-1 0 5-15,0 1-18 0,0-1 21 0,-3-2-14 16,-3 1 6-16,-2-2 23 0,-2 0 12 0,-2-2 11 16,0 0 7-16,-3-2 9 0,-1-1 4 0,-4-3 3 0,-1 0 5 15,-1-4 5-15,-4 0 2 0,-1-2 5 0,-2-2 8 16,0-1 14-16,-3 0 38 0,0-2 40 0,0 1-18 15,-1 1 32 1,0-2-12-16,-1 2-9 0,1 0 1 0,1 1 6 0,-1 2 19 16,1 2 9-16,0 2-9 0,0 0-17 15,2 11-21-15,-2-17-24 0,2 17-5 0,-3-12-12 16,3 12 0-16,0 0 11 0,0 0 34 0,0 0-46 0,0 0 41 16,5 18-35-16,-2-7 26 0,1 5-46 0,1 1 37 15,2 3-45-15,0 1 38 0,0 1-42 0,2 5 31 16,3-2-41-16,-3 1 30 0,2 0-38 0,1-1 1 15,-1 0-6-15,1-1 8 0,-1 0-3 0,-1-5-5 0,1-1-3 16,-2-1 2-16,-1-3-15 16,0-2-15-16,1 1-13 0,-1-2-5 0,0-2-17 15,0-2-21-15,1 0 13 0,-1-2 2 0,-8-5-5 0,16 5 2 16,-16-5 6-16,16-2-13 0,-7-1 11 0,1-3-29 16,-1-1 26-16,1-1 3 0,1-2 28 0,-2 0-6 15,0 1 28-15,1 0-11 0,-2-1 24 0,-1 4-13 0,2-3 25 16,-9 9-19-16,12-11 26 15,-12 11-19-15,9-8 20 0,-9 8-14 0,0 0 12 16,12-3-9-16,-12 3 17 0,0 0-14 0,15 7 23 0,-9 0-18 16,0-2 33-16,2 2 2 0,0 1 9 0,2 0-8 0,1 0 6 15,3 1-3-15,2 1-5 0,3-1-1 0,1 0-6 16,2-2-3-16,0 1-5 0,1-1-2 16,0-2-4-16,0 0-9 0,1-2 0 0,0 0 2 15,-5 0-3-15,0-3 2 0,1 0-26 0,-3 1 25 16,1-4-4-16,-1 1-1 0,-2-3 8 0,2-1-5 15,-3-1 1-15,-1-2-2 0,2-2-2 0,-3-3-17 16,-1-1 25-16,-2-2-6 0,-2 2-2 0,-2 1 2 16,-1-4 0-16,-1 2 1 0,-1 2-6 0,-2 1-1 15,0 1 3-15,-2 0 3 0,-2 3 6 0,0-1-8 0,-2 3-1 0,-1 1-1 16,-1 2 12-16,8 4-6 0,-21-3 4 0,21 3-6 16,-22 3 7-16,11 3 8 0,0 0 11 0,-1 3 7 15,3-1 43-15,1 4-24 0,0 0 77 0,3 1-37 16,1 2 65-16,3-2-34 0,3 3-13 0,1 1 21 15,5 0 9-15,3-1-20 0,3 2-10 0,6 1-14 16,3 0 9-16,7 0-22 0,2-1-1 0,3-2-21 0,2-1 3 0,1-2-22 16,3-1-1-16,-3-1-11 0,-3-3-7 0,-1-1-5 15,0-1-4-15,-1-1 6 0,-4-1-9 0,-1-1-5 16,-1-2 2-16,-1 1-5 0,-4 0 0 0,-1-1 6 16,0-1-6-16,-2 0 1 0,-5 0-6 0,0 0 7 15,-1-1-13-15,-1-1 5 0,-12 2-16 0,20-3 0 16,-20 3-29-16,15-3-69 15,-15 3-56-15,7-6-59 0,-7 6-65 0,0 0-33 16,0 0-77-16,-9-11-99 0,9 11-40 0,-18-5-83 16,5 4-198-16,1-2-318 0,-4 1-756 0</inkml:trace>
  <inkml:trace contextRef="#ctx0" brushRef="#br0" timeOffset="130991.4919">25858 11825 279 0,'3'-11'447'0,"0"2"-39"0,-3 9-51 16,4-19-40-16,-4 19 24 0,0-21-25 0,0 21-52 16,0-21 15-16,0 21-8 0,2-19-32 0,-2 19-5 15,0-16-16 1,0 16-31-16,0-13-36 0,0 13-34 0,0 0-14 0,2-10-1 15,-2 10 20-15,0 0 5 0,11 12-9 0,-3-1-5 16,0 2-16-16,2 4-18 0,1 2-5 0,2 3-22 16,-2 1 8-16,3 2-17 0,-1 0 0 0,-1 0-16 15,3 1 14-15,-1-1-40 0,1 0 26 0,2 0-7 16,-2-3-1-16,1 0-8 0,-1 2-3 0,4-3 4 16,-2-2 3-16,1 0-4 0,-5-4 1 0,4-3-7 0,-4 0 3 0,1-4-3 15,-1 1 5-15,-1-3-4 0,-1-2 0 0,2 1-6 16,-13-5-18-16,24 1 20 0,-12-4 12 0,-1-1-9 15,2-2 6-15,-3-1-4 0,1-3-5 0,-3-1-11 16,2-2 27-16,-1-3-22 0,0-2 15 0,-3-1-19 16,2-2 14-16,-2-1-14 0,1 0 13 0,-1-1-20 15,-2 2 22-15,2-1-19 16,0 1 18-16,-3 0-16 0,1 5 15 0,0-1-14 16,-1 3 13-16,-1 2-22 0,0-1-29 0,2 3-47 15,-4 10-75-15,5-16-48 0,-5 16-10 0,3-10-38 16,-3 10-35-16,0 0-39 0,10-3-85 0,-10 3-100 15,9 3-472-15,-9-3-595 0</inkml:trace>
  <inkml:trace contextRef="#ctx0" brushRef="#br0" timeOffset="131545.6107">26758 11887 370 0,'0'0'336'16,"0"0"-5"-16,6-9-78 0,-6 9-13 0,0 0-72 15,9-10 27-15,-9 10-10 0,8-6 15 0,-8 6-6 16,0 0 8-16,8-9-20 0,-8 9-16 0,0 0-20 16,0 0-13-16,7-6-6 0,-7 6 10 0,0 0 20 15,0 0-1 1,11 1-14-16,-11-1-18 0,0 0-18 0,14 5-15 0,-14-5-23 15,10 6-12-15,-10-6 0 0,15 6 3 16,-15-6-7-16,17 5-8 0,-17-5-10 0,23 5-6 0,-12-4-9 16,3 1-2-16,1 1-2 0,-1-2-2 0,1 0-4 15,1-1-4-15,-3-1 1 0,1 0-1 0,-1-2-2 16,0 0-2-16,-3 0-1 0,1-3 0 0,-2 2-1 16,-2-4-2-16,0 1 2 0,-3-3-1 0,0 1-2 0,-4 9-4 0,0-21 3 15,0 21 5-15,-2-23-1 0,-2 12 1 16,-3 0 0-16,1 0-2 0,-4 1 1 0,1 2-5 0,-5 0 6 15,-1 1-1-15,-1 3 2 0,-1 2-2 0,-2 0 5 16,-3 4-2-16,-2 1-2 0,-1 3 0 0,-2 4 0 16,-1 2 3-16,1 2 1 0,0 2 0 15,3 3 0-15,2 0 4 16,3 1 1-16,2 2 2 0,3 0 15 0,5-1 21 0,3-1 11 16,3-2-21-16,3 1 14 0,5 1-15 0,4 1 7 15,2-1-2-15,5-1-11 0,4 0-2 16,2-2-3-16,5-1-25 0,2-3 7 0,0 1-25 0,3-4 0 15,2-1-62-15,-3-1-33 0,3-2-114 0,-3-1-1 16,-2-2-56-16,1 0-51 0,-1-1-14 16,-2-3-87-16,0 0-143 0,-2-3-244 0,0-1-360 0</inkml:trace>
  <inkml:trace contextRef="#ctx0" brushRef="#br0" timeOffset="132710.4799">27499 11853 615 0,'0'0'524'0,"-4"-12"-65"0,4 12-21 0,-5-9-8 0,5 9-75 15,-5-9-49-15,5 9-56 0,0 0-35 0,-5-9-1 16,5 9 6-16,0 0 4 0,0 0-48 16,0 0 0-16,-8 8-21 0,8-8-18 0,-3 14-27 15,3-14-20-15,-4 19-12 0,2-8-19 0,2 1-8 0,-2 0-10 16,2-1-9-16,0 4-5 0,-2-2-2 0,2 1-8 0,0 0 2 15,2 0-7-15,-2-2 2 0,2 2-6 0,-2-2-2 16,2-1-2-16,0 0-1 0,0-1-3 0,-2-10 5 16,3 18-12-16,-3-18 8 0,7 16 0 0,-7-16-13 15,9 12-16-15,-9-12 3 0,9 7-6 0,-9-7 4 16,13 2-23-16,-13-2 9 0,14-2-29 0,-5-3 30 16,-1-1-40-16,2-4 1 0,0 1-3 0,0-3 12 0,-1-1 6 0,2-3 6 15,-2 1 10-15,3-2 12 0,-4 1 5 0,1 2 10 16,-3-1 3-16,2 2 4 0,-2 1 3 0,-1 0 4 15,-1 3 4-15,1 0 2 0,-5 9-1 0,9-16-3 16,-9 16-1-16,5-11 2 0,-5 11 1 0,0 0 11 16,6-9 7-16,-6 9 24 0,0 0 2 0,7 7 2 15,-7-7-8-15,6 11 5 16,-2-1-4-16,0-2-5 0,0 2-8 0,3 3-2 16,-1-1 9-16,1 2-3 0,2-1-6 0,-2 0 21 15,2 2-27-15,3-1 16 0,-2 0-23 0,1-3 18 16,1 1-22-16,-1-3 16 0,0 2-20 0,2-4 18 15,-1 2-21-15,-2-4 11 0,0 0-9 0,-1 0 17 16,-9-5-17-16,20 4 14 0,-20-4-17 0,17 0 16 16,-17 0-18-16,19-9 20 0,-10 4-15 15,3-2 12-15,-3-3-21 0,1-1 5 0,0-2 0 0,0-4 4 16,-1 0-4-16,0-1-6 0,-1 0 11 0,0-1 1 0,-1 0-2 16,-2 3 7-16,-1 1 9 0,1 1 10 0,-1 1 5 15,-1 3 3-15,0 1 0 16,-3 9-6-16,3-16-6 0,-3 16-6 15,2-15-3-15,-2 15-1 0,0 0-2 0,-4-7-2 0,4 7 1 0,0 0 6 16,-11 5 5-16,11-5 3 0,-8 9-3 0,8-9 12 16,-8 14-4-16,4-5 2 0,1 1-20 0,3-10 39 15,-4 19-23-15,4-19 17 0,2 22-26 0,0-11 12 16,2 0-16-16,1 1 36 0,2 0-47 0,2 0 14 16,0-1-15-16,2-1 14 0,3 1-19 0,-1-3 9 15,1 0-16-15,1 0 4 0,-1-3-8 0,-1 1 3 16,0-2-5-16,-1-1 0 0,-1-1 1 0,-11-2 0 0,24-2-1 15,-13-1-19-15,1-2 11 0,-3-1-4 0,0-2 10 16,3-3 5-16,-3-2 12 0,1-2-14 0,0 0 4 16,0-1 4-16,-1-2-1 0,-1 4 0 0,-1-1 6 15,0 3-3-15,-2-1 7 0,0 3-1 0,-2 1-1 16,2 0-2-16,-5 9 0 0,4-14 2 0,-4 14 0 0,0 0 2 16,2-11 3-16,-2 11-5 0,0 0 4 0,0 0 0 0,-6 6 4 15,6-6-2 1,-5 11 3-16,5-11-1 0,-3 16 36 0,3-16-32 15,-2 21 1-15,4-11 7 0,0 3-4 0,1-1 12 16,2 2-8-16,-1-1 6 0,3 0-15 0,1 0 44 16,2 1-44-16,-1-2 11 0,2-2-7 0,2 0 6 15,-2-1-16-15,2-2 11 0,2-1-15 0,-1 0 14 16,1-1-18-16,0-1 19 0,-1-2-16 0,-1-1 12 0,3-2-14 16,-3-1 11-16,3-2-19 0,-1-1 20 0,1-3-22 15,-2-2 21-15,4-1-17 0,-4-1 14 0,2-4-14 16,-2-5 16-16,1 0-19 0,-3-1 17 0,-2 1-15 15,-1-1 14-15,-2-1-10 0,-2 1 9 0,-1 0-13 16,0 4 16-16,-2 1-13 0,-2 1 10 0,0 2-7 16,0 1 2-16,-3 2-6 0,-1 0 9 0,-2 4-6 0,0 0 5 0,6 7-1 15,-19-5 6-15,19 5-17 0,-23 3 18 0,11 2-5 16,-1 3 13-16,-1 1-11 0,0 3-1 0,0 2 4 16,2 3-2-16,-1-1 0 0,2 3 7 0,2 0-4 15,-2 0-14-15,4 2 19 0,1 1-13 0,0-1 12 16,1 2-13-16,4-4 17 0,1 0-18 0,1 1 23 15,3 0-18 1,2 0 19-16,2 1-8 0,4-1 1 0,2 1-14 16,4-1 15-16,0-3-24 0,2 2 19 0,2-2-20 0,-1-3 15 15,3-1-19-15,0-1-7 0,-1-1-32 0,-1-4-43 16,1 0-32-16,0-1-89 0,1 0-72 16,-2-2-88-16,-1-2-63 0,0-1-186 0,0-1-492 15,0-1-734-15</inkml:trace>
  <inkml:trace contextRef="#ctx0" brushRef="#br0" timeOffset="133265.7802">29451 12245 67 0,'0'0'709'0,"10"-5"-172"15,-10 5-64-15,0 0-17 0,5-7-55 0,-5 7-61 16,0 0-32-16,5-9-5 0,-5 9-48 0,0 0-8 16,5-8-58-16,-5 8-16 0,0 0-48 0,0 0-13 15,8-7-33-15,-8 7 0 0,0 0-31 0,0 0 7 16,0 0-28-16,16 0 10 0,-16 0-22 0,0 0 10 0,9 7-20 0,-9-7-3 16,0 0-1-16,7 9-1 0,-7-9-1 0,5 10-1 15,-5-10-2-15,0 0 3 0,1 12-1 0,-1-12-5 16,0 0 3-16,-6 14-1 0,6-14 3 0,-5 7-1 15,5-7 3-15,-9 7-1 0,9-7-1 0,-11 6 2 16,11-6 0-16,-13 3-2 0,13-3 0 0,-12 3 2 16,12-3 3-16,0 0 0 15,-18 0 1-15,18 0-1 0,-11-4-1 0,11 4-1 0,-9-4 1 16,9 4 0-16,-7-7 2 0,7 7-2 0,-4-8 17 16,4 8-20-16,-2-11 13 0,2 11-15 0,2-13 16 0,-2 13-19 15,4-12 19-15,-4 12-20 0,5-10 14 16,-5 10-15-16,7-10 20 0,-7 10-23 0,5-9 17 15,-5 9-16-15,0 0-1 0,7-9 5 0,-7 9 8 0,0 0-10 16,0 0 18-16,0 0-15 0,14-1 14 0,-14 1-14 16,0 0 13-16,6 7-17 0,-6-7-1 15,0 0 4-15,3 10 2 0,-3-10-1 0,0 0-9 16,0 0 12-16,3 10-1 0,-3-10 0 0,0 0-2 16,0 0-6-16,0 0 4 0,0 0 5 0,0 0-1 15,-2 11-1-15,2-11 0 0,0 0-4 0,0 0-3 16,0 0-36-16,0 0-93 0,0 0-94 0,-16-1-78 0,16 1-98 0,0 0-161 15,-11-8-446-15,11 8-626 0</inkml:trace>
  <inkml:trace contextRef="#ctx0" brushRef="#br0" timeOffset="137406.7937">4708 13989 303 0,'0'0'368'0,"0"0"-29"0,-4-16-16 15,4 16-10-15,-2-9-71 16,2 9 51-16,-3-12-86 0,3 12 3 0,-4-13-17 16,4 13 44-16,-3-13-25 0,3 13-15 0,-3-12-18 0,3 12-9 15,-3-12-19-15,3 12 3 0,-3-12-16 0,3 12-19 16,0 0-21-16,-3-12-26 0,3 12-11 0,0 0-8 16,0 0 1-16,0 0-15 0,0 0 23 0,0 0-17 0,3 19 2 15,-2-7-10-15,1 3 15 0,1 2 1 0,-1 3-9 16,2 2-6-16,0 3-1 0,-1 0-29 15,1 1 14-15,0 0-19 0,-1 0 15 0,1-1-20 0,1 1 14 16,-1-2-14-16,4-1-1 0,-3-1 2 0,-1-1 0 16,0-1 2-16,0-2-2 0,0-2 3 0,0-1-2 15,-2 0 1-15,0-4 1 0,0 1 2 0,-2-12 4 0,3 19-2 16,-3-19 7-16,1 15 8 0,-1-15-16 0,-2 10 0 16,2-10-1-16,0 0 1 15,-12 3-6-15,12-3 4 0,-12-7 3 0,12 7 19 16,-19-15-25-16,9 5 20 0,-1-4-26 0,-1-3 22 0,0-2-24 15,-2-4 21-15,3-4-25 0,-3-6 27 0,1 0-25 16,3-6 18-16,0 1-26 0,1-2 25 0,2-2-18 16,0 1 0-16,3-1 3 0,2 7 0 0,2-1 5 15,2-1-8-15,3 3 31 0,2 1-29 0,2 3 21 0,3 1-22 16,0 1 23-16,3 3-24 0,0 3 26 0,2 1-22 16,0 4 21-16,1 5-17 0,-1 1 26 0,3 4-23 15,-1 3 28-15,-1 2-27 0,1 3 8 16,0 1-1-16,3 3 0 0,0 2 1 0,0 3-3 15,0 4 3-15,-1 0 1 0,1 3 2 0,-2 2-3 0,-1 0 0 16,-2 4-1-16,-4 2-2 0,0 0-3 0,-3 1 1 16,-3 2 36-16,-3-3-47 0,-2 2 34 0,-4 0-39 15,-2 5 33-15,-3-1-36 0,-8 0 46 0,0 4-51 16,-2-3 30-16,-5-1-38 0,-1-4 24 0,-3 2-27 16,-1-5 23-16,-1 0-29 0,0-3 24 0,3-5-30 0,2-1-1 15,3-3-6-15,1-3 2 0,4-3-74 0,0-1-39 16,4-2 13-16,11-3-16 15,-17-1 31-15,17 1 0 0,-13-9 14 0,13 9 33 0,-5-13 6 16,5 13 12-16,0-18 19 0,3 7 11 0,0 1 10 16,1 1 10-16,0 1 10 0,0-2 12 0,-4 10 1 0,9-13 7 15,-9 13 12-15,7-7 14 16,-7 7 15-16,0 0-4 0,14-3 14 0,-14 3 12 0,14 6 11 16,-14-6-18-16,14 13-11 0,-4-3-6 0,0 1 3 15,2 2-5-15,2 1-12 0,-1 1-3 0,3 0-6 0,2 3-7 16,2 0-3-16,0 0-7 0,1 0-4 15,0 0-25-15,3-1-36 0,-1 1-68 0,0-2-80 16,1-1-75-16,0 0-92 0,0-2-101 0,-1 0-535 0,-3-3-607 16</inkml:trace>
  <inkml:trace contextRef="#ctx0" brushRef="#br0" timeOffset="137668.8838">5454 14482 782 0,'0'0'584'0,"0"0"-111"0,0 0-62 0,3-11-40 15,-3 11-8-15,0 0-6 0,0 0-12 0,0 0-29 16,0 0-19-16,-7 9-2 0,7-9-63 0,-2 13-15 0,2-13-35 16,0 17-31-16,1-5 12 0,0 0-18 15,1 3-32-15,1 1-19 0,2 1-18 0,0-2-14 16,2 4-5-16,0 1-22 0,0-2-8 0,0 0-4 0,1 0-5 15,-1-2-14-15,0-2-22 0,0 1-76 0,2-3-81 0,-2 0-53 16,1 1-65-16,0-2-90 0,1-3-19 0,0 2-81 16,-1-3-108-16,0-3-512 0,-8-4-719 0</inkml:trace>
  <inkml:trace contextRef="#ctx0" brushRef="#br0" timeOffset="138623.216">6763 14247 104 0,'-10'-2'485'0,"10"2"-157"16,-19-5-11-16,19 5-65 0,-17-4 30 0,17 4-63 15,-14-3 61-15,14 3-35 0,-14-3 18 0,14 3-29 16,-9-3-2-16,9 3-28 0,0 0-11 0,-14-3-11 16,14 3-6-16,0 0-10 0,0 0-17 0,-11-3-11 0,11 3-19 15,0 0 16-15,0 0-22 0,0 0 16 0,0 0-30 0,16 1 8 16,-16-1-6-16,24 2-10 0,-5-1-9 0,3 1-21 15,5-2 23-15,4 0-10 0,4-1-58 0,6-1 5 0,9 0-9 16,0-1-7-16,3 0-1 0,0-2-4 0,-1 2 0 16,0-3 0-16,-1 1-6 0,-3 1-20 15,-1 0 2-15,-3-2-9 0,-5 1 4 0,-5 0-18 16,-6 3 33-16,-3-3-22 0,-2 3 21 16,-4-3-28-16,-4 1 19 0,-2 1-10 15,-3 0 24-15,-10 3-15 0,9-6 19 0,-9 6-18 16,0 0 23-16,-6-14-19 0,-1 9 5 0,-3 0 15 0,-5-2-10 0,1 1 17 15,-4-1-20-15,-3-1 21 0,2 2-18 0,-2-1 18 16,1 1-19-16,3 0 21 0,0 2-21 0,2 0 30 16,0-1-26-16,4 0 22 0,1 3-16 15,-1-3 19-15,11 5-21 0,-16-5 20 0,16 5-18 0,-11-3 16 16,11 3-19-16,0 0 24 0,0 0-22 0,0 0 25 16,18 1-29-16,-6 4 36 0,5-1-34 0,0 0 2 15,5 4 2-15,1-1-1 0,1 2-1 0,1-2 30 0,3 4-31 16,1-1 22-16,1 0-28 0,-1 2 27 0,1-1-26 15,-2 0 24-15,-2-1-31 0,0 2 36 16,-5-3-33-16,-2 3 24 16,-1-4-25-16,-4 1 4 0,-2 0-1 0,-2 1 3 15,-2-2 7-15,-3 2-3 0,-2 0 4 0,-3-10-2 16,-1 18 1-16,-3-9 0 0,-3 3-1 0,-3-3 3 16,-4 5-4-16,0-3-6 0,-3 0 2 0,0 0-11 0,-2-1-61 15,2 0-83-15,-2 0-124 0,1-1-85 0,5 0-163 16,-1-2-710-16,4-1-851 0</inkml:trace>
  <inkml:trace contextRef="#ctx0" brushRef="#br0" timeOffset="139192.9297">9206 14194 285 0,'-2'-15'440'0,"-2"4"-17"16,2 0-57-16,-1-1 48 0,0 1-64 15,-1-1-18-15,3 1-28 0,-2 0-8 0,0 2-1 16,3 9-5-16,-4-19-32 0,4 19-58 0,-3-13-35 0,3 13-40 16,0 0 17-16,0 0-22 0,0 0-12 0,0 0 25 15,0 0-6-15,0 0 25 0,3 13-26 0,-1-2-11 16,0 1-20-16,1 2-21 0,-1 1-5 15,0 2-1-15,1 0-10 0,1 2-14 0,-2-2-10 0,0 3-4 16,0-1-5-16,-1 0-32 0,1 1 28 0,0-2-32 16,-1 1 52-16,1-1-59 0,-2 1 23 0,2-3-36 15,0 0-35-15,0-1-74 0,0-2-94 0,0-1-77 16,0-2-73-16,2 1-47 0,-4-11-120 0,7 16-155 16,-7-16-305-16,8 9-617 0</inkml:trace>
  <inkml:trace contextRef="#ctx0" brushRef="#br0" timeOffset="139492.8959">9540 14135 63 0,'6'-15'766'0,"-4"4"-225"16,0 0-2-16,-2 11-24 0,4-18-50 0,-4 18-53 16,2-14-71-16,-2 14-26 0,0 0-29 0,2-11 21 0,-2 11-23 0,0 0 17 15,0 0-20-15,3 10 12 0,-3-10-29 0,5 19-16 16,-2-5-22-16,2 2-23 0,-2 1-19 15,5 4-15-15,-1 1-22 0,3 5-27 0,-1-1-21 0,0 2-69 16,2 1 43-16,-1 1-57 0,-1-3 47 0,3 3-62 16,-2-2 48-16,0 1-8 0,1-1-13 0,-1-1 1 15,-2-6-23 1,2 1-9-16,-1-4-15 0,-2 0-66 0,0-3-83 0,1-2-58 16,-3-1-52-16,0 0-4 0,0-4-23 0,-5-8-51 15,7 15-91-15,-7-15-45 0,5 7-97 16,-5-7-129-16,0 0-462 0,0 0-790 0</inkml:trace>
  <inkml:trace contextRef="#ctx0" brushRef="#br0" timeOffset="139831.315">9087 14064 448 0,'-32'-9'326'0,"0"1"-48"16,1 0 39-16,0 2-72 0,5-1 17 16,-2-1-56-16,4 1 56 0,3 1-45 0,2 1 35 0,3 1 34 15,2-2 5-15,1 0-32 0,4 1-37 0,9 5-16 16,-6-11-10-16,6 11 15 0,15-15-30 0,3 8-5 16,8-3-2-16,7 0-25 0,11-2-15 0,4 0-34 15,4 1 3-15,12-2-38 0,3 1 12 0,3 2-42 16,6 0 20-16,-2 1-40 0,2 1 18 0,-1 1-46 0,0 1 30 0,-2 4-36 15,-11-3-39-15,-2 4-16 0,-2 0-30 16,-2-3-22-16,-4 4-6 0,-1 0-18 0,-11 2-15 0,0 0 6 16,-6 0 1-16,-5 0-5 0,-2 1-7 0,-3-1 4 15,-4 1-51-15,-1 0 32 0,-4-1-45 16,-3 1 28-16,-1 0-73 0,-11-3-54 0,14 6-61 0,-14-6-346 16,0 0-240-16</inkml:trace>
  <inkml:trace contextRef="#ctx0" brushRef="#br0" timeOffset="140980.4047">10351 14672 462 0,'0'0'414'16,"-6"-10"-6"-16,6 10-93 0,-5-8 34 0,5 8-35 0,-5-8-25 16,5 8-67-16,0 0-24 0,-7-9-51 0,7 9 9 15,0 0-8-15,0 0 30 0,0 0-28 16,-4 7 44-16,4-7-21 0,2 18-23 0,-1-6 5 0,2 5-29 15,0 2-6 1,1 4-33-16,-1 2-3 0,1 0-27 0,1 6 7 16,0 0-26-16,-1 1 11 0,2-1-26 0,-2 1-5 15,1-3-4-15,-2-1-2 0,1-3-2 0,-1 0 1 0,1-1-6 16,-1-2 3-16,2-1-1 0,-3-2-5 0,1-3 0 16,-2-4 1-16,1 2 1 0,-1-3-4 0,1 0 4 15,-2-11-1-15,1 17-1 0,-1-17-1 16,-1 12 0-16,1-12-2 0,0 0-2 0,-9 4 5 0,9-4-1 0,-11-5-3 0,4-2 1 15,0-2 0-15,0-2-5 0,-1-6 13 16,-1-2-29-16,1-2 10 0,-3-4-23 0,2-4 8 16,1 1-10-16,1-4-6 0,-1-1-5 0,2 0 20 0,2-1-12 15,1 0-10-15,2 0 12 0,0 0 10 0,3 0 1 16,1 2 5-16,3 0-8 0,0 2 12 0,3 2 3 16,0 0-2-1,2 5 9-15,1 4-2 0,1 0-1 0,1 3 0 0,0 1 4 16,2 5 3-16,0-1 0 0,0 4-1 0,-1 1 1 15,2 5 0-15,-3-1-1 0,1 4 6 16,0 0-1-16,1 4 0 0,-3 0 0 0,-1 0-9 0,0 4 9 16,-3-1 0-16,-1 2-4 0,0-1-4 0,-3 3 4 15,-1-3-4-15,-2 2 5 0,-2 0-4 0,0 0-2 0,-2-2 0 16,-2 2 0-16,0 1 1 0,-2-1-3 0,-1-1-12 0,-1 0-29 16,1 1-41-16,-3-1-67 0,1-2-23 0,0 0-73 15,1-2-6-15,-1 0-104 0,1 0-96 16,8-7-365-16,-12 5-363 0</inkml:trace>
  <inkml:trace contextRef="#ctx0" brushRef="#br0" timeOffset="141271.9642">10821 14577 87 0,'5'-11'613'0,"-5"11"-145"15,4-17-55-15,-4 17 7 0,2-13-24 0,-2 13-69 16,2-13-46-16,-2 13-46 0,0 0-44 0,1-13-38 16,-1 13-30-16,0 0 5 0,0 0 29 0,0 0-11 0,0 0-28 15,0 0-6-15,10 8-23 16,-10-8-15-16,5 15-16 0,-2-5-9 0,1 0-4 16,-2 5-17-16,1 1 0 0,1-1-9 0,-1 1 0 15,1 1-7-15,0 0-2 0,-1 0-3 0,1 0-6 0,1 2-9 16,0-3-2-16,-1 1-35 0,0-1-78 0,1-1-44 15,0-2-109-15,3 1-9 0,-1-2-85 0,1-1-45 16,2-2-112-16,0-1-288 0,2-2-350 0</inkml:trace>
  <inkml:trace contextRef="#ctx0" brushRef="#br0" timeOffset="142458.4422">11279 14747 417 0,'0'0'424'0,"-8"-15"-93"0,1 7 23 0,1 0-92 16,-3 1 39-16,1 0-69 0,0 0 9 0,-1 1-44 16,0 0-5-16,0 3-43 0,9 3-5 0,-19-7-27 15,19 7 2-15,-16 0-24 0,16 0 17 0,-17 7-11 16,9-2 3-16,3 1-30 0,-4 3-6 0,4 1-22 0,-1 0 4 0,2 2-12 16,2 0 7-16,1 1-13 0,-1-1 2 0,2 2-15 15,2-4 8-15,0 5-13 0,2-3 3 0,3 0-9 16,-2-1 4-16,5-2-12 0,-1 1 3 0,2-3-20 15,1 0 5-15,-1-3-15 0,1-1 4 0,0 0-13 16,-1-2 20-16,-11-1-12 0,24 0 10 0,-24 0 2 16,18-4 3-16,-18 4 4 15,14-11 0-15,-14 11 4 0,9-11-3 0,-9 11 15 16,6-18-12-16,-6 18 12 0,0-21-11 0,0 21 12 16,-1-20-9-16,1 20 8 0,-4-19-8 0,4 19 13 15,-2-17-13-15,2 17 15 0,-2-12-10 0,2 12 18 16,-2-14-9-16,2 14 11 0,0 0-13 0,-2-15 0 15,2 15-8-15,0 0 10 0,0 0-12 0,-1-11 3 16,1 11 0-16,0 0 7 0,0 0-11 0,0 0 10 0,0 0-12 0,13 2 9 16,-13-2-7-16,0 0 9 0,12 6-9 0,-12-6 8 15,10 5-6-15,-10-5 4 0,12 3-8 0,-12-3 3 16,13 4-2-16,-13-4 7 0,14 2-9 0,-14-2 8 16,13 0-7-16,-13 0 8 0,14-2-7 0,-14 2 8 15,16-5-9-15,-16 5 11 0,14-11-9 0,-6 7 8 16,-2-2-11-16,0-4 6 15,-1 2-3-15,-1-2 6 0,-1-1-9 0,0 1 13 16,0 0 5-16,-3 10 2 0,5-17 20 0,-5 17 17 16,2-14 2-16,-2 14-9 0,3-13-10 0,-3 13-3 15,0 0-4-15,1-12-11 0,-1 12 10 0,0 0 4 16,0 0-4-16,0 0-4 0,0 0-7 0,-1 12 4 16,1-12-5-16,1 14 21 0,-1-14-10 0,4 20 7 15,-1-10-16-15,0 0 8 0,4 3-15 0,-1-2 16 0,1 2-24 0,1-2 12 16,2 0-14-16,-1-2 13 0,1 1-22 0,1-1 18 15,1-1-11-15,-1-3 5 0,1 0-17 0,-1-1 10 16,-2-1-12-16,-9-3 14 0,19 2-13 0,-19-2 12 16,12-2-9-16,-12 2 9 0,14-5-10 0,-14 5 13 15,6-11-14-15,-6 11 16 0,5-14-11 0,-5 14 2 16,3-14 1-16,-3 14 2 16,2-17 5-16,-2 17-4 0,1-14 5 0,-1 14 2 15,1-13-1-15,-1 13-1 0,1-10 1 0,-1 10-2 16,0 0-3-16,0 0 3 0,7-9 10 0,-7 9 4 15,0 0-3-15,12 8 0 0,-5-3 8 0,-1 4-4 16,4 2 28-16,-3 1-24 0,4 4 24 0,0-1-32 16,0 4 6-16,0 1 5 0,-1 0-8 0,2 3-4 0,0 1 6 15,-2-4-6-15,0 2 3 0,-3-1-1 0,2 1-1 16,-3-1-3-16,-1-1 4 0,-1-2-4 0,-1 0 0 16,-2-3 0-16,0-1-1 0,-2 1-9 0,0-2 9 0,-3-1-6 15,-1 2-1-15,-1-1 3 16,-4-5-2-16,1 2-3 0,-2-3 0 0,-1-2-2 0,1-1 4 15,-1-1-13-15,12-3 2 0,-24 0-6 0,12-3-7 0,2-1-34 16,-1 0-5-16,2-3 8 0,0-2-9 0,2 2-10 16,1-3 1-16,1 0 8 15,3 0-4-15,0-1 11 0,2 11-16 0,2-23-1 16,0 13 6-16,3-4-2 0,2 3 3 0,1-4-3 0,4 1 10 16,1-1-24-16,3 3 12 0,-1-4-25 0,3 2 15 15,2-2-29-15,1 0 31 0,2 0-22 0,1 1 33 16,-4-1-14-16,1 2 40 0,1-1-13 0,-4 2 26 0,0-1-6 15,-3 1 26-15,0 1-22 0,-2-3 31 0,-2 4-20 16,-2-1 28-16,-2-1-23 0,1 0 28 0,-4 0-24 16,0 1 27-16,-2 1-3 0,0 0-1 0,-2 11 4 0,-2-22-21 0,-1 11 18 0,0 2-1 15,-3 2 10-15,1-2 1 0,-1 2 1 0,0 1 14 16,-2 0-2-16,8 6-6 0,-15-6-4 0,15 6 20 16,-15-2-7-16,15 2-5 0,-13 4 10 0,13-4 19 15,-13 11 2 1,8-3-2-16,1 0 3 0,0 3 1 0,2-1-5 0,2 4-7 0,0-2-15 15,2 2-5-15,2 1-6 0,0 2-5 0,0-2-9 16,2 0 0-16,0 0-3 0,1-1-4 0,5 3-7 16,-2-4-4-16,2 1-9 0,2-1-62 0,1-3-73 15,-1-1-68-15,1-1-92 0,1-1-22 0,-1-2-116 16,2-1-110-16,0-1-247 0,-3-3-328 0</inkml:trace>
  <inkml:trace contextRef="#ctx0" brushRef="#br0" timeOffset="142821.8724">12275 14747 279 0,'0'0'413'16,"-5"-17"-72"-16,5 17 37 0,-7-16-73 0,3 8 7 15,2-1-69-15,2 9 57 0,-10-14-20 0,10 14 2 16,-8-14-23-16,8 14-21 0,-6-11-30 0,6 11-31 0,-3-11-29 0,3 11-32 16,0 0-11-16,-5-8-16 0,5 8-19 15,0 0-8-15,0 0-3 0,0 0 3 0,10 8-14 0,-10-8 23 16,12 15-23-16,-4-5 9 0,-2 1-14 0,3 2 7 15,1 1-22-15,-1 1 20 0,1 1-32 0,2 1 12 16,-3-1-18-16,-1 1 13 0,3 0-24 0,-3 0 21 16,-2-2-20-16,1-1 16 0,0 0-17 0,-2-2 14 0,-1 1-18 0,-1-2 19 15,1-2-20-15,-4-9 37 0,4 18-38 0,-4-18 23 16,4 12-14-16,-4-12 24 0,0 0-30 0,3 15 29 16,-3-15-28-16,0 0 20 0,0 0-21 0,0 0 26 15,0 0-27-15,0 0 25 0,-5-11-27 0,5 11 22 16,1-16-24-16,-1 16 22 0,2-23-25 0,0 11 27 15,3-1-30-15,-2 1 28 16,3 0-27-16,0 0 18 0,1 0-25 16,2 2-8-16,0 0-21 0,2 0-37 0,1 1-52 0,-1 2-61 15,2 1-63-15,3-1-81 0,-3 3-27 0,3 0-141 16,-1 0-538-16,2-1-668 0</inkml:trace>
  <inkml:trace contextRef="#ctx0" brushRef="#br0" timeOffset="143075.7919">12785 14962 32 0,'-17'7'602'0,"17"-7"-179"0,-15 5 21 0,15-5-29 16,-13 3-8-16,13-3-57 15,-13 3-11-15,13-3-34 0,0 0-18 0,-13 4-11 16,13-4-31-16,0 0-26 0,0 0-44 15,0 0-23-15,0 0-32 0,13 0-22 0,-13 0 1 0,27-1-44 16,-9-2 8-16,2 2-35 0,6-3 3 0,-1 0-38 16,0-1-31-16,2 1-70 0,0 0-78 15,-1 0-72-15,2-1-118 0,-4-1-61 0,1 1-173 16,-2 1-374-16,-5-1-576 0</inkml:trace>
  <inkml:trace contextRef="#ctx0" brushRef="#br0" timeOffset="145231.6062">13201 14693 301 0,'-5'-12'528'0,"0"1"-108"0,1 0-35 16,0 1-33-16,1 1 53 0,-1 1-57 0,4 8-20 0,-7-16-22 15,7 16-55-15,-7-12-41 0,7 12-41 0,-4-8-35 16,4 8-22-16,0 0 22 0,0 0 2 15,0 0-12-15,0 0-17 0,6 18 2 0,-3-10-38 16,2 3 5-16,-1 2-35 0,2 0 12 0,-3 2-25 0,3 1 11 16,-1-1-22-1,0 0 10-15,1 0-19 0,-1-1 16 0,1 1-22 16,-1-2 16-16,0 1-20 0,-1-3 25 0,1-2-26 16,-1 0 25-16,0-2-28 0,-4-7 30 0,7 14-28 0,-7-14 18 15,10 11-20-15,-10-11 17 0,11 7-25 16,-11-7 9-16,15 4-21 0,-15-4 0 0,16-2-28 15,-16 2 15-15,20-9-17 0,-11 4 3 0,2-3-2 0,-1-1 18 16,1-1-21-16,-3-2 10 0,4 1 12 0,-5 0 2 0,3-1 11 16,-1 2 3-16,-1 0 5 0,-2 0 7 0,1 3 1 15,-1-1 4-15,-6 8 4 0,10-13-2 0,-10 13-4 0,6-9 6 16,-6 9-2-16,9-5 0 0,-9 5 6 16,0 0 0-16,12 3 2 0,-12-3-1 0,9 9-3 15,-9-9 5-15,13 13-3 0,-7-5 0 0,4 1 0 0,-1 1 2 16,2 0-7-16,2-1 15 15,1 2-9-15,2 0 1 0,1-1-2 16,2-1 2-16,1-1-5 0,2-1 0 0,1-1-9 16,1-1 4-16,1-2-6 0,-3 0-2 0,1-2 1 0,-1-1 2 15,-1-1 1-15,-3-2 4 0,2 0-4 0,-5-2-1 16,2 0 5-16,-2-3-1 0,-3 0 2 0,-1-2 1 16,-3-3-7-16,0 1 7 0,-4-3 3 0,-2 0-1 15,-2 1-2-15,-2 0 4 0,2-1 1 0,-4 0-4 0,-4 1 7 0,4 2-1 16,-3 1 2-16,-1-2 11 0,0 5-7 15,1 1 4-15,-3 2-4 0,3-1 12 0,7 6 6 16,-20-3-2-16,20 3 8 0,-19 2 2 0,11 2 11 16,-1 2-6-16,2 2 3 0,-3 1 7 15,2 2-9-15,1 1 0 0,-1 1 21 0,3 0-40 16,0 1 26-16,3 0-37 0,0 0 32 0,0-2-39 16,2 2 30-16,0-1-40 0,4 2 39 0,-2-5-42 0,2 2 37 15,2-4-41-15,0 3 35 0,-1-3-36 0,3 0 40 0,-1-4-48 16,2 3 36-16,-2-2-37 15,-7-5 31-15,17 5-35 0,-17-5 25 0,16 1-33 0,-16-1 38 16,14-3-40-16,-14 3 25 0,16-10-18 0,-10 4 24 16,-1-3-22-16,2-1 27 0,-3-1-20 0,-1 1 22 15,1-3-22-15,0 3 5 0,-1-5 4 0,-1 5 0 0,0-1 0 16,0 1 8-16,-2 10 0 0,2-17-1 0,-2 17 2 16,2-14 2-16,-2 14-2 15,3-13-4-15,-3 13 7 0,0 0-4 0,0 0 2 16,1-10 2-16,-1 10-2 0,0 0-1 0,0 0-1 0,0 0 33 15,0 0-35-15,0 0 26 0,4 12-30 0,-4-12 27 0,2 9-27 16,-2-9 28-16,7 10-29 0,-7-10 25 0,8 11-29 16,-8-11 27-16,14 11-27 0,-7-6 20 0,1 1-31 15,2-2 0-15,-1 2-40 0,2-4 13 0,-2 3-17 16,4-4 0-16,-13-1 0 0,21 1 15 16,-21-1 6-16,18 0 12 0,-18 0 8 0,18-7 7 15,-9 3 1-15,-1-2 7 0,-3 0 3 0,2-3 6 16,-3 0-3-16,-1-2 8 0,-1 1 1 0,0-3 20 15,-2 2 2-15,0 11 20 0,2-22 60 0,-2 22 10 16,0-21-19-16,0 21 12 0,0-18 0 0,0 18 61 0,0-14-49 16,0 14 15-16,-2-12-58 0,2 12 17 0,0 0-51 15,0 0 74-15,0-12 8 0,0 12-17 0,0 0-13 16,0 0-15-16,5 12-17 0,-5-12-6 0,4 15-14 16,-2-5-7-16,0-1 1 0,4 3-14 0,-2 1-6 15,0 0-2-15,1 1 0 0,-1 0-3 0,3 0-3 16,0 0 2-16,0-1-9 0,-3 0-1 0,2-3-1 0,-1-1-1 0,0 1-2 15,-1-2-4-15,-4-8 1 0,7 15 1 0,-7-15 1 16,4 11 1-16,-4-11 3 0,5 8-3 0,-5-8 3 16,0 0-4-16,6 7-5 0,-6-7 4 15,0 0-1-15,0 0-2 0,10-9 2 0,-10 9 1 0,4-10-1 16,-4 10 4-16,6-15-5 0,-6 15 1 0,5-19-2 16,1 11-2-1,-3-2 4-15,4 0-1 0,-1 1 2 0,-1 1 0 16,0-1 4-16,-1 3-3 0,-4 6-16 0,12-13 20 0,-12 13-1 15,9-9-2-15,-9 9 2 0,8-7 1 0,-8 7-1 16,0 0 1-16,14 0 1 0,-14 0-1 16,11 4-1-16,-11-4 5 0,11 6-4 0,-11-6 1 0,11 9 15 15,-11-9-20-15,12 12 4 0,-12-12-3 0,13 13 5 16,-6-6-5-16,0-2 0 0,-1 2 4 0,3-1-4 0,-2-1 0 16,-2 2-1-16,-5-7 3 0,15 8-2 0,-15-8-2 0,12 7 2 15,-12-7-4-15,13 5 0 0,-13-5-2 0,14 0 9 16,-14 0-17-16,13-3-21 0,-13 3-2 15,14-9-10-15,-8 3 12 0,-1-2 1 0,2 0 8 0,-2-1 6 16,1 1 2-16,-1 0 4 0,-1-2 6 0,2 3 3 16,-6 7 5-16,7-17 0 0,-7 17-1 0,9-12 2 0,-9 12 6 0,5-10-2 15,-5 10-5-15,5-8 2 0,-5 8 0 0,0 0-2 16,10-7 1-16,-10 7 0 0,0 0-1 0,16 4 4 16,-16-4 9-16,14 6-11 0,-8-1-1 0,5 0 2 15,-2 2-1-15,2-1 1 0,3 2 0 16,-2-1 0-16,3 0 2 0,-1 0-2 0,1-1-1 0,-1 1 0 15,2-2 0-15,-1 0 5 16,2-1-6-16,-2 0 1 0,-1-2-1 0,-1 0 1 16,0-1-1-16,1-1 2 0,-2 0 1 0,1-2 4 15,-2-1-6-15,0 0 1 0,0-2-2 0,-2-1-3 16,2-3 4-16,-1-1-3 0,-2 0-1 0,0-3 0 16,-3-1-1-16,1 2 1 0,-2-2-32 15,-2 2 39-15,0 0-33 0,-1 1 39 0,-1 11-40 0,-1-20 40 16,1 20-36-16,-4-17 38 0,4 17-39 0,-10-14 42 0,10 14-35 0,-11-6 37 15,11 6-29-15,-14 0 28 0,14 0 2 0,-19 7-2 16,10 0 0 0,1 3-7-16,0 0 5 0,2 2 3 0,1 2-5 0,1 1 0 0,1 2 5 15,1 0 14-15,2 1 67 0,2 1-15 0,3 1 33 16,2 2-44-16,6 0 20 16,3 0 2-16,8 2 9 0,3 0 14 0,3-2-22 0,4-3-11 15,1-2-11-15,3-1-8 0,0 0 2 0,3-2-13 16,0-2-3-16,-2-2-17 0,-5-1-11 0,3-3 1 15,-4 1-7-15,-1-3 0 0,-6 1-5 0,1-4-1 16,-6 3 6-16,1-3-15 0,-3 1 3 0,-1-1 0 16,-4 0 3-16,0 1 10 0,-14-2-12 0,23 0-16 15,-23 0-4-15,18 1-9 0,-18-1-7 0,14 2 1 16,-14-2 5-16,0 0-53 0,11 1-78 0,-11-1-80 0,0 0-69 0,0 0-53 16,0 0-80-16,0 0-134 0,-11 3-19 0,11-3-122 15,0 0-706-15,-17-2-1026 0</inkml:trace>
  <inkml:trace contextRef="#ctx0" brushRef="#br0" timeOffset="146956.9805">16084 15002 498 0,'0'0'331'0,"0"0"-54"0,0 0-66 16,0 0 34-16,0 0-73 0,0 0 19 0,0 0-51 15,0 0 21-15,-13 6-63 0,13-6 19 0,-9 13-65 16,3-4 34-16,1-1-58 0,0 2 25 0,0 0-39 0,-2 2 39 16,-1 1-53-16,0-2 41 0,0 2-54 0,0-1 49 15,0 0-10-15,-1-2-9 0,1 3-66 0,0-2-102 0,-1-1-134 16,1 1-462-16,1-2-254 0</inkml:trace>
  <inkml:trace contextRef="#ctx0" brushRef="#br0" timeOffset="147780.8809">16399 14118 393 0,'-18'-33'347'0,"-1"1"22"0,1 0-104 16,-1 1 24-16,3 2-23 0,1 3 26 0,3 2-4 15,-1 0-56-15,3 5 63 0,1 0-38 0,0 3-39 0,3 1-12 0,0 2-11 16,0 2-33-16,2 1-35 0,4 10-26 0,-7-13-2 16,7 13 28-16,0 0-26 0,0 0 18 0,11 7-22 0,-2 4-3 15,4 4-9-15,5 7 8 0,6 7-4 0,2 3-16 16,2 3-10-16,6 7-12 0,1 2-5 16,0 2-6-16,2-1-4 0,-1 3-11 0,1-2-3 15,-1 0-6-15,2-1 4 16,-3-1-12-16,1-1 2 0,-3-2 5 0,-4-7-3 15,-3-2-9-15,-1-1-3 0,-2-1 0 0,-5-9-3 16,-1 0 1-16,-4-3 3 0,-1-3-5 0,-2-2 2 16,-2-1 3-16,0 0-1 0,-1-5 1 0,-7-7 3 0,10 11 0 15,-10-11-2-15,0 0-2 0,0 0 3 16,7-7 0-16,-7 7-1 0,-2-21-2 0,1 7 0 16,0-4 3-16,-1-1-2 0,1-5-7 0,0-1 2 0,0-1-6 0,0 0-11 15,0-4-11-15,0 2-23 0,0 0-2 0,2 2-11 16,0 1-35-16,1 0-52 0,0 2-42 0,-1 5-54 15,3 1-37-15,0 2-62 0,0 2 26 0,3 4-72 0,0 1-67 16,1 2-441-16,2 2-471 0</inkml:trace>
  <inkml:trace contextRef="#ctx0" brushRef="#br0" timeOffset="148309.0436">17320 14533 159 0,'0'0'471'0,"0"0"-100"16,-11-2-95-16,11 2 7 16,0 0-29-16,0 0-23 15,-11-4-26-15,11 4-11 0,0 0-13 0,0 0-28 0,0 0-25 16,0 0-23-16,0 0-15 0,0 0-23 0,0 0-12 16,0 0-5-16,16-4-15 0,-16 4-7 0,18-1-6 15,-18 1-3-15,20-3-12 0,-20 3 1 0,20-4 3 0,-20 4-4 16,18-6-2-16,-18 6-1 0,12-7 2 15,-12 7-17-15,8-9 4 0,-8 9 9 0,2-11-2 0,-2 11-4 16,-4-12-1-16,4 12-23 0,-10-12 26 0,3 5-14 0,-2 2 25 16,-1 0-26-16,0 1 36 15,-3 0-28-15,1 4 34 0,-1-2-1 0,-2 2 12 16,-2 2 5-16,1 2 12 0,-1 2 11 0,0 3 10 0,-1 1-4 16,3 1 20-16,0 3-7 0,2 1-4 0,3 1 26 0,1 0-10 15,3 1-9-15,1-2 8 0,3 3-13 0,2 0-11 16,2-2 3-16,3 0-17 0,3 2-2 0,5-4-17 15,2 3 1-15,6-3-14 0,2 1-3 0,2-2-14 16,5-3-14-16,3 1-36 0,0-3-48 0,1-1-62 16,0-2-106-16,2 1-32 0,-3-2-81 0,-3-1-77 15,-2-3-542-15,-1 2-588 0</inkml:trace>
  <inkml:trace contextRef="#ctx0" brushRef="#br0" timeOffset="149458.9888">17815 14559 364 0,'0'0'532'0,"-7"-18"-75"0,3 9-35 0,-1-1 9 16,1 2-32-16,0 1-40 0,4 7-37 0,-8-16-33 16,8 16-46-16,-5-11-50 0,5 11-37 0,-6-8-28 15,6 8-12-15,0 0-14 0,0 0 11 0,0 0-13 16,0 0-4-16,-9 5-14 0,9-5-1 0,0 12-23 15,0-12-13-15,0 16-13 0,0-16 0 0,3 22-7 16,-2-10-4-16,0 0-3 0,0 1-7 0,1-1 1 0,0 1-6 0,1-2 5 16,0 1-4-16,1-2 1 0,0 2-6 0,0-2 1 15,0 0 3-15,0-2-8 0,1 1 3 16,-5-9-1-16,9 13-3 0,-9-13-3 0,11 9 1 0,-11-9-1 16,12 5-10-16,-12-5-4 0,17-1-15 0,-17 1-22 15,18-7 1-15,-7 0-13 0,0-2 7 0,-1-1-37 16,1 0 6-16,-1-3 23 15,0 1 9-15,1-1 10 0,-2 1 12 0,-1 1 9 16,1 0 4-16,-1 0-1 0,-2 2 12 0,-1 0 6 16,1 2 4-16,-6 7 2 0,10-13-2 0,-10 13-3 15,6-11 0-15,-6 11 6 0,6-7 1 0,-6 7-2 16,0 0 5-16,0 0 9 0,0 0-4 0,0 0-2 16,16 4 3-16,-16-4 1 0,5 9-5 0,-5-9-2 15,6 12 4-15,-6-12-1 0,9 13-6 0,-4-5-3 0,2-1 11 16,0 2-9-16,-1-1 9 0,2 0-7 0,1-1 8 15,-1 1-10-15,1-2 8 0,1-1-8 0,1 0 4 0,0 0-4 16,0-1 2-16,1-1-6 0,-1 0 4 0,-11-3-5 16,22 1 7-16,-22-1-17 0,22-1 9 0,-13-2 0 15,1-1 5-15,0-2-6 0,-1-2 4 0,-1 0 4 16,0-2 0-16,0-1-1 0,0-2 3 0,-3-1-1 0,1 0 0 0,-2 2 0 16,2-2 0-16,-3 3 0 0,-1 2 2 0,1-2 2 15,-3 11 2-15,3-17 0 0,-3 17 0 16,3-14 6-16,-3 14-5 0,2-12-2 0,-2 12 1 0,0 0 1 15,0 0 8-15,-1-11 5 0,1 11-2 0,0 0 4 16,0 0 7-16,-6 9-2 0,6-9-5 0,-3 10 6 16,3-10 0-16,-1 12-3 15,1-12-2-15,3 13-1 0,-3-13-7 0,6 16 1 16,-1-9-3-16,0 1-2 0,2 1-4 16,-1-2 1-16,1-1-3 0,1 1-3 0,0 0 1 15,1 0 0-15,-1-1-4 0,0-1-3 0,2 0-1 0,-2 0-13 16,1-1-16-16,-9-4-4 0,16 5-7 0,-16-5-21 15,14 1 5-15,-14-1 11 0,15-3-11 0,-15 3 1 16,15-9-20-16,-8 3 1 0,1-2 11 0,-2 0 11 0,-1-1 6 0,1-1 10 16,-1 0 9-16,1 1 0 15,-2-1 13-15,1 2 2 0,-5 8 5 16,6-16 0-16,-6 16 5 0,6-12 2 0,-6 12-4 0,3-10 5 16,-3 10 3-16,0 0 1 0,5-9-5 0,-5 9 8 15,0 0 0-15,0 0 2 0,0 0 3 0,0 0 15 16,0 0-1-16,2 13-2 0,-2-13 1 0,5 12-3 0,-5-12-1 15,11 13 0-15,-4-6-3 0,3 2 5 0,1-1-8 16,0 0 4-16,3 0-6 0,0-1 1 0,2 0-2 16,0 0-5-16,1-2 0 15,-1 1-2-15,1 0 1 0,-1-3-4 0,-1 1 4 16,-2-2 0-16,1 1-2 0,-3-1 1 0,-11-2 2 16,24-2-3-16,-13-1-7 0,0 0 8 0,-1-2-3 0,1-3 3 15,0-1-2-15,-3-1 5 0,1-2-4 0,0-1-5 0,-2-4 6 16,-1 4-1-16,-1-3-13 0,0 0 11 0,1 0-4 15,-3 1 15-15,0 2-19 16,-1 1 27-16,-2 0-7 0,0 12 19 0,2-18-17 0,-2 18 13 16,-4-13-6-16,4 13 10 0,-12-6 12 0,12 6 3 0,-18 2 11 0,6 2 0 15,0 3 14-15,1 1 3 0,-3 1 11 0,2 5 19 16,-1 1-24-16,4 1 11 0,0 1-12 0,2 2-7 16,2-4 4-16,3 3-6 0,2 0 17 0,3 0 8 0,5 1 7 15,3 0 3-15,6 1-4 0,3-1-22 16,5-1-17-16,8-1-14 0,1-1-6 0,3 0-8 15,3-4 3-15,1-2-19 0,2-1-7 0,1-1-3 0,-7-4-4 16,1 0-6-16,-3-2-16 0,-5-1-37 0,0-1-43 16,-2-1-50-16,-1-1-41 0,-5 2-50 0,-1-2-54 15,-4 1-35-15,-1 0-74 16,-5-2-79-16,-11 3-96 0,16-5-404 16,-16 5-576-16</inkml:trace>
  <inkml:trace contextRef="#ctx0" brushRef="#br0" timeOffset="150210.5827">19485 14802 47 0,'0'0'284'0,"0"0"-41"0,0 0-17 0,0 0-24 0,0 0-15 16,0 0-7-16,0 0 24 0,0 0-48 0,0 0 23 15,0 0-54-15,0 0 36 0,0 0-37 16,0 0 35-16,0 0-44 0,0 0 43 0,0 0-17 15,0 0 4-15,0 0-39 0,0 0 26 0,14 2-9 16,-14-2-5-16,0 0-35 0,20-2-3 0,-7 2-27 0,1-1-2 16,4-2-21-16,5 1 7 0,4-1-28 0,8 1 1 0,2 1-18 15,5-3-44-15,6-1-98 0,3 3-30 0,-1-3-106 16,1 3-93-16,0-2-505 0,-6 1-444 16</inkml:trace>
  <inkml:trace contextRef="#ctx0" brushRef="#br0" timeOffset="152144.3884">20213 14472 263 0,'-3'-13'476'0,"0"2"-78"0,0 0-25 16,2 1 18-16,-1-1-91 0,0 1-21 0,2 10-19 15,-4-20 5-15,4 20-18 0,-2-16 2 16,2 16-44-16,-3-14-39 0,3 14-41 0,0 0-23 0,-1-15-20 16,1 15-10-16,0 0-10 0,0 0-4 0,0 0-10 0,10 9-5 15,-10-9-4-15,7 15 5 0,-2-5 0 0,-1 1-8 16,3 2-2-16,-2 2-5 0,0-1-7 0,0 1-7 0,1 0-2 16,1 1-2-16,-2 0-3 0,0 1-1 15,1-2-3-15,-1 2 4 0,0-4-7 0,1 1 2 16,-1 1 3-16,1-5-7 0,-1 3 7 0,1-2-8 0,-2-2 6 15,1 0-8-15,-1-1 6 16,-4-8-3-16,9 14 2 0,-9-14-2 0,9 10 1 16,-9-10-1-16,11 6 9 0,-11-6-19 15,0 0 4-15,15 0-3 0,-15 0-6 0,13-9-2 0,-7 2 2 16,1-2 3-16,0-1-2 0,-1-2 5 16,2-1 1-16,-1-1 0 0,-1 1 0 0,1 0 0 15,1 0 2-15,-1 2 2 0,-1 0 2 0,0 2-1 16,0 0 1-16,1 0-2 0,-7 9-1 0,11-12 4 0,-11 12 1 0,9-8 3 0,-9 8-1 15,9-5 1-15,-9 5 1 0,0 0-2 16,14 3 5-16,-14-3-1 0,10 7-2 0,-10-7 3 0,12 11-5 16,-5-4-2-16,-1 0 0 0,2 1 2 0,2 1 1 15,0 0-4-15,1-1 6 0,2 3-5 16,1-3 3-16,1 0-1 0,2 1 1 0,3-1-2 16,0-1 2-16,0-1-1 0,-1-1 2 15,-1-2-7-15,2 1 4 0,0-4 0 0,-2 2 3 16,1-2-3-16,-1 0 1 0,-1-2-1 0,0-2 1 15,-3 1-4-15,0-3 5 0,-1-1 0 16,-2 0 0-16,1-2-2 0,-3-1 1 0,0-2 0 0,-2 0-6 16,-1-1 8-16,-2-2-3 0,-1 0 1 0,-2 3-2 15,0 0-2-15,-2-1 4 0,0 1-3 0,-1 1 2 16,-1 2 0-16,-1-1 1 0,1 2 2 0,-4 1-3 0,0 1-1 0,0 1 0 16,7 5 4-16,-18-5 1 0,18 5 1 0,-18 2 3 15,18-2-3-15,-17 8 6 0,8-2-1 16,2 1 7-16,-1 2 8 0,2 0 7 0,1 1-7 0,1 1-6 15,2 0 2-15,0 1-1 0,2-1 0 0,0-11-2 16,1 23-3-16,2-11 10 0,0-1-17 0,1-1 12 16,3 1-8-1,1-1 4-15,0-1-13 0,0-1 12 0,0-1-11 0,2-1 6 16,-1-1-12-16,0-1 11 0,-9-4-9 0,17 7-5 16,-17-7 5-16,14 4-4 0,-14-4 0 0,13-1-1 0,-13 1 4 15,11-5 1-15,-11 5-5 0,9-11 2 0,-9 11 1 16,7-14-3-16,-7 14 2 0,4-19 4 0,-3 9-6 15,1-1 5-15,-2 11-2 0,0-22 0 0,0 22-2 16,1-21 4-16,-1 21 0 0,-1-17 5 0,1 17-4 0,0-14 1 16,0 14 3-16,0-13-9 15,0 13 6-15,0 0 0 0,0-15 0 0,0 15-1 16,0 0 1-16,0 0 0 0,0 0-2 0,0 0-1 16,0 0 2-16,0 0 2 0,4 9 4 0,-4-9-4 0,5 10-1 15,-5-10 1-15,6 13-3 0,0-5 1 0,-6-8-1 16,9 15-4-16,-3-7 3 0,1-1-10 0,0 1-3 15,2-1-16-15,1 0-12 0,1 0-13 0,2-2 1 0,-2 1-1 16,1-3-1-16,0 1 15 16,-2-4 6-16,-10 0 7 0,21 2 5 0,-21-2 9 0,18-4-2 15,-10-1 4-15,0-2 4 0,-1 1 2 16,0-1 0-16,0-6 6 0,-1 1-1 0,0 0 3 0,-1 0 1 0,-1-1 1 16,2 1-1-16,-3 0 1 0,0 0 0 0,0 4 10 15,-3 8 37-15,5-19 5 16,-5 19-10-16,4-15-6 0,-4 15-6 0,3-10-11 0,-3 10-4 15,0 0-1-15,6-11 18 0,-6 11 6 0,0 0-6 16,0 0-7-16,11 7-4 0,-11-7-4 0,7 11-3 16,-7-11-7-16,8 15 2 0,-2-8-1 0,-1 3-2 15,0-1-1-15,-1 1 0 0,1 1-5 0,0 1-7 16,1-2 8-16,0 3-2 0,-2-4 1 0,2 3-1 0,-1-2-1 0,0-1 0 0,0 1-4 16,0-1 2-16,0 0 1 0,-5-9-2 0,5 16-2 15,-5-16 1-15,7 10 4 0,-7-10-2 0,6 10 0 0,-6-10 2 16,0 0-1-16,9 7-1 0,-9-7-2 0,0 0-1 15,8-7 3-15,-8 7 2 0,5-11-2 16,-5 11 0-16,6-14 0 0,-6 14 2 0,8-16-5 0,-8 16 4 16,6-17 0-1,-6 17-4-15,7-17 3 0,-7 17 0 0,8-15-1 16,-8 15 2-16,8-10 1 0,-8 10-1 0,6-10 1 16,-6 10-1-16,7-7-2 0,-7 7 2 0,0 0-4 0,12-3 11 15,-12 3 1-15,0 0-3 0,16 5 0 0,-16-5 1 16,10 5-2-16,-10-5-1 0,11 8-1 0,-11-8-1 15,10 9 1-15,-10-9-3 0,9 10 0 16,-9-10 3-16,10 8-5 0,-10-8 2 0,9 11 2 0,-9-11-2 0,9 8 4 16,-9-8 0-16,12 7-4 0,-12-7-5 0,9 7 6 15,-9-7-1-15,8 4 3 0,-8-4-2 0,0 0 0 0,15 2-3 16,-15-2-8-16,12-3 12 0,-12 3-6 0,13-6 1 16,-4 1 1-16,-1-1 2 0,0-1-4 0,1-1 0 15,2 0 1-15,-1-2-1 0,-1-1-2 16,2 3 5-16,-1-2-3 0,-1 2-3 15,0-2 6-15,-1 2 2 0,-1 2 2 16,-1 0-3-16,-6 6 0 0,12-11-2 0,-12 11 0 16,9-8 4-16,-9 8-2 0,9-6-1 0,-9 6 2 15,10-2-1-15,-10 2 3 0,0 0-4 0,19 1 4 0,-19-1-1 16,15 3-1-16,-15-3 1 0,19 4 1 0,-8 1-4 16,0-3-1-16,1 2 7 0,1-2-4 0,-1 0 1 15,2 2-1-15,1-1 1 0,0 0 13 0,0-1-21 0,-1 1 13 0,0 0-9 16,1-2 11-16,-3 1-13 0,0-2 2 0,-12 0 0 15,25 1-4-15,-25-1 4 0,24-1 0 16,-13 1 0-16,1-3 3 0,-2 0-2 0,1-2-1 0,2-1 0 16,-2 0 1-16,1-1 2 0,-1-2-1 0,-1 1 0 15,0-4-1-15,-2 2 0 0,1-1-2 0,-2 1 24 16,0 2-25 0,-2 0 14-16,-5 8-11 0,7-16 17 0,-7 16-21 0,3-12 19 15,-3 12-15-15,0 0-1 0,-6-12 5 0,6 12 6 16,-14-1 5-16,14 1-4 0,-20 5-2 15,6-1 2-15,2 3-3 0,-1 1-1 0,-3 3 7 16,1 2 0-16,0 0 6 0,3 4 9 0,1 1-6 0,2 1 4 16,3 0 6-16,3 0 11 0,2-1 14 0,2 0 16 15,3 4-11-15,2-3-8 0,4 2-1 0,5 1-3 16,2-2-7-16,4 0 1 0,4-3 4 0,5 1-20 0,2-1-5 16,-2-4-2-16,1-3-8 0,1 0 0 0,1-3-7 0,-2 1 0 0,3-2-11 15,-2-1-2-15,-3-1-25 0,-1-2-51 0,0 1-69 16,-5-1-60-16,-2-2-92 0,-1 0-83 0,-1-2-65 15,-3-1-123-15,-1 1-637 0,-5-2-820 0</inkml:trace>
  <inkml:trace contextRef="#ctx0" brushRef="#br0" timeOffset="152812.4614">23397 13336 287 0,'-2'-21'373'16,"-1"3"-115"-16,-2 1 28 0,1 2-54 0,-2 0 5 15,-1 1-70-15,-1 2 7 0,-4 2-36 0,0 3 47 16,-2 2-25-16,-3 3 22 16,-1 3-3-16,-1 2 22 0,-9 7-18 0,-1 3 17 15,-4 6 17-15,0 1-15 0,0 8-3 0,1 0-19 16,4 3 6-16,1 3-15 0,3 2-8 0,1 5-11 16,3 9-1-16,4-6-7 0,5 4-29 0,2 4 15 15,3 1-17-15,6 2-19 0,3 1-6 0,7 9-14 16,2 0-8-16,8-2-12 0,4-1-12 0,8 0-38 15,6-3 32-15,5 2-36 0,7-4 17 0,14 9-33 0,3-5-36 0,-8-11-66 0,2-3-70 16,2-2-74-16,-2-3-82 0,0-3-92 0,-2-7-30 16,-3 0-150-16,-3-4-492 0,-10-9-725 0</inkml:trace>
  <inkml:trace contextRef="#ctx0" brushRef="#br0" timeOffset="154946.2215">24116 13872 352 0,'-2'-16'459'0,"0"1"-79"0,1 3-33 15,-1-1-38-15,1 0-22 0,0 1-54 0,0-1 8 0,1 1-20 16,-1 1-15-16,1 11-19 0,0-19-34 0,0 19-31 15,-1-14-18-15,1 14-17 0,0 0-6 0,0 0 9 0,0 0-18 16,0 0 23-16,-2 12-16 0,2 0-5 0,-2 3-6 16,2 4 4-16,-3 2-4 0,3 5-5 15,0 0-4-15,1 4-10 0,2 2-4 0,0 1-8 0,1 2-7 16,0-3-4-16,1 0-3 16,0 0-8-16,0-1-1 0,1-1-4 0,-2-5 2 15,1-1-6-15,-1-2 1 0,0 0-2 16,-1-5 0-16,0-1 0 0,0-2 1 0,0-3 16 0,-1 1 11 15,-2-12 11-15,2 18-4 0,-2-18-8 0,2 12-3 16,-2-12-6-16,0 0-3 0,0 0-3 0,0 0-1 16,0 0-4-16,-13-5 11 0,13 5-19 0,-9-16 14 15,3 5-17-15,0-3 15 0,-4-5-17 0,2-1 13 0,-2-4-17 0,-1-3 17 16,1-1-18-16,1-1 16 0,-4-6-21 16,6 4 6-16,-1-2 4 0,0 2-3 0,1-1 3 15,2 1-1-15,-1-1 9 0,3 2-14 0,0 4 1 0,1 1 1 16,1 1 1-16,1 4 1 0,1 1 0 0,1 1-4 15,1 2-1-15,2 0-10 0,0 3-1 16,2 1 5-16,2 0-3 0,0 1 0 0,2 2-3 0,3 3-1 0,-1-1 13 0,3 3-10 16,0 2 0-16,1 2 0 0,1 2 3 15,5 3 0-15,-2 3 4 0,0 1 1 0,2 4 5 16,-3 0 2-16,0 1-1 0,-5 1-1 0,1 1 1 0,-4-1 1 16,-1 0-7-16,-2-2 5 0,-2 0-1 0,-1-1 1 15,-5-1-1-15,0 1 1 0,-1-12-2 0,-4 21 3 16,-1-13 1-1,-1 2 3-15,-3-1 0 0,0 1 0 0,-2-3-6 0,-1 1 3 16,1 0-10-16,0-1-28 0,0-2-39 0,3 1-66 16,-1-1-62-16,9-5-86 0,-14 9 1 15,14-9-77-15,-8 7-66 0,8-7-478 0,0 0-483 16</inkml:trace>
  <inkml:trace contextRef="#ctx0" brushRef="#br0" timeOffset="155279.9333">24722 13796 239 0,'6'-12'491'0,"-2"0"-83"0,0 2-59 16,-2 0-35-16,1-1-53 0,-1 3-8 0,-2 8-8 15,5-19-8-15,-5 19-20 0,4-15-31 0,-4 15-38 16,1-12-31-16,-1 12-21 15,0 0-16-15,3-9 8 0,-3 9-10 0,0 0 4 16,0 0-21-16,7 12 11 0,-7-12-11 0,3 19 8 16,-1-7-1-16,1 3 1 0,-1 2-13 0,4 2-5 0,-4 2-7 15,1 2 0-15,0 0-8 0,2 2-6 0,-1-2-8 16,1 2-5-16,-3 0 0 0,4-1 0 0,-2-1-8 16,2 1 2-16,-2 0-5 0,3-3 4 0,-3-1-7 0,2 1-4 15,-1-4 4-15,-1 0-2 0,-1-1-6 0,0-2 2 16,0 0-8-16,1-2-3 0,-2-2-46 0,2 1-36 15,0-1-40-15,0-2-44 0,2-1-95 0,-1 2 1 16,-5-9-100-16,15 9-76 0,-15-9-427 0,18 5-432 16</inkml:trace>
  <inkml:trace contextRef="#ctx0" brushRef="#br0" timeOffset="157377.3808">25360 14055 108 0,'0'0'208'0,"-2"-12"-48"0,2 12-33 15,0 0 1-15,-2-11-7 0,2 11 4 0,0 0 16 16,-3-13-2-16,3 13-39 0,-2-10 20 0,2 10-24 16,-6-11 22-16,6 11-16 0,-6-11 8 0,6 11-47 0,-10-12 41 15,10 12-41-15,-12-13 26 0,12 13-42 0,-13-10 29 16,4 5-48-16,-2 1 43 0,0 1-33 0,-3 2 48 15,-1-2-36-15,-2 3 30 16,-3 3-33-16,0-2 44 0,-2 3-26 0,-1 3 19 0,1 1 5 16,0 1 4-16,1 1-27 0,3 1 12 0,1 2-6 15,3 0 4-15,2-2-21 0,4 2 12 0,1 0-18 16,5-3 10-16,0 2-19 0,4 1 5 0,0-3-23 16,4 2 8-16,3 0-11 0,3-1 5 0,2 0-16 0,3-2 10 15,1 0-18-15,2-1 12 0,1-2-17 0,-3-1 12 16,0-1-19-16,0-1 17 0,0 0-12 0,-3-2 12 0,-1-1-17 15,0 0 15-15,-1-2-9 0,0 0 14 0,-1-2-17 16,-3-5 16-16,0 3-15 0,0-3 15 0,0-1-15 16,-3-2 17-16,1 2-17 0,-1-5 16 0,0 2-16 15,-2 0 16-15,1 0-16 0,-1 2 16 0,-2 2-12 0,0-1 10 16,-2 10-13-16,5-16 17 0,-5 16-17 0,2-13 9 16,-2 13-10-16,0 0 18 0,4-12-15 15,-4 12 15-15,0 0-14 0,0 0 13 0,0 0-13 0,0 0 13 16,-5 13-12-16,5-13 7 15,-1 11-7-15,1-11 9 0,-1 13-8 16,1-13 11-16,2 15-13 0,-2-15 15 0,8 17-17 16,-8-17 17-16,7 15-16 0,-1-8 18 0,0 0-17 0,1 1 12 15,3-4-12-15,-3 2 8 0,2-2-13 0,2 1 16 16,0-4-13-16,-2 3 10 0,-9-4-10 0,22 2 13 16,-22-2-17-16,16-1 19 0,-16 1-17 15,18-6 16-15,-10 1-14 0,2-1 12 0,-5-1-10 0,3-1 5 0,-3-2-10 16,1-1 17-16,0 0-15 0,0-2 11 0,-3 3-12 15,0-2 15-15,2 2-16 0,-1 1 20 0,-4 9-16 16,4-18 17-16,-4 18-17 0,6-13 14 0,-6 13-17 0,0 0 11 16,4-12-13-16,-4 12 20 0,0 0-10 0,0 0 12 15,0 0-13-15,7 9 16 0,-7-9-22 16,2 9 20-16,-2-9-16 0,4 13 12 0,-4-13-10 0,4 15 11 0,-4-15-15 0,8 15 12 16,-8-15-7-16,7 13 11 0,-7-13-10 15,9 12 11-15,-9-12-9 0,14 12 11 0,-14-12-19 16,17 8 15-16,-9-3-13 0,4-3 13 0,-1 2-15 0,0-3 13 15,3 0-15-15,-14-1 11 0,23 0-7 0,-23 0 11 16,24-2-14-16,-14-1 10 0,0 0-8 16,-1-3 1-16,1-1-1 15,-1-1-2-15,-1-2 19 0,0-2-17 0,0 0 12 0,-3 0-10 16,1-2 13-16,-2 1-10 0,1-2 11 0,0 2-14 16,-3 0 15-16,1 4-11 0,1-3 18 15,-2 1-6-15,-2 11 10 0,4-18 8 0,-4 18-4 16,3-12 0-16,-3 12-4 0,6-9-1 0,-6 9 15 0,0 0 0 15,0 0 4-15,17 5-2 0,-11 0 0 0,1 3 0 16,4 2 0-16,-4 3-4 0,4 2 3 0,0 4-6 0,0-1-5 16,2 5-2-16,1 2-3 0,-1 0-1 0,2 1-4 0,2 4 2 15,-1 2-13-15,-1 1 9 0,-1-3-3 0,-1-1 1 16,-1 0 0-16,-1-1-1 0,-2 1 4 16,-3-1-10-16,0-3 5 0,-2 0-3 0,-2-1-1 15,-2-5-2-15,0 1-1 0,-4 0 12 0,0-3-10 0,-4 1 7 16,1-5-9-1,-1 1 9-15,-4 0-9 0,1-2 8 0,-2-4-14 16,-3-1 16-16,1-1-17 0,-2-2 13 0,0-2-15 16,1-3 0-16,-4 0 3 0,4-2-2 0,0-3 0 0,1 0 1 15,1-3-3-15,3-1-4 0,2 0-15 0,2-3-3 16,2-1-5-16,3-1-14 0,0 1 3 0,4-3 7 16,2 0-1-16,4-1 9 0,1 1 3 0,2-4 3 0,5 0 3 15,-1 1 0-15,3-1-30 0,1-1 7 0,0 2-9 16,2-1 11-16,4-3-15 15,-4 3 6-15,2-4 19 0,2 1-11 0,-6 3 17 16,0 1-4-16,0-3 12 0,0 2-4 0,-3-3 11 0,-1 0-6 16,1 2 14-16,-2 0 3 0,0-1-2 0,-6 4 1 15,1-1 3-15,1 1-3 0,-6 5 1 0,0-2 1 16,-1 0-4-16,-3 4 0 0,2 0-3 0,-4 0 5 0,2 12-2 16,-3-18-8-16,3 18 9 0,-11-14 4 0,11 14-4 15,-14-5 2-15,14 5 3 0,-20 5-5 0,11 1-11 16,-2 2 16-16,0 3-12 0,2 1 15 0,0 4-2 0,3 1 12 15,-2 2-8-15,4-1 5 16,1 0-2-16,2 1 8 0,0 0-1 0,2-1 4 16,3 0-5-16,-2 0 13 0,5 2-5 0,2-3 7 15,0 0-10-15,3 1 8 0,1-4-8 0,0 0-4 0,3-1-7 16,-1-2 3-16,4-1-9 0,-1 1 3 0,1-3-13 16,0-2-8-16,-2 0-54 0,2-1-25 0,-1 0-82 0,-1-2-55 0,0 1-70 15,0-3-18-15,-3 1-70 0,-1-1-81 0,1-1-336 0,-1-2-328 16</inkml:trace>
  <inkml:trace contextRef="#ctx0" brushRef="#br0" timeOffset="158110.2257">26536 13921 371 0,'-3'-11'424'0,"3"11"24"0,-5-16-80 0,5 16-111 16,-2-16 39-16,2 16 22 0,-2-13-24 15,2 13-25-15,-2-12-41 0,2 12-49 0,0 0-34 16,0-10-18-16,0 10-14 0,0 0-15 0,12 4-16 0,-4 2 3 15,1 5-27-15,2-1-5 0,1 5-11 0,1 0-5 16,3 5-6-16,-1 2-6 0,1 0-6 16,-1 0-4-16,-1 3-2 0,0-1-3 0,-3 1-3 0,0 0 6 0,0 0-7 15,-3-4 4-15,0-1-10 0,-3 1 9 0,1-1-7 0,-2-2 2 16,-3-2-2-16,1-1 7 0,0-2-6 0,-2-2 8 16,0-11-4-16,-2 21 8 0,2-21-4 0,-2 18 7 15,2-18-4-15,-7 13 2 0,7-13-3 0,-7 6-2 16,7-6-4-16,-13 4 6 0,13-4-5 0,-9-4 3 15,9 4-3 1,-11-9 0-16,7 0-2 0,-4 1-2 0,6-3-1 16,-3-2-1-16,1-2-1 0,2-1 0 0,0 0-1 0,2-3 0 15,0 2 3-15,0-2-8 0,4 2 7 0,-2-1-4 16,3 0 4-16,1-1-12 0,2 3 2 0,0-1-20 16,1 3-20-16,3-1-41 0,-1 4-39 0,0 0-107 0,3 2-13 15,1 2-72-15,1 2-50 16,-1 2-104-16,2 1-378 0,0 0-395 0</inkml:trace>
  <inkml:trace contextRef="#ctx0" brushRef="#br0" timeOffset="158361.1839">27198 14411 458 0,'0'0'495'0,"0"0"-132"0,0 0 12 16,0 0-71-16,0 0 24 0,-9-5-87 0,9 5-14 15,0 0-59-15,13-9-19 0,-13 9-31 0,18-7-12 16,-7 3-34-16,3 1-4 16,2 0-30-16,2 0 6 0,3 1-33 0,3-1-43 0,2 2-107 15,0-1-43-15,1 1-144 0,0 1-173 0,-2-3-259 16,1 0-270-16</inkml:trace>
  <inkml:trace contextRef="#ctx0" brushRef="#br0" timeOffset="160170.0945">28433 13314 289 0,'9'-19'336'0,"-4"1"-73"16,2-1-22-16,-3 0 13 0,-2 1-60 0,3-1 19 15,-3 0-62-15,-1 1 36 0,-1-1-26 0,-1 1-30 0,-1-1-2 16,-3 3-14-16,1 0 5 0,-2 1-18 16,-1 0-10-16,-3 2-38 0,1 3 19 0,-1 1-1 15,-3 3 19-15,0 3 14 0,-3 3 15 0,-2 2-11 16,-6 4-11-16,-3 6-5 0,-6 3-18 0,-1 6 5 0,0 2 9 0,-1 3-5 16,-5 8-16-16,1 1 3 0,1 3-14 0,1 1-5 15,0 1-7-15,2 3-5 0,4 0-2 0,-1 0-2 16,5 3-4-16,8-7 6 0,-2 2 3 0,6 0-1 15,1 1-9-15,5 1-1 0,3 0-4 0,-2-2-4 16,8-4-2-16,0 0-6 0,0-2 4 0,7-1-6 16,-2 0-3-16,4-3 1 0,-1-1-6 0,6-2 4 0,-1-1-8 0,2-2 13 15,0-4-14-15,3-1 6 0,-1-2-6 0,-1-5 10 16,-1 0-9-16,2-4 2 0,-4 0-7 0,1-5 9 16,2 0-6-16,-2-1 4 0,-1-1-4 0,2-2 3 0,-1-2-16 15,1-1-1-15,-1-1-1 0,1 0 2 0,-1-2 3 16,-1 0-2-16,3-1 2 0,-4 1 1 15,1-1 31-15,-2 1-37 16,-2 0 2-16,1 1 4 0,-1-1-1 16,-1 0-1-16,0 3 1 0,-8 3 0 0,14-9-4 0,-14 9-1 15,11-8-5-15,-11 8-8 0,10-5 1 0,-10 5-6 0,9-6 4 0,-9 6 1 16,0 0 28-16,10-7-23 0,-10 7 7 0,0 0 2 0,10-4 2 16,-10 4 4-16,0 0 0 0,7-6 2 0,-7 6 2 15,0 0 5-15,0 0-3 0,8-4 3 0,-8 4-1 16,0 0-2-16,0 0 2 0,0 0 2 15,0 0 5-15,7-6-9 0,-7 6 2 0,0 0-2 0,0 0 3 16,0 0-3-16,0 0 2 16,0 0 4-16,0 0-3 0,0 0 1 15,0 0 0-15,0 0-4 0,0 0 5 0,0 0 1 16,0 0-1-16,0 0 2 0,9-5-2 0,-9 5 2 0,0 0 1 16,0 0-1-16,0 0 0 0,0 0 0 0,0 0-1 15,0 0 1-15,0 0 1 0,0 0-5 16,0 0 2-16,1-11 1 0,-1 11 0 0,0 0-2 0,0 0-1 15,0 0 2-15,0 0-1 0,2-12 0 0,-2 12 0 0,0 0 1 16,0 0-1-16,0 0-1 0,0-12 3 0,0 12-4 16,0 0 1-16,0 0 2 0,0 0 3 0,0 0-4 0,0-14-1 15,0 14 3-15,0 0-3 0,0 0 0 0,0 0 3 16,-2-11-2-16,2 11 0 0,0 0 1 16,0 0 0-16,0 0-1 0,-2-10 0 0,2 10 0 15,0 0 1-15,0 0-2 0,0 0 2 16,-6-10 0-16,6 10-1 0,0 0 0 0,0 0 0 15,0 0 2-15,0 0-3 0,-6-8 3 16,6 8 0-16,0 0-1 0,0 0 2 0,0 0-2 16,0 0 2-16,-4-7-3 0,4 7 1 0,0 0 0 0,0 0 0 15,0 0-1-15,-7-11 9 0,7 11-7 0,0 0 2 16,-2-9-5-16,2 9 3 0,0 0-4 0,0-13 6 16,0 13-6-16,0 0 6 0,2-13-6 0,-2 13 5 0,0 0-4 0,0-11 4 15,0 11-7-15,0 0 8 0,2-11-3 16,-2 11 3-16,0 0-5 0,0 0 2 0,8-10 0 15,-8 10 10-15,0 0-2 0,15-4 7 0,-15 4-2 0,12-1 8 16,-12 1 1-16,14 3 7 0,-14-3 19 0,20 7 3 16,-10-2 2-16,1 2-3 15,0 2 18-15,0 1-17 0,0 0 2 0,0 2 13 16,-1 1-25-16,-1 1 10 0,2 1-5 0,-2 1-5 16,1 1-9-16,-2-1-2 0,1-1-5 0,0 1-2 15,-2 1-30-15,-1-4 26 0,2 2-24 0,-3 1 20 16,3-3-22-16,-1-1 21 0,-1 2-23 0,0-2 19 0,2 0-22 15,-2-1 24-15,-1-1-26 0,1-1 17 0,-1-2-26 16,-1 1-15-16,-4-8-48 0,8 12-38 0,-8-12-53 16,4 8-69-16,-4-8-94 0,0 0-12 0,0 0-124 0,0 0-133 15,-3 11-304-15,3-11-482 0</inkml:trace>
  <inkml:trace contextRef="#ctx0" brushRef="#br0" timeOffset="161739.0365">28646 14146 492 0,'0'0'419'0,"7"-15"-21"0,-7 15-11 16,8-15-107-16,-4 7-14 0,-4 8-80 0,8-17 52 0,-4 9-54 15,2-1 15-15,-2 0-43 0,1 0-12 0,2 0-38 16,-1-2-6-16,3 1-8 0,0 0-6 0,0-1-28 16,0 1 1-16,2 0-21 0,-1 0 21 0,0 1-6 15,1 1 0-15,-2-1-22 0,0 3 5 0,-2-1-15 16,3 1 10-16,-10 6-18 0,14-8 2 0,-14 8-8 16,15-4 9-16,-15 4-1 0,14 2 9 0,-14-2-10 0,19 9 15 0,-10-1-9 15,1 1-6-15,0 1 6 0,-1 0-6 0,0 2-3 16,0 0-1-16,-2 0-1 0,0 1 6 0,-2-1 0 15,-1-2 0-15,0 0-4 0,-1 0 1 0,-3-10 0 16,5 16 4-16,-5-16 0 0,0 14 6 0,0-14 1 16,-5 12-4-16,5-12-2 0,-7 9-1 0,7-9 1 15,-11 6-2-15,11-6-4 16,-17 2 0-16,17-2-3 0,-19-1-2 0,19 1 0 16,-21-5 2-16,10 2-4 0,0-2-1 0,0-1 3 15,0-1-4-15,-1-2 0 0,4 1 1 0,-1-2-5 16,1 1 0-16,2 0 0 0,1 0-12 15,1 0-11-15,4 9-3 0,-5-18-18 0,5 18-3 0,1-14-15 16,-1 14-3-16,6-13 13 0,2 6-27 0,1 2 8 16,1 0-12-16,1 1 8 0,3 1-34 0,2-1 2 0,2 2-28 0,-1-2 41 15,4 3-43-15,1-2 50 0,3 1-31 0,-1 1 34 16,3 0-21-16,-2-2 55 0,0 1-28 0,2 0 16 16,-2-1 11-16,-1 1 52 0,0-2-36 15,-1 1 43-15,-3-2-39 0,-1 1 27 0,-1-1-15 16,-2 1 50-16,0-4-42 0,-2 3 66 0,0-2-30 0,-3-1 46 15,-2 2-18-15,1-1 32 16,-4 1-18-16,-6 6 38 0,9-11-35 0,-9 11 33 16,3-11-32-16,-3 11 4 0,0 0-26 0,-7-12 3 15,7 12-18-15,-12-6 25 0,12 6-10 0,-19 0 13 16,19 0-18-16,-23 4 15 0,12 0-17 0,-2 3 10 16,1 2 10-16,1-1-6 0,1 3-2 0,1 1-9 15,1 1 1-15,1 0-1 0,1 0-2 0,1 0-8 16,2 1-6-16,0-3-4 0,2 3-1 0,0-3-3 0,1-11 1 0,1 23-3 15,1-14-3-15,-2-9 1 0,6 18-4 0,-6-18-2 16,9 17 1-16,-9-17-3 0,11 10 0 0,-11-10-2 16,12 6-1-16,-12-6 0 0,13 3-1 15,-13-3 1-15,14 0-4 0,-14 0 3 0,15-5-6 16,-15 5 2-16,15-12 0 0,-7 5-2 0,1-2 0 0,0-1 0 16,-2-1-2-16,3 0 4 0,-2 1 2 0,0-2-2 0,-1 2 3 15,-1 1-4-15,0 3 0 0,-6 6 1 0,9-14 0 16,-9 14 3-16,6-10-7 0,-6 10 3 0,0 0 1 15,8-7-1-15,-8 7 2 0,0 0 0 0,0 0 3 0,9 8 0 16,-9-8 0-16,7 9-1 16,-7-9-1-16,8 12 2 0,-3-4 0 0,2-1 2 15,1 0 1-15,0 2 1 0,4 0 0 0,-1-2 1 16,3 1-1-16,1 1-4 16,0-3 3-16,2 1 0 0,-1-1 0 0,1-1-6 15,-1-2 1-15,1 1 2 0,-4-3-2 0,2 0-1 16,-2-1-5-16,1-1 3 0,-1-2-1 0,1-1-3 15,-3-1 3-15,0-2-2 0,0-4-1 0,-1-1 0 16,-2-2 1-16,-1-5-1 0,-2-2 9 0,-1-3-5 0,-1-2 5 16,-1-7-2-16,-1 0-5 0,-1-4 4 0,-1-2-8 15,0-7 1-15,-1-1-4 0,-2-1 0 0,1-2 2 0,-1 0-1 16,-2-1 3-16,2 1 4 0,0 2-2 0,-1 2 6 16,0 2-6-16,1 11 9 0,-2 2 1 15,1 6-3-15,0 2-1 0,1 3-1 0,0 3-2 0,0 3 0 16,0 5 1-16,4 9-2 0,-10-14 0 0,10 14-2 15,-11-2 2-15,11 2 6 0,-16 11-3 16,8-1-2-16,1 4 6 0,-1 4-1 0,1 3 2 16,1 2 1-16,1 4 10 0,2 2-5 0,-1 3 1 15,2 2 3-15,1 2-1 0,1-2 4 0,0 4-4 0,1-1 3 16,1 6-2-16,2 2 0 0,1-3-1 16,1 1-4-16,4-2-2 0,0-1 0 0,1-3 0 15,1-2-2-15,-2-6-4 0,1 1 2 0,2-5-1 16,-2 0 0-16,3-3 1 0,-3-5-2 0,1 1 2 0,0-5 0 0,1 0 0 15,-1-2-1-15,1-2 3 0,-1-1-7 0,4-3 2 16,-2-1 1-16,1-2-1 0,-1-1-4 0,1-2 1 16,0-2-2-16,1-2-6 0,-2-2 3 0,1 0-16 15,2-5-1-15,-1 0-18 0,-1-3 1 0,1-1-1 16,-1-3 1-16,0 1 12 0,-3 0-4 0,1 0 17 16,-3 0-4-16,-2 0 8 15,1-1-5-15,-4 3 10 0,-1 2-7 0,-1-1 9 16,-1 1-7-16,-1 3 4 0,-2 0-5 0,-1 0 2 15,2 11 3-15,-6-18 3 0,1 11-1 0,5 7 8 16,-11-10-8-16,11 10 13 0,-9-4-14 0,9 4 12 16,0 0-6-16,-10 3 7 0,10-3-9 0,0 0 19 15,-5 12-21-15,5-12 10 0,5 13-10 0,-5-13 9 16,7 14-10-16,-1-5 9 0,-1-1-11 0,3 3 10 0,1-3-7 0,1 3-5 16,0 0 6-16,2-2-3 0,-1 2-1 0,0-1-2 15,2 0 2-15,-1 0 3 0,1 0-4 0,-1 0 5 16,0 0 3-16,2 0-4 0,0 2 1 0,2 0-1 15,-2-1 5-15,2-1-4 0,-4 0 1 0,2 0 1 16,-3 0 0-16,1 0 2 0,-1-1-4 0,-1 0-3 16,-2 0-1-16,1-2 0 15,-2 1-1-15,-2-1 0 0,-5-7 2 16,8 12-2-16,-8-12 5 0,1 13 2 0,-1-13 0 16,-2 9-5-16,2-9 1 0,-9 12-7 0,9-12-19 15,-15 8-9-15,5-3-79 0,1-2-55 0,9-3-31 0,-19 7-35 16,19-7-67-16,-19 3-104 0,19-3-402 0,-18 1-345 15</inkml:trace>
  <inkml:trace contextRef="#ctx0" brushRef="#br0" timeOffset="162142.8456">30552 12884 154 0,'1'-23'415'15,"0"2"-103"-15,1 3 15 0,0 0-54 0,0 1-42 16,0 2-38-16,3 5-43 0,-1 0-12 0,0 2-22 16,-4 8-4-16,11-7 68 15,-11 7-44-15,21 8 18 0,-5 1 10 16,5 6 7-16,2 5 1 0,6 5 4 0,1 4-10 0,6 11-18 15,-1 3-4-15,-1 3 0 0,0 5-17 0,-3 2-13 16,-1 1-24-16,-1 5-9 0,-1-2-11 0,0 4-8 16,-2 0 6-16,1 3-18 0,-2 1 1 0,-1 2-11 15,-1-3-11-15,-4-1-1 0,-1 2-7 0,-2-5-6 0,-4-2 1 16,-4-9 1-16,-2-1-5 16,-4-1-2-16,-4-3-1 0,-4-4-5 0,-5 1 0 15,-4-2-3-15,-6-5 5 0,-5-2-13 0,-6-1 12 16,-11 1-14-16,-4-3 7 0,-4-5-57 0,-1-1-116 15,-7-2-109-15,-1-3-127 0,-2-3-136 0,0 0-585 0,-3-3-747 16</inkml:trace>
  <inkml:trace contextRef="#ctx0" brushRef="#br0" timeOffset="163953.9597">5106 16343 447 0,'-4'-10'385'0,"1"1"-108"15,3 9-37-15,-7-15-34 0,7 15-10 16,-5-11-24-16,5 11-20 0,-5-11-34 0,5 11-20 16,0 0-6-16,0 0 36 0,0 0-6 0,0 0 26 0,-7 6-2 15,7-6 1-15,1 24 46 0,1-8-74 16,1 6 41-16,1 3-56 0,0 4 46 0,1 2-58 16,2 2 5-16,-2 0-14 0,-1 1-18 0,0 0-6 15,0 1-11-15,-1-1-12 0,0-1 47 16,2-1-71-16,-3-1 53 0,1-5-68 15,-1 0 59-15,-1-2-68 0,0-4 55 0,0-1-63 0,0-2 66 16,0-2-70-16,0-2 69 0,-1-1-45 0,0-12 88 16,1 19-71-16,-1-19 62 0,-1 15-79 0,1-15 67 15,-2 10-77-15,2-10 60 0,0 0-71 0,-8 4 69 16,8-4-73-16,-9-4 67 0,9 4-67 0,-11-13 7 16,4 2 1-16,1-2 5 0,-2-1 6 0,0-6 0 0,1-3 1 0,0-5 3 15,0-4 2-15,1-2-2 0,1-9 57 0,0-1-71 16,1-3 62-16,2 0-70 0,0-2 10 0,2 0-1 15,1 1-1-15,2 1 2 0,2 1 6 0,2 3-1 16,1 1 2-16,4 3 2 0,0 3-5 0,1 7 1 16,0 2 0-16,1 4 3 0,1 2-2 0,-1 5 1 15,1 3 4-15,0 2-5 0,0 4 2 0,-1 1 0 0,2 5 3 0,-3 2-1 16,4 2 5-16,-2 4 2 0,2 5-2 0,-2 1-1 16,0 4 0-16,0 2 58 0,0 5-70 0,-3-1 60 15,-1 2-62-15,-2 3 56 0,0-2-67 0,-3 4 63 16,-2-5-67-16,0 1 75 0,-4 0-83 0,-3 0 68 15,-1 0-74-15,-2 2 62 0,-3 0-62 0,-3-1 58 16,0-2-68-16,-1-2 2 16,-4-1-36-16,2-2 3 0,-2-2-13 0,2-2-26 15,0-2 14-15,0-2-9 0,1-4-62 0,0 0 16 16,2-4 0-16,12-4 3 0,-17 4 9 0,17-4 24 16,-16-5 2-16,16 5 23 0,-11-12 11 0,11 12 28 15,-7-13 3-15,7 13 27 0,-5-15 3 0,5 15 22 16,-2-12 12-16,2 12-2 0,0 0 11 0,-1-13 0 15,1 13 7-15,0 0-3 0,0 0 16 0,0 0-9 0,0 0 5 0,8 15-3 16,-8-15 13-16,6 19 1 0,-2-6-3 0,2 1 2 16,-1 2-1-16,4 2-15 0,0 0 0 0,1 2-6 15,4 3-2-15,0-1-9 0,2 2-4 0,1-1-32 16,3-2-38-16,1-1-96 0,0 0-113 0,2-2-151 0,-1-1-229 16,1-4-165-16</inkml:trace>
  <inkml:trace contextRef="#ctx0" brushRef="#br0" timeOffset="164353.0461">5895 16793 640 0,'0'0'485'0,"0"0"-113"0,-4-13-47 0,4 13-8 15,0 0 3-15,-4-9-39 0,4 9-33 0,0 0-29 0,0 0-35 16,0 0-26-16,0-13-30 16,0 13-24-16,0 0-16 0,0 0-17 0,15 0-16 15,-15 0-9-15,11 4-8 0,-11-4-9 0,13 9-3 16,-13-9-6-16,14 12 6 0,-9-3-4 0,0 0 0 0,-1 3-2 16,0 2 2-16,-1 2 52 0,-2 1-65 0,-2 2 68 0,-2 2-61 15,-1 2 87-15,-2 2-50 0,-2 3 101 0,-1 1-62 16,-1-1 82-16,-3 7-89 0,2-8 76 15,0 1-63-15,1-2-18 0,-1 0 4 0,3-3 0 16,1-2 14-16,1 0 1 0,2-3 13 0,1-2-8 0,3 1 0 16,0-4-12-16,3 0-8 0,1-1-17 0,4-2-10 15,2-1-15-15,6-2-10 0,2-2-11 0,3-3-18 0,6-2-35 16,3 0-27-16,7-4-39 0,7-2-43 0,0-3 0 16,2-1-135-16,-2 0 20 0,-1-1-96 15,0-2-13-15,-3 1-76 0,-1 1-96 0,-2-2-128 16,-8 4-323-16,-1-3-585 0</inkml:trace>
  <inkml:trace contextRef="#ctx0" brushRef="#br0" timeOffset="164984.0636">7091 16668 39 0,'0'0'594'0,"0"0"-175"0,0 0-60 0,-13 0-56 0,13 0-16 15,0 0-6-15,0 0-12 0,0 0-8 0,-14 0-13 16,14 0 39-16,0 0-67 0,0 0 41 0,0 0-79 15,0 0 53-15,0 0-85 0,0 0-19 16,0 0-7-16,0 0 13 0,0 0-32 0,0 0-18 0,21 2-9 0,-8-4-13 0,6 0-10 16,4-2-9-16,4 1 6 0,8-1-34 15,2-2-6-15,10-1-22 0,2-1-39 0,6-1-49 0,10-1-5 16,3-1-108-16,-1 0 16 0,2 1-89 0,-3 0-13 16,-10 1-27-16,-3 1-67 0,-3 1-51 0,-3 0-15 15,-10 0-318-15,-5 2-293 0</inkml:trace>
  <inkml:trace contextRef="#ctx0" brushRef="#br0" timeOffset="165416.0926">7436 16330 435 0,'-7'-8'507'16,"1"1"-82"-16,6 7-73 0,-9-11-50 0,9 11-25 16,0 0-22-16,-5-11-9 15,5 11-13-15,9-5-9 0,-9 5 6 0,25-2-7 16,-6 3-24-16,10-1 32 0,6 6-91 0,11 0 48 0,3 3-92 15,5 1 51-15,11 3-84 0,3 4 70 0,0 0-90 16,0 1 66-16,-1 3-84 0,-1-2 5 0,-3 4-4 16,-1-1-3-16,-3 2 3 0,-1-1-3 0,-4 1 0 0,-3 2 7 15,-10-4 1-15,-3-1-12 0,-3 1 1 0,-4 2 2 16,-5-1 5-16,-7-2 8 0,-4-1-3 0,-8-1 5 16,-2-1 8-16,-5 0-4 15,-8 4 5-15,-4 2-4 0,-10 5-3 0,-5-1-10 0,-7 0 2 16,-11 5-11-16,-7 0 0 0,-3 1-4 0,-4-2-11 0,-2-1 54 15,1-1-74-15,3-3-38 0,4 0 0 16,9-7-159-16,7-1-37 0,4-3-195 0,9-3-65 0,8-3-140 16,5-4-511-16,11-6-775 0</inkml:trace>
  <inkml:trace contextRef="#ctx0" brushRef="#br0" timeOffset="167134.2411">9367 16309 117 0,'1'-11'455'0,"0"0"-77"0,-1 11-27 0,2-19-21 15,-2 19-7-15,1-20-38 0,-1 20-56 0,0-21 41 16,0 21 2-16,0-16-12 0,0 16-22 0,0-15-24 16,0 15-19-16,0-15-25 0,0 15-35 0,0 0-21 15,1-13-14-15,-1 13 24 0,0 0 48 0,0 0 3 16,0 0-14-16,10 11 49 0,-6-2-34 0,-1 3 21 15,1 3-13-15,-1 4 1 0,1 3-4 0,-1 3-21 0,-1 2-18 0,2 5-11 16,-3 1-28-16,1 0-16 16,-2 4-17-16,0-1-39 0,-1 0 22 0,0 1-35 15,1-2 21-15,-1 2-38 0,-1 0 34 16,2-1-2-16,0-2-14 0,0 0-3 0,2-4-12 16,-2-2-6-16,2 0-15 0,0-3-36 0,0 0-40 0,2-3-58 15,-1-3-61-15,1-2-19 0,2-2-13 0,-1-2-108 16,2-1 7-16,0-3-125 0,1-2 0 0,0-3-83 15,4-1-35-15,-12-3-460 0,23-2-665 0</inkml:trace>
  <inkml:trace contextRef="#ctx0" brushRef="#br0" timeOffset="167410.7857">9880 16465 341 0,'4'-13'500'0,"-1"3"-89"0,-3 10-77 0,4-16-20 16,-4 16-37-16,4-13-41 0,-4 13-35 16,0 0 21-16,0 0 25 0,0 0 1 0,0 0 25 15,0 0 35-15,0 0-93 0,-2 18-9 0,0-6-22 0,2 6-3 16,0 2-15-16,0 4-15 0,1 2-13 0,0 1-57 0,1 6 28 16,0 0-64-16,0 1 30 0,2 1-49 0,-1-2 32 0,1 1-17 15,0-1-10-15,1 1-6 0,0-3-5 0,1-2-22 16,1 1-20-16,-1-7-49 0,-2-1 6 0,2-3-114 15,-2-1-9-15,-1-2-103 0,2-2 4 0,-2-3-91 16,-3-11-77-16,4 16-70 0,-4-16-475 0,0 0-600 16</inkml:trace>
  <inkml:trace contextRef="#ctx0" brushRef="#br0" timeOffset="167774.1157">8942 16234 371 0,'-20'-10'261'0,"-1"-1"-8"16,1 3-4-16,2-1-10 0,2 2-17 0,1-1 0 0,2 3-1 15,3 0 12-15,0-1-20 0,10 6-19 16,-16-9-24-16,16 9-17 0,-11-7-12 0,11 7-6 0,0 0 9 0,5-12 21 15,5 6-20-15,7 0-6 0,6 0 14 0,9-2-10 16,10 1-18-16,6-1-10 0,2-1-19 0,6 3-5 16,15-2-14-16,0 2-10 0,2 1-17 0,1 1-8 15,2 1-15-15,0 0 3 0,-1 1-11 0,-10 1 3 16,-1 0-12-16,-1 1 0 0,-1-1-15 0,-1 0 16 0,-3-1-12 16,-2 1-1-1,-4 1-5-15,-3-1-1 0,-8-1-35 0,-9 2-22 16,-1 0-27-16,-3 0-48 0,-6 1-13 0,-2 0-20 0,-3 0-24 15,-4 0-75-15,-13-1-15 0,15 4-103 16,-15-4-108-16,0 0-331 0,0 0-366 0</inkml:trace>
  <inkml:trace contextRef="#ctx0" brushRef="#br0" timeOffset="168578.2979">10429 16854 454 0,'3'-16'436'0,"-3"16"-42"0,0-11-53 0,0 11 1 0,-1-12-13 16,1 12-69-16,-4-11-10 0,4 11 30 0,-7-11 11 16,7 11-14-16,-5-9-30 0,5 9-39 15,0 0-24-15,-7-9-10 0,7 9-1 0,0 0-14 0,0 0-7 16,-13 5 2-16,13-5-32 0,-7 13 33 0,7-13-22 0,-5 18-8 16,5-18 3-16,-1 23-24 0,2-9-7 0,0 0-12 0,1 4-12 15,0-2-14 1,2 1 38-16,1 1-60 0,0 3 42 0,1 0-58 0,1-1 45 15,0-1-48-15,2-1 39 0,0 0-52 16,0-2 47-16,3 0-46 0,-3-4 41 0,0 0-45 0,2-2 47 16,-1-1-23-16,-1-3 43 0,1-1-35 0,-1-2 36 15,1 2-26-15,-10-5 32 0,18 0-43 0,-18 0 34 0,17-5-37 16,-17 5 26-16,15-8-39 0,-8 0 4 16,-1 0 0-16,-1-1-8 0,0-2-5 0,-1-2 0 0,-1-1 0 15,-1-2-7-15,-2-1-1 0,0 0 0 0,0-1-1 16,0 0-40-16,-2-1 30 0,0 1-34 0,1-2 34 15,-1 2-21-15,1 0-5 0,0 1-25 0,-2 1-21 16,2-1 0-16,0 5-7 0,-1-1-32 0,1 2-38 0,1 11-33 0,-1-20-55 16,1 20-50-16,-1-14-4 0,1 14-81 0,0-13 1 15,0 13 16-15,0 0-8 0,5-11 7 0,-5 11-39 16,0 0 10-16,12-6-93 0,-12 6-256 0,12-3-251 16</inkml:trace>
  <inkml:trace contextRef="#ctx0" brushRef="#br0" timeOffset="169017.1983">10907 16868 52 0,'0'0'455'0,"3"11"-122"0,-3-11-9 0,2 10-43 15,-2-10-19-15,0 0-12 0,2 15-21 0,-2-15-11 0,0 0-24 0,5 11 21 16,-5-11-73-16,0 0 23 0,6 12-66 0,-6-12 30 15,0 0-69-15,10 9 29 0,-10-9-58 0,10 3-2 16,-10-3-8-16,14 2-15 0,-14-2 10 0,14 0 3 16,-14 0-7-16,15-3-2 0,-15 3-7 0,13-5-2 15,-13 5 4-15,13-6-4 0,-13 6 0 0,10-9-3 16,-10 9 5-16,3-12-3 0,-3 12 1 0,-1-14 5 0,1 14-7 0,-6-16 5 31,0 8-2-31,-2 2-2 0,-1-1-1 0,0 1 3 0,-1 2 2 0,-1 1-3 0,0-1 6 0,-2 3-5 16,13 1 18-16,-24 1 1 0,10 4 10 0,0 0 7 15,-2 1 9-15,3 2 66 0,-2 3-48 0,1 2 58 16,1 1-68-16,2 1 62 0,1 1-65 0,1 2 64 16,2 0-59-16,2-2 57 15,1 1-80-15,1 0 76 0,2-3-85 0,1 1 62 16,2 0-79-16,2 0 64 0,1-1-73 0,1-2 64 16,4 1-74-16,-1-2 64 0,0-2-77 0,5-1 63 0,-1 0-80 15,4-3 49-15,-1 1-112 0,1-3-5 0,2-1-91 16,1-1 5-16,1-1-48 0,0 0-56 0,1-1-19 15,2-2-54-15,0 0-38 0,-2-2-31 0,2-1-315 16,-4 0-267-16</inkml:trace>
  <inkml:trace contextRef="#ctx0" brushRef="#br0" timeOffset="170119.2983">11298 16990 120 0,'0'0'555'0,"2"-11"-69"15,-2 11-53-15,2-12 19 0,-2 12-15 0,0 0 46 16,1-16-64-16,-1 16-14 0,0 0-27 15,0-11-39-15,0 11-45 0,0 0-64 0,0 0-31 16,0 0-7-16,0 0-11 0,0 0 6 0,0 0-32 0,0 0-1 16,0 0-29-16,0 0-4 0,0 15-19 0,0-15 14 15,0 18-47-15,1-7 15 0,0 0-49 0,1 2 29 0,0 0-47 16,-1 0 33-16,0 1-47 0,1 0 37 0,1 1-43 16,0 0 37-16,1-1-42 0,-1 0 37 15,1-1-41-15,0-3 34 0,-1 1-43 0,0-1 38 16,1-1-42-16,2-1 39 0,-6-8-43 0,6 12 42 0,-6-12-50 0,9 9 40 0,-9-9-57 15,11 4 20-15,-11-4-59 0,14-1 62 0,-14 1-55 16,15-7 23-16,-5 1-73 0,-1-3 67 0,1-1-55 16,-1-2-11-16,1-1 80 0,1-1-74 0,0-2 88 0,0 0-67 15,0 1 82-15,-1 2-66 0,-1 1 94 16,-2 1-68-16,2 0 6 0,0 0 17 0,-4 3 8 16,0 0 12-16,-5 8-4 0,9-12 10 0,-9 12 1 15,10-7 22-15,-10 7-2 0,0 0 85 0,13 1-74 0,-13-1 62 16,7 7-76-16,-7-7 71 0,8 11-76 0,-8-11 75 15,8 16-74-15,-4-8 60 0,-1 3-69 0,3-3 56 16,-3 1-59-16,4 0 60 0,-3 0-65 0,2 0 64 16,1-1-67-16,-1 1 57 0,2-3-58 0,-2 2 5 15,1-2 4-15,-7-6 10 16,14 8-7-16,-14-8 56 0,16 8-59 0,-16-8-18 16,13 4 63-16,-13-4-74 0,15 1 63 0,-15-1-80 15,14-2 70-15,-14 2-84 0,16-6 70 0,-9-1-81 0,-1 1 66 16,3-3-71-16,-2 0 77 0,0-2-67 0,-1 1 64 15,0-3-58-15,2 1 76 0,-4 1-61 0,1-1 14 16,-1 1 11-16,-1 1 8 0,-3 10 11 0,6-17 11 16,-6 17 10-16,6-17 16 0,-6 17 7 0,3-11 2 0,-3 11-6 0,5-11-2 15,-5 11 10-15,0 0 12 0,0 0 11 0,0 0 38 16,0 0-3-16,0 0-11 0,0 0-13 0,0 0-4 16,-5 12-6-16,5-12 0 0,0 14-15 0,0-14-7 15,1 17-7-15,-1-17 2 0,1 21-7 0,2-10 48 0,-1 1-67 16,-1-1 58-16,0 1-68 0,3 0 51 15,1-1-62-15,-2 2 58 0,1-1-65 0,3-2 40 0,-1 1-67 0,1-1 43 0,-3-2-80 16,4 0 56-16,-2-1-79 0,1 0 80 0,-7-7-70 16,13 9 74-16,-13-9-100 0,14 6 76 0,-14-6-67 15,13 0 57-15,-13 0-108 0,15-6 68 0,-7 2-37 16,0-2 78-16,0-1-49 0,-1-1 75 0,1 2-45 16,-1-2 74-16,-1 2-55 0,2-1 69 0,-8 7-49 0,9-11 68 15,-9 11-63 1,8-9 64-16,-8 9-61 0,0 0 73 0,10-8-66 15,-10 8 65-15,0 0-58 0,0 0 70 0,0 0-48 16,0 0 98-16,2 11-74 0,-2-11 71 0,0 0-76 16,2 13 73-16,-2-13-70 0,2 13 79 0,-2-13-87 0,5 12 67 15,-5-12-82-15,6 11 70 0,-6-11-79 0,9 13 76 16,-9-13-80-16,14 9 69 0,-6-4-77 0,1-1 78 16,3-2-83-16,-1 1 78 0,3-2-85 0,-1 0 74 0,3-1-76 0,-2-1 84 15,4-1-84-15,-1-1 73 0,-1 0-77 0,-1-1 75 16,2-2-75-16,0 0 75 0,0-4-76 0,0 1 82 15,-1-3-83-15,-3-1 76 0,-1 0-76 0,-1-4 80 16,-2 3-83-16,0-4 81 0,-2 1-77 0,-3 0 8 0,-2 0 6 16,-1 0 6-16,-1 1 3 0,-1 0 10 15,-3 2 19-15,0 0-20 16,-1 4 12-16,1-1 2 0,-4 3 5 0,2 2-9 0,-1 0 4 16,7 6 14-16,-18-5 11 0,18 5 14 0,-20 6 30 15,9 0 7-15,0 1 1 0,0 3-2 0,-1 0 58 16,3 3-63-16,-3 2 62 0,4 1-55 0,1-1 37 15,1 1-56-15,1 0 32 0,3 2-56 0,-1-2 37 16,3 0-39-16,0 0 34 0,3 0-46 0,0-1 32 0,3 0-43 16,0-1 30-16,3-1-40 0,3 1 34 15,3-1-41-15,2-3 31 0,2 1-45 0,0-4 29 0,5 0-55 16,-1 0 14-16,1-3-79 0,3 0 26 0,0-1-119 16,0-2-47-16,0-1-17 0,0-1-80 0,0 0-40 0,-3-2-138 15,1 0-82-15,-2-2-143 0,-3-1-346 0,0-1-707 16</inkml:trace>
  <inkml:trace contextRef="#ctx0" brushRef="#br0" timeOffset="170655.9974">13038 17224 24 0,'0'0'328'0,"-19"2"-36"16,19-2-18-16,-23 3-25 0,23-3-15 0,-22 2 2 16,22-2 7-1,-18 2 9-15,18-2-13 0,-18 1-10 0,18-1 7 0,-13 2-9 16,13-2-4-16,0 0-1 0,-17 1-6 0,17-1-10 16,0 0-84-16,0 0 62 0,0 0-84 0,0 0 42 15,0 0-88-15,0 0 49 0,12-7-81 0,1 6 58 16,2-3-80-16,4 1 60 0,6-1-77 0,2-2 53 0,6 2-92 15,3 0 0-15,0-2-59 0,2 0-66 16,1 1-67-16,5-1-61 0,-6 1-56 0,-2 2-76 0,1-2-68 0,1-1-294 16,-5 3-329-16</inkml:trace>
  <inkml:trace contextRef="#ctx0" brushRef="#br0" timeOffset="173152.9885">13845 16915 484 0,'0'0'375'0,"0"0"-14"0,0 0-53 0,1-11-30 15,-1 11-8-15,0 0-8 0,0 0-12 0,0 0-9 16,0 0-19-16,-1-14-11 0,1 14-6 0,0 0-18 0,0 0-13 0,0 0 48 16,0 0-82-16,0 0-3 0,0 0-5 0,-1-11-10 15,1 11-7-15,0 0-6 0,0 0-10 0,0 0-6 16,0 0-4-16,0 0-6 0,0 0-7 0,0 0-6 0,0 0 0 15,0 0-10-15,0 0 9 0,0 0-17 0,0 0-10 32,0 0-3-32,0 0-7 0,0 0-5 0,0 0-10 15,-8-6 1-15,8 6 5 0,0 0-23 0,0 0 9 0,0 0-2 16,0 0 8-16,0 0-11 0,0 0-6 0,0 0 4 16,0 0 10-16,0 0-16 0,0 0 1 0,0 0 3 0,0 0 11 15,0 0-14-15,0 0-1 0,0 0 5 0,0 0-4 16,0 0 1-16,0 0 5 0,0 0 2 0,0 0-1 0,0 0 1 15,0 0-1-15,0 0 6 0,0 0-7 0,0 0 1 16,0 0-1-16,0 0 3 0,0 0-5 0,0 0 0 16,0 0 1-16,0 0 3 15,0 0 0-15,0 0-8 0,0 0 5 0,0 0 6 0,0 0-5 16,0 0-7-16,0 0 1 0,0 0 5 0,0 0 0 16,0 0-3-16,0 0-1 0,0 0 5 0,0 0-1 0,0 0-4 15,0 0 0-15,0 0 3 0,0 0 0 0,0 0 20 16,0 0-26-16,0 0 0 0,0 0 8 0,0 0-1 0,0 0-5 15,0 0 1-15,0 0 4 0,0 0-8 0,0 0 5 16,0 0 2-16,0 0 5 0,0 0-6 16,0 0-3-16,0 0-1 0,0 0 9 0,0 0-5 15,0 0 0-15,0 0 1 0,0 0 5 0,0 0-5 16,0 0-2-16,0 0 0 0,0 0 5 0,0 0-4 16,0 0-2-16,0 0 2 0,0 0 4 0,0 0-7 0,0 0 1 15,0 0 2-15,0 0 1 0,0 0-1 0,0 0-2 16,0 0-2-16,0 0 9 0,0 0-8 0,0 0 4 15,0 0 2-15,0 0-1 0,0 0-1 0,0 0 0 16,0 0 0-16,0 0 4 0,0 0 23 0,0 0-33 0,0 0 7 16,0 0-4-16,0 0-3 0,0 0 1 0,0 0 0 15,0 0 7-15,0 0 17 0,0 0-25 0,0 0 0 16,0 0 3-16,0 0 0 0,0 0-1 0,0 0 1 0,0 0 9 16,0 0-10-16,0 0 3 0,0 0-2 0,0 0 2 0,0 0-2 15,-4-8-1-15,4 8 3 0,0 0 3 0,0 0-5 16,0 0 4-16,-5-9-4 0,5 9 6 0,0 0 12 0,-4-7-25 15,4 7 5-15,0 0 1 0,-7-11-37 0,7 11 46 16,-9-8 0-16,9 8-4 0,-7-12-2 0,7 12 2 16,-11-16 2-16,5 8 0 0,0 0-4 0,0-1 1 15,-1 0 5-15,1 0-2 16,-2 1-5-16,4-1 6 0,-2 1-2 0,6 8 2 16,-9-13 4-16,9 13 4 0,-7-10-2 0,7 10-5 15,-7-9-1-15,7 9-3 0,0 0 8 0,0 0 7 16,0 0 6-16,0 0 29 0,0 0 2 0,0 0 0 15,2 14 8-15,-2-14 10 0,8 17 4 0,-6-7-8 16,2 2-1-16,0 1-11 0,0 2-6 0,-1 0-4 16,-1 0 2-16,2 2 3 0,1 1-11 0,-2-2 25 0,-1 1-44 0,2 0 31 15,-1 0-45-15,-1-1 30 0,0 1-42 0,0-2 39 16,0 1-40-16,1-4 31 0,-1-1-35 0,1 1 34 16,-3-12-36-16,2 19 35 0,-2-19-36 0,2 16 35 0,-2-16-33 15,4 12 40-15,-4-12-38 0,3 11 35 16,-3-11-37-16,0 0 39 0,6 8-40 0,-6-8 32 0,0 0-38 15,11-1 39-15,-11 1-43 0,14-8 23 0,-7 1-40 0,1-1 23 0,2-2-41 16,1 0 6-16,-1-2-25 0,0 0 8 0,1-1-16 16,3-2 2-16,-1 1 12 0,-4 3 12 0,3 0 23 15,-1 0-6-15,0 1 9 0,-2 1 7 0,2 1 5 16,-4 2 0-16,3 1 4 0,-10 5 11 0,15-6 8 0,-15 6-26 16,16 2 32-16,-16-2 5 0,15 9 0 15,-8-3-5-15,-1 2 1 16,4 1 46-16,-1 1-53 0,-1 2 37 0,4 0-43 15,-1 2 47-15,3-1-43 0,-1 3 39 0,2-2-51 16,3-1 48-16,3 2-44 0,1 0 36 0,1-2-49 0,-3-2 48 16,3-2-50-16,1 1 45 0,-1-3-53 0,1-1 47 15,-1 0-56-15,-1-2 46 0,-2-1-46 0,-1-2 43 16,-2 1-48-16,0-1 52 0,-2-2-51 0,0-1 55 16,-1 0-60-16,0-3 54 0,-1-1-51 0,-2-1 57 0,1-3-54 0,-4 1 55 15,-1-4-52-15,-1-1 7 0,-3 0 9 0,-1-2 0 0,-2 1 2 16,-2-1 4-16,-1-1 3 0,-1 0 17 15,-1 2-14-15,-1 0 1 0,-1 0-35 0,-2 2 44 0,1 1-1 16,-1 1 5 0,0 2-3-16,-1 2-6 0,0 1-35 0,0 3 47 15,-3 1-35-15,13 2 39 0,-25 3-3 0,12 1-2 16,0 2 1-16,-2 3 2 0,5 0 2 0,-4 4 4 16,1 1-3-16,1 2 59 0,3-3-66 0,1 3 55 0,1 2-59 0,0-2 55 15,4 0-57-15,1 0 52 0,2 1-46 0,0-3 52 16,2 3-56-16,3-4 46 0,-2 1-49 15,1-2 46-15,3 0-54 0,-1-2 52 0,2-1-53 16,0-2 44-16,-1-1-44 0,3 0 41 0,0-1-53 0,1-3 48 16,-2 0-48-16,-9-2 45 0,23 2-58 0,-23-2 54 15,24-5-54-15,-12 1 54 0,0 0-51 0,-2-3 46 0,1-1-50 16,-1-1 55-16,0-2-57 16,-3-2 55-16,1 1-52 0,-2-2 54 0,0-1-55 0,-1 0 10 15,-3-1 2-15,2 1 7 0,-2-1 2 0,-1 3 7 16,-1 0-4-16,2 1 4 0,-2 12 6 0,0-19-7 0,0 19 5 15,-2-16-1-15,2 16 0 0,0-13-3 0,0 13 4 16,0 0 1-16,0-14 0 0,0 14 3 0,0 0 2 16,0 0 2-16,0 0 0 0,0 0-1 15,-7 11 1-15,7-11 0 0,0 0-1 0,2 16 51 0,-2-16-56 16,3 13 49-16,-3-13-61 0,6 13 51 0,-6-13-53 16,10 13 52-16,-3-7-54 0,-1 2 49 0,1-2-70 0,-7-6 42 15,16 11-56-15,-10-6 50 0,3-1-84 16,2 0 45-16,-11-4-54 0,16 6 75 0,-16-6-58 0,14 5 69 15,-14-5-98-15,13 0 78 0,-13 0-63 0,13-3 92 16,-13 3-81-16,12-9 79 0,-12 9-65 0,10-13 87 0,-7 4-71 16,1-1 73-16,-1-1-73 0,0 0 11 0,-2-1 9 15,0-1 10-15,1 1 7 16,-2 0 3-16,2 1 8 0,-2 11 10 0,3-20 10 0,-3 20-4 16,2-15-1-16,-2 15 5 0,2-10 13 0,-2 10 31 0,0 0 6 15,9-6-1-15,-9 6 9 0,0 0-1 0,13 8-5 16,-13-8-12-16,7 10 7 0,-1-1-3 0,-2-1-15 15,1 2 46-15,0-2-73 0,0 4 53 0,1 0-64 0,0 0 50 16,-1 0-62-16,2 1 54 16,-2-2-57-16,1 3 58 0,-1-3-67 0,0-1 60 0,-1 0-65 15,1-2 59-15,-5-8-60 0,7 18 57 0,-7-18-57 16,6 15 57-16,-6-15-60 0,5 11 55 0,-5-11-47 0,5 9 46 16,-5-9-50-16,0 0 52 0,10 8-55 0,-10-8 55 15,0 0-58-15,14-3 54 0,-14 3-60 0,12-9 52 0,-6 2-62 16,1-2 56-16,-1-2-86 0,1 0-12 0,0-1 6 15,0-1 11-15,-1 0-4 0,0 1 14 0,-1-2 16 16,2 3 6-16,-2 0 10 0,-1 3 3 16,1-1 8-16,-5 9 4 0,6-16 1 0,-6 16 4 0,6-11 4 15,-6 11-3-15,6-9-1 0,-6 9 4 0,0 0 6 16,7-5-1-16,-7 5 1 0,0 0 0 0,10 4 7 16,-10-4-2-16,8 7-4 0,-8-7 0 0,10 11 7 0,-5-4-4 15,1 0 63-15,-1 1-73 0,4 0 60 0,-4 1-61 16,5 0 2-16,-2 0-4 0,1 1 1 0,2-2 10 15,-1 1-10-15,2-1 8 0,0-2-7 0,0 1 14 16,3-1-6-16,-2 0 1 0,2 0 1 0,-1-1 3 16,1-3 57-16,1 3-78 0,0-4 64 0,0 2-66 0,-1-1 55 15,-1-2-65-15,3 0 5 16,0-2 2-16,1-1 1 0,0 1 5 0,-2-2-3 0,3 0 63 16,-2-2-70-16,0 0 65 0,0-1-68 0,0-2 5 15,-1 0 1-15,-1-2-1 0,-3 0 7 0,0-1 2 0,0-1 3 16,-5 0-2-16,2 1 0 0,-4-2-4 0,1-1 12 15,-3 1-2-15,-1 1 2 0,-2 0 6 0,-1 1-6 16,-2 1 0-16,-1 0 4 0,-1 2 1 0,-2 1 0 0,0 0 1 16,-1 2 9-16,-1 3-2 15,9 3 2-15,-20-1-18 0,8 2 42 0,2 2-33 16,-1 1 84-16,0 4 2 0,-2 1 21 0,3 1-6 0,-1 1-5 16,2 2-1-16,2 0 18 0,-1 2-4 15,4-1-1-15,0 3-5 0,2-1 10 0,1 0-11 0,3 0-3 16,0 0-2-16,5-2 0 0,2 3-19 0,2-1-8 15,2-1 0-15,2-2-22 0,2 1-13 0,1-3-7 0,0 0-5 16,3-1-5-16,-2-1-1 0,4-2-1 0,-2-1-7 16,2 0 0-16,1-1-8 0,0-2 0 15,-3-1-4-15,-1 0 2 0,1-2-5 0,0 0 0 16,-2 0-1-16,0-2-3 0,0 0-7 0,-2 0 4 0,0 0-7 16,-1-1-7-16,0-1-33 0,-4 1-13 0,0 0-25 0,1 0-12 15,-2-1 23-15,-11 4-53 0,18-5 30 0,-18 5-78 0,13-4-47 16,-13 4 24-16,11-5-115 0,-11 5 25 0,0 0-103 15,0 0 0-15,0 0-55 0,0 0-62 0,0 0-49 16,0 0-507-16,0 0-690 0</inkml:trace>
  <inkml:trace contextRef="#ctx0" brushRef="#br0" timeOffset="174825.7587">17803 16201 200 0,'1'-14'398'0,"-1"1"-67"0,-1 1 5 16,-1-1-39-16,-2 0-83 0,0 0 30 0,-2-2-74 15,-1 3 29-15,0-1-35 0,-1 2 7 0,-1 0-9 0,0 2-16 16,1 1-17-16,-1 3-24 0,-3 2 11 16,0 1 22-16,-2 4 32 0,-2 4 29 0,-5 4-2 15,-2 5 22-15,-6 8-11 0,-1 5-1 0,1 3 13 0,-6 8 10 16,1 4 0 0,1 1 7-16,-1 4-20 0,1 1 6 0,0 2-17 15,1 0-28-15,0 2-24 0,1 0-38 0,2 2 28 16,3-1-16-16,4 0-16 0,1 1-9 0,3-2-25 0,7-6-12 15,3-3-6-15,1 0-17 0,5-1-2 16,3-5-9-16,5 3-1 0,4-1-15 0,4-2-3 0,8-1-4 16,3-4-15-16,6-2-27 0,10 1-45 0,-4-8-53 15,3-1-66-15,2-5-64 0,1-4-56 0,1-1-71 0,-1-6-27 0,0 1-127 16,-6-3-3-16,-1-2-53 0,-3-3-123 0,3-3-331 16,-2 1-670-16</inkml:trace>
  <inkml:trace contextRef="#ctx0" brushRef="#br0" timeOffset="175618.9469">18666 16459 387 0,'-7'-17'449'0,"-1"-1"-74"15,-1 0-24-15,1 1 8 16,-1 0-70-16,-1 0 24 0,0 2-23 0,0-1-44 16,0 4 30-16,3 1-21 0,0 1-43 0,0 2-37 15,2 1-40-15,5 7-28 0,-11-9-20 0,11 9 32 16,0 0 10-16,-9 4-1 0,9-4 0 0,-1 16-10 0,2-4 80 15,2 6-76-15,3 2 0 0,2 4-14 16,1 4-13-16,1 2-16 0,5 6-15 0,-1 0-12 16,4 0-11-16,1 1-36 0,1-1 34 0,3 0-10 0,-1-2-3 0,3 0-5 15,1-2 0-15,0-1 2 0,-1-2-5 0,1-2 51 16,-2-2-69-16,-2-5 52 0,-1-3-62 0,-1-1 55 0,-3-5-58 16,-2 1 53-16,0-5-55 0,-2 0 42 0,-1-3-43 15,-12-4 1-15,20-1 5 0,-10-3 1 0,-1-4 1 16,-1-2-1-16,-1-3 18 0,1-6-14 0,-1 0 1 15,-1-5 6-15,0-4-2 0,1-2-3 0,-1-4 3 0,0 0-4 16,1-4 0-16,1-2 4 0,3 0 4 0,-3 1-6 0,1 1-3 16,-1 6 4-16,1 1-6 0,-2 4-8 0,-1 3-13 15,1 3-31-15,-1 2-38 0,-2 4-70 0,1 1-63 16,-2 3-32-16,-3 11 9 0,7-15-10 0,-7 15-44 16,10-6-22-16,-10 6-18 0,10 3-75 0,-2 4-27 15,0-1-453-15,0 4-466 16</inkml:trace>
  <inkml:trace contextRef="#ctx0" brushRef="#br0" timeOffset="176171.6064">19496 16779 394 0,'0'0'449'0,"0"0"-77"16,-15-2-67-16,15 2-40 0,0 0-40 0,0 0-32 15,-16-1-17-15,16 1-2 0,0 0 4 0,0 0-23 16,0 0-20-16,0 0-16 0,0 0-25 0,0 0-18 16,0 0-12-16,0 0-12 0,10-3-12 0,-10 3-11 0,17-3-4 0,-17 3-7 15,21-3-7-15,-11-1 0 0,1 1-2 16,1-1-2-16,-3 0-4 0,0-2 2 0,1 0-2 16,-2-1-3-16,-1-2 43 0,-2 2-51 0,0-4 42 0,-3 2-51 15,-2 9 45 1,0-21-38-16,-2 10 36 0,-2 2-49 0,-3 1 45 0,0 0-42 15,-5 1 53-15,0 3-49 0,-2-1 46 16,-2 4-47-16,1 1 53 0,-4 1-45 0,-4 4 55 0,2 2-37 16,-1 0 50-16,1 4-38 0,-3 2 7 0,3 1 29 15,1 3 34-15,1-1-15 0,6 0 5 0,0 1 11 16,3 0 59-16,2 0-87 0,3 0 59 0,2-2-70 0,3 1 58 16,1-1-69-16,4 2 62 0,1-4-82 0,4 3 69 15,4-1-82-15,0-2 59 0,5-1-78 0,2-1 57 0,1-3-74 16,6 1 52-16,1-1-112 15,2-1 7-15,1-3-101 0,2-1-8 0,-4 0-61 16,-1-2-89-16,0 0-65 0,0-1-41 0,-1-1-32 0,1-2-375 16,-2-1-395-16</inkml:trace>
  <inkml:trace contextRef="#ctx0" brushRef="#br0" timeOffset="177336.0908">20017 16761 539 0,'-4'-9'507'0,"4"9"-13"16,-4-14 31-16,4 14-121 0,-2-11-29 0,2 11-107 16,0 0 7-16,-5-10-99 0,5 10 55 0,0 0-76 15,0 0 39-15,0 0-60 0,0 0-14 0,0 0-14 16,0 0-14-16,5 9-5 0,-5-9-2 0,4 15-15 0,-4-15-9 0,6 17-4 16,-4-7-11-16,1 1-4 0,-1 0 57 0,0-1-89 15,2 1 65-15,-2 1-84 0,1-1 80 16,-1 0-90-16,-1 0 73 0,-1-11-82 0,3 18 78 0,-3-18-81 0,2 16 69 0,-2-16-70 15,4 14 71-15,-4-14-74 0,2 9 67 16,-2-9-73-16,0 0 61 0,5 11-82 0,-5-11 40 0,0 0-79 31,12-1 40-31,-12 1-56 0,11-10 41 0,-6 3-45 16,2 1-23-16,0-2 25 0,1-3 23 0,-1 2 19 0,1-1 10 16,-2 2 11-16,2-1 13 0,-2 0 11 0,0 2 9 15,-6 7 8-15,10-13 5 0,-10 13 0 16,8-10 2-16,-8 10-2 0,7-8 7 0,-7 8 8 15,0 0 23-15,0 0 8 0,0 0 16 0,13 1 20 0,-13-1-8 16,4 10 0-16,-4-10 1 0,5 14 54 0,-5-14-69 0,7 17 68 16,-4-6-74-16,1 1 65 0,2 1-87 0,1 0 67 0,-1 2-84 15,2-2 69-15,0 0-77 0,1 0 64 0,0 0-75 16,0 0 69-16,0-1-76 0,3 0 68 0,-3-3-73 16,1 0 75-16,1-1-80 0,-2-1 69 0,0-3-70 15,1 1 68-15,-1-1-72 0,-9-4 68 0,18 3-72 16,-18-3 72-16,17 0-76 0,-8-5 73 0,2 1-73 0,-2-3 68 0,0-1-70 15,2-4 75-15,-1 2-70 0,-2-3 67 0,2 0-65 16,-3-1 8-16,0 0 7 0,-1-1 6 0,0 0 5 16,0 1 1-16,-1 1 7 0,-1 1-5 0,-1 2 11 15,-1 1 6-15,-2 9 6 0,6-17 6 0,-6 17-11 16,3-13-1-16,-3 13 2 0,0 0 3 0,5-12 6 16,-5 12-2-16,0 0 17 15,0 0 2-15,0 0 1 0,0 0-1 0,2 15 22 16,-2-15-1-16,2 16-6 0,-2-16 5 0,1 19-6 15,1-8-5-15,1 0-10 0,0 0-5 0,0 0-7 16,1 1-1-16,0-1-1 0,0 0 45 0,2-1-67 16,-1 0 53-16,1-1-61 0,-1 1 52 0,1-3-62 15,3 1 49-15,-3-1-66 0,1-2 55 0,-7-5-66 16,15 11 45-16,-15-11-76 0,13 3 58 0,-13-3-83 0,13 0 76 0,-13 0-83 16,15-8 78-16,-8 1-59 0,-1 0 50 0,3-4-60 15,-2-1 84-15,0 0-62 0,1-2 17 0,-2 1 15 0,1 0 5 16,-2-1 11-16,0 3 22 0,-1-1-12 0,0 1 5 15,-1 2 2-15,-3 9 5 0,7-17 1 0,-7 17 3 16,4-13 11-16,-4 13-13 0,3-9 1 16,-3 9 2-16,0 0 6 0,0 0 0 15,0 0 8-15,0 0-6 0,8 4 3 16,-8-4 78-16,3 12-71 0,-3-12 95 0,5 17-74 16,0-9 72-16,-1 1-76 0,2 1 64 0,0 1-70 0,1-3 66 15,2 4-84-15,1-3 68 0,1 2-77 0,3 0 72 16,2 1-84-16,2-3 69 0,0 1-75 0,2-2 73 15,-4-3-79-15,4 1 71 0,-1-1-74 0,-1-1 66 16,1-1-75-16,0-2 75 0,0-1-73 0,0 0 76 0,0-1-85 0,-1-2 77 16,-1-1-80-16,0-2 70 15,0-2-70-15,-1-2 74 0,0-2-76 0,-3 0 7 16,1-2 16-16,-2-2-1 0,-1-1 8 0,0 0 2 0,-3-1 2 16,0 0 10-16,-2 2-2 0,-1 2 1 0,-3 0 1 15,0 1 2-15,-1 1 3 0,-1 12-1 0,-2-19-1 16,2 19 0-16,-6-14 0 0,6 14 2 0,-13-7 1 15,13 7 1-15,-15 0 1 0,15 0 6 16,-20 8 1-16,10-1 3 0,-2 2 7 0,3 1 11 16,-1 1 15-16,2 2 52 0,1 0 25 0,2 0-4 0,2 4 10 15,2-3 17-15,0 0 58 0,3 2-50 0,2-2 13 16,2 3-44-16,3-3 0 0,2 1 24 0,2 0-37 16,3-2-13-16,0 0-8 0,3-2-17 0,2 0-11 0,7-2 14 15,1 1-34-15,0-3 15 0,4 0-32 0,-1-3 21 16,-5 0-26-16,3-2 0 0,-1-1-4 0,-1 0-8 0,-2-1 5 15,-2-1 0-15,-1 0-8 16,-2-1 4-16,-1 1-7 0,-2 0 2 0,0-3-9 0,-4 2-14 16,-2-3-12-16,-2 1-41 0,0-1-47 0,-10 5-33 0,11-11-93 0,-11 11-61 0,5-11 9 15,-5 11-152-15,0 0-18 0,-3-17-80 0,3 17-60 16,-7-9-136 0,7 9-363-16,-12-7-726 0</inkml:trace>
  <inkml:trace contextRef="#ctx0" brushRef="#br0" timeOffset="177983.817">23082 16468 549 0,'-2'-13'420'0,"2"13"21"0,-2-19 7 16,2 19-34-16,-2-16-19 16,2 16-112-16,-1-14-4 0,1 14-57 15,0 0 34-15,0 0-37 0,0 0 105 0,0 0-68 16,0 0-30-16,-6 17-19 0,6-5-8 0,0 5-15 0,1 1-23 15,1 2-21-15,-2 3-17 0,3 2-12 0,1 1-24 16,1 0-19-16,0 2-38 0,2 2 27 0,-1-2-12 16,1 0-8-16,3-2-6 0,-2 0-8 0,-1-3 3 15,1-2-15-15,0 0 6 0,-1-2 31 0,-1 0-63 0,-1-4 22 0,0-2-143 16,2-2-5-16,-4-1-129 0,1 0 18 0,-4-10-84 16,6 17-32-16,-6-17-90 0,3 10-128 15,-3-10-112-15,0 0-267 0,0 0-553 0</inkml:trace>
  <inkml:trace contextRef="#ctx0" brushRef="#br0" timeOffset="178544.234">22593 15993 83 0,'-19'-31'269'0,"0"-1"22"0,3 1-68 0,2 3 50 16,3 0-68-16,2 1-11 0,2-2-19 0,2 4 15 16,2 0-36-16,2 0-21 0,2 0 1 0,1 0-14 0,4 2-17 15,-1 0-14-15,3 3-4 16,3-1-15-16,2 3-4 0,4-2-19 0,2 4-1 16,4 3-9-16,1 0-6 0,3 2-4 0,2 3-3 0,1 1-4 15,-2 3-4-15,1 1 2 0,1 3 9 0,1 0-21 16,0 0-1-16,4 4 8 0,0 1-14 0,-1 1 4 15,-2 0 5-15,1 2-5 0,-1 0-6 0,-5 2 6 0,1-1-1 16,-1 3 3-16,-1-2-10 0,-1 4 8 0,0-3-3 16,-1 3 3-16,2 0 34 15,0 1 9-15,4 4-57 0,0 2 8 0,1 0 11 16,0 1-2-16,0 3-2 0,1 2 14 0,1 2-2 16,-1 1 10-16,3 5 0 0,2 5 17 0,-4-2-9 0,0 3-4 0,-2 3-8 0,-3 2 0 15,-1 0 40-15,-3 1-50 0,-5-6 40 0,-3 3-10 16,-2 0 1-1,-3 0-12-15,-1 3-42 0,-5-1 42 0,-3 0-41 0,-2 1 2 16,-4 1 10-16,-1-1 3 0,-3 1-2 0,-2-2 41 16,-2 1-51-16,-2-2 48 0,-2-1-7 15,-2-3-1-15,-3-1-2 0,-2-5 7 0,-2-1 15 0,-4-3-4 16,-4-4 19-16,-1 0 41 0,-6-4 16 0,-8 2-2 16,2-4-62-16,-9-1 51 0,-5-2-63 0,-2-2 67 0,-4-3-79 15,-3-1 76-15,-3-1-91 0,-4-4 68 0,0 0-99 16,-3-1 84-16,1-1-83 0,0-2 58 15,13-3-75-15,1 0 71 0,3-1-79 0,3-3 59 0,8-3-122 16,0-1-11-16,6-2-71 0,3-1-63 0,6-3-63 16,8 1-34-16,3-1-35 0,8 2-23 0,1-2-34 0,6 4-12 0,3-2-299 15,1 1-248-15</inkml:trace>
  <inkml:trace contextRef="#ctx0" brushRef="#br0" timeOffset="180260.2004">24074 16874 98 0,'0'0'333'0,"0"0"-16"0,-10 7-55 15,10-7-23-15,0 0-11 0,-6 6-21 0,6-6-17 16,0 0-9-16,0 0-23 0,0 0-9 0,0 0-59 15,4 13 8-15,-4-13-41 0,11 4 27 0,-11-4-54 16,13 1 22-16,-13-1-42 0,19 0 43 0,-19 0-49 16,20-3-4-16,-8 0 2 0,-2 0-2 0,0-1 2 15,1-1 1-15,-3-1-4 0,1-1 3 0,-1 0 1 16,-2-2 5-16,1-1-4 0,-3-2-7 0,-1 0 6 0,-3-1 0 16,1 0-3-16,-3-4 31 0,-2 3-38 0,-1-2 49 15,-2-1-39-15,-3 0 46 0,-1 2-50 0,0 0 61 16,-3 2-55-16,2 2 59 0,-1 3-52 15,0 1 58-15,-1 2-51 0,1 2 48 0,13 3-27 16,-27 2 60-16,13 2-21 0,0 4 48 0,1 0-43 0,0 3 13 16,2 3 0-16,1 3 21 0,0 0-8 0,3 2-11 0,2 1 58 15,1 1-87-15,2-2 50 0,2 2-68 0,1 0 73 16,3 1-82-16,2 0 59 16,2 0-75-16,5 0 57 0,0 0-73 0,4-1 63 0,0-2-80 15,3-3 70-15,-1-1-78 0,0-5 68 0,2 0-73 16,0-1 76-16,0-2-80 0,3-2 68 0,0-1-72 0,-2-3 75 15,1-2-75-15,3 0 65 0,0-5-73 0,-1 0 73 16,4-5-76-16,-1-2 73 0,3-6-76 16,-2-3 19-16,-4-3-9 0,0-3 8 0,-2-1 5 0,-2-5 4 15,-4-1 63-15,0-3-73 0,-6-1 65 0,-1-3-78 16,-2-1 80-16,-4-3-76 0,-2 0 74 0,-3-2-74 16,-3 0 5-16,-1 0 8 0,-6 0 1 0,0 1 5 0,-3 2 4 15,-2 2 8-15,-3 3-7 0,2 3 5 0,-2 6-5 16,5 5 5-16,-2 6 3 15,4 3-3-15,-1 7 5 0,2 1-4 0,1 7 3 0,10 2 6 0,-21 5 13 16,10 5 20-16,2 3 3 0,1 5 3 16,1 6 61-16,2 3-81 0,1 5 57 0,3 2-77 15,2 1 67-15,2 1-84 0,2 6 67 0,1 0-74 16,1-2 71-16,3 1-75 0,-2 0 4 0,0-1 4 0,1-1 5 0,1-1 3 0,-1-1 1 16,-3-5 0-16,1-1 67 0,0 0-78 0,0-1 66 15,-3-4-80-15,0-1 73 0,0-1-79 0,-2-2 80 16,1-3-87-16,0-2 69 0,0-3-76 0,-2 0 79 15,0-3-74-15,0 0 71 0,-1-11-104 0,5 13 47 0,-5-13-101 16,0 0 52-16,0 0-51 0,0 0 80 0,0 0-73 16,11-7 73-1,-11 7-46-15,4-19 68 0,1 8-48 0,-3-1 10 0,1 0 17 16,0-1 9-16,0 2 10 0,1 0 6 16,-1 0 6-16,1 0 6 0,1 1 2 0,0 0 6 15,0-1 2-15,1 3 5 0,0-1 53 0,1 1-65 16,2 0 51-16,1 1-57 0,1-1 55 0,2 2-58 0,0 2 51 15,4-1-54-15,0 0 55 0,2 3-58 0,3 0 55 16,2-1-52-16,1 2 51 0,2 0-55 0,2 1 59 0,-1 0-62 16,1 0 56-16,-1-2-56 0,-4 2 56 0,-2 0-54 0,0 0 57 15,-1-1-56-15,-2 0 53 0,-3 0-52 16,-3-1 55-16,-1-2-56 0,-1 2 53 0,-11 2-52 16,13-8 58-16,-13 8-62 0,3-10 57 0,-3 10-56 0,-2-11 57 15,2 11-56-15,-9-13 58 0,4 7-57 0,-4 0 59 16,-1 2-60-1,0 0 61-15,1 1-55 0,-3 1 56 0,12 2-58 16,-21-1 64-16,21 1-58 0,-24 3 62 0,14 1-53 16,-4 2 85-16,3 1-58 0,0 1-5 0,1 2 7 0,2 1 11 15,1 0-2-15,0 2-3 0,3 0 58 16,1 1-74-16,1 0 66 0,4-2-80 0,-1 4 65 0,3-1-75 16,2-2 69-16,1 0-75 0,1 2 65 0,2-2-68 15,-1-2 66-15,2 0-71 0,-1 1 71 0,1-3-79 0,0 0 71 0,0-2-66 16,0 0 71-16,-1-2-70 0,-1-1 63 15,-9-4-69-15,20 4 66 0,-20-4-67 0,20-1 73 16,-20 1-74-16,18-6 69 0,-10 1-69 0,2-3 68 0,-2 0-66 16,0-2 66-16,1-1-73 0,-4 1 12 0,1-4 7 15,-2 3 4-15,1-2 11 0,-2 1 56 0,0 1-70 16,-3 11 65-16,4-19-65 0,-4 19 63 0,3-15-72 0,-3 15 74 0,1-13-76 16,-1 13 66-16,0 0-68 0,2-13 67 0,-2 13-63 15,0 0 68-15,0 0-64 0,0 0 3 0,0 0 6 16,0 0 2-16,4 9 4 0,-4-9 62 0,3 12-50 15,-3-12 44-15,5 13-69 0,-5-13 66 0,8 16-69 32,-1-9 71-32,-1 2-73 0,0-2 67 0,5 4-67 0,-1-4 71 15,1 2-70-15,0-2 61 0,1 1-68 0,-1-1 65 16,1-3-64-16,-1 0 71 0,0 1-70 0,1-2 67 0,-12-3-67 16,21 3 67-16,-21-3-66 0,18 0 64 0,-18 0-66 0,19-4 69 0,-10-1-66 15,-1-1 63-15,-3-1-65 0,1-2 9 0,-2-3 6 16,-1-1 4-16,0-1 3 0,-1-3 63 0,-2 1-64 15,0 0 59-15,-2-1-67 0,1 5 65 0,-1-2-62 16,0 3 71-16,0-1-77 0,-3 2 71 0,5 10-75 0,-6-15 71 16,6 15-71-16,-7-9 67 0,7 9-68 0,0 0 71 15,-13-1-68-15,13 1 69 0,-8 7-68 0,8-7 8 16,-2 13 5-16,2-13 6 0,-2 19 5 0,4-8-2 16,0 2 64-16,0 0-74 0,2 2 74 0,2 0-87 15,1 0 66-15,-1 0-75 0,3 1 50 0,-1-1-121 16,0-1-25-16,0-1-85 15,-1-1-24-15,1 0-90 0,-2-4-61 0,-2 2-104 16,-4-10-520-16,7 14-623 0</inkml:trace>
  <inkml:trace contextRef="#ctx0" brushRef="#br0" timeOffset="180492.1047">25380 16276 91 0,'-6'-28'563'0,"-1"5"-131"0,3 0-56 0,-1 2-44 0,1 4-64 16,1 2-7-16,1 0-45 0,-2 4-43 0,2 0-37 15,2 11-30-15,-2-14-10 0,2 14-27 0,0 0-8 16,0 0-12 0,0 0-11-16,11 4-14 0,-5 3-6 0,2 5-6 15,0 0-17-15,3 4-74 0,1 3-50 0,-1-1-91 16,0 1-93-16,5 3-91 0,-1-1-283 0,1-1-196 15</inkml:trace>
  <inkml:trace contextRef="#ctx0" brushRef="#br0" timeOffset="180739.7246">25722 16304 183 0,'2'-13'408'0,"-2"2"-17"16,0 11-56-16,0-21-62 0,0 21-6 15,0-16-15-15,0 16-24 0,-2-14-53 0,2 14-22 16,0 0 94-16,-6-9 18 0,6 9 52 0,0 0-76 0,-9 10 65 15,6 0-90-15,-2 4 39 0,1 2-105 0,-1 5 49 16,4-1-95 0,-2 5 48-16,3 2-95 0,0 3 55 0,2 4-92 15,3 1 63-15,4 5-82 0,0 0-5 0,0-1 2 0,5 1-1 16,-3-1-5-16,4 0 54 0,-1-1-181 0,1-1-52 16,-1-1-58-16,-1-2-30 0,1-5-70 15,-5-3-73-15,2-1-47 0,-3-5-31 0,0-2-400 0,-3-3-460 16</inkml:trace>
  <inkml:trace contextRef="#ctx0" brushRef="#br0" timeOffset="181162.8938">26113 16736 117 0,'4'-13'359'0,"-1"1"-74"0,-1 0-5 0,0 0-38 0,0 1-23 15,-2 11-1-15,4-18-8 0,-4 18-21 0,0-18 15 0,0 18-78 0,3-14 26 16,-3 14-62-16,1-14 35 0,-1 14-22 0,-2-10-21 15,2 10-13-15,-6-9-16 0,6 9-11 0,-11-6-8 16,11 6-8-16,-16-3-9 0,16 3-1 0,-19 2 2 16,7 0-8-16,1 2-4 0,-2 2-47 0,1 0 57 15,-1 1-56-15,4 2 62 0,-3 0-54 0,4 0 54 16,1 1-45 0,3 1 4-16,-2-2 5 0,2 3 7 0,2-2 5 0,2 2 2 15,0 0-1-15,4 0 1 0,-2 0 1 0,6 2-1 16,-2-2 62-16,3 1-60 0,0 0 34 0,3 1-55 15,1 0 55-15,5 1-61 0,-3 0 57 0,6 0-8 16,-3-1-54-16,2 1 55 0,3-1-3 0,1 2-5 16,-6-1-8-16,2-3-1 0,-1 0-3 0,0 0 1 15,0-1 2-15,-2-1-8 0,-3 0-1 0,-1-3-4 0,-1 0 3 0,-3-1-1 16,-1 1-1-16,-1-2 9 0,-7-5-8 0,12 9 1 16,-12-9-3-16,6 9-2 0,-6-9-2 0,0 0 7 15,0 0 0-15,-6 10 7 0,6-10-1 0,-12 4 8 16,12-4-16-16,-26 0 8 0,10-1-3 0,-5 0-2 15,1-1 1-15,-2 0-2 0,-3 0 0 0,2 0 3 16,3 0-84-16,0 0-124 16,2-1-162-16,2-2-485 0,5 2-402 0</inkml:trace>
  <inkml:trace contextRef="#ctx0" brushRef="#br0" timeOffset="181526.1073">26400 15731 418 0,'-2'-25'369'0,"2"0"-58"0,0 4-41 16,0 1 5-16,2 1-38 0,1 4-24 15,1 0-9-15,3 3-26 0,-2 4-21 0,5 2 39 0,2 3 5 0,3 7 10 0,8 4 46 16,4 8-94-16,9 5 56 0,9 11-79 0,4 4 56 15,3 5-65-15,-1 4-16 0,1 5-7 16,0 5-17-16,4 15-15 0,-11-6-6 0,-7 1 51 16,-2 3-94-16,-5 3 55 0,-6-2-78 0,-4 1 57 0,-6-2-69 15,-6-2 7-15,-6-10-8 0,-5 2 5 0,-8 6 67 16,-5-1-77 0,-6-4 80-16,-8 2-80 0,-7-5 74 0,-4-2-76 0,-8-2 75 15,-6-1-80-15,-6-4 69 0,-14 6-73 0,-10-6 65 16,-3-2-70-16,-7-5 66 0,-3-3-69 0,-4-3 73 15,0-4-83-15,11-6-155 0,-15 1-129 0,17-2-103 16,-18 1-130-16,18-3-630 0,-1-1-799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9:38:07.5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17819 12593 231 0,'0'0'206'0,"0"0"-42"16,0 0-39-16,-9-8-23 0,9 8-19 0,0 0 0 15,0 0-2-15,-8-5-5 0,8 5-3 0,0 0-9 16,0 0 11-16,0 0-1 0,-11-4 22 0,11 4-17 16,0 0 27-16,0 0-24 0,0 0 24 0,-11-3-15 15,11 3 4-15,0 0 3 0,0 0 0 0,0 0-16 16,-12-2-16-16,12 2-2 0,0 0-10 0,0 0-5 16,0 0-8-16,-12-3-11 0,12 3 1 0,0 0 1 15,0 0 5-15,0 0-5 0,-13-3-9 0,13 3 11 16,0 0 0-16,0 0-11 0,0 0-4 0,-10-3 0 15,10 3-22-15,0 0 13 0,0 0 8 0,0 0-1 16,0 0 0-16,0 0-1 0,0 0 3 0,-10-3 2 16,10 3-9-16,0 0 7 0,0 0-1 0,0 0-1 15,0 0-6-15,0 0 0 0,0 0-2 0,0 0-6 16,0 0 5-16,0 0-4 0,0 0-1 0,0 0 1 16,0 0-7-16,0 0 6 0,0 0-8 0,0 0 11 15,0 0-4-15,0 0 2 0,0 0-3 0,0 0-3 16,0 0 8-16,0 0 26 0,0 0 6 0,0 0 6 15,0 0-1-15,0 0-4 0,11 3-7 0,-11-3 6 16,0 0 3-16,16 0-2 0,-16 0 2 0,13 2-5 0,-13-2-6 16,17 0-11-16,-17 0 2 0,19-2-2 0,-19 2-6 15,23-1 0-15,-11 0-3 0,-12 1-1 16,26-1-7-16,-13 1 4 0,1 0-1 0,-1 0-10 0,1 0 13 16,0 1-2-16,0 0-1 0,0-1-9 0,2 0 8 15,-3 1 0-15,1-1-5 0,0 2 3 0,-1-2-1 16,2 0 0-16,-2 1-5 0,1 0 4 15,-2 1 1-15,2-1 1 0,-2 1-2 0,0-1 1 0,1 0 0 16,-1 1-13-16,-1 0 16 0,2-1-8 0,-13-1 8 16,25 1-2-16,-14 1 0 0,1-1 0 0,1 0 0 15,-1 0-1-15,1 0-5 0,0 0 8 0,1-1-1 16,-1 1-3-16,0-1 1 0,2 0 1 0,-1 0-2 16,3 0-2-16,0-1 6 0,2 1-1 0,1-2 0 15,1 1-3-15,2-3 3 0,2 2 0 0,0-2-5 0,1 2 6 16,-2-3-1-16,2 3 1 0,-1-1-6 15,1 0 2-15,-1 1 1 0,-1-1-3 0,2 0 1 16,0 0 3-16,-1 1 0 0,1 0-6 0,-1 0 5 16,-1 0-1-16,2 0-2 0,0 1 3 0,-1-1-2 0,0 1 3 15,1-3-5-15,-1 3 9 0,0-1-5 0,2-1-4 16,-1 2 5-16,0 0 1 0,1-1-2 0,-2-1-1 16,2 1 1-16,-2 0 2 0,1-1-13 0,-1 2 16 15,-4 1-2-15,5-2-4 0,-4-1-2 0,0 3 3 16,0-2 2-16,-1 1 1 0,1-1-2 0,0 1 0 15,0 0-2-15,0 0-6 0,4-3 7 0,-4 4-2 16,0-1 2-16,-1 0 1 0,1 1-1 0,-1-2 0 16,1 1-13-16,-1-1 15 0,0 1-3 0,1 1 5 15,-1-1-1-15,-1 0-2 0,2-1-2 0,0 1 4 16,-1 1 0-16,-1-1-3 0,3-2 2 0,-2 1 4 16,0 1 2-16,0-1 1 0,0 1-2 0,1-1-1 15,-1 1-4-15,0-2 4 0,0 2-1 0,0-1 0 16,1 1-5-16,-1-2 5 0,-1 1 0 0,1 0-8 15,0 0 6-15,-1 0 1 0,1-1-1 0,0 2-3 16,-2-2 4-16,2 2-3 0,-1-2-2 0,0 0 7 16,1 2-3-16,-2-1-2 0,2 0 0 0,-1 1-1 15,0-2 2-15,-1 1-3 0,1 1 5 0,-1-1-1 0,2-1-2 16,-1 3-3-16,-1-2 4 0,0 2-2 16,1-3-5-16,-2 2 8 0,1 0-5 0,-2 0 5 15,2 1-7-15,0-2 6 0,-1 1-2 0,1-1-14 0,-1 2 16 16,2-1-1-16,-1 1 3 0,0-2-7 0,1 1 4 15,1-1-2-15,-2 1 3 0,0 0 0 0,1-1-1 16,1 0-1-16,0 2-4 0,-2-1 5 16,3 0 0-16,-1-1-1 0,-1 2-1 0,1-2 3 0,0 1-4 15,-2 1-8-15,2-1 10 0,-2-1-3 0,0 2 5 16,1-1-2-16,-1 0 1 0,-1 0 1 0,2 1-1 16,-2 0-2-16,2-1-5 0,1 0 6 0,-1 0-1 15,2 1 2-15,0-2-1 0,1 1 0 0,3 1 0 16,-3-1-6-16,2-1 7 0,-1 2-2 0,1-1-2 15,-3-1 0-15,1 1 4 0,0 1-2 0,-2-1-4 16,1 1 4-16,0 0 2 0,-1 0-2 0,-2 0-4 16,1 0 6-16,-2 1-2 0,1-1-4 0,-1 1 7 15,-1-1-1-15,-1 2-1 0,-1-1-4 0,0-1 4 16,0 2 1-16,3-2-7 0,-4 1 8 0,1 0-3 0,0 1 2 16,1 0-4-16,-2-1 8 0,4-1-4 15,-2 2-4-15,0-1 4 0,-1 1 0 0,1-2 2 16,-2 0-4-16,1 1 3 0,-1-1-1 0,1 1-14 15,-2-1 16-15,3 0-2 0,-3 0 2 0,2 0-7 0,-2 0 7 16,1-1-2-16,1 1 1 0,-1-1-2 0,1-1 2 16,1 0-2-16,1 1 0 0,-1-1 2 15,1 0-3-15,0 0 2 0,-2 0 2 0,2 0-4 0,-4 0 4 16,0 0-3-16,0 0 3 0,-2 0-7 0,-11 2 5 16,21-2-1-16,-21 2 1 0,16-3 1 0,-16 3-3 15,15-2 2-15,-15 2-3 0,12-2 0 0,-12 2 3 16,0 0-5-16,13-4-2 0,-13 4-3 0,0 0-3 15,0 0-34-15,0 0-69 0,0 0-57 0,0 0-58 16,0 0-114-16,0 0-106 0,0 0-393 0,-14 0-383 16</inkml:trace>
  <inkml:trace contextRef="#ctx0" brushRef="#br0" timeOffset="1516.9138">17644 12951 179 0,'-15'-4'241'0,"15"4"-52"0,-11-3-30 0,11 3-21 15,-12-4-31-15,12 4-11 0,-11-4-7 0,11 4 0 16,-9-4-18-16,9 4 3 0,0 0-12 0,-10-5-10 16,10 5-12-16,0 0-13 0,0 0-6 0,-11-5-3 15,11 5-6-15,0 0 3 0,0 0-6 0,0 0 6 16,0 0 7-16,0 0 4 0,0 0-4 0,0 0 9 15,0 0 1-15,7 9-7 0,-7-9 14 0,0 0 3 16,10 8 16-16,-10-8-8 0,8 4-6 0,-8-4-10 16,12 5 13-16,-12-5 6 0,12 6-5 0,-12-6 1 15,16 6 1-15,-16-6 1 0,21 6-4 0,-9-3-16 16,0 0 11-16,1-2-16 0,2 1 20 0,3-1-10 16,1 0 1-16,2 0-10 0,1-2 3 0,1 1-7 15,5 0 4-15,1-2-7 0,0 1-2 0,1-1 1 16,1 1 1-16,0-1-4 0,4 1 0 0,0-2-2 15,-4 2-5-15,3-2 0 0,-3 1-13 0,0 1 15 0,0-1-6 16,0-1 5-16,-1 3-6 0,1-1 11 16,-1-1-11-16,0 1 7 0,1-1-9 0,0 1 7 0,0 0-4 15,0-1 3-15,1 0-7 0,5 2 8 16,-1-1-3-16,2 0 3 0,0-1-7 0,0-1 7 16,2 2-9-16,0-1 18 0,1-1-43 0,0-1 40 0,0 1-11 15,-1 0 3-15,0 1-2 0,-3-2 0 0,0 1-2 16,-1-3-4-16,-1 3 21 0,-5 0-16 0,-1 0 1 15,-2 0 0-15,0 2-1 0,-1-2 17 0,0 0-26 16,0 2 25-16,-2-1-20 0,2-1 5 0,-1 2-3 16,1 0 3-16,1-1 1 0,1 0-5 0,-1 0 7 15,3 0-3-15,-1 0 5 0,2 0 1 0,0 3-2 16,5-4 1-16,1 1-9 0,-2 0 10 0,-1 0-2 16,-2-1 0-16,-2 2-2 0,6-2-8 0,-6 1 8 15,2 1-4-15,-2-2 2 0,0 1 2 0,1 1 0 16,0 0-3-16,-1-1-6 0,0 0 8 0,0 0 1 15,0 0-7-15,0 1 2 0,0-1 0 0,1 1 2 16,0 0-8-16,5-1 8 0,-1-2-3 0,2 3-2 16,0-2 1-16,0 3 1 0,0-1-1 0,0 0-5 15,1-2 9-15,-1 1 1 0,-1 1-3 0,-1-1 2 0,1-1-4 16,-1 2 5-16,-4-1-7 0,0-1 2 16,0 2 4-16,-1-2-5 0,0 1 7 0,-2 0 2 0,0 0-2 15,0 0-7-15,-1 0 2 0,-1 0 6 0,0-1-2 16,-2 2 0-16,1-3-2 0,1 2 0 0,-1 0-6 15,1-1 3-15,-1 1 6 0,-1-1-4 16,2 1 0-16,-1-1 3 0,0 0-1 0,0 0-17 16,-1 0 16-16,1 1 5 0,0 0-1 0,-3 0 2 0,3 0-5 15,-2-1 4-15,-1 1-3 0,0 1 2 0,0-1-4 16,-1 0 4-16,0 1 1 0,-1-1-5 0,1 1 1 16,-1-2 1-16,-1 3-2 0,0-1 6 0,-1-1 0 15,-1 1 1-15,1-1 0 0,-1 2-8 0,0-1 12 16,-2 0-6-16,1-1 3 0,-2 1 3 0,1 1-6 15,-2-2 5-15,1 2-7 0,-3-1 5 0,-11 1-1 16,21 0-5-16,-21 0 3 0,17-2-4 0,-17 2 2 16,15-1-9-16,-15 1 7 0,12-2 1 0,-12 2-2 15,0 0 0-15,17 0 3 0,-17 0-6 0,0 0-5 16,0 0 17-16,14-1-8 0,-14 1-5 0,0 0 1 16,0 0 1-16,0 0-3 0,14-3-6 0,-14 3 7 0,0 0 3 15,0 0-9-15,0 0 10 0,0 0-1 16,0 0-1-16,0 0-8 0,12-1 6 0,-12 1 2 0,0 0-3 15,0 0 3-15,0 0 0 0,0 0-1 16,0 0-4-16,0 0 5 0,0 0 2 0,0 0 0 16,0 0 0-16,0 0-4 0,13 0 3 0,-13 0-15 15,0 0 16-15,0 0-2 0,0 0 2 0,0 0 4 0,0 0-4 16,0 0-2-16,0 0 3 0,15 0-4 0,-15 0-3 16,0 0 7-16,0 0 1 0,0 0 0 0,0 0-2 15,0 0 1-15,0 0-6 0,12-1-1 0,-12 1 4 16,0 0 3-16,0 0-5 0,0 0-3 0,0 0 6 15,11-4-3-15,-11 4 0 0,0 0 2 0,0 0 1 16,0 0 0-16,0 0-8 0,0 0 7 16,0 0-3-16,7-4-5 0,-7 4-8 0,0 0-49 0,0 0-54 15,0 0-67-15,0 0-132 0,0 0-165 0,0 0-303 16,0 0-305-16</inkml:trace>
  <inkml:trace contextRef="#ctx0" brushRef="#br0" timeOffset="17225.9769">4979 15215 71 0,'0'0'157'0,"-12"3"-19"0,12-3-27 0,0 0 0 16,-16 3-13-16,16-3-23 0,0 0-10 0,-13 1-17 16,13-1-6-16,0 0-6 0,0 0-9 0,-12 1-5 15,12-1-7-15,0 0-2 0,0 0-6 0,0 0-1 16,0 0-3-16,0 0 0 0,0 0-1 0,0 0 3 15,0 0-6-15,0 0-3 0,0 0 3 0,0 0-1 16,0 0-4-16,0 0 6 0,0 0-2 0,0 0 2 16,0 0-5-16,0 0 3 0,0 0-1 0,0 0 1 15,0 0 4-15,0 0-4 0,0 0 0 0,0 0 0 16,0 0-11-16,0 0 11 0,0 0 5 0,0 0-4 16,0 0 2-16,0 0-2 0,0 0 1 0,0 0-2 15,0 0-1-15,0 0 8 0,0 0-9 0,0 0 5 16,0 0 0-16,0 0 1 0,0 0-5 0,0 0-1 15,7 6 6-15,-7-6-1 0,0 0-2 0,0 0 3 0,0 0 2 16,0 0-5-16,12 4 3 0,-12-4 0 0,0 0 1 16,0 0-1-16,11 1-4 0,-11-1 12 15,0 0-5-15,14 3 0 0,-14-3-12 0,14 0 10 0,-14 0 0 16,16-1 2-16,-16 1 28 0,23-3-9 0,-12-1-3 16,3 1-3-16,0-1-4 0,3 0 0 15,0 0 0-15,2 0-4 0,2-2-1 0,1 0-1 16,1-1-3-16,2 1-1 0,1-2 1 0,4 1 1 0,0-2-1 15,1 0-4-15,1 0-10 0,1 0 17 0,-1 1-1 16,1-2-4-16,7 2 1 0,-7-1 1 16,-1 1-3-16,2 1 2 0,-2 0 0 0,-1 0-2 0,1 1-9 15,-1 0 12-15,-4 2-3 0,-1-2-1 0,0 3 0 16,0-1-1-16,-1 0-1 0,-1 2-3 0,-3 0 4 16,0 0 0-16,-1 0 1 0,0 0-5 0,-1 1 4 15,-1-1 4-15,-1 1-5 0,-1 0 3 0,-3 1-3 16,0 0 2-16,1-1-4 0,-14 1 3 0,23 0 0 15,-23 0 1-15,17 0-3 0,-17 0 2 0,16 0 3 16,-16 0-3-16,0 0 4 0,16 0 9 0,-16 0 2 0,0 0 1 16,15 0 3-16,-15 0-7 0,0 0-2 15,0 0-1-15,12-2-1 0,-12 2-4 0,0 0 2 16,0 0 3-16,0 0-5 0,0 0 0 0,11-1-13 16,-11 1 14-16,0 0-4 0,0 0 2 0,0 0 0 15,0 0-1-15,0 0-2 0,0 0 0 0,0 0 5 0,0 0-41 16,12 3-50-16,-12-3-43 0,0 0-44 15,0 0-133-15,2 12 234 0</inkml:trace>
  <inkml:trace contextRef="#ctx0" brushRef="#br0" timeOffset="18225.0675">5399 18067 15 0,'0'0'124'0,"-13"4"-26"0,13-4 10 16,-13 3 1-16,13-3-15 0,-12 3-6 0,12-3-6 15,-10 3-2-15,10-3-5 0,0 0-3 0,-14 3-6 16,14-3-13-16,0 0-15 0,0 0 2 0,-13 3-8 16,13-3-6-16,0 0-6 0,0 0-3 0,0 0-2 15,-12 3-9-15,12-3 1 0,0 0-4 0,0 0 4 16,0 0-5-16,0 0 2 0,0 0 0 0,0 0-5 16,9 6 8-16,-9-6-4 0,16 3 4 0,-16-3 0 15,22 1 2-15,-6 0-1 0,-2-1-5 0,6 0 5 16,-1-1-4-16,8-1 1 0,-1-2 0 0,6-2 3 15,0 0 1-15,9-5 2 0,3-1 0 0,-3-1 6 0,0-5-3 16,13-5-3-16,-2-1 2 0,1-1-3 0,-11 4-4 16,15-3 2-16,-5 0 0 0,-9 5 2 15,-2 3-3-15,4 1-2 0,-5 2 1 0,-1 1-3 0,-7 5 4 16,2-2-2-16,-3 3-2 0,-4 2 1 0,-2 0-1 16,1 2 24-16,-1-1-30 0,-5 1 1 0,1 1 22 15,-2-1-25-15,-1 1 27 0,1-1-46 0,-1 2 34 16,-4-1-54-16,-1 1 16 0,0-1-52 0,-13 1 42 15,24-2-60-15,-24 2 35 0,18 0-83 0,-18 0 27 16,16-2-180-16,-16 2 241 0</inkml:trace>
  <inkml:trace contextRef="#ctx0" brushRef="#br0" timeOffset="64542.711">6096 15079 27 0,'11'-7'20'0,"1"-1"4"0,1 0-9 0,2 0-10 16,2 0-1-16,3-1-36 0,0-1 10 0</inkml:trace>
  <inkml:trace contextRef="#ctx0" brushRef="#br0" timeOffset="69887.6252">20491 14999 94 0,'0'0'58'15,"0"0"14"-15,0 0-39 0,0 0 17 0,0 0-31 0,0 0 14 16,0 0-28-16,0 0 19 0,0 0-19 16,0 0 14-16,0 0-24 0,0 0 24 0,0 0-32 15,0 0 26-15,-5 9-21 0,5-9 21 0,0 0-24 0,0 0 0 16,0 0 7-16,0 0 19 0,0 0-21 16,0 0 17-16,0 0-16 0,0 0 19 0,0 0-27 15,0 0 29-15,0 0-28 0,0 0 24 0,0 0-23 16,0 0 25-16,0 0-24 0,0 0 11 0,0 0-8 0,0 0 20 15,0 0-24-15,0 0 25 0,0 0-11 0,0 0 3 16,0 0-18-16,0 0 18 0,0 0-18 0,0 0 24 16,0 0-25-16,0 0 23 0,0 0-7 0,0 0-3 15,0 0-11-15,0 0 22 0,0 0-22 0,0 0 22 16,0 0-12-16,0 0 11 0,0 0-24 0,0 0 24 16,0 0-21-16,0 0 17 0,-9-3-17 0,9 3 22 15,0 0-16-15,0 0 7 0,0 0-13 0,0 0 29 16,0 0-30-16,0 0 19 0,0 0-19 0,0 0 24 15,0 0-22-15,0 0 21 0,0 0-18 0,0 0 15 16,0 0-22-16,0 0 26 0,0 0-18 0,0 0 16 0,0 0-27 16,0 0 23-16,0 0-30 0,0 0 15 15,0 0-24-15,0 0 16 0,0 0-104 0,0 0 42 16</inkml:trace>
  <inkml:trace contextRef="#ctx0" brushRef="#br0" timeOffset="73377.2937">26105 14303 86 0,'0'0'60'0,"0"0"12"0,0 0-41 16,0 0 16-16,0 0-17 0,0 0 10 0,0 0-28 16,0 0 16-16,0 0-21 0,0 0 3 15,0 0-8-15,0 0 17 0,0 0-19 0,0 0 24 16,0 0-25-16,0 0 16 0,0 0-13 0,0 0 3 0,0 0-11 16,0 0 17-16,0 0-17 0,0 0 21 0,0 0-24 15,0 0 22-15,0 0-25 0,0 0 8 16,0 0 2-16,0 0 15 0,0 0-18 0,0 0 15 15,0 0-12-15,0 0 9 0,0 0-16 0,0 0 19 0,0 0-21 16,0 0 22-16,0 0-19 0,0 0 21 0,0 0-24 16,0 0 12-16,0 0-6 0,0 0 15 0,0 0-20 15,0 0 19-15,0 0-16 0,0 0 15 0,-13-1-19 16,13 1 16-16,0 0-10 0,0 0 15 0,0 0-19 16,0 0 20-16,0 0-13 0,0 0 8 0,0 0-17 15,0 0 25-15,0 0-9 0,0 0-4 0,0 0-14 16,0 0 20-16,0 0-16 0,0 0 12 0,0 0-11 15,0 0 18-15,0 0-20 0,0 0 20 0,0 0-25 16,0 0 22-16,0 0-16 0,-11-1 21 0,11 1-17 16,0 0 12-16,0 0-18 0,0 0 23 0,0 0-19 15,0 0 17-15,0 0-22 0,0 0 24 0,0 0-23 16,0 0 23-16,0 0-19 0,0 0 19 0,0 0-19 16,0 0 16-16,0 0-11 0,0 0 11 0,0 0-19 15,0 0 18-15,0 0-19 0,0 0 21 0,0 0-23 16,0 0 20-16,0 0-12 0,0 0 15 0,0 0-24 15,0 0 26-15,0 0-20 0,0 0 21 0,-14 1-19 16,14-1 25-16,0 0-20 0,0 0 17 0,0 0-20 16,0 0 20-16,0 0-19 0,0 0 14 0,0 0-9 0,0 0 11 15,0 0-16-15,0 0 15 0,0 0-18 16,0 0 6-16,0 0-8 0,0 0 18 0,0 0-16 16,0 0 18-16,0 0-20 0,0 0 18 0,0 0-11 0,0 0 9 15,0 0-16-15,0 0 19 0,0 0-20 0,0 0 18 16,0 0-14-16,0 0 12 0,0 0-14 15,0 0 12-15,0 0-7 0,0 0 7 0,0 0-12 0,0 0 12 16,0 0-8-16,0 0 11 0,0 0-19 0,0 0 20 16,0 0-15-16,0 0 15 0,0 0-21 0,0 0 20 15,0 0-19-15,0 0 14 0,0 0-8 0,0 0 15 16,0 0-15-16,0 0 16 0,0 0-9 0,0 0 5 16,0 0-15-16,0 0 16 0,0 0-10 0,-10-1 21 15,10 1-26-15,0 0 23 0,0 0-9 0,0 0 0 16,0 0-3-16,0 0 12 0,0 0-12 0,0 0 11 15,0 0-15-15,0 0 10 0,0 0-11 0,0 0 13 16,0 0-9-16,0 0 6 0,0 0-6 0,0 0 10 16,0 0-12-16,0 0 12 0,0 0-15 0,0 0 13 15,0 0-10-15,0 0 5 0,0 0-8 0,0 0 10 16,0 0-10-16,0 0 11 0,0 0-9 0,0 0 8 16,0 0-8-16,0 0 8 0,0 0-6 0,0 0 6 15,0 0-8-15,0 0 13 0,0 0-9 0,-9-5 1 16,9 5-9-16,0 0 13 0,0 0-2 0,0 0 1 0,0 0-5 15,0 0 10-15,0 0-11 0,0 0 6 0,0 0-7 16,0 0 2-16,0 0-5 0,0 0 5 0,0 0 1 16,0 0 3-16,0 0-10 0,0 0 3 15,0 0 3-15,0 0 0 0,0 0-9 0,0 0 10 0,0 0-9 16,0 0 10-16,0 0-9 0,0 0 8 0,0 0-4 16,0 0 0-16,0 0-7 0,0 0 9 0,0 0-4 15,0 0 8-15,0 0-13 0,0 0 7 0,0 0 0 16,0 0 4-16,0 0 0 0,0 0 5 0,0 0-8 15,0 0 10-15,0 0-6 0,0 0 6 0,0 0-6 16,0 0 7-16,0 0-6 0,0 0 5 0,0 0-4 16,0 0 1-16,0 0-4 0,0 0-2 0,-6-7-2 15,6 7 3-15,0 0 0 0,0 0-1 0,0 0-2 16,0 0 1-16,0 0-2 0,0 0 7 0,0 0 4 16,0 0-2-16,-10-5-6 0,10 5 9 0,0 0-5 15,0 0-1-15,0 0 1 0,0 0 1 0,0 0-1 16,0 0 3-16,0 0-9 0,0 0 4 0,0 0-1 15,0 0-2-15,0 0-5 0,0 0 7 0,0 0-6 16,-7-5 7-16,7 5-6 0,0 0 0 0,0 0 5 16,0 0-3-16,0 0 3 0,0 0 0 0,0 0-4 15,0 0 1-15,0 0 0 0,0 0 0 0,0 0-1 16,0 0 2-16,0 0-2 0,0 0 2 0,0 0-2 16,0 0 5-16,0 0-7 0,-8-5 3 0,8 5 4 15,0 0-4-15,0 0-4 0,0 0 3 0,0 0 1 16,0 0-3-16,0 0-1 0,0 0 9 0,0 0-5 15,0 0 3-15,0 0-3 0,0 0 1 0,0 0-1 0,0 0-1 16,0 0 0-16,0 0 3 0,0 0-6 0,0 0 7 16,0 0-7-16,0 0 4 0,0 0 0 0,0 0 0 15,0 0 1-15,0 0 2 0,0 0-4 0,0 0 6 16,0 0-9-16,0 0 1 0,0 0 1 0,0 0 3 16,-7-5-3-16,7 5 4 0,0 0-3 0,0 0 2 15,0 0-1-15,0 0 0 0,0 0-1 0,0 0-6 16,0 0 3-16,0 0 10 0,0 0-7 0,0 0 0 15,0 0 2-15,0 0 0 0,0 0 3 0,0 0-2 16,0 0-4-16,-8-5 5 0,8 5-1 0,0 0-4 16,0 0 1-16,0 0 1 0,0 0 2 0,0 0 0 15,0 0-2-15,0 0 3 0,0 0-5 0,0 0 4 16,0 0 0-16,0 0-2 0,0 0-4 0,0 0 6 16,0 0-5-16,0 0 3 0,0 0-5 0,0 0 7 15,0 0 0-15,0 0-1 0,0 0-5 0,0 0 7 16,0 0-4-16,0 0 0 0,0 0-2 0,0 0 4 15,0 0-2-15,0 0 4 0,0 0-4 0,0 0 2 16,0 0 0-16,0 0 4 0,0 0-12 0,0 0 12 16,0 0-6-16,0 0 5 0,0 0-8 0,-8-4 2 0,8 4 0 15,0 0 4-15,0 0 0 0,0 0 3 16,0 0-5-16,0 0 2 0,0 0-3 0,0 0-1 16,0 0 1-16,0 0-1 0,0 0 13 0,0 0-11 15,0 0-2-15,0 0 6 0,0 0-4 0,0 0-1 0,0 0-3 16,0 0 8-16,0 0-7 0,0 0 7 15,0 0-8-15,0 0 8 0,0 0-3 0,0 0 0 0,0 0 0 16,0 0-1-16,0 0 0 0,0 0 4 16,0 0-3-16,0 0 4 0,0 0 6 0,0 0 0 0,0 0-1 15,0 0 0-15,-6-8-3 0,6 8 2 0,0 0-3 16,0 0 0-16,0 0-2 0,0 0-2 0,0 0 3 16,0 0-4-16,0 0 1 0,0 0-1 0,0 0 0 15,0 0-3-15,0 0 2 0,0 0 4 0,0 0 1 16,0 0-19-16,0 0 18 0,0 0 3 0,0 0-4 15,0 0-2-15,0 0-3 0,0 0 2 0,0 0 1 16,0 0 3-16,0 0-5 0,0 0 2 0,0 0-1 16,0 0 0-16,0 0 5 0,0 0-5 0,0 0-2 15,0 0 1-15,0 0-2 0,0 0 4 0,0 0-3 16,0 0 0-16,0 0 3 0,0 0 2 0,0 0-5 16,0 0 1-16,0 0 0 0,0 0 1 0,0 0 0 15,0 0 0-15,0 0 0 0,0 0 2 0,0 0-1 16,0 0-10-16,0 0 10 0,0 0 3 0,0 0-4 15,0 0 3-15,0 0-3 0,0 0-1 0,0 0 3 0,0 0-1 16,0 0-1-16,0 0-12 0,0 0 15 16,0 0 1-16,0 0-3 0,0 0-4 0,0 0 3 15,0 0 2-15,0 0 3 0,0 0-5 0,0 0 0 16,0 0 3-16,0 0-4 0,0 0-3 0,0 0 2 0,0 0 3 16,0 0-1-16,0 0 2 0,0 0-1 15,0 0-1-15,0 0 2 0,0 0-4 0,0 0-1 0,0 0 2 16,0 0 1-16,0 0 0 0,0 0 2 15,0 0-5-15,0 0 5 0,0 0 1 0,0 0 1 0,0 0-3 16,0 0-1-16,0 0 0 0,0 0-2 0,0 0 1 16,0 0 2-16,0 0-4 0,0 0 3 0,0 0-1 15,0 0 2-15,0 0-1 0,0 0-5 0,0 0 6 16,0 0-6-16,0 0 7 0,0 0-1 0,0 0 0 16,-7-5 1-16,7 5 1 0,0 0-1 0,0 0-4 15,0 0 2-15,0 0 2 0,0 0-2 0,0 0 1 16,0 0-1-16,0 0-3 0,0 0 1 0,0 0 2 15,0 0 12-15,0 0-12 0,0 0-3 0,0 0-4 16,0 0 7-16,0 0-4 0,0 0-4 0,0 0-12 16,0 0-21-16,0 0-10 0,0 0-39 0,0 0-13 15,0 0-181-15,0 0 259 0</inkml:trace>
  <inkml:trace contextRef="#ctx0" brushRef="#br0" timeOffset="77145.6321">6671 18000 145 0,'0'0'-15'0,"0"0"61"15,0 0-72-15,0 0 74 0,0 0-60 0,0 0 61 16,0 0-62-16,0 0 55 0,0 0-76 0,0 0 67 16,0 0-55-16,0 0 64 0,0 0-68 0,0 0 65 15,0 0-71-15,0 0 62 0,0 0-54 0,0 0 59 16,0 0-69-16,0 0 70 0,0 0-73 0,0 0 72 15,0 0-80-15,0 0 81 0,0 0-73 0,0 0 79 16,0 0-68-16,0 0 62 0,0 0-76 0,0 0 77 16,0 0-71-16,0 0 57 0,0 0-56 0,0 0 72 15,0 0-72-15,0 0 68 0,0 0-65 0,0 0 60 16,0 0-60-16,0 0 66 0,0 0-77 0,0 0 76 16,0 0-72-16,0 0 69 0,0 0-77 0,0 0 80 15,0 0-64-15,0 0 71 0,0 0-74 0,0 0 65 16,0 0-65-16,0 0 68 0,0 0-66 0,0 0 64 15,0 0-67-15,0 0 70 0,0 0-63 0,0 0 59 16,0 0-74-16,0 0 77 0,0 0-68 0,0 0 69 16,0 0-68-16,0 0 68 0,0 0-66 0,0 0 64 0,0 0-65 15,0 0 56-15,0 0-56 0,0 0 66 0,0 0-61 16,0 0 61-16,0 0-58 0,0 0 62 16,0 0-68-16,0 0 65 0,0 0-72 0,0 0 71 15,0 0-63-15,0 0 54 0,0 0-66 0,0 0 73 0,0 0-59 16,0 0 60-16,0 0-64 0,0 0 60 0,0 0-57 15,0 0 56-15,0 0-60 0,0 0 39 0,0 0-40 16,0 0 62-16,0 0-56 0,0 0 59 0,0 0-60 16,0 0 59-16,0 0-61 0,0 0 63 0,0 0-65 15,0 0 59-15,0 0-59 0,0 0 55 0,0 0-82 16,0 0 90-16,0 0-58 0,0 0 56 0,0 0-65 16,0 0 73-16,0 0-69 0,0 0 56 0,0 0-57 15,0 0 60-15,0 0-62 0,0 0 68 0,0 0-61 16,0 0 59-16,0 0-77 0,0 0 81 0,0 0-98 15,0 0 105-15,0 0-69 0,0 0 61 0,0 0-65 16,0 0 64-16,0 0-63 0,0 0 55 0,0 0-61 16,0 0 73-16,0 0-67 0,0 0 63 0,0 0-67 15,0 0 62-15,0 0-63 0,0 0 70 0,0 0-64 16,0 0 56-16,0 0-58 0,0 0 58 0,0 0-72 0,0 0 71 16,0 0-57-16,0 0 63 0,0 0-63 15,0 0 60-15,0 0-55 0,0 0 59 0,0 0-66 16,0 0 61-16,0 0-60 0,0 0 61 0,0 0-48 15,0 0 44-15,0 0-70 0,0 0 71 0,0 0-56 0,0 0 65 16,0 0-64-16,0 0 63 0,0 0-54 16,0 0 67-16,0 0-64 0,0 0 51 0,0 0-54 15,0 0 60-15,0 0-59 0,0 0 56 0,0 0-58 0,0 0 55 16,0 0-63-16,0 0 63 0,0 0-54 0,0 0 53 16,0 0-61-16,0 0 59 0,0 0-61 0,0 0 7 15,0 0 58-15,0 0-78 0,0 0 79 16,0 0-59-16,0 0 56 0,0 0-67 0,0 0 12 0,0 0 60 15,0 0-66-15,0 0 61 0,0 0-55 0,0 0 2 16,0 0-5-16,0 0 63 0,0 0-53 0,0 0-3 16,0 0 60-16,0 0-62 0,0 0 55 15,0 0-67-15,0 0 13 0,0 0 49 0,0 0-58 0,0 0 9 16,0 0 3-16,0 0 2 0,0 0 4 0,0 0 54 16,0 0-57-16,0 0-1 0,0 0 3 0,0 0 3 15,0 0 53-15,0 0-66 0,0 0-3 0,0 0 17 16,0 0 0-16,0 0-2 0,0 0 6 0,0 0-2 15,0 0-5-15,0 0-1 0,0 0 9 0,0 0 11 16,0 0-19-16,0 0 10 0,0 0 49 0,0 0-61 16,0 0 2-16,0 0-4 0,0 0 7 0,0 0-5 0,0 0 9 15,0 0-1-15,0 0 4 0,0 0-2 16,0 0-5-16,0 0 5 0,0 0 10 0,0 0 57 16,0 0-50-16,0 0-4 0,0 0 3 0,0 0-10 0,0 0 6 15,0 0-4-15,0 0-6 0,0 0 11 0,5-8-7 16,-5 8 0-16,0 0-7 0,0 0 7 15,0 0 1-15,0 0-11 0,0 0 8 0,0 0 42 16,2-11-54-16,-2 11 1 0,0 0 6 0,0 0 0 0,0 0 44 16,0 0-51-16,0 0 5 0,0 0-7 0,0 0 3 15,0 0-5-15,0 0 13 0,0 0-4 0,5-8-4 16,-5 8 3-16,0 0 0 0,0 0 7 0,0 0-13 16,0 0 10-16,0 0 0 0,0 0-8 0,0 0 14 15,0 0-7-15,0 0 1 0,0 0 3 0,0 0 0 16,0 0 45-16,0 0-61 0,0 0 7 0,0 0 1 15,0 0 1-15,0 0 2 0,0 0-4 0,0 0 9 16,0 0-3-16,0 0-3 0,0 0 3 0,0 0-2 16,0 0 9-16,0 0-16 0,0 0 14 0,0 0-9 15,0 0 2-15,0 0 4 0,0 0 44 0,0 0-56 16,0 0-6-16,0 0 11 0,0 0 3 0,0 0-7 16,0 0 4-16,0 0 4 0,0 0 0 0,0 0 50 15,0 0-60-15,0 0 5 0,0 0-3 0,0 0 52 16,8-6-58-16,-8 6 51 0,0 0-50 0,0 0 42 0,0 0-45 15,0 0 47-15,13-4-48 0,-13 4 47 16,0 0-51-16,0 0 49 0,0 0-56 0,14 0 57 16,-14 0-48-16,0 0 48 0,12 4-54 0,-12-4 10 15,9 3-96-15,-9-3 40 0,10 5-104 0,-10-5 48 0</inkml:trace>
  <inkml:trace contextRef="#ctx0" brushRef="#br0" timeOffset="78583.8377">12661 17426 21 0,'0'0'17'0,"0"0"-3"15,0 0-1-15,0 0-2 0,0 0-5 0,0 0-1 16,0 0 6-16,0 0-8 0,0 0 0 0,0 0 4 15,0 0 2-15,0 0-9 0</inkml:trace>
  <inkml:trace contextRef="#ctx0" brushRef="#br0" timeOffset="80391.8307">12661 17426 105 0,'0'0'3'0,"0"0"2"0,0 0-2 0,0 0 4 0,0 0-4 16,0 0-10-16,0 0-15 0,0 0 29 15,0 0-2-15,0 0 8 0,0 0-11 0,0 0 2 16,0 0-6-16,0 0 6 0,0 0 0 0,0 0-6 16,0 0 7-16,0 0-4 0,0 0 6 0,0 0-13 15,0 0 23-15,0 0-8 0,0 0-4 0,0 0 1 16,0 0 1-16,0 0 4 0,0 0-9 0,0 0-1 15,0 0 11-15,0 0-8 0,0 0-2 0,0 0-2 0,0 0 4 16,0 0-7-16,0 0 3 0,0 0 6 0,0 0-8 16,0 0 6-16,0 0-5 0,0 0 11 0,0 0-8 15,0 0-2-15,0 0 0 0,0 0-2 16,0 0 2-16,0 0-2 0,0 0 5 0,0 0-4 0,0 0-2 16,0 0 8-16,0 0 1 0,0 0-8 0,0 0 7 15,0 0-8-15,0 0 7 0,0 0-11 0,0 0 15 16,0 0-5-16,0 0-2 0,0 0 2 15,0 0-1-15,0 0-8 0,0 0 1 0,0 0 5 0,0 0 1 16,0 0 3-16,0 0-1 0,-8-6-2 0,8 6 3 16,0 0-9-16,0 0 10 0,0 0-3 0,0 0 2 15,0 0-3-15,0 0-1 0,0 0 6 0,0 0-13 16,0 0 23-16,0 0-13 0,0 0 0 0,0 0-1 16,0 0 1-16,0 0 0 0,0 0-6 0,0 0 3 15,0 0 2-15,0 0-2 0,0 0 1 0,0 0-12 0,0 0 14 16,0 0-1-16,0 0-25 0,0 0 34 15,0 0-3-15,0 0-5 0,0 0-2 0,0 0 5 16,0 0-5-16,0 0-3 0,0 0 6 0,0 0-2 16,0 0 3-16,0 0-3 0,0 0-2 0,0 0-2 0,0 0-9 15,0 0 15-15,0 0 0 0,0 0-4 16,0 0 1-16,-7-4 3 0,7 4-2 0,0 0-13 16,0 0 11-16,0 0 0 0,0 0 0 0,0 0-2 15,0 0 4-15,0 0 0 0,0 0-10 0,0 0 8 0,0 0 10 16,0 0-14-16,0 0 4 0,0 0-4 0,0 0 10 15,0 0-18-15,0 0 13 0,0 0 4 0,0 0-7 16,-10-5-1-16,10 5 6 0,0 0 0 0,0 0-2 16,0 0 1-16,0 0-1 0,0 0-2 0,0 0-1 15,0 0 1-15,0 0 1 0,0 0 1 0,0 0-10 16,0 0 14-16,0 0-5 0,0 0 2 0,0 0 0 16,0 0-6-16,0 0 6 0,0 0-8 0,0 0 9 15,0 0-7-15,0 0 4 0,0 0 0 0,0 0 2 16,0 0-4-16,0 0-1 0,0 0 10 0,0 0-4 15,0 0-2-15,0 0 0 0,0 0 1 0,0 0 18 16,0 0-36-16,0 0 20 0,0 0 11 0,0 0 3 16,0 0-6-16,0 0-2 0,0 0-2 0,0 0-4 15,0 0-2-15,0 0 6 0,0 0 0 0,0 0-1 16,0 0-3-16,0 0-2 0,0 0 1 0,-6-6-2 16,6 6 0-16,0 0 3 0,0 0-8 0,0 0 4 15,0 0-1-15,0 0 4 0,0 0-3 0,0 0 2 16,0 0-5-16,-7-6 6 0,7 6-2 0,0 0 0 15,0 0-2-15,0 0-4 0,0 0 10 0,0 0-3 0,0 0-2 16,0 0 1-16,0 0 3 0,0 0-3 16,0 0-6-16,0 0 10 0,0 0-1 0,0 0 0 15,-8-4-2-15,8 4 0 0,0 0 1 0,0 0-8 0,0 0 9 16,0 0-8-16,0 0 9 0,0 0-4 0,0 0 5 16,0 0-4-16,0 0-3 0,0 0 6 15,0 0-1-15,0 0-8 0,0 0 4 0,0 0 4 0,0 0-7 16,0 0-3-16,0 0 10 0,0 0 10 0,-10-3-1 15,10 3-4-15,0 0 3 0,0 0-4 0,0 0 1 16,0 0 0-16,0 0 0 0,0 0-4 0,0 0-1 16,0 0-2-16,0 0 1 0,0 0 0 0,0 0-23 15,0 0 31-15,0 0-5 0,0 0-3 0,0 0 3 16,0 0-2-16,0 0-1 0,0 0-9 0,0 0 13 16,0 0-5-16,0 0 0 0,0 0 0 0,0 0-1 15,0 0 0-15,0 0-2 0,0 0 7 0,-11-2-3 16,11 2-1-16,0 0 1 0,0 0-5 0,0 0-9 15,0 0 9-15,0 0 2 0,0 0 6 0,0 0-1 16,0 0-1-16,0 0-3 0,0 0 1 0,0 0-9 16,0 0 9-16,0 0-3 0,0 0 5 0,0 0-2 15,0 0 1-15,0 0-2 0,0 0-5 0,0 0 4 16,0 0 1-16,0 0 2 0,0 0-2 0,0 0 0 0,0 0 2 16,0 0 0-16,0 0-2 0,0 0-1 0,0 0-2 15,0 0 1-15,0 0 2 0,0 0-2 16,0 0-2-16,0 0-27 0,0 0 34 0,0 0-4 0,0 0 5 15,0 0-5-15,0 0 0 0,0 0 3 0,0 0-9 16,0 0 12-16,0 0-5 0,-11-3 2 0,11 3-2 16,0 0 0-16,0 0-2 0,0 0-3 0,0 0 11 15,0 0-7-15,0 0 3 0,0 0-3 16,0 0 0-16,0 0 0 0,0 0-5 0,0 0 9 0,0 0-3 16,0 0 2-16,0 0-8 0,0 0 8 0,0 0-4 15,0 0-6-15,0 0 9 0,0 0 2 0,0 0-6 16,0 0 15-16,0 0-14 0,0 0-3 0,0 0 4 15,0 0 0-15,0 0 0 0,0 0 0 0,0 0-2 16,0 0-1-16,0 0-37 0,0 0 46 0,0 0-1 16,0 0 1-16,0 0-6 0,0 0 0 0,0 0 5 15,0 0-5-15,0 0 1 0,0 0-7 0,0 0 15 16,0 0-8-16,-11 3-1 0,11-3-1 0,0 0 2 16,0 0 1-16,0 0-8 0,0 0 7 0,0 0 2 15,0 0 0-15,0 0-3 0,0 0-1 0,0 0-6 0,0 0 3 16,0 0 8-16,-5 8-2 0,5-8 1 0,0 0-2 15,0 0 0-15,0 0-1 0,0 0-1 16,0 0 3-16,0 0-18 0,0 0 22 0,0 0-3 16,0 0 1-16,0 0-5 0,0 0 2 0,0 0 13 0,0 0-9 15,0 0-5-15,0 0-3 0,-9 2 5 16,9-2-2-16,0 0 0 0,0 0 0 0,0 0 0 16,0 0 0-16,0 0-5 0,0 0 3 0,0 0-1 0,0 0 3 15,0 0-19-15,0 0 25 0,0 0 0 0,0 0-4 16,0 0 1-16,0 0-4 0,0 0 2 0,0 0-6 15,0 0 11-15,0 0-5 0,0 0-1 16,0 0 0-16,0 0 4 0,0 0-8 0,0 0-4 0,0 0 10 16,0 0-2-16,0 0 1 0,0 0-2 0,0 0 4 15,0 0-7-15,0 0-21 0,0 0 32 0,0 0 0 16,0 0-2-16,0 0 1 0,0 0 11 0,0 0-4 16,0 0 3-16,0 0 9 0,0 0-4 0,0 0-4 15,0 0-3-15,0 0-1 0,0 0-8 0,0 0-1 16,0 0 4-16,0 0 20 0,0 0 2 0,0 0-2 15,0 0-5-15,-9-5-9 0,9 5 1 0,0 0-3 16,0 0-1-16,0 0-5 0,0 0-1 0,0 0-2 16,-9-5-3-16,9 5 2 0,0 0-2 0,0 0 4 15,0 0-3-15,0 0 1 0,0 0-2 0,-9-4 5 0,9 4-5 16,0 0-4-16,0 0 7 0,0 0-2 16,0 0 2-16,0 0-3 0,0 0-10 0,0 0 10 15,0 0 2-15,0 0-1 0,0 0-1 0,0 0 2 16,0 0-4-16,-10-5 4 0,10 5-8 0,0 0 2 0,0 0 8 15,0 0-4-15,0 0 0 0,0 0-1 16,0 0 2-16,0 0-6 0,0 0 3 0,0 0 1 0,0 0 2 16,0 0-3-16,0 0-20 0,0 0-14 0,0 0-17 15,0 0-15-15,0 0-9 0,0 0-14 0,0 0-82 16,0 0 47-16</inkml:trace>
  <inkml:trace contextRef="#ctx0" brushRef="#br0" timeOffset="82924.5578">21826 16868 4 0,'0'0'20'0,"0"0"-1"0,0 0 2 0,0 0-7 15,0 0-1-15,0 0-6 0,0 0 6 0,0 0-8 16,0 0-4-16,0 0 5 0,0 0-1 0,0 0-3 15,0 0-1-15,0 0 9 0,0 0-6 0,0 0-12 16,0 0 9-16,0 0 0 0,-5-8-1 0,5 8-1 16,0 0-3-16,0 0 9 0,0 0-7 0,0 0 4 15,0 0-4-15,0 0 4 0,0 0-3 0,0 0 2 16,0 0 3-16,0 0-15 0,0 0 11 0,0 0-5 16,0 0 1-16,0 0 0 0,0 0-2 0,0 0 4 15,0 0-37-15,0 0 13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8:58:08.9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4003 1842 93 0,'0'0'229'0,"0"0"-42"15,0 0 27-15,0 0 21 0,0 0-26 0,-5-9-21 0,5 9-53 0,0 0-14 16,0 0-33-16,-5-9 21 0,5 9-20 0,0 0 20 16,0 0-34-16,0 0 11 0,-6-8-41 0,6 8 20 15,0 0-44-15,0 0 22 0,0 0-34 0,0 0 23 16,0 0-32-16,0 0 26 0,0 0-23 0,0 0 51 16,-6 11-37-16,6-11 20 0,0 14-28 0,0-14 49 15,-1 19-34-15,1-8-7 16,0 3 0-16,-1 0 3 0,1 3-1 0,0 0 1 15,1 2-8-15,0 3 0 0,-1 2-14 0,1 1 23 16,1 1-25-16,-1 0 31 0,1 1-31 0,1 0 22 16,0 1-25-16,0 2 22 0,0-4 0 0,1-1-1 0,-1 0 2 15,1 0-8-15,-1-3-1 0,1 1-2 16,0-2-1-16,0 1 4 0,-1-4-4 0,0-2-2 16,0 0 2-16,-1 0-1 0,0-4-26 0,0-2 29 0,-2-10 0 0,4 19-24 15,-4-19 95-15,4 15 38 0,-4-15 5 0,0 0-17 16,1 13-18-16,-1-13-18 0,0 0-15 0,0 0-13 15,-5-10-1-15,1 1-17 0,-1-1-1 0,-1-3-5 0,-2-7 0 16,-1 0-10-16,-1-5 3 0,0-2-56 16,-1-1 59-16,0-7 1 0,0-1-8 0,0-1-6 15,2-2-1-15,1 0-1 0,1-3 18 16,3 6-24-16,1 0 30 0,1 0-32 16,3-1 29-16,2 2-34 0,1 1 37 0,2 3-35 15,1 0 30-15,2 2-34 0,0 4 35 0,2 0-30 0,-1 5 1 16,1 2 1-16,1 2 1 0,-1 0 3 0,3 3 3 15,-3 3 14-15,2 1-21 0,2 4 5 16,-1 3-2-16,2 1 7 0,0 3 0 0,2 3 26 0,4 5-34 16,0 5 32-16,1 0-30 0,0 5 27 0,2 3-30 0,-2 4 33 15,0 0-35-15,-2 0 2 0,-3 3 6 0,-3-4-3 0,-2-1 6 16,-1 2-1-16,-2 0-51 0,-2-1 66 0,-2-3-54 16,-2-1 62-16,-2 2-54 0,-1-4 54 0,-2 4-47 15,-1-5 52-15,-1 0-5 0,-3 0-4 0,0-3-2 16,-1-1-6-16,-1-1-1 0,-2 0 5 0,-1-4-7 15,0 1-46-15,-2-3 55 0,0-2-55 0,-1-1 60 0,3-1-50 0,-1-2 55 16,12-2-59-16,-23-3 60 16,23 3-56-16,-21-5 56 15,12 1-56-15,9 4 8 0,-14-9 4 0,14 9-1 16,-8-9 5-16,8 9 1 0,-6-7 8 0,6 7-4 0,-5-7 5 16,5 7 2-16,0 0-5 0,0 0 5 0,0 0-6 15,0 0 15-15,0 0-9 0,10 4 7 0,-10-4 47 0,14 12-65 16,-5-3 61-16,2 2-9 0,2 3-7 0,2-1-11 15,4 5 5-15,0 1-9 0,3-1-4 0,0 2-5 16,4 2 5-16,1 0-8 0,-4-3-2 0,3 1-32 16,-2-3-105-16,-1 0-81 0,-1-1-69 0,-3-2-104 0,-1-1-411 15,-3-1-327-15</inkml:trace>
  <inkml:trace contextRef="#ctx0" brushRef="#br0" timeOffset="369.9435">4993 2379 264 0,'0'0'498'0,"-1"-16"-90"0,1 16-58 0,-2-17-28 16,2 17-50-16,-4-19-37 0,4 19 74 0,-6-14 7 0,6 14-26 15,-4-14-32-15,4 14-40 0,-6-11-37 0,6 11-34 0,-3-11-30 16,3 11-26-16,0 0-19 16,-4-8-14-16,4 8-8 0,0 0 55 0,0 0-78 15,0 0 58-15,-2 9-66 0,2-9 67 0,2 17-53 16,0-7 64-16,0 1-83 0,1 3 65 0,2 1-81 16,-1-1 71-16,0 3-77 0,1-1 75 0,-1 0-84 0,1 2 71 15,0-2-76-15,1 1 71 0,-1-1-77 0,0-1 78 16,0 1-77-16,-1-2 66 0,1 1-74 0,0-1 70 0,0-1-75 15,-2-2 71-15,0-1-77 16,0 2 78-16,1-3-163 0,-4-9-51 0,6 19-153 16,-6-19-49-16,4 13-81 0,-4-13-155 0,2 10-345 15,-2-10-554-15</inkml:trace>
  <inkml:trace contextRef="#ctx0" brushRef="#br0" timeOffset="1636.0202">6274 2183 64 0,'0'0'326'0,"0"0"-52"0,0 0-83 15,0 0 29-15,9 4-46 0,-9-4 15 0,0 0-20 16,0 0-19-16,0 0-18 0,0 0-25 0,0 0-14 16,0 0-16-16,0 0-10 0,0 0-11 0,0 0-12 0,0 0-8 15,0 0 1-15,13 1 5 0,-13-1-7 0,20-4 1 16,-5 2-6-16,3 1-5 0,7-3-8 0,2 1 4 15,6-2-8-15,0-1-4 0,3 1 0 0,0-1 1 16,2 0-3-16,-1 1-1 0,-1 1-5 16,1-2-14-16,-1 1-51 0,-1 0-69 0,-3 3-149 15,-4-2-86-15,-1 2-196 0,-3-2-78 0</inkml:trace>
  <inkml:trace contextRef="#ctx0" brushRef="#br0" timeOffset="1854.1019">6597 2267 102 0,'0'0'392'0,"-14"2"-143"16,14-2-8-16,0 0-65 0,0 0-3 0,-14 0-57 15,14 0 23-15,0 0-25 16,0 0-32-16,10-12-9 0,-10 12-14 0,16-8-10 0,-3 3-6 15,1-1-20-15,4 0-4 0,2 0 0 0,3 0-19 16,1 0-108-16,1 0-122 0,-1 0-53 0,1 0-173 16,1-1 65-16</inkml:trace>
  <inkml:trace contextRef="#ctx0" brushRef="#br0" timeOffset="2163.9974">6909 1838 211 0,'-11'-10'356'0,"1"3"-66"16,2 1-63-16,0-1-44 0,0 1-46 0,2 0-13 0,6 6-21 15,-13-8-21-15,13 8-18 0,-9-6-13 0,9 6 29 16,0 0-52-16,0 0-6 0,0 0 11 0,0 0 9 0,19-2 5 16,-4 6 22-16,6 1-26 0,4 2-1 0,6 5-1 15,6 1-9-15,2 3-3 0,0 0-3 0,3 2-4 16,-2 3-1-16,-1 1-7 0,-2 0 5 15,1 2-2-15,-2-1-7 0,-3 2 6 0,-2 0-5 16,-2-1-2-16,-2 2-3 0,-4-2 9 0,-4-2-9 0,-2 0-1 16,-3 0 0-16,-5-1-5 0,-1-2 5 0,-4 1-7 15,-4-1 5-15,-4 3 0 0,-4 0 2 0,-6 3-1 16,-7 3-4-16,-6 0-7 0,-4-1-4 0,-3 0-91 16,-4-1-98-16,-7 2-510 0,3-6-215 0</inkml:trace>
  <inkml:trace contextRef="#ctx0" brushRef="#br0" timeOffset="10228.0221">9197 771 76 0,'0'0'81'0,"0"0"7"0,0 0-4 16,0 0-13-16,0 0 9 0,0 0-9 0,0 0 4 0,0 0-14 15,0 0-5-15,0 0 4 0,0 0-2 16,0 0 4-16,0 0-6 0,0 0 8 0,0 0 3 16,0 0-12-16,0 0 14 0,0 0-12 0,0 0 3 0,0 0 0 15,0 0-5-15,0 0-5 0,0 0-4 16,0 0 3-16,0 0-7 15,0 0-5-15,-1 11-4 0,1-11-4 0,0 0-3 16,0 0 0-16,0 0-2 0,0 0-8 0,0 0 1 0,0 0 3 16,0 0 4-16,0 0-5 0,0 0 2 0,0 0 7 15,0 0 1-15,0 0 2 0,0 0 5 16,0 0 2-16,0 0-3 0,0 0 4 0,0 0 2 16,0 0-5-16,0 0 1 0,0 0-2 0,0 0 0 15,0 0-2-15,0 0-1 0,0 0 5 0,0 0-9 0,0 0-2 0,0 0 2 16,0 0-8-16,-7 7 0 0,7-7 0 0,0 0 0 15,0 0 2-15,0 0-5 0,0 0-3 0,0 0 1 16,0 0 2-16,0 0 3 0,0 0-5 0,0 0 4 16,0 0-4-16,0 0-4 0,0 0 4 0,0 0-4 15,0 0-1-15,0 0-2 0,0 0 7 0,0 0-9 16,0 0-2-16,0 0 0 0,0 0 2 0,0 0-3 0,0 0 3 0,0 0-2 16,0 0-2-16,0 0 1 0,0 0-1 0,0 0 0 15,0 0 16-15,0 0-9 0,0 0-10 0,0 0 1 16,0 0-5-16,0 0 4 0,0 0-1 0,0 0 5 15,1 12 6-15,-1-12-11 0,0 0 2 0,0 0 4 16,0 0-5-16,0 0-1 16,0 0 4-16,0 0 4 0,0 0-11 0,0 0 5 15,0 0-7-15,0 0 7 0,0 0-2 16,0 0 1-16,0 0 7 0,0 0-14 0,0 0 5 16,0 0-3-16,0 0-3 0,-5 9 37 0,5-9 14 15,0 0-3-15,0 16-4 0,0-16-4 0,0 13-14 16,0-13 3-16,0 14-2 0,0-14-2 0,0 16-6 0,0-16 6 15,0 19-7-15,0-19 2 0,0 20-2 0,0-7 1 16,0-1 6-16,0 0-6 0,0 2 7 0,0-2-9 16,-1 4-1-16,1-2 1 0,0 1 0 0,0 2 2 0,-1 1-1 15,1 0 11-15,0 0-4 0,0-1 5 0,0 2-2 16,0 2-2-16,-1-2 1 0,1 1-49 0,0 0 66 16,-1 5-61-16,1-4 20 0,0 0 5 0,0 0-1 0,0 1 3 15,-1 1 10-15,1-2 7 16,0 4-4-16,0-1 49 0,-1 0-47 0,1 1 42 0,2 2-56 15,-2-2 61-15,-1-1-68 0,0 2 49 0,1-2-55 0,0 1 49 16,0 1-49-16,-1-1 53 0,0 0-53 0,1 1 69 0,0-1-51 16,-1 2 4-16,0 0 0 0,0-1 3 0,1 0 1 15,0 1 2-15,-1 1 29 0,1-2-6 0,-1 0-2 16,0 4-4-16,1-3 12 0,0 2-20 0,-1 0 3 16,1 4 18-16,-1 0 16 0,1 0-3 0,-1 1-10 15,1-1-8 1,0 2-3-16,-1-1 2 0,1 0-7 0,0 0-2 15,-1 1-6-15,0-2-1 0,1 2-4 0,0 0-2 0,0 1-1 16,-1-3-3-16,1 3-4 0,-1-1 4 0,1 0-6 16,0 1 4-16,0 0 0 0,-2 0 0 0,2 0-8 15,-1 1 4-15,1 0-3 0,0 1-3 16,-1-1 2-16,1 0-4 0,0 1 2 0,-1-1 1 0,1 1-4 16,0 0 4-16,0-1 0 0,-1 2-1 0,1-3 3 0,-1 1-7 15,1 1 3-15,0-1 2 0,-1-1 3 0,1-1 0 16,0 1 3-16,0-1-2 0,-1 0 0 0,0-1-3 0,1 1 2 15,0 0 10-15,0 0 1 0,-1 1-3 0,1-3-4 16,-1 1 1-16,3 0-4 0,-3 0-1 0,0 0 1 16,1-2-3-16,-1 0 1 0,1-1 1 0,-1 3-1 15,1-2-1-15,0 0-2 16,-1 4 4-16,0-7-3 0,1 0-1 16,0 1 19-16,0-2-22 0,0 6 23 0,-1-5-24 15,1 6 24-15,0-3-24 0,0-1 25 0,-1 2-25 0,0 0-2 16,1 1 6-16,0 0 5 0,-1-4-6 0,1 0 2 15,-1 2 2-15,1-2 1 0,0 0-7 0,-1-1 4 0,1 0 0 0,-1 4-1 0,1-3 3 0,0-1 15 16,-1 1-24-16,1-1 25 16,-1 1-22-16,1-3 20 0,0 3-27 15,-1-2 25-15,0 1-2 0,1 0-1 0,0-2-29 16,0 3 21-16,0-3-14 0,-1 2 23 0,1-1-24 0,0 1 22 16,0 0-20-16,-1-1 17 0,0 0-12 0,1 1 18 15,0-1-19-15,0 0 20 0,-1 1-16 0,1-2 16 16,-2 1-21-16,2 0 15 0,0 0-11 0,-1-1 16 15,1 0-20-15,-1-2 19 0,1 3-23 0,0-2 24 0,-1 1-20 16,0-2 21-16,1 3-2 0,0-2-3 0,-1 0 3 16,1 0 0-16,0 0-2 0,-1 0 5 0,2 0 0 15,-1 0 0-15,0 0-6 0,-1 0 0 0,0-1-5 0,1 0-7 16,0 0 10-16,-1-1-14 0,0 2 11 0,1-2-14 16,-1-1 14-16,1 2-16 0,-1-4 12 0,1 2-3 15,0 1 14-15,0 3-17 16,-1-7 9-16,1 2-11 0,-1 1 8 15,1-2-2-15,0 0 6 0,0 0 0 0,0 2 0 0,-1-3-2 16,1 1 0-16,0 0-4 0,-1-2-4 16,1 1 7-16,-1-1 0 0,1 2 1 0,0-2-2 0,0 0-2 15,-1 1 42-15,1-2-44 0,0 2-3 0,0-1 1 16,-1 0 13-16,1 0 5 0,0-1-9 0,0 1 4 16,0-1-4-16,0 1 1 0,0-2-1 0,0 0-2 0,-1 1 7 0,0 1-3 15,1 0 3-15,0-2-4 0,0 2 2 0,0-1-1 16,0-2-10-16,-1 0 10 0,1-1-6 15,0-2 0-15,0 3 0 0,0-2-2 0,0 0 4 0,-1 1-10 16,1-1-19-16,0 1 29 0,0-1 4 0,0-1-3 0,-1 0 4 16,1 1-2-16,0 0-1 15,0 0 0-15,0 0-6 0,0 0 3 0,1 1-1 0,-1 0-3 16,-1-1-4-16,1 1 5 16,0-1 5-16,0-1 1 0,0 1-3 0,0-2-30 15,0 2 35-15,-1-1-10 0,2-2 2 0,-2 2 6 0,1-13-3 16,0 24 45-16,0-13-52 0,0-11 42 15,0 21-46-15,0-21 33 0,0 21-38 0,0-21 45 0,-1 18-47 16,1-18 44-16,0 16-56 0,0-16 67 0,0 17-31 16,0-17 38-16,0 17-45 0,0-17 35 0,0 17-46 0,0-17 26 15,0 14-27-15,0-14 41 16,0 13-44-16,0-13 39 0,0 13-40 0,0-13 24 16,-1 14-24-16,1-14 1 0,0 0 1 0,-1 15 1 15,1-15 3-15,0 0 2 0,1 15-1 0,-1-15 2 0,0 0 2 16,-1 14 2-16,1-14-1 0,0 0 4 0,0 16-3 0,0-16-2 15,0 0 8-15,0 16-6 0,0-16-15 16,0 0 18-16,0 14 1 0,0-14-8 0,0 0 8 0,0 15-4 16,0-15 4-16,0 0-1 0,-1 14-2 0,1-14-2 0,0 0-2 0,0 13 7 15,0-13-4-15,0 0 2 0,-2 13-2 0,2-13 3 16,0 0-3-16,0 0 2 0,0 13-2 0,0-13 0 16,0 0-1-16,0 0 5 0,0 14-2 0,0-14-8 15,0 0 7-15,0 0-1 0,0 0 3 16,0 14-1-16,0-14 0 0,0 0 3 0,0 0-8 0,0 0 5 15,0 0-1-15,0 0 1 0,0 11 1 0,0-11-3 16,0 0 4-16,0 0-1 0,0 0 2 0,0 0-5 16,0 0 1-16,0 0 0 0,0 0 0 0,0 0-5 15,0 0-3-15,0 0 15 0,0 0-7 0,0 0 1 16,0 0-1-16,0 0 2 0,0 0-7 0,0 0 6 16,0 0-4-16,0 0 2 15,0 0 3-15,0 0-3 0,0 0 0 0,0 0 0 16,0 0 0-16,0 0-3 0,0 0 0 0,0 0 9 15,0 0-9-15,0 11-3 0,0-11 8 16,0 0-3-16,0 0-5 0,0 0 4 0,0 0 3 0,0 0-1 16,0 0-5-16,0 0 11 0,0 0-6 0,0 0-2 15,0 0 1-15,0 0-2 0,0 0-1 0,0 0 7 16,0 0 7-16,0 0-10 0,0 0 0 0,0 0 0 0,0 0 0 0,0 0-7 16,0 0 8-16,0 0-2 0,0 0 4 0,0 0-17 15,0 0 19-15,0 0-2 0,0 0-14 16,0 0 20-16,0 0-8 0,0 0 3 0,0 0 8 0,0 0 10 15,0 0 8-15,0 0 9 0,-5 7-3 0,5-7-5 16,0 0 5-16,0 0 0 0,0 0-5 0,0 0-3 16,0 0 3-1,0 0-1-15,0 0-1 0,0 0-1 0,0 0 0 0,0 0 2 16,0 0 0-16,0 0-1 0,0 0-6 0,0 0 13 16,0 0-13-16,0 0-3 0,0 0-1 15,0 0-2-15,0 0 1 0,0 0-9 0,0 0 3 16,0 0-1-16,0 0-2 0,0 0 0 0,0 0-4 0,0 0 2 15,0 0-3-15,0 0 0 0,0 0 0 0,0 0-4 16,0 0 0-16,0 0 0 0,0 0-4 0,0 0 2 0,0 0 0 0,0 0 2 16,0 0-1-16,0 0-1 0,-6 7 1 15,6-7-2-15,0 0 4 0,0 0 3 0,0 0 1 0,0 0-6 16,0 14 3-16,0-14-1 0,0 0-2 0,0 0 2 16,-1 12 8-16,1-12-9 0,0 0-3 0,0 0 4 15,0 0-7-15,-1 13 5 0,1-13 0 0,0 0-1 16,0 0 2-16,0 0-2 0,0 0 3 0,0 0-6 0,0 0 5 15,2 15 0-15,-2-15 0 0,0 0 0 0,0 0 0 0,0 0 1 16,0 0-2-16,0 0 1 0,0 0-2 0,0 0 0 16,0 0 3-16,0 0-1 0,0 0-8 15,0 0 9-15,0 0-5 0,-1 10 3 0,1-10 0 0,0 0-1 16,0 0 2-16,0 0-8 0,1 13 10 0,-1-13 1 16,0 0-1-16,0 0-2 15,-1 15 2-15,1-15-5 0,0 0 3 0,1 11 0 16,-1-11 0-16,0 0 1 0,0 15 0 0,0-15 0 15,0 0-7-15,0 17 7 0,0-17-1 0,0 0 0 16,0 17 1-16,0-17 2 0,0 0-3 0,0 16-5 16,0-16 6-16,0 0 1 0,0 15-2 0,0-15 6 0,0 0-2 15,-1 12-9-15,1-12 6 0,0 0-4 0,0 0 2 16,1 13 1-16,-1-13 1 0,0 0-1 0,0 0-4 16,0 0 5-16,0 0-1 0,0 13 3 0,0-13-3 15,0 0 2-15,0 0-1 16,0 0-3-16,0 0 1 0,0 0 1 0,0 0 2 15,0 0 0-15,0 0 0 0,-1 12-1 0,1-12 0 16,0 0-1-16,0 0-1 0,0 0 1 0,0 0 0 0,0 0-1 16,0 0-2-16,0 0 1 0,0 0 1 0,0 0 1 15,0 0 1-15,0 0 1 0,0 0-1 0,0 0 1 16,0 0-7-16,0 0 5 0,0 0 1 0,0 0 1 0,0 0-2 16,0 0-4-16,0 0 10 0,0 0-8 0,0 0 3 15,0 0-2-15,0 0 1 0,0 0 0 0,0 0-4 16,0 0 5-16,0 0 2 0,0 0-1 15,0 0-2-15,0 0 4 0,0 0-1 0,0 0-2 16,0 0-1-16,0 0 3 0,0 0-3 0,0 0 4 16,0 0 4-16,0 0-6 0,0 0 5 0,0 0-3 0,0 0 2 15,0 0-2-15,0 0 10 0,0 0-12 0,0 0-3 16,0 0 5-16,0 0-1 0,0 0-2 0,0 0 2 16,0 0 3-16,0 0-6 0,0 0-3 0,0 0 1 0,0 0 0 0,0 0-2 0,0 0-2 15,0 0-12 1,0 0-37-16,0 0-28 0,0 0-48 0,0 0-29 15,4-8-38-15,-4 8-33 0,0 0-54 0,3-11-12 0,-3 11-43 16,0 0-15-16,3-16-11 0,-3 16-104 0,2-16-56 0,3 4-526 16,-4 2-668-16</inkml:trace>
  <inkml:trace contextRef="#ctx0" brushRef="#br0" timeOffset="15763.1125">14279 200 108 0,'0'0'110'0,"0"0"-5"0,0 0-28 16,0 0-10-16,0 0-8 0,0 0-11 0,0 0-9 16,0 0-12-16,-10-4-5 0,10 4-1 0,0 0 1 15,0 0-9-15,0 0-3 16,0 0-3-16,0 0-2 0,-9-4 17 0,9 4 3 0,0 0 3 16,0 0 7-16,0 0 5 0,0 0-11 0,0 0 12 15,0 0-16-15,0 0 0 0,-11-2 4 0,11 2 6 16,0 0-10-16,0 0-6 0,0 0 1 0,0 0 16 15,0 0 19-15,0 0-1 0,0 0 0 0,0 0 8 16,-13-2-8-16,13 2-1 0,0 0-13 0,0 0 3 16,0 0-9-16,0 0 6 0,0 0 0 0,0 0 2 0,0 0-3 15,0 0 10-15,0 0-16 0,0 0 13 0,0 0-6 0,0 0 5 16,0 0-5-16,-9 4-1 0,9-4 3 16,0 0-16-16,0 0 4 0,0 0 15 0,0 0-30 15,0 0 0-15,0 0-4 0,0 0 0 0,0 0 14 16,0 0-21-16,0 0 3 0,0 0 2 0,0 0 4 0,0 0-5 15,0 0 2 1,0 0 6-16,0 0-9 0,0 0 4 0,0 0 9 16,0 0-35-16,0 0 22 0,0 0 2 0,0 0 4 15,0 0-10-15,0 0 0 0,0 0-2 0,0 0-1 16,0 0 3-16,-6 6 0 0,6-6-6 0,0 0 8 0,0 0-6 16,0 0-2-16,0 0-1 0,0 0 2 15,0 0 3-15,0 0 7 0,0 0-20 0,0 0 11 16,0 0 4-16,0 0 85 0,-2 10-32 0,2-10 12 0,0 0-19 0,-3 9 18 0,3-9-41 15,0 0 29-15,0 12-24 0,0-12 69 16,0 0-37-16,-2 15 18 0,2-15-45 0,0 0 31 16,0 12-44-16,0-12 17 0,0 0-37 0,0 13 33 0,0-13-38 15,0 0 23-15,0 0-29 0,0 11 25 0,0-11-33 16,0 0 33-16,0 0-26 0,0 0 27 16,0 12-32-16,0-12 32 15,0 0-29-15,0 0 31 0,0 0-28 0,-3 14 35 0,3-14-39 16,0 0 30-16,0 0-26 0,0 11 22 15,0-11-27-15,0 0 31 0,0 0-31 0,0 0 31 16,0 0-27-16,0 12 29 0,0-12-34 0,0 0 29 16,0 0-31-16,0 0 31 0,0 0-16 0,0 0 14 0,0 0-25 15,0 0 31-15,-3 10-32 0,3-10 28 0,0 0-28 16,0 0 32-16,0 0-21 0,0 0 24 0,0 0-4 0,0 0 23 16,0 0-28-16,0 0 28 0,0 0-18 0,0 0 9 15,0 0-26-15,0 0 34 0,0 0-37 0,0 0 28 16,0 0-23-16,0 0 24 0,0 0-33 0,0 0 43 15,0 0-44-15,0 0 24 0,0 0-30 0,0 0 19 16,0 0-37-16,6-10 28 0,-6 10-26 0,0 0-23 0,0-12-87 16,0 12-23-16,0 0-75 0,2-12-28 0,-2 12-49 0,0 0-35 15,6-11-51-15,-6 11-194 0,7-8-105 0</inkml:trace>
  <inkml:trace contextRef="#ctx0" brushRef="#br0" timeOffset="18299.2329">14180 1128 111 0,'0'0'231'0,"7"7"-37"0,-7-7-18 0,0 0-27 15,0 0-37-15,0 0-16 0,0 0-19 0,0 0-9 16,0 0-1-16,0 0 15 0,0 0 5 0,0 0 36 16,0 0-36-16,0 0 17 0,0 0-28 0,0 0 15 0,0 0-37 15,0 0 23 1,0 0-31-16,0 0 24 0,0 0-35 0,0 0 27 15,0 0-41-15,0 0 25 0,0 0-43 0,0 0 33 16,0 0-42-16,4-8 27 0,-4 8-28 0,0 0 26 16,0 0-29-16,2-16 22 0,-2 16-26 0,0 0 43 15,0-15-48-15,0 15 28 0,0-10-18 0,0 10 23 16,1-12-32-16,-1 12 28 0,0 0-25 0,1-17 19 16,-1 17-19-16,0 0 23 0,0-17 4 0,0 17-7 0,0 0-22 15,0-14 42-15,0 14-35 0,0 0 26 0,0 0-30 16,1-13 30-16,-1 13-26 0,0 0 33 0,0 0-35 15,0 0 47-15,0-13-53 0,0 13 43 0,0 0-29 16,0 0 33-16,0 0-37 0,0 0 33 0,0 0-31 0,0 0 28 16,0 0-29-16,0-12 30 0,0 12-32 0,0 0 32 15,0 0-32-15,0 0 35 0,0 0-40 0,0 0 38 16,0 0-37-16,0 0 29 0,0 0-27 0,0 0 36 16,0 0-39-16,0 0 46 0,0 0-46 0,0 0 35 15,0 0-35-15,0 0 33 0,0 0-30 0,0 0 34 16,0 0-22-16,0 0 23 15,0 0-34-15,0 0 29 0,0 0-27 0,0 0 27 16,0 0-30-16,0 0 33 0,0 0-37 0,0 0 31 16,0 0-30-16,0 0 28 0,0 0-31 0,0 0 39 15,0 0-36-15,0 0 41 0,0 0-39 0,0 0 36 0,0 0-32 16,0 0 33-16,0 0-30 0,0 0 56 16,0 0-32-16,0 11 4 0,0-11 14 0,0 0-2 15,0 0 1-15,-1 14-11 0,1-14 5 0,0 0 42 0,-4 11-33 0,4-11 27 0,0 0-43 16,0 17 21-16,0-17 30 0,0 13-41 15,0-13 24-15,-2 15-43 0,2-15-6 0,0 15 26 16,0-15-28-16,0 20 3 0,0-20 7 0,-2 22-2 16,2-22-6-16,0 23 1 0,-2-9-3 0,2-3 9 0,0 3 0 15,0 0-2-15,0 0-3 0,-1 3 11 0,-2 0-6 16,3 0-43-16,0-1 70 0,0 3-46 0,0-1 53 0,0 0-53 16,0 2 41-16,-1 2-47 0,0 1 47 0,1 2-7 0,-2 0 1 15,2 1-8-15,0 2-7 0,0-1 3 16,-2 3-6-16,2 0-2 0,0 2 1 0,-2 2 3 15,2 0-6-15,0-1-39 0,-2 3 50 0,2-1-50 16,-1 0 10-16,0 1 6 0,0-2 5 0,0 1 7 0,1 1 4 16,-1 0-5-1,-1 0 5-15,2 1 4 0,-2 0 0 0,2 0 2 16,-2 0 7-16,2-3 7 0,0 2-2 0,-2-1-1 16,1 1-1-16,1-1 10 0,-1-2 9 0,0 1-1 0,0-2-8 15,0-3-3-15,1-1-6 0,-3 0 0 16,3 1 0-16,-2-1-3 0,2-1-4 0,0 1 3 15,-2 0 7-15,2-2-9 0,0 0 22 0,-2 3-11 16,2-2 9-16,0 0-10 0,-2 0 8 0,2 0-1 16,-1 1 4-16,-1-1-6 0,2 2-1 0,-2-1-1 0,2 2-1 15,0-1-7-15,-2 5-1 0,2-1 24 0,0 0-8 16,-2 2-5-16,2-1-5 0,-2 0-1 16,2 0-5-16,-1 1-6 0,0-2 4 0,0 2-5 15,-1 0-1-15,2-1 0 0,0-1-2 0,0 1 0 16,-2 0-3-16,2 1-1 0,-2 0 4 15,2-1 3-15,0 1-5 0,-3 0 2 0,3 0-4 0,0-1 7 0,-2 1-10 16,2 0 8-16,-1-1-8 0,1 0 5 0,-1 0-4 16,0 1 5-16,1-1-11 0,0 2 9 15,-2-3-6-15,2 1 5 0,-2 0-2 0,2-1 0 0,-2 2-2 16,2-3 25-16,0 1-24 0,-2 2-7 0,2-2 7 16,0 1 1-16,-1 0-1 0,1 0 1 0,-1 1-2 15,0 1 2-15,0 0 0 0,0 0-1 0,1 0 2 0,-2 0-1 16,2-3 0-16,-2 4-2 15,2-1 1-15,-2-1 4 0,2 0-3 0,0 0 2 0,-2 0 0 16,2 0 20-16,-1-2-5 0,1 2-11 0,-1-2-12 16,-1 0 21-16,2 2-24 0,-2-3 22 0,2 2-21 0,0 2-1 15,-2-2 0-15,2 0 2 16,0-1 4-16,-2 1 1 0,2 0-2 0,-2 1 3 16,2-2 2-16,-2 2 25 0,2-2 16 0,-1 1 0 0,0 0 5 15,0 1-24-15,-1-6 11 0,2 0-20 0,0-1 1 16,-2 1-7-16,2 0 17 0,0-1-1 0,-2 1-11 15,2-1-19-15,-2 2 15 0,2-2-4 0,0 0 6 16,-2 1-23-16,2-1 18 0,0 0-15 0,-1 0 11 16,1-1-11-16,-1 2 16 0,0-2-16 0,-1 2 2 15,2-2 1-15,0 0 4 0,-3 0-4 16,3-1 3-16,0 0 15 0,-2-1-17 0,2 3 14 0,0-3-16 16,-2 0 15-16,2 2-18 0,0-3 13 0,0 0-8 15,0 2 16-15,-1-2-19 0,0 0 18 0,1-1-1 16,-1 1-3-16,0 0-2 0,1-1 1 0,-1 2-17 15,-1-4 16-15,2 3-13 0,0 2 16 0,-2-2-17 16,2 1 9-16,-2-2-4 0,2 2 14 0,0 0-17 16,0-2 15-16,-2 1-19 0,2 1 21 0,0-3-15 0,0 2 14 15,-1 0-15-15,0 0 17 0,0-1-18 0,-1-1 14 0,2-2-13 16,0 2 12-16,0-3-14 0,0 1 18 0,0 1-18 16,-2-2 17-16,2-1-20 0,0-1 20 0,0 1-14 15,-2-1 16-15,2-3-18 0,0-1 17 0,0 0-19 16,-2-1 15-16,2-12-10 0,0 24 16 0,0-24-1 15,0 19-5-15,0-19-1 0,-3 16 1 0,3-16-6 0,0 15-5 16,0-15 10-16,0 11 0 0,0-11-3 0,0 0 2 0,0 15-3 16,0-15-1-16,0 0-9 0,0 13 13 0,0-13-2 15,0 0 0-15,0 0-2 0,0 14-3 0,0-14 4 16,0 0-1-16,0 0 2 0,0 0 0 0,0 12-1 16,0-12-1-16,0 0 0 0,0 0 3 0,0 0-4 15,0 0 1-15,0 0 2 16,0 13 2-16,0-13-3 0,0 0-6 15,0 0 0-15,0 0 9 0,0 0-1 0,0 11-2 0,0-11 2 16,0 0-6-16,0 0 0 0,0 0-2 0,0 0 6 16,0 0 2-16,0 13-3 0,0-13 4 0,0 0 2 15,0 0-3-15,0 0-10 0,0 0 10 0,3 11 0 16,-3-11-3-16,0 0 0 0,0 0 2 0,0 0-3 16,-3 13 3-16,3-13 4 0,0 0-2 0,0 0-3 0,0 17-2 15,0-17-3-15,0 0-4 0,-2 17 9 0,2-17 3 0,0 13-2 16,0-13 0-16,0 14 0 0,0-14-2 0,0 15-12 15,0-15 30-15,0 15-4 0,0-15 2 0,0 15-17 16,0-15 14-16,0 17-15 0,0-17 4 16,0 15-4-16,0-15 12 0,0 12-14 0,0-12 16 0,-1 14-3 15,1-14-4-15,0 12-9 16,0-12 13-16,0 13-17 0,0-13 17 0,0 0-15 16,0 16 10-16,0-16-12 0,0 0 1 15,0 15 6-15,0-15 9 0,0 0-15 0,-2 12 15 0,2-12-16 16,0 0 14-16,0 14-9 0,0-14 11 0,0 0-11 15,0 18 13-15,0-18-16 0,0 13 9 16,0-13-4-16,0 14 9 0,0-14-12 0,0 16 23 0,0-16 5 16,-2 19 9-16,2-7 7 0,0-12 11 0,-2 19-22 15,2-19 0-15,0 18-36 0,0-18 29 0,0 18-6 16,0-18 0-16,0 14-6 0,0-14 3 0,2 14-5 0,-2-14-2 16,-2 13-6-16,2-13 6 0,0 0 1 0,0 13 0 15,0-13-1-15,0 0-2 0,0 0-2 0,0 16 3 16,0-16-2-16,0 0 7 0,0 0-8 0,0 0 8 0,0 12-4 15,0-12-5-15,0 0 2 0,0 0 1 0,0 0-1 16,0 0-1-16,0 0 0 16,0 12-1-16,0-12-9 0,0 0 9 0,0 0 5 15,0 0 0-15,0 0-7 0,0 10 3 0,0-10 1 0,0 0-3 16,0 0-2-16,0 0 3 0,0 0-1 0,0 0 2 16,0 15-3-16,0-15-5 0,0 0 5 0,0 0 3 15,0 0-6-15,0 0 8 0,0 14-2 0,0-14 1 0,0 0-9 16,0 11 7-16,0-11 0 0,0 0-2 0,0 0 3 15,0 14-2-15,0-14 3 0,0 0-6 0,0 0 3 16,0 15 0-16,0-15 5 16,0 0-3-16,0 12-2 0,0-12-8 0,0 0 6 0,0 0 5 15,0 15-5-15,0-15 2 0,0 0 0 0,0 0 3 16,0 12-5-16,0-12 1 0,0 0 1 0,0 0 2 16,0 0 4-16,0 0-2 0,0 13-10 0,0-13 10 15,0 0 6-15,0 0-8 0,0 0-16 0,0 0 28 16,0 0 0-16,0 0-8 0,0 0 7 0,0 0-2 15,0 0 1-15,0 0-10 0,0 0-3 0,0 0-14 16,-4-11-23-16,4 11 20 0,0 0-3 0,0 0-10 16,0-12-7-16,0 12-14 0,0 0-15 0,0 0-20 15,-1-13-48-15,1 13 5 0,0 0-38 0,0 0 1 0,-1-11-56 16,1 11-23-16,0 0-58 0,0 0-70 16,0 0 8-16,-3-9 56 0,3 9 57 0,0 0-1 0,-6-10-183 15,6 10-273-15,-14-11-215 0</inkml:trace>
  <inkml:trace contextRef="#ctx0" brushRef="#br0" timeOffset="27602.6594">11231 1130 13 0,'0'0'43'0,"0"0"-12"15,0 0 5-15,0 0-20 0,0 0 12 16,0 0 5-16,0 0-21 0,0 0 14 0,0 0-3 0,0 0 1 16,0 0-4-16,0 0-7 0,0 0 4 0,0 0-3 15,0 0-2-15,0 0 2 0,6-7-2 0,-6 7-2 16,0 0-5-16,0 0 8 0,0 0-3 0,0 0-10 15,0 0 15-15,0 0-2 0,0 0-2 16,0 0-22-16,0 0 22 0,0 0 3 0,0 0-2 16,0 0 6-16,0 0 1 0,0 0 4 0,0 0-2 15,0 0 3-15,0 0 5 0,0 0-11 0,0 0 5 16,0 0-2-16,0 0-1 0,11-2-3 0,-11 2-9 0,0 0 11 16,0 0-4-16,0 0-5 0,0 0-2 0,0 0 1 15,0 0 2-15,0 0-6 0,0 0 8 0,0 0-4 16,0 0-1-16,0 0 6 0,0 0 2 0,0 0 0 0,0 0-2 15,0 0 2-15,0 0-2 0,0 0-11 0,0 0 10 0,0 0-6 0,0 0 1 16,0 0-1-16,0 0-1 0,0 0 7 0,0 0-1 16,0 0-3-16,0 0 4 0,0 0 0 15,0 0 7-15,0 0-15 0,0 0 12 0,0 0-8 16,0 0-6-16,0 0 6 0,0 0 6 0,0 0 4 16,0 0-4-16,0 0 4 0,0 0 6 15,0 0 10-15,0 0-6 0,0 0 7 0,0 0 5 0,0 0-1 16,0 0 4-16,0 0-3 0,0 0 3 0,0 0-6 15,0 0 1-15,0 0-5 0,0 0 0 0,0 0 13 16,0 0-9 0,0 0 2-16,0 0-14 0,0 0 13 0,0 0-19 0,0 0 13 15,0 0-18-15,0 0 11 0,0 0-17 0,0 0 28 16,0 0-27-16,0 0 1 0,0 0 1 16,0 0-1-16,0 0 19 0,0 0-21 0,0 0 18 15,0 0-22-15,0 0 1 0,0 0 21 0,0 0-26 0,0 0 26 16,0 0-27-16,0 0 23 0,0 0-20 0,0 0 3 15,0 0 0-15,0 0 5 0,0 0 4 0,0 0 1 0,0 0-3 16,0 0 10-16,0 0 2 0,0 0-2 0,0 0 5 0,0 0-1 16,0 0 4-16,0 0-2 0,0 0 1 0,0 0 0 15,0 0 1-15,0 0-1 0,0 0 1 0,0 0 6 16,0 0-1-16,0 0 1 0,0 0 9 16,0 0-12-16,0 0 4 0,0 0-3 0,0 0 1 0,0 0-7 15,0 0 3-15,0 0-8 0,0 0-4 0,0 0-2 0,0 0-4 16,0 0 4-16,0 0-4 0,0 0 5 0,0 0-6 15,0 0 0-15,0 0 0 0,0 0-4 0,0 0 0 0,0 0 6 16,0 0-7-16,0 0-4 0,0 0-1 0,0 0 1 16,0 0 0-16,0 0-1 0,0 0 5 15,0 0 3-15,0 0-11 0,0 0 8 0,0 12-7 16,0-12 0-16,0 0-1 0,0 0 5 16,0 0-5-16,0 0 7 0,0 0-2 0,0 0-2 15,0 0-5-15,0 0 5 0,0 0 2 16,0 0-7-16,0 0 5 0,0 0-2 0,0 0 2 15,0 0-2-15,0 0 1 0,0 0 10 0,0 0-12 0,0 0 1 16,0 0-4-16,0 0 5 0,0 0-2 0,0 0-3 16,0 0 8-16,0 0-11 0,0 0 11 15,0 0-3-15,0 0-1 0,0 0-4 0,0 0 3 0,0 0 7 0,0 0-9 0,0 0 10 16,0 0-3-16,0 0 0 0,0 0-2 16,0 0 4-16,0 0-3 0,0 0 5 0,0 0 3 15,0 0-12-15,0 0 6 0,0 0-1 0,0 0-4 0,0 0-1 16,0 0 5-16,0 0-5 0,0 0-4 0,0 0 5 15,0 0 0-15,0 0-2 0,0 0 1 0,0 0 3 16,0 0-6 0,0 0 12-16,0 0-11 0,0 0-1 0,0 0-1 0,0 0-3 15,0 0 9-15,0 0-5 0,0 0 5 0,0 0-6 16,0 0-2-16,0 0 2 0,0 0 0 0,0 0 2 16,0 0-3-16,0 0 4 0,0 0-2 0,0 0-4 0,0 0 5 0,0 0 0 0,0 0 1 15,0 0 2-15,0 0 9 0,2 12-18 0,-2-12 8 16,0 0 0-16,0 0-3 15,0 0 2-15,0 0 11 0,0 0-12 0,0 0-1 16,0 0 3-16,-1 12-2 0,1-12 1 0,0 0-1 0,0 0 4 16,0 0 1-16,0 0-1 0,0 12-5 0,0-12 4 15,0 0-4-15,0 0 2 0,0 0 3 16,0 13 0-16,0-13-8 0,0 0 9 0,0 0-1 16,0 12-1-16,0-12 2 0,0 0 1 0,0 13-3 0,0-13 1 15,0 0 0-15,0 14 0 0,0-14 1 0,0 0-1 0,0 17 4 16,0-17-5-16,0 12 3 0,0-12-3 0,0 14 5 15,0-14-4-15,0 13-55 0,0-13 74 0,0 14-67 0,0-14 77 16,0 14-76-16,0-14 68 0,1 15-49 16,-1-15 12-16,0 17 2 0,0-17-3 0,0 16 17 15,0-16 3-15,0 20-2 0,0-20 5 0,0 21-15 0,0-21 11 16,0 22 2 0,0-22 3-16,0 23 49 0,0-10-57 0,0-1 53 15,0 1-58-15,0 1 54 0,0 1-64 0,0-1 62 16,0 0-56-16,0 3 54 0,0 1-11 0,0-2-7 0,0 1-1 0,0 1 0 15,0 0-11-15,0 1 1 0,0-3-5 0,1 2-50 16,-1 1 57-16,0 1-43 0,0-1 52 0,0 1-65 16,1 0 68-16,-1-1-56 0,0 2 10 15,0-1 10-15,0 0 6 0,0-1-1 0,1 1 8 0,-1-1 6 16,0 0 2-16,0-1 11 0,0 1-1 0,0 0 1 16,0-2-7-16,0 2 16 0,0-2-10 0,0-1 8 15,0 2-10-15,0 0 4 0,1-1-7 0,-1 1-1 0,0-1 1 16,0 0-4-16,0 1-1 0,0 1 10 15,0 0 0-15,0 0 4 0,0 0-3 0,0 0-4 16,0 2 1-16,0-1 3 16,0 2 1-16,0-1 3 0,0 4 3 0,0 0 1 15,0-2-9-15,0 2-3 0,0 0-4 0,0 0-3 16,0 0-1-16,0 0-3 0,-1 0 2 0,2 2-3 16,-1-2 6-16,-1 0-11 0,2 0 9 0,-1 0-10 0,0 0 8 15,0 0-3-15,0-2-1 0,0 2-2 0,0 2-6 16,0-2 4-16,0 2-6 0,0 0 11 15,0 0-10-15,0 1 7 0,0-2-7 0,0 4 7 0,0-2-3 0,0 2 11 0,-1-1-4 16,1 4 10-16,0-3-10 0,-1 3 4 16,1 0 10-16,0 1 9 0,0-1-4 0,-1 2-1 15,1-3-3-15,-1-2-4 0,1 4-1 0,0-5 6 16,0 1 7-16,0 3-5 0,-1 0-4 0,1-3-1 0,0 0-9 16,0 3 6-16,-1 0 2 0,2 2 4 0,-1-2-4 15,-1 3-1 1,0-1-3-16,1-1-5 0,0 0 3 0,0 0-4 15,-1 0-1-15,0 1 2 0,1-2-5 0,0 1-1 16,-1 0-2-16,1 0 4 0,0 0-2 0,0 0 22 16,0 3-29-16,0-9 25 0,0 5-24 0,0 1 17 15,0 0-12-15,0 1 19 0,0 0-22 0,0-1 2 0,0 2-1 16,0-1-3-16,0 0-1 0,0-1 4 0,0 0-3 16,-2 0 2-16,2 1 1 0,0-1-5 0,0 0 3 0,0-2 18 15,0 2-21-15,2 1 15 0,-2-5-18 0,0-2 21 0,0 2-23 16,0-1 20-16,0 1-19 0,0-1 13 15,0 6 4-15,0-6-22 0,0 5 20 0,0-5-19 16,0 5 14-16,0-1-15 0,0 1 19 0,1-2-19 0,-1 1 18 16,0-2-16-16,0 2 14 0,0-3-18 0,0 0 22 15,0 3-18-15,0-4 16 0,0 2-18 0,0-2 20 0,0 0-24 16,0 1 22-16,0 0-14 0,0-2 19 0,0 1-1 0,0-2-4 16,0 2-2-16,0-2 4 0,0 1-8 15,0-1-6-15,0 1 8 0,0 0-1 0,0-2 0 16,0 1-21-16,0 1 22 0,0-1-17 0,0-2 12 15,0 5-11-15,0-4 19 0,0 1-19 0,0 0 19 0,0 0-19 32,0 0 22-32,0 1-16 0,0-2 15 0,0 2-20 0,0-1 21 15,0 0-20-15,0 1 14 0,0-3 5 0,0 3-1 16,1-2-3-16,-2 2 2 0,1-2-4 0,0-1 2 0,0-5-4 16,0 7 23-16,0-2-22 0,0 2-3 0,0-3 3 15,0-3-3-15,0 2 1 0,-3 2-6 0,5-4-8 16,-2 0 15-16,0 0 1 0,0 0 0 15,0 0 3-15,0 4-4 0,0-3 6 0,0-2-11 16,0 4 12-16,0-3-6 0,0-1 17 0,0 1-4 16,0 0 6-16,0 0-2 0,0 1-6 0,0 1 3 15,1 0-5-15,-2-1 1 0,2-1-2 0,-2 1-8 16,2-2 7-16,-1 2-3 0,0-1 0 0,0-1 1 16,0 0-2-16,0-1 42 0,0 1-51 0,0-2 40 15,0 1-43-15,0 0 49 0,0-1-58 0,0 0 55 16,0 0-76-16,1-1 76 0,-1-1-50 0,0-1 49 0,0-2-52 0,0 1 46 15,0 0-60-15,1-2 54 0,-1 1-41 0,0-1 40 16,0-1-43-16,0 2 4 0,0-13 1 0,0 21 7 16,0-21 2-16,0 23 3 0,0-23 8 0,1 23 4 15,-1-23-3-15,0 20-9 0,0-20 4 0,0 18 15 16,0-18-2-16,1 18 4 0,-1-18-3 0,0 14-5 16,0-14-10-16,0 14 9 0,0-14-2 0,0 0-2 0,-2 17-2 0,2-17-5 15,0 0 2-15,1 12 4 0,-1-12-7 0,0 0 3 16,0 0 0-16,-1 13-1 0,1-13 2 0,0 0-12 15,0 0 8-15,0 0 2 0,1 11-4 0,-1-11 5 16,0 0 0-16,0 0-2 0,0 0-9 0,0 15 8 16,0-15 4-16,0 0 1 0,0 0-6 0,1 13 6 15,-1-13-5-15,0 0-2 16,0 12 4-16,0-12-4 0,0 0 6 0,0 13-4 16,0-13-2-16,0 0-4 0,0 14 8 0,0-14 1 15,0 0 1-15,0 16-2 0,0-16 0 0,0 0-2 16,0 14-7-16,0-14 9 0,0 0-4 0,0 13 5 15,0-13 0-15,0 0-1 0,0 11-1 0,0-11 6 16,0 0-6-16,0 0 0 0,0 14 2 0,0-14-1 16,0 0 4-16,0 0-21 0,0 13 16 0,0-13 4 0,0 0-7 0,0 0 5 15,0 0 2-15,1 14-4 0,-1-14-5 0,0 0 5 16,0 0-1-16,0 0 1 0,0 0 2 0,0 0 3 16,-1 11 0-16,1-11 25 0,0 0 16 0,0 0-10 15,0 0 8-15,0 0 7 0,0 0-1 0,0 0 1 16,0 0 3-16,0 0-1 0,0 0 1 0,0 0-7 0,0 0-5 15,0 0-8 1,0 0 1-16,0 0-10 0,0 0-7 0,0 0-3 16,0 0-4-16,0 0-3 0,0 0-2 0,0 0 2 15,0 0-5-15,0 0-7 0,0 0 5 0,0 0-3 16,0 0 3-16,0 0-4 0,0 0-2 0,0 0 0 16,0 0-3-16,0 0-2 0,0 0-3 0,0 0-8 15,0 0-18-15,0 0-13 0,0 0-32 0,0 0-29 16,0 0-31-16,0 0-24 0,3-10-76 0,-3 10-7 0,0 0-77 0,0 0-5 15,1-14-35-15,-1 14-9 0,0 0-21 0,1-16-99 16,-1 16 19-16,1-12-429 0,-1 12-473 0</inkml:trace>
  <inkml:trace contextRef="#ctx0" brushRef="#br0" timeOffset="32126">9400 1073 145 0,'0'0'200'0,"0"0"-47"0,0 0-14 16,0 0-26-16,0 0-25 0,-1-11-2 0,1 11-5 0,0 0-4 16,0 0-8-16,0 0-2 0,0 0-8 0,0 0-6 15,0 0-9-15,0 0 1 0,0 0-4 0,0 0-7 0,0 0-4 16,-3-10-8-16,3 10-8 0,0 0-1 0,0 0-5 15,0 0 0-15,0 0-2 0,0 0-1 0,0 0 0 0,0 0-7 16,0 0 6-16,-4 11-2 0,4-11 2 16,0 0-3-16,-1 16 1 0,1-16 5 0,0 15-3 15,0-15 5-15,-1 16-5 0,1-16 5 0,1 21-3 0,-1-21 2 16,1 21 1 0,-1-9 5-16,1 0-6 0,0 0 1 0,0 1 1 15,-1-2-4-15,2 0 1 0,-2-11 28 0,2 21-35 16,-2-21 33-16,0 20-43 0,0-20 37 0,2 16-38 15,-2-16 38-15,2 14-40 0,-2-14 40 0,1 10-38 16,-1-10 73-16,0 0 3 0,2 13 35 16,-2-13-31-16,0 0 0 0,0 0-23 0,0 0-4 15,0 0-17-15,0 0-1 0,0 0-7 0,-13-3 7 0,13 3-19 16,-7-12 4-16,2 4-7 0,5 8-4 0,-9-18 10 16,4 5-9-16,0 0-2 0,-1-1 2 0,1 1 0 0,-1-2-2 15,2 1-3-15,-1-3 10 16,0 3-9-16,1-1 6 0,0-1-6 0,0 0 5 0,-1 1-1 15,2 0-5-15,1 0 1 0,0 2 2 0,0 0 0 16,2 0 1-16,0 1-1 0,0 0 6 0,0 12-8 16,4-20 4-16,-1 12 3 0,3-1-6 0,-6 9-2 0,10-13 6 15,-3 6-1-15,0 1-2 0,-7 6 2 0,18-7 2 16,-9 3-4-16,-9 4-1 0,19-5-1 16,-19 5 1-16,16-1 2 0,-16 1-1 0,17 1 6 15,-17-1-7-15,14 3 1 0,-14-3 3 0,12 5-1 0,-12-5-3 16,7 7 1-16,-7-7 2 0,5 7 18 0,-5-7-19 15,0 0 7-15,-1 15-5 0,1-15 0 0,-5 11 0 16,5-11-5-16,-9 12 7 0,9-12-15 0,-11 13-37 0,5-7-49 16,-1 2-28-16,-3-1-41 15,3 0-16-15,0 0-50 0,7-7-222 0,-8 11 68 16</inkml:trace>
  <inkml:trace contextRef="#ctx0" brushRef="#br0" timeOffset="32951.4106">9674 1092 26 0,'0'0'252'0,"0"0"-51"0,-14 0-43 0,14 0-27 15,-13 2-11-15,13-2-15 0,-15 5-16 0,15-5-19 16,-15 9-10-16,15-9-19 0,-11 11-3 0,11-11-6 0,-9 13 0 15,9-13-7-15,-7 12 0 0,7-12-6 16,-2 14 1-16,2-14-11 0,1 13 9 0,-1-13-12 16,3 13 3-16,-3-13-1 0,6 12-2 0,-6-12-3 15,7 11 6-15,-7-11-2 16,9 7 0-16,-9-7-2 0,9 7 3 0,-9-7-2 16,11 4-4-16,-11-4 2 0,0 0-5 0,15 1 1 15,-15-1 4-15,11-5-1 0,-11 5 1 0,10-7-2 16,-10 7-2-16,11-10-4 0,-11 10 3 0,11-14 1 15,-11 14-1-15,8-15 5 0,-8 15-5 0,7-16 0 16,-7 16 0-16,7-14 0 0,-7 14 6 0,6-13 15 16,-6 13 12-16,4-12 2 0,-4 12-11 0,4-9-4 0,-4 9-2 0,0 0-9 15,4-10-6-15,-4 10 0 0,0 0 3 0,0 0 0 16,0 0 3-16,0 0-3 0,0 0-1 0,5 8 0 16,-5-8 0-16,0 0 0 0,2 15 1 0,-2-15-4 15,5 12 3-15,-5-12 0 0,5 13-1 0,-5-13 3 16,9 14 0-16,-9-14-1 0,8 11-3 0,-1-6-1 15,1 0 4-15,-8-5-1 0,15 10-1 0,-15-10 0 0,18 4 3 0,-18-4-6 16,19 1 6-16,-19-1-5 0,21-3 2 0,-10 1-4 16,0-1 2-16,0-1 3 0,0-3-4 0,1 0-3 15,-2-1 2-15,0-2 0 0,0 0-2 0,-1-2 2 16,-1 0 1-16,-1-2-1 0,0 1-5 0,-1-2 3 16,-1 0 3-16,0 1 0 0,-2 0 0 0,-1 1 0 15,-1 0 3-15,1 1-1 16,-2 1-1-16,0 11 19 0,2-21 3 0,-2 21 0 15,0-17-5-15,0 17-2 0,0-14-7 0,0 14-7 16,0 0-1-16,-1-15 2 0,1 15 0 0,0 0 0 16,0 0-1-16,0 0-1 0,0 0-3 0,-4-9 3 15,4 9 1-15,0 0 1 0,0 0-1 0,0 0-2 16,0 0-1-16,0 0 0 0,-3 10 2 0,3-10 0 16,0 0-1-16,0 0-1 0,0 0 2 0,-4 8 2 0,4-8-1 0,0 0-2 15,0 0 0-15,0 0 1 0,0 0-2 0,0 0 7 16,0 0-1-16,0 0-1 0,0 0-2 0,0 0 6 15,0 0-1-15,0 0-3 0,0 0 1 0,0 0-1 16,0 0 4 0,0 0-9-16,0 0 9 0,0 0 11 0,0 0 3 15,0 0-2-15,0 0-1 0,0 0-1 0,0 0-6 16,0 0 4-16,0 0-2 0,0 0-8 0,0 0 2 0,0 0-1 0,0 0-1 16,0 0 1-16,0 0-9 0,0 0 6 0,0 0-5 0,0 0 2 0,0 0-6 15,0 0 1-15,0 0-4 0,0 0-6 0,0 0-29 16,0 0-86-16,0 0-63 0,-7 6-76 0,7-6-211 15,0 0 34-15</inkml:trace>
  <inkml:trace contextRef="#ctx0" brushRef="#br0" timeOffset="34866.3399">9556 1346 224 0,'0'0'191'16,"0"0"-4"-16,0 0-66 0,-6 7 23 0,6-7-60 15,0 0 39-15,0 0-62 0,-5 10 29 0,5-10-55 16,0 0 51-16,0 0-42 0,-5 8 49 0,5-8-45 16,0 0 28-16,0 0-51 0,-4 9 28 0,4-9-40 15,0 0 34-15,0 0-41 0,0 0 39 0,0 0-36 16,0 0 45-16,0 0-31 0,0 0 54 0,0 0-15 16,0 0 31-16,0 0-20 0,0 0-13 0,0 0-23 0,0 0 5 0,12-7-17 15,-7 0-10-15,1-1 7 0,0-1-8 0,1-2-7 16,0-1-2-16,-1-1-1 0,1-2-3 0,-1 0-4 15,1-4 1-15,-1 0 5 0,0-1-9 16,-3 2 4-16,0-3-1 0,1 1 1 0,-1-2 0 0,-3 1-1 16,0 1 4-16,0 0-6 0,-1-4 4 0,-1 2-8 15,-2-2 6 1,1-1 5-16,-1 1-9 0,-2 0 5 0,1-1 18 16,0 2-21-16,0 1 3 0,-2 0-3 0,2 1 5 0,-2 2-3 15,2 3-4-15,-1 0 10 0,0 3-5 0,2-2-1 16,0 5-1-16,-1-1 1 0,1 3-4 0,4 8 0 15,-5-15 2-15,5 15-2 0,-8-10-1 0,8 10 5 16,0 0-2-16,0 0 8 0,-13 2-3 0,13-2 2 16,-8 13-4-16,4-2 1 0,0 3 0 0,0 2 5 0,2 0-3 15,0 1 3-15,1 2-2 0,1 0 3 0,1 2-2 16,0 0 2-16,2 1-3 0,0 0-2 0,4 0 2 0,-1 0-2 16,-1-2 9-16,2 3-4 0,0-4-4 0,1 0 5 15,0-1-4-15,2 1 7 0,1-4-7 16,-3-1 2-16,1-1 0 0,2-1-1 0,0 0-2 0,-3-2 3 15,5-1-1-15,-2 0-4 16,2-3 7-16,0 0 2 0,-1-4-5 16,0 3-6-16,1-1 4 0,-13-4-1 0,26 1 3 15,-13-2-5-15,0 1 5 0,-2-3-3 0,3 0-1 0,0-1 0 16,-1-2 2-16,-1 0-1 0,1-1-5 0,1-1 3 16,-2-2-1-16,-1 1 0 0,1-2 1 15,0 0 0-15,-1-2 0 0,-1 1-2 0,-1 0 4 16,0 0 4-16,0 1-8 0,-1 0 3 0,-1-1 2 0,-2 3-2 0,1 0 2 15,-2 0-3-15,-4 9 7 0,7-15-6 0,-7 15 1 16,4-13 0-16,-4 13-2 0,2-12-1 0,-2 12-1 16,0 0 8-16,-1-14-10 0,1 14 2 0,0 0 0 0,-6-10-1 15,6 10 4-15,0 0-4 0,-11-2 3 0,11 2 0 16,0 0-3-16,-17 4 4 0,17-4 41 16,-11 8-46-16,11-8-2 0,-12 8 0 0,6-1 8 0,6-7-3 0,-10 15 1 15,6-6 1-15,-2-1 0 0,3 2 4 0,-1-1-5 16,1 1 5-16,1 0-4 0,0 0 2 0,-1 1-1 15,3-11 0-15,-1 20 1 0,1-20 1 0,-1 20 2 16,1-20 1-16,2 16 1 0,-2-16-5 16,5 16-1-16,-5-16 7 15,6 10-7-15,-6-10 6 0,9 12 4 0,-9-12-6 16,10 7 0-16,-10-7-2 0,13 5 1 0,-13-5-1 0,14 1 4 16,-14-1-1-16,14-3-6 0,-14 3 3 0,17-6-3 15,-17 6 2-15,14-10 1 0,-7 4-4 16,1-1 10-16,-1-2-10 0,-2 0 1 0,1-3 0 15,1 1-2-15,-1-3 2 0,-3 4-3 0,2-3 0 16,-2 1 6-16,1-3-4 0,-2 6 2 0,0-2 3 0,-1 1-2 16,1-1 1-16,-2 11-1 0,2-16 4 0,-2 16-7 0,3-14 0 0,-3 14-2 0,0 0-2 15,2-16 1-15,-2 16-7 0,0 0 12 0,0 0-7 16,1-10 5-16,-1 10-1 0,0 0 2 0,0 0-1 0,0 0-2 16,0 0 2-16,2 14 19 0,-2-14-20 0,0 0 4 15,2 16-3-15,-2-16 4 0,4 13-5 16,-4-13 4-16,3 13 3 0,-3-13-3 0,6 15-3 0,-6-15 4 15,5 10 1 1,2-2-1-16,-7-8-4 0,7 10 8 0,-7-10-4 16,7 10-6-16,-7-10 7 0,9 7-2 0,-9-7 3 15,10 5-5-15,-10-5 3 0,10 4 2 0,-10-4-4 0,12 2 5 16,-12-2-4-16,12-2 3 0,-12 2-6 0,13-5 4 16,-13 5 5-16,12-8-7 0,-12 8 0 15,11-13-1-15,-6 6 1 0,0-1-1 0,-1 0-4 16,3-1 9-16,-7 9-7 0,7-17 3 0,-7 17 0 0,7-13-1 0,-7 13 1 15,6-10-1-15,-6 10 2 0,4-9-4 0,-4 9-1 16,0 0 1-16,0 0-2 0,0 0 5 0,0 0-4 16,0 0 5-16,0 0 17 0,12 3-22 0,-12-3 4 0,0 0-2 15,5 13 0-15,-5-13 0 0,4 9 2 16,-4-9 7-16,6 10-10 0,-6-10 6 0,8 9 0 16,-8-9 1-16,8 8-2 15,-8-8-1-15,10 5 8 0,-10-5-5 0,10 4-2 16,-10-4 1-16,13 4 0 0,-13-4-4 0,12 1 3 15,-12-1-1-15,14-1 2 0,-14 1-2 0,12-5 1 16,-12 5 4-16,13-6-3 0,-13 6-6 0,10-8 5 16,-10 8 6-16,9-11-8 0,-9 11 0 0,7-14-3 0,-7 14 3 15,9-15 2-15,-9 15-4 0,5-12 10 16,-5 12-8-16,6-12 0 0,-6 12-2 0,0 0 0 0,6-10 6 0,-6 10-5 16,0 0 6-16,0 0-8 0,15 1 2 0,-15-1 3 15,10 9 0-15,-4-1 1 0,0 0-1 0,3 3 2 16,-3 1 21-16,0 1-32 0,0 1 8 0,1 3 0 15,-2-1 2-15,0 3-5 0,-1 1 6 0,1 0 6 16,-2-1-8-16,-1 0 0 0,-1-1 1 0,0 1 3 0,-1-1-3 16,0-1-1-1,-2 1-1-15,-2-1 9 0,-2 0-3 0,1-3 1 16,-2-1 0-16,-3 2-2 0,1-3-2 0,-1 0 3 16,-2-2 0-16,1-1 8 0,-2 0-4 0,2-3-2 15,1 0 1-15,-1-3-11 0,1 1 10 0,10-4-1 16,-18 1-5-16,18-1 1 0,-15-3 0 0,15 3-8 15,-11-10 15-15,7 3-16 0,4 7 14 0,-4-19-16 0,4 19 7 16,5-23-2-16,-1 10 2 0,3-1-1 0,2-3 0 0,3 3 5 16,1-3-8-16,3 2-1 0,-1 0-2 0,4-2 1 15,1 1-1-15,1-1 0 0,-3 5 9 0,0 0-10 16,1 0 0-16,-3 1 1 0,2-3 1 0,-3 7 5 16,0-5-1-16,-2 3 0 0,-1-3 0 0,-1 5-2 15,-2-3 3-15,1 0-1 0,-4-2 2 0,0 5-1 16,-2-5-1-16,0 0 6 0,-3 0-8 0,-1 12 3 0,1-20 1 0,-2 9 1 15,0-1-5-15,1 12 1 0,-6-15 9 0,3 6-10 16,3 9 2-16,-6-14-4 0,6 14 2 0,-7-10 1 16,7 10-3-16,0 0-1 0,-12-4 5 0,12 4-1 15,-9 6 1-15,9-6 3 0,-8 9 2 0,8-9-5 16,-8 17 5-16,8-17 6 0,-3 19-7 0,3-19-7 16,1 21 4-16,1-11 2 15,1 2 2-15,2-2 0 0,-1 0 13 0,3 2-16 16,0 0 3-16,2-3 0 0,1 1-2 0,2-1-4 15,-2 0 0-15,3-3-4 0,0 1-102 0,1-1-79 16,0-2-106-16,-1-1-74 0,-1 0-148 0,1-1-12 16</inkml:trace>
  <inkml:trace contextRef="#ctx0" brushRef="#br0" timeOffset="35136.9318">10882 923 148 0,'0'0'277'15,"-2"-11"-27"-15,2 11-35 0,0 0-41 0,-3-14-34 16,3 14-35-16,0 0-25 0,0 0-15 0,0 0-10 16,0 0-4-16,0 0-3 0,0 0 4 0,14 5 0 0,-14-5-15 15,11 12-6-15,-6-3 13 0,1 0-2 0,2 2-2 16,-1-2-12-16,0 2-3 0,-1 1-8 0,2-2-4 16,-3 0 2-16,1 1 2 0,-3-2-11 0,2 0 6 15,-1 1 3-15,-4-10 9 0,4 17 7 0,-4-17 23 16,5 12 19-16,-5-12 3 0,-3 13-13 0,3-13-12 15,-2 12-7-15,2-12-10 0,-6 7 8 0,6-7-23 16,-8 5 9-16,8-5-8 0,0 0-4 0,-16 1-5 0,16-1-2 0,0 0 4 16,-12-6 19-16,12 6-43 0,-4-8-37 0,4 8-57 15,0 0-62-15,2-19-75 0,-2 19-86 0,9-17-231 16,-5 10-74-16</inkml:trace>
  <inkml:trace contextRef="#ctx0" brushRef="#br0" timeOffset="35337.4576">11095 1057 357 0,'0'0'342'0,"0"0"-14"0,0 0-15 0,0 0-69 0,0 0-46 16,1 9-35-16,-1-9-39 0,0 0-16 0,0 0-29 15,14-4-18-15,-14 4-14 0,15-5-10 0,-4 0-10 0,-2 2-4 16,2-1 0-16,1 1-13 0,1-1-4 0,-1-1-81 0,1 2-85 15,-2-1-126-15,0 1-333 0,-2-1-130 0</inkml:trace>
  <inkml:trace contextRef="#ctx0" brushRef="#br0" timeOffset="37170.6717">9478 1677 290 0,'-10'-7'353'0,"1"0"-32"0,3 2-76 0,-1-1-18 15,1-1-20-15,6 7-20 0,-13-12-18 0,13 12-14 0,-9-10-15 16,9 10-22-16,-8-8-28 0,8 8-26 0,-7-7-3 0,7 7-14 15,0 0-9-15,0 0-11 0,0 0-5 16,0 0 1-16,0 0-3 0,-6 11-3 16,6-11-2-16,4 13-8 0,-4-13 1 15,4 19 3-15,-4-19-6 0,5 19-2 0,-2-8 7 16,0 0-1-16,0-1-8 0,0 2-1 0,0-1 11 16,1-1-5-16,-2 1-1 0,1-1 3 0,1 0-4 15,-4-10-8-15,7 17 12 0,-7-17-2 0,6 12 1 16,-6-12-1-16,6 10 1 0,-6-10 1 0,7 8-8 0,-7-8 3 15,0 0 2-15,14 1-8 0,-14-1 4 0,12-6 4 16,-12 6-1-16,16-12-12 0,-8 4 10 0,1-3 0 16,2 0 0-16,-1-2-3 0,-1 1-1 0,3-2 1 0,-3 1-9 15,2 1 10-15,-1 4-3 0,-1-4 2 0,0 1 2 16,0 2-5-16,-1 2 1 16,-1-2-7-16,-1 4 10 0,-6 5-2 0,14-9 2 15,-14 9 7-15,13-8-11 0,-13 8-1 0,13-3 3 0,-13 3 2 16,17 2-8-16,-17-2 10 0,20 2 2 0,-9 0-6 0,0 3 11 0,5-2-11 15,-1 1 6-15,2 1 0 0,1 0-4 0,1-2 11 0,4 2-9 16,0-2 0-16,-1 1-6 16,1 1 5-16,-1-4-1 0,-2 0 0 0,1-1-1 15,-1 2 4-15,-1-1 2 0,-1-1-12 0,-2 0 13 16,-1 0-4-16,-2-1-9 0,1-2 9 0,-2 2 2 16,-1-4-3-16,-2 1-8 0,0-2 8 0,-3 0 5 15,-6 6-8-15,10-16 7 0,-7 5 1 0,-3 11-5 16,2-19-8-16,-2 19 11 0,0-19 3 0,-3 10-1 0,3 9 21 15,-4-17-32-15,4 17 1 0,-7-15-10 0,7 15 26 0,-9-10 1 16,9 10-2-16,-9-6-1 0,9 6-3 0,-15-2-1 16,15 2-7-16,-17 3 5 0,8 2-1 0,1 1 4 15,-1 0-3-15,0 1-3 0,-1 3 11 0,1-1-11 16,4 4 4-16,-1-4-1 0,1 1 4 0,1 0 3 16,1-1-15-16,3-9 23 0,-2 17-12 0,2-17-7 15,1 16 15 1,-1-16-5-16,6 15 2 0,-6-15 3 0,8 11 3 0,-8-11-6 15,9 9-9-15,-9-9-3 0,14 6 14 0,-14-6-10 16,15 1 5-16,-15-1-11 0,14 0-2 0,-14 0 5 16,16-4 1-16,-16 4-3 0,12-9-2 0,-12 9 7 15,13-12-4-15,-8 4-3 0,0 0 9 0,-1-1-2 16,-4 9-12-16,4-20 11 0,-1 9 1 0,-2 0 2 16,0 1-8-16,2-1 5 0,-3 11 4 0,-3-20-11 0,3 20 8 0,0-17-3 15,0 17 6-15,0-13-5 0,0 13 4 0,-1-12 1 16,1 12-8-16,0 0-6 0,-2-11 11 15,2 11-9-15,0 0-2 0,0 0 4 0,0 0 3 16,0 0-4-16,0 0 4 0,0 0 2 0,2 10 0 0,-2-10-2 16,4 9 1-16,-4-9 2 0,5 10-3 0,-5-10-2 15,6 11 7-15,-6-11-4 0,9 11-2 0,-9-11 0 0,12 9 0 16,-12-9 0-16,11 9 5 0,-11-9-3 0,12 6-2 0,-12-6-3 16,10 6 10-16,-10-6-7 0,0 0-4 0,18 0 9 15,-18 0-1-15,13-4-7 0,-13 4 4 0,11-9 0 16,-4 2 1-16,-2 1 2 0,2-1-3 0,-3-2 5 15,1 0 1-15,0 0-13 0,-1 1 16 0,-1-1-11 16,-3 9-1-16,7-14 5 16,-7 14-3-16,5-12 4 0,-5 12-10 15,4-11 10-15,-4 11-6 0,0 0-2 0,6-8 2 0,-6 8 2 16,0 0-4-16,0 0 1 0,0 0 10 0,0 0-10 16,15 2 0-16,-15-2 4 0,5 9 1 0,-5-9 1 15,8 9-1-15,-8-9 4 0,6 12-4 0,-6-12-3 16,7 11 4-16,-7-11-1 0,9 11-3 0,-9-11-5 15,6 12 19-15,-6-12-15 0,6 10 0 0,-6-10 1 0,5 10 7 0,-5-10-7 16,4 8-3-16,-4-8 12 0,0 0-6 0,6 8-5 16,-6-8 13-16,0 0-2 0,0 0-1 0,6 7-3 15,-6-7 10-15,0 0-14 0,0 0 0 0,0 0 4 16,2-9-1-16,-2 9-5 0,0 0 2 0,1-16 7 16,-1 16-8-16,1-11-1 0,-1 11 5 0,1-13-1 15,-1 13-1-15,2-12 0 16,-2 12 5-16,1-10-10 0,-1 10-1 0,0 0 5 15,2-13 1-15,-2 13-3 0,0 0-3 0,0 0 9 16,2-13-5-16,-2 13-1 0,0 0 0 0,0 0 1 16,0 0 0-16,0 0-6 0,0 0 15 0,14 1-7 15,-14-1-7-15,0 0 8 0,8 6-3 0,-8-6-1 0,7 6 2 16,-7-6 8-16,7 6-11 16,-7-6 2-16,9 5 2 0,-9-5 3 0,8 6-3 0,-8-6-6 15,7 4 14-15,-7-4-9 0,9 5-6 0,-9-5 13 16,10 3-5-16,-10-3-1 0,13 0-7 0,-13 0 15 15,15-2-11-15,-15 2-5 0,18-2 10 0,-7-3 2 16,-2 2-9-16,1-1 6 0,0-1 12 0,0-1-16 16,0 1 0-16,-1-1 7 0,2-2-8 0,-2 0 8 0,-1 0-10 15,0-1 6-15,-2 1-1 16,-1-2-3-16,-1 2-1 0,-1-2 55 0,0 1-60 0,-3 9 59 16,2-19-12-16,-2 19-10 0,-1-17-2 0,1 17-10 15,-2-14-5-15,2 14-2 0,-5-13 3 0,5 13-4 16,-6-8-8-16,6 8 0 0,-11-4 1 0,11 4-60 0,0 0 90 15,-17 4-49-15,17-4 60 0,-11 9-56 0,11-9 34 16,-10 13 12-16,6-5-2 0,4-8-3 0,-5 17-5 16,5-17-5-16,-3 18 2 0,3-18-7 0,1 18 1 0,-1-18 1 0,5 19-5 0,-1-9 1 15,2-2-2-15,2 0-3 0,2 1-2 0,1-1 1 16,3-1-3-16,1-1 0 0,2 0-10 0,0-1-98 16,2-2-88-16,0 1-91 0,-1-2-116 0,1 0-446 15,-2 1-392-15</inkml:trace>
  <inkml:trace contextRef="#ctx0" brushRef="#br0" timeOffset="39438.722">11920 983 112 0,'-6'-18'322'0,"2"9"-66"15,1-1-24-15,-4 1-21 0,0-3-11 0,-2 1-18 0,0-1-30 16,-2 2-8-16,2 0 6 0,2 1-9 0,0-1-16 16,-1 3-22-16,8 7-28 0,-10-10-14 0,10 10-18 15,-8-12-13-15,8 12-8 0,0 0-4 16,0 0-5-16,0 0 2 0,0 0-5 0,-10 10 2 0,10-10-5 15,3 19 0-15,2-5 7 0,0 1-7 0,5 4-1 0,-3-1 0 0,3 2 2 16,1 0-4-16,2 5 7 16,2-3 2-16,0 1-11 0,2-1 5 0,2-1-5 15,-3 2 0-15,3-3 4 0,-2-1 3 0,0 0-21 16,0-5 18-16,-1 1-11 0,-3-2 10 0,1 1-15 16,-1-6 24-16,-1 1-25 0,-3 0 25 0,-2-4-17 15,1 2 18-15,-8-7-19 0,14 6 20 0,-14-6-26 16,11 2 28-16,-11-2-21 0,0 0 22 0,9-11-11 15,-9 11-2-15,5-15 0 0,-5 15-9 0,-2-23-1 0,2 11 16 0,-4-1 1 16,3-4-14-16,0 1-7 0,-1-1 8 0,2 2-3 16,-2-3 1-16,2 2-1 0,-2 0 9 0,2 3-12 15,0 1 4-15,0 12-4 0,-2-24-3 0,2 24-3 16,0-15 7-16,0 15-3 0,2-13 22 0,-2 13-27 16,0 0-37-16,5-9-67 0,-5 9-34 0,0 0-51 15,0 0-49-15,11 6-66 16,-11-6-209-16,6 9-28 0</inkml:trace>
  <inkml:trace contextRef="#ctx0" brushRef="#br0" timeOffset="39900.3853">12305 1115 74 0,'0'0'266'0,"0"0"-68"0,0 0-52 16,0 0-22-16,0 0-31 0,7 6-15 15,-7-6-16-15,0 0-12 0,0 0-19 0,8 5 10 0,-8-5-13 0,0 0 1 0,11 6-8 16,-11-6-4-16,9 3-2 0,-9-3-7 16,13 2 6-16,-13-2-3 0,17 0-4 0,-17 0-3 15,15-1 4-15,-15 1-3 0,14-3-4 0,-14 3 8 0,15-1-2 16,-15 1 0-16,11-6 1 0,-11 6-2 0,8-6-4 15,-8 6 2-15,8-9-3 0,-8 9-2 0,1-10 3 16,-1 10-3 0,0 0-1-16,-1-18 1 0,1 18-3 0,-6-13-3 15,6 13 43-15,-7-11 6 0,7 11-11 0,-11-8-6 0,11 8-6 16,-11-7-11-16,11 7 9 0,-12-3-10 16,12 3-5-16,-14 1 0 0,14-1 6 0,-17 7-4 15,10-1 0-15,-2 2-2 0,-1 2 7 0,0 0 4 0,1 2 0 16,2 0 4-16,-2 0 0 0,4 1 4 0,1 0 2 15,-1 0 3-15,4-2 17 0,1 2-5 0,1-3-6 0,0 2-7 16,3-2-2-16,1 2-7 16,6-2-4-16,-2-1-3 0,1-1-2 0,5 1-3 0,0-2 12 15,3-2 29-15,-3-1-114 0,4 0-121 16,0-2-57-16,0 0-217 0,-1-2 58 0</inkml:trace>
  <inkml:trace contextRef="#ctx0" brushRef="#br0" timeOffset="40951.4704">12711 1073 111 0,'0'0'355'0,"0"0"-73"16,0 0-37-16,0 0-25 0,-2-11-55 0,2 11-38 16,0 0-18-16,0 0-24 0,0 0-21 0,0 0-11 0,0 0-11 0,0 0-5 15,0 0-11-15,0 0 2 0,0 0-10 0,2 15 3 16,-2-15-7-16,2 10-3 0,-2-10 0 0,2 11-3 15,-2-11 1-15,3 15 15 0,-3-15-20 0,2 14 0 16,-2-14-3-16,4 14 0 0,-4-14 5 0,2 14-6 16,-2-14 4-16,3 14-2 0,-3-14 1 0,4 11 0 15,-4-11-2-15,0 0-2 0,3 14-1 0,-3-14 13 0,0 0-8 0,4 7 2 16,-4-7-1-16,0 0-4 0,0 0-1 0,15-6-1 16,-15 6 8-16,12-9-6 0,-5 0-1 0,0 3 2 15,1-1-1 1,0-3 1-16,1 1-3 0,-1 0 0 0,1-1 5 15,-1 1-9-15,0 2 10 0,-3-1-6 0,1 2 0 16,-6 6 0-16,12-9 2 0,-12 9 1 0,6-10-4 16,-6 10-2-16,7-6 21 0,-7 6-21 0,0 0-5 0,9-2 0 15,-9 2 7-15,0 0 2 0,0 0-2 0,12 5 0 16,-12-5 4-16,8 6 2 0,-8-6-1 0,5 8 0 16,-5-8 14-16,11 8-16 0,-11-8 1 0,7 12 2 15,-7-12 1-15,11 11 1 0,-11-11-1 0,14 11 1 16,-14-11-1-16,15 9-8 0,-6-4 11 0,0-3-4 15,-9-2-4-15,20 6 1 0,-8-5 4 0,-1 1-4 0,-11-2-1 0,24-1 3 16,-13-1 0-16,1 1-3 0,-1-2 0 0,-2 0 4 16,-1-3 1-16,2 0-1 0,-3-1 25 0,-1 1 5 15,-1-3-3-15,0 0-8 0,-1-1 16 0,-4 10 11 16,5-18-14-16,-5 18 36 0,2-22-8 0,-2 22 36 16,0-13-7-16,0 13 11 0,0-15-22 0,0 15-9 15,0-11-12-15,0 11-11 16,0 0-4-16,-2-15-20 0,2 15-4 0,0 0-15 15,0 0 5-15,0 0-1 0,0 0-1 0,0 0-1 16,0 0 1-16,0 0 3 0,0 0-8 0,-3 10 1 16,3-10 0-16,1 11-3 0,-1-11 3 0,6 12 1 15,-6-12 8-15,4 11-8 0,-4-11-6 0,9 13-6 16,-9-13 9-16,10 12 1 0,-10-12-3 0,11 10 9 16,-11-10-9-16,10 8 2 0,-10-8-1 0,10 7-1 0,-10-7-1 0,11 4 15 15,-11-4-9-15,14 0-9 0,-14 0 3 0,11 0 0 16,-11 0 2-16,9-5-5 0,-9 5 8 0,11-9-1 15,-11 9-4-15,7-12-5 0,-7 12 6 0,7-14-1 16,-7 14-6-16,6-14 8 0,-6 14-3 0,6-10 1 16,-6 10 0-16,6-11-2 0,-6 11 1 0,0 0-5 15,4-11 5-15,-4 11-9 16,0 0 4-16,0 0 1 0,0 0-3 0,7-5 6 16,-7 5 0-16,0 0 3 0,0 0-6 0,8 9 19 15,-8-9-18-15,7 7 2 0,-7-7 7 0,8 9-4 16,-8-9 3-16,10 9-8 0,-10-9 13 0,13 9-6 15,-13-9-1-15,17 8 1 0,-17-8-3 0,18 6 3 16,-18-6-1-16,22 7 5 0,-22-7-6 0,20 1-3 16,-20-1-2-16,21 0 6 0,-21 0-3 0,22-4 1 0,-9 1 4 0,-2 0-9 15,0-1 10-15,1-1-6 0,-1-2 1 0,1 1 3 16,-3-3 2-16,1 0-1 0,-3-1-4 0,3 0-2 16,-4-2 0-16,1 0 0 0,-1-1-2 0,-1 0 8 15,-2 1 2-15,-1 1-9 0,0-2 6 0,0 3 0 16,-2 10 35-16,0-18 7 0,0 18 3 0,-2-15-11 15,2 15-11-15,-4-8-8 0,4 8-1 0,0 0-7 0,-12 0 2 0,12 0 5 16,-11 4 3-16,11-4 19 16,-9 10 4-16,9-10-10 0,-9 15 20 0,4-7-8 15,5-8-2-15,-4 19-7 0,4-19 2 16,0 18-2-16,0-18-6 0,6 20-7 0,-1-11-3 16,5 2 2-16,0-1-3 0,1-1-13 0,7 3 3 15,-2-3-7-15,4 1-2 0,3-1-20 0,0-1-144 0,1 0-117 16,0 0-93-16,-1-1-115 0,0 0-387 0,-4 0-431 15</inkml:trace>
  <inkml:trace contextRef="#ctx0" brushRef="#br0" timeOffset="42649.1458">12081 1714 441 0,'-2'-18'320'0,"2"18"2"0,-1-16-64 16,1 16-23-16,-3-17-39 0,3 17-3 0,-2-18-17 15,2 18-18-15,-2-14 2 0,2 14-10 16,-3-12-13-16,3 12-35 0,-2-11-18 0,2 11-24 0,0 0-12 15,0 0 7-15,0 0-26 0,0 0 8 0,0 0-1 0,0 0-7 16,0 0-1-16,-4 16-2 0,4-16 6 0,2 17 39 16,-2-17-58-16,2 22-3 0,0-12 2 0,1 0-3 0,-1 2-2 15,0 0 6-15,2 0 45 0,-1-2-69 0,1 0 8 16,1 0 1-16,-1-1 0 0,1 2 3 0,-2-4 4 16,-3-7-12-16,8 15 4 0,-8-15 5 0,10 11 2 15,-10-11-3-15,11 6 0 16,-11-6 8-16,13 1-16 0,-13-1 5 15,18-4-3-15,-10-1 7 0,2-1 34 0,1-2-43 16,0-1 51-16,-1-1-67 0,-1 0 9 0,1-1 2 0,-1 0 6 16,0 2-3-16,0-2 2 0,0 3 8 0,-2-1 40 15,0 1-57-15,-1 1 5 0,1 1 3 16,-7 6 4-16,16-7-1 0,-16 7-1 0,13-5 2 16,-13 5-2-16,16-1 1 0,-16 1 51 0,18 2-53 0,-18-2-2 0,22 4 9 0,-11-3-4 15,2 2 1-15,0-1 2 0,2-1 0 0,3 2-1 16,-2-3 6-16,4 1-2 0,0-2-5 15,1 0 4-15,1-1-3 0,2 0 0 0,0 0 0 0,2-2 2 16,-1 0 6-16,-5 0-9 0,0 0-2 16,-1-1 7-16,-2 2-7 0,-1-2 1 0,-2-1 6 15,0-1 3-15,-3-1-7 16,-1 0 0-16,-2 0 3 0,-4 0-2 0,0-1 5 0,-2 0-2 16,-2 9 4-16,0-17-10 0,0 17 4 0,-4-18 0 15,4 18 1-15,-9-16-2 0,4 9 2 16,5 7 19-16,-11-11-31 0,11 11 7 0,-11-7-3 0,11 7 0 15,-14-3 1-15,14 3 3 0,-12 4-4 0,12-4 1 16,-13 9 6-16,7-3 1 0,2 2-5 16,-1 1 4-16,1-2 2 0,4-7 6 0,-6 18-9 0,6-18 31 0,-1 17 17 0,1-17-55 15,3 18 4-15,-3-18-1 0,8 16 7 0,-3-9-5 16,1 1 6-16,1-2-5 0,2 0-1 16,0-2 6-16,0 1-12 0,3-2 12 0,-4 1-7 15,-8-4 1-15,21 2 1 0,-21-2 0 0,17 1 3 0,-17-1-4 16,17-2 8-16,-17 2 45 0,15-7-61 15,-15 7 3-15,11-12 0 0,-11 12 1 0,9-16 2 0,-9 16 6 0,5-19-11 32,-5 9 12-32,2-2-4 0,-2 12 4 0,-2-23-1 0,2 12-6 0,0 1 9 15,0 10-13-15,-3-22 10 0,3 22 0 0,-2-15-5 16,2 15 4-16,-2-13-5 0,2 13 6 0,-2-12-8 16,2 12 0-16,0 0 2 0,-2-11-2 15,2 11 5-15,0 0-2 0,0 0 8 0,0 0-12 16,0 0 8-16,0 0 2 0,8 6 2 0,-8-6-4 0,5 9 2 15,-5-9 7-15,8 9-13 0,-8-9 6 0,10 7 0 0,-10-7-1 16,9 11 0-16,-9-11-6 16,9 7 12-16,-9-7-13 0,12 6 4 0,-12-6-3 15,12 4 6-15,-12-4-4 0,13 2 6 0,-13-2 3 16,14-2-12-16,-14 2 9 0,14-5-2 0,-14 5-1 0,14-11 1 16,-8 5-2-16,1-2 5 0,-1-1-10 15,0 0 4-15,0-1-3 0,-2 0 3 0,1 0-4 16,-1 1 51-16,0-1-49 0,-4 10 45 0,6-13-61 0,-6 13 74 15,4-12-84-15,-4 12 56 0,4-8-56 0,-4 8 57 16,0 0-59-16,9-5 59 0,-9 5-57 16,0 0 7-16,0 0 8 0,7 5 3 0,-7-5 9 15,0 0-4-15,10 8 0 0,-10-8 7 0,8 9 2 0,-8-9-5 16,7 9 3-16,-7-9 10 0,8 10-13 0,-8-10 3 0,10 8-1 16,-10-8 3-16,9 8-4 0,-9-8 0 0,10 10 9 15,-10-10-13-15,10 8 5 0,-10-8 4 0,9 7-5 0,-9-7 0 16,9 6 3-16,-9-6-1 0,0 0-5 0,9 9 3 15,-9-9-3-15,0 0 8 0,9 5-2 0,-9-5 0 0,0 0 7 16,0 0-17-16,0 0 7 0,0 0 0 0,13-2 0 16,-13 2-2-16,0 0-5 0,7-8-1 0,-7 8-24 15,7-10 1-15,-7 10 5 0,7-8 1 0,-7 8 5 16,6-11 3-16,-6 11 8 0,7-11-3 0,-7 11 2 0,9-9 1 16,-9 9 3-16,7-11 4 0,-7 11 0 0,6-7 5 15,-6 7-13-15,5-6 6 0,-5 6-7 0,0 0 19 16,9-9-14-16,-9 9 5 0,0 0 10 15,9-4-9-15,-9 4 2 16,0 0-4-16,0 0 3 0,13 1 7 0,-13-1-8 16,0 0 10-16,14 6-9 0,-14-6 9 0,9 6-1 15,-9-6-2-15,9 7-2 0,-9-7 2 0,12 6 3 16,-12-6-11-16,12 7 2 0,-12-7-1 0,15 7 6 0,-15-7-7 16,17 4 4-16,-17-4 6 0,21 5-11 0,-9-4 7 15,-12-1 5-15,25 0-8 0,-8-1-2 16,-2-2 0-16,3 1 5 0,-1-1-9 0,0-1 1 0,0-1-1 0,-1-1 2 15,0 1-7-15,0-3 14 0,-3 0 4 0,1-1 43 16,-3 0-62-16,-1-2 56 0,0 0-11 0,-5-1-4 16,-1 0-5-16,-2 0-4 0,0 2-2 0,-2 10-4 0,0-22-6 15,0 22-2-15,-4-17 28 0,4 17 15 0,-6-13-25 16,6 13-6-16,-10-8-1 0,10 8-3 0,0 0 18 16,-15 1 30-1,15-1 1-15,-11 7-58 0,11-7 94 0,-12 12-43 16,12-12 52-16,-7 15-48 0,7-15-8 0,-4 18-5 15,4-18-10-15,0 18 2 0,0-18-5 0,6 19-3 16,1-10-4-16,3 1-3 0,1 0-5 0,4-1-6 16,3 0-2-16,3-1-9 0,3 1-2 0,0-3-7 0,-1 0-71 15,2 1-89-15,0-1-101 0,-3 0-47 0,3 0-15 16,-5 0-76-16</inkml:trace>
  <inkml:trace contextRef="#ctx0" brushRef="#br0" timeOffset="43969.3135">9181 2177 154 0,'0'0'237'0,"-23"2"-61"15,23-2 8-15,-16 1-37 0,16-1-18 0,-17 0-22 16,17 0 1-16,-15 0-14 0,15 0-17 0,-16-1-10 16,16 1-6-16,-16-2 14 0,16 2-2 0,-16-1-7 15,16 1-15-15,-16-2-18 0,16 2 12 0,-17-1-11 0,17 1 19 16,-15-2-36-16,15 2 6 0,-16 0-12 0,16 0-9 16,-14 0 11-16,14 0-2 0,-13 0-1 0,13 0-1 15,0 0-1-15,-15 0-9 0,15 0-4 0,0 0 11 0,0 0 4 16,-13 4 3-16,13-4-6 0,0 0 4 0,0 0-2 15,0 0-9-15,8 7 13 0,-8-7 4 0,14 1-8 16,0 0 0-16,0-1-3 16,7 0 1-16,7-1 36 0,6 0 12 0,6-1 45 15,13-1-44-15,7-1 10 0,16-2 7 0,9-1 2 16,8-1-4-16,8 0 4 0,28-4-7 0,10 0-7 16,6 1-7-16,8 1-16 0,4-1 10 0,5-1-13 15,3 3-17-15,4-1 0 0,0-1-3 0,-3 0-3 16,-1 1-7-16,-2-1 7 0,-1-1-11 0,-5 4-2 15,-5-3 2-15,-7 2 2 0,-5 1-2 0,-6 2-6 0,-26 2 11 0,-5 0 47 16,-4 0-67-16,-5 1 2 0,-6 0 6 0,-5 1 2 16,-7 0-7-16,-15-1 17 0,-3 1-5 0,-6 1-5 15,-10-1 4-15,-1-1 4 0,-5 2-9 0,-8-1 6 16,-1 1 4-16,-8 1 2 0,2-2 0 0,-4 1-1 16,-3 1 6-16,-1-1 0 0,-1 1-12 0,-12 0 16 15,22-2-9-15,-22 2-4 0,16-1 6 0,-16 1 9 0,13-1 4 0,-13 1-2 16,14-2 4-16,-14 2-11 0,11 0-3 0,-11 0-2 15,14-3 0-15,-14 3-5 0,17-3-5 0,-17 3 8 16,21-2-3-16,-21 2-6 0,17-3 3 0,-17 3-6 16,16-1 8-16,-16 1-6 0,16-2 7 0,-16 2 49 15,16-3-62-15,-16 3 53 0,15-1-62 16,-15 1 4-16,18-1 63 0,-18 1-62 16,19-4 52-16,-19 4-63 0,19-2 60 0,-19 2-54 15,17-3 54-15,-17 3-59 0,15-2 66 0,-15 2-50 16,12-1 53-16,-12 1-58 0,0 0 52 0,17-3-54 15,-17 3 55-15,0 0-58 0,12-2 49 0,-12 2-58 16,0 0 57-16,0 0-58 0,13-1 56 0,-13 1-54 16,0 0 55-16,11 0-54 0,-11 0 51 0,0 0-48 15,18 1 49-15,-18-1-52 0,15 0 56 0,-15 0-56 0,16 0 49 16,-16 0-54-16,17 0 60 0,-17 0-59 0,17 0 57 0,-17 0-45 16,18 0 58-16,-18 0-48 0,16 0 68 0,-16 0-45 15,22-3 61-15,-22 3-57 0,21-3 51 0,-21 3-65 16,22-1 53-16,-8 0-63 0,-14 1 57 0,22-3-61 15,-9 2 61-15,-13 1-57 0,23-2 55 0,-23 2-52 16,20-3 69-16,-20 3-67 16,20-2 60-16,-20 2-68 0,14-1 61 0,-14 1-64 15,14-2 58-15,-14 2-61 0,0 0 60 0,15-3-67 16,-15 3 60-16,0 0-61 0,12-1 54 0,-12 1-57 16,0 0 60-16,0 0-72 0,0 0 58 0,0 0-61 15,0 0 59-15,0 0-74 0,0 0-13 0,0 0-117 16,0 0-5-16,0 0-69 0,0 0-43 0,-14-2-35 0,14 2-51 15,0 0-24-15,0 0-297 16,-13 2-215-16</inkml:trace>
  <inkml:trace contextRef="#ctx0" brushRef="#br0" timeOffset="47011.7411">9480 2515 334 0,'0'0'339'0,"0"0"-61"16,-14-2-27-16,14 2-52 0,0 0-26 0,-12-5 5 16,12 5-7-16,-10-2-29 0,10 2-24 0,-11-4 0 15,11 4-2-15,-11-4 11 0,11 4-2 0,-9-4 5 16,9 4 2-16,0 0-27 0,-12-6-20 0,12 6-18 15,0 0-12-15,-6-6-12 0,6 6-7 0,0 0-6 16,8-8-12-16,-8 8 2 0,18-7-7 0,-5 3-5 0,5 2 0 16,2-2-5-16,3 1 4 0,2 0-8 0,1 0-1 0,0 0 1 15,2 2 0-15,0 1-4 0,-2 0 4 0,2-2 4 16,0 2-11-16,-1 0 5 0,-3 0-1 0,-1 2-4 16,-3 0-2-16,0-2-36 0,-2 2-61 0,-4 0-2 15,-2 0 23-15,-1 0 13 0,-11-2 3 0,12 5 0 16,-12-5-1-16,0 0 6 15,0 0 10-15,0 0 15 0,-4 14 12 16,4-14 6-16,-13 3 1 0,13-3 5 0,-19 2-1 16,19-2 10-16,-19 1 0 0,19-1 3 0,-18 0 4 0,18 0 5 15,-16 0 6-15,16 0 13 0,-14 0 14 0,14 0-7 16,0 0-1-16,-17-1-5 0,17 1-8 0,0 0-6 16,-12 3-2-16,12-3-2 0,0 0-7 0,0 0 5 15,-5 10-2-15,5-10 0 0,4 12-1 0,-4-12 2 0,8 18 1 0,-3-7-2 16,0 1 1-16,2 1-3 15,0 1 2-15,-2 1-3 0,1 0 1 0,0 0-5 16,0 1 3-16,-1-2 6 0,-1 3-1 0,-1-1 45 16,-1-1-56-16,0 1 52 0,0 0-62 15,-3-3 52-15,-2 3-51 0,0-1 50 0,-3 0-44 0,-1 1 51 16,-4-1-55-16,-1 1 51 0,-4-3-32 0,1-1 49 0,-3 1-64 16,-1-1 63-16,-2 0-44 0,-1-2 44 0,4-1-38 0,-5-1 40 0,1-2-44 15,3 0 82-15,0-1-39 0,3-2 11 0,2 0 1 16,14-3-13-16,-26 0-12 0,26 0-6 0,-20-5-35 15,20 5 23-15,-14-7-35 0,14 7 29 0,-8-8-13 16,8 8 3-16,-2-10-33 0,2 10-9 0,4-10-106 16,-4 10 7-16,9-10-82 0,-2 4-74 15,3 1-68-15,0 0-400 0,2 0-271 0</inkml:trace>
  <inkml:trace contextRef="#ctx0" brushRef="#br0" timeOffset="47396.7451">9931 2827 19 0,'0'0'454'0,"5"-8"-94"0,-5 8-78 16,3-13-28-16,-3 13-23 0,4-14-35 0,-4 14-29 16,4-15-33-16,0 5-32 0,0 1-17 15,1 1-23-15,0 0-4 0,0-1-15 0,1 2-5 0,-1 1-6 16,2-1-9-16,0 1-8 0,1 1-4 0,-8 5 1 15,16-6 0-15,-16 6 1 0,17-2-7 0,-17 2-2 0,18 4 2 16,-18-4 45-16,19 6-55 0,-11-1 36 0,2 0-55 0,-3 2 66 16,-1 1-55-16,0 1 49 0,-2-2-54 0,1 2 33 15,-5-9-35-15,4 19 57 0,-4-19-54 0,0 17 49 16,0-17-57-16,-4 17 57 0,4-17-45 16,-8 17 50-16,8-17-42 0,-10 14 29 0,10-14 0 0,-12 12 39 15,12-12-45-15,-17 7 31 0,17-7-46 0,-19 6 44 0,19-6-20 16,-19 1 43-16,19-1-48 0,-17-1 38 0,17 1-32 15,-16-4 18-15,16 4-38 0,-14-7 25 0,14 7-32 0,-11-11 20 16,11 11-30-16,-6-14 26 0,6 14-39 0,-2-14-4 16,2 14-36-16,6-19-40 0,-2 8-42 0,3 1-38 15,3 0-54-15,0-1-52 0,2 1-40 0</inkml:trace>
  <inkml:trace contextRef="#ctx0" brushRef="#br0" timeOffset="47771.3598">10238 2670 82 0,'10'3'312'0,"-10"-3"-42"0,0 0-18 16,8 7-29-16,-8-7-53 0,0 0-26 0,7 6-19 16,-7-6-9-16,0 0 13 0,0 0-11 0,9 6-7 15,-9-6-21-15,0 0 2 0,0 0-8 0,14 3-16 0,-14-3-14 0,0 0-10 16,22-1-27-16,-22 1 9 0,21-3-4 16,-8 0-1-16,2-1-8 0,1 0-2 0,-1-1 1 15,1 0-6-15,-1-1-1 0,0 0 3 0,-1 0-6 0,0-1 0 16,-2 0 0-16,-2-1 3 0,1-1-8 0,-4 2 6 15,-1 0 1-15,-1-2-2 0,-5 9 3 0,7-16-5 16,-7 16-3 0,0-12-4-16,0 12 6 0,-7-10 19 15,7 10-19-15,-11-6-1 0,11 6 10 0,-15-2-4 0,15 2-3 16,-21 5 5-16,9 0 6 0,-1 2 6 0,1 1 15 0,-2 2-1 16,0 1-14-16,0 1-2 0,1 2 41 15,-1 0 26-15,3 0-15 0,2-2 20 0,0 1-43 0,2 1 13 16,2-1-28-16,1 2 34 0,2-4-36 15,1 1 26-15,2 0-32 0,2 0 22 0,2-1-35 0,2 1 25 16,3-2-31-16,3-1 15 0,3 2-24 0,3-3 27 16,2 1-42-16,2-1-65 0,0-1-128 0,1-1-110 15,2 0-166-15,-2-2-267 0,0 0-269 0</inkml:trace>
  <inkml:trace contextRef="#ctx0" brushRef="#br0" timeOffset="48592.7266">9344 3295 54 0,'0'0'457'0,"-10"-7"-121"0,10 7-54 16,-12-9-42-16,12 9-28 0,-15-6 0 0,15 6 61 15,-12-6-81-15,12 6 10 0,-13-4-79 0,13 4 28 16,-11-4-40-16,11 4 9 0,0 0-47 0,-11-7 21 0,11 7-46 15,0 0 15-15,0 0-33 0,0 0 24 0,0 0-19 16,0 0 22-16,8-8-27 0,3 3 20 0,6 4-38 0,6-3 20 16,3-3-23-16,8 1 12 0,1 1-25 0,2-1 22 15,5-1-28-15,2 0 23 0,-6 3-29 0,0 0 27 16,-2 1-31-16,-2-1 30 0,-5 1-27 0,-2 2 21 16,-4 0-39-16,-3 0-44 0,-3-1-73 0,-2 2 55 15,-15 0-34-15,20 0 48 0,-20 0-52 0,0 0-7 16,14 4 14-16,-14-4 17 15,0 0 10-15,-11 5 28 0,11-5 14 0,-19 6 7 16,6-3 10-16,-2 1 17 0,-1-1 1 0,0 1 1 16,-1 0 18-16,2-1 3 0,1 0 19 0,3-1 10 15,0 1-3-15,11-3-4 0,-20 4-4 0,20-4-2 16,-16 6-2-16,16-6 1 0,-12 8-7 0,12-8 1 16,-9 13-4-16,9-13 7 0,-4 18-12 0,3-7 14 15,2 1-4-15,0 1 3 0,1 4-5 0,2-2-1 0,-1 1 1 0,3 1-10 16,-1 2 43-16,2 1-39 0,-2-1 32 0,1 0-40 15,-1-2 36-15,-1 0-38 0,0 1 28 0,0-1-27 16,0-1 35-16,-2 0-37 0,-1-4 72 0,0 2 11 16,-1-1-3-16,-2-2-21 0,0 1 47 0,-4 0-6 0,-1-1-9 15,-1 0-10-15,-2 0 3 0,-3-1-8 0,-2-1-10 16,-3 1-11-16,1-2-2 0,-3-1-9 0,0-1-11 0,2 1 6 16,0-3-9-16,-1 0-1 0,3-3 6 0,1 1-8 15,2-1 1-15,13-1-10 0,-23 0 1 0,23 0-3 16,-17-1-5-16,17 1-9 0,-15-3-34 0,15 3-36 15,-8-4-34-15,8 4-69 0,0 0-108 0,0 0-114 16,0-12-334-16,0 12-242 0</inkml:trace>
  <inkml:trace contextRef="#ctx0" brushRef="#br0" timeOffset="49855.6692">10041 3552 417 0,'0'0'380'0,"0"0"-31"16,0 0-90-16,10-2-3 0,-10 2-63 0,0 0 26 15,0 0-84-15,0 0 20 0,0 0-74 0,0 0 31 16,0 0-70-1,0 0 39-15,0 0-62 0,0 0 47 0,0 0-72 0,0 0 58 16,9-4-61-16,-9 4 41 0,0 0-48 0,0 0 52 16,0 0-55-16,0 0 52 0,0 0-55 0,0 0 33 15,0 0-28-15,0 0 48 0,0 0-53 0,0 0 54 0,0 0-61 16,0 0 62-16,0 0-52 0,0 0 43 0,0 0-42 16,0 0 61-16,0 0-59 0,0 0 61 0,0 0-57 15,0 0 35-15,0 0-26 0,0 0 51 0,0 0-58 16,0 0 53-16,0 0-50 0,0 0 56 0,0 0-32 15,0 0 27-15,0 0-43 16,0 0 44-16,0 0-37 0,0 0 25 0,0 0-29 0,0 0 33 16,0 0-41-16,0 0 34 0,0 0-34 0,0 0 32 0,0 0-42 15,-8 5 41-15,8-5-38 0,0 0 32 0,0 0-36 16,0 0 40-16,0 0-38 0,0 0 26 0,0 0-25 16,0 0 31-16,0 0-40 0,0 0 39 0,0 0-36 0,0 0 38 15,0 0-45-15,0 0 45 0,0 0-38 16,0 0 34-16,0 0-35 0,0 0 34 0,0 0-29 0,0 0 22 0,0 0-23 15,0 0 33-15,0 0-41 0,0 0 47 0,0 0-39 0,0 0 32 16,0 0-41-16,0 0 38 0,0 0-31 16,0 0 36-16,0 0-36 0,0 0 36 0,0 0-40 15,0 0 31-15,0 0-28 0,0 0 38 0,0 0-41 16,0 0 40-16,0 0-40 0,0 0 38 0,0 0-41 0,0 0 41 16,0 0-37-16,0 0 43 0,0 0-42 15,0 0 42-15,0 0-35 0,0 0 23 0,0 0-21 16,0 0 31-16,0 0-42 0,0 0 47 0,0 0-39 0,0 0 34 15,0 0-41-15,0 0 36 0,0 0-33 0,0 0 38 16,0 0-37 0,0 0 31-16,0 0-30 0,0 0 31 0,0 0-24 15,0 0 27-15,0 0-36 0,0 0 37 0,0 0-36 0,0 0 37 16,0 0-38-16,0 0 35 0,0 0-35 16,0 0 38-16,0 0-34 0,0 0 33 0,0 0-33 15,0 0 32-15,0 0-30 0,0 0 28 0,0 0-34 0,0 0 38 16,0 0-36-16,0 0 35 0,0 0-38 0,0 0 36 15,0 0-35-15,0 0 36 0,0 0-32 0,0 0 30 0,0 0-32 16,0 0 34-16,0 0-31 0,0 0 30 0,0 0-33 0,0 0 34 16,0 0-32-16,0 0 32 0,0 0-33 15,0 0 39-15,0 0-38 0,0 0 35 0,0 0-31 16,0 0 28-16,0 0-32 0,0 0 33 0,0 0-22 16,0 0 20-16,0 0-31 0,0 0 30 0,0 0-28 0,0 0 21 15,0 0-18 1,0 0 25-16,0 0-30 0,0 0 33 0,0 0-30 15,0 0 29-15,0 0-26 0,0 0 46 0,0 0-11 16,0 0 10-16,0 0-15 0,0 0 29 0,0 0-21 0,0 0 20 16,0 0-7-16,0 0 12 0,0 0-31 15,0 0 14-15,0 0-20 0,0 0 18 0,0 0-11 16,0 0 14-16,0 0-17 0,0 0 6 0,0 0-7 0,0-13 3 16,0 13-14-16,0 0 9 0,0 0-17 0,5-12 12 0,-5 12-18 15,0 0 15-15,5-11-16 0,-5 11 13 0,0 0-12 16,6-10 11-16,-6 10-14 0,5-9 7 0,-5 9-6 0,9-7 12 15,-9 7-12-15,10-8 10 0,-10 8-10 0,11-7 12 16,-11 7-1-16,12-5-2 0,-12 5-12 0,14-2 12 16,-14 2-12-16,15 1 12 0,-15-1-12 15,18 5 5-15,-9-1-1 0,1 1 10 0,0 3-11 0,0 0 11 0,1 1-13 16,-1 0 17-16,-1 2-12 0,1 0 10 0,-1 1 0 16,-1 1-2-16,-1-3-6 0,1 4 6 0,-3-2-1 15,1 0-2-15,-4 0-1 0,1 0 1 0,-3-1 2 0,0 2-6 16,-2-4 5-16,-1 3 6 0,-3 0-1 0,-2 0 2 15,-1 0-3-15,-2-1 11 0,-4 0 0 0,0 0 1 16,-1-1 5 0,0-1 6-16,-1-2-5 0,0-1-3 0,0-1-2 0,1-1 2 15,-1-2 14-15,4-1 3 0,-2 1-5 16,2-5-3-16,0 2-4 0,1-2-4 0,2-3-3 16,-2 0-8-16,3-3-2 0,1 1-2 0,1-1-1 0,3-1-6 15,2-1 0-15,1 0-4 0,1 0-4 0,2-1-2 16,3-1 4-16,1 0-8 0,2 1-5 0,0-2-87 15,5 0-81-15,-1 1-135 0,3 0-18 0,2 1-123 0,1 0-136 0,0 0-256 16,3 2-399-16</inkml:trace>
  <inkml:trace contextRef="#ctx0" brushRef="#br0" timeOffset="50283.5267">10501 3511 91 0,'0'0'591'0,"0"0"-199"16,0 0-32-16,0 0-110 16,-7 7 35-16,7-7-100 0,0 0 30 0,0 0-80 15,0 0 24-15,0 0-58 0,0 0 13 0,0 0-57 0,0 0 25 16,9 5-56-16,-9-5 25 0,13-2-42 0,-13 2 34 16,16-1-39-16,-16 1 34 0,19-3-46 0,-19 3 41 15,21-3-54-15,-21 3 52 0,22-3-39 0,-12 1 33 16,-10 2-39-16,20-5 36 0,-20 5-37 0,19-6 30 0,-19 6-30 15,14-8 22-15,-14 8-23 0,11-11 42 0,-11 11-42 16,8-12 41-16,-8 12-46 0,4-16 42 0,-4 16-39 16,-1-13 33-16,1 13-35 0,-4-15 38 0,4 15-41 15,-10-11 35-15,10 11-28 0,-11-10 40 0,11 10-43 16,-11-6 42-16,11 6-42 0,-16 0 48 0,16 0-20 0,-19 6 33 16,10 1-34-16,-2 1 47 0,-1 1-13 0,1 3 30 0,1 0 10 15,-1 2 30 1,1 1-24-16,2-1-5 0,1 2-26 0,0-1 31 15,2 0-8-15,1 0-13 0,2 1-12 0,1-2-6 16,0-2-4-16,2 1-5 0,1-1 1 0,2-1-7 16,2 0-3-16,3 0-7 0,1-2-5 0,3-1-7 15,3-2 1-15,2-1-7 0,5 0-6 0,0-1-2 16,-1-3-43-16,0-1-109 0,1 0-119 0,-2 0-132 0,-3-1-195 16,0-2-352-16,0-1-535 0</inkml:trace>
  <inkml:trace contextRef="#ctx0" brushRef="#br0" timeOffset="51048.9569">11765 2371 83 0,'0'0'447'0,"-12"-8"-70"16,12 8-49-16,-9-6-57 0,9 6-30 16,0 0-47-16,-10-8-42 0,10 8-29 0,0 0-24 0,0 0-20 15,0 0 23-15,0 0 31 0,0 0 27 16,0 0 12-16,13 1-16 0,-3 3-12 0,2 5-16 15,3-2 0-15,2 4-12 0,0 0-14 16,2 2-11-16,3 3-15 0,1 1-15 0,0-1-11 16,1 3-7-16,5 2-4 0,-1-1-13 0,1 1-2 0,0-2-4 15,0 1-7-15,-4-3-1 0,0-1-7 0,-4 0-3 0,0-1-3 16,-3-3-3-16,-3 1 4 16,0-2-7-16,-5-1-106 0,-1 0-129 0,-4-2 0 0,-5-8-117 15,7 17-119-15,-7-17-389 0,-5 10-416 0</inkml:trace>
  <inkml:trace contextRef="#ctx0" brushRef="#br0" timeOffset="51303.3768">12178 2382 249 0,'0'0'456'0,"0"0"-127"16,3-12-66-16,-3 12-60 0,0 0-44 0,0 0-9 15,-12 3-9-15,6 3-15 0,-3 2-6 0,-2 1-21 16,-2 5-15-16,-1 2 2 0,-2 3-17 0,0 3-12 16,-1-1-12-16,0-2-6 0,2 3-6 0,-3 1 40 15,3-1-68-15,-1 0 56 0,3-1-63 0,1-1 41 0,3-2-47 0,2 0 55 16,-1 1-63-16,2-4 51 0,2 1-83 0,0-2-46 16,3-3-138-16,1-11-126 0,1 21-343 15,-1-21-207-15</inkml:trace>
  <inkml:trace contextRef="#ctx0" brushRef="#br0" timeOffset="51619.4389">12799 2377 301 0,'11'-7'421'0,"-3"0"-60"0,-1 1-48 0,-7 6-41 16,12-8-31-16,-12 8-47 0,9-5-21 16,-9 5-40-16,0 0-27 0,10-6-30 0,-10 6 64 0,0 0 5 15,3 11 3-15,-3-11 27 0,-5 17-4 0,1-4 8 16,-2 2-20-16,1 0-29 0,-2 3 9 16,-2 3-21-16,2 0-15 0,-1 0-18 0,1 2-16 0,-2-1-16 15,0 4-9-15,2-4-6 0,1 2-11 0,-4-2 1 0,3 1-12 16,3-2 4-16,-4 0-10 0,3 0 2 0,-2-1-5 15,2-3-3-15,1 0 0 0,-1-2-3 0,1 0-8 0,0-1-55 16,2-3-101-16,-2-1-103 0,2 0-30 0,2-10-73 16,-4 14-96-16,4-14-472 0,-5 11-513 0</inkml:trace>
  <inkml:trace contextRef="#ctx0" brushRef="#br0" timeOffset="51866.0066">12494 2420 75 0,'-10'-14'515'0,"3"2"-115"0,-2 1-50 0,3 2-52 0,-2 1-46 0,4-1 30 0,4 9-86 16,-9-13-49-16,9 13-15 0,-9-10-32 0,9 10-22 16,-4-7-8-16,4 7-15 0,0 0 0 15,0 0-5-15,0 0 0 0,7 5-18 0,-7-5-8 0,11 14 3 16,-3-4-7-16,2 1-4 0,1 1-6 0,0 4 6 15,1-1-5-15,1 2-10 0,1 1 4 16,3 1-2-16,-1 0 0 0,0 0-16 0,0-2-75 0,-1-3-74 0,3 1-97 0,-5-3-115 16,3-1-382-16,-2 0-264 15</inkml:trace>
  <inkml:trace contextRef="#ctx0" brushRef="#br0" timeOffset="52371.9332">13044 2425 165 0,'-6'-12'536'0,"6"12"-127"16,-4-12-85-16,4 12-67 0,-4-12-40 0,4 12-32 15,-3-10-14-15,3 10 1 0,-1-10-10 0,1 10-34 16,0 0-28-16,0-12-17 0,0 12-15 0,6-8-19 15,-6 8-6-15,14-5-5 0,-14 5-16 0,17-5-1 0,-17 5-4 16,21-1-2-16,-21 1-1 0,23 0-6 0,-23 0 1 16,21 1-10-16,-21-1 1 0,21 6 2 0,-12-2-8 15,0-1 5-15,-2 3-2 0,-1 2 4 0,-1-1-7 16,-1 2-1-16,0 0 1 0,-4-9 7 0,0 23-2 0,-2-10 0 16,-2 4 10-16,-1-1 0 0,-5 2 5 0,0 2-5 0,-3 1 2 0,0 2 7 15,-3 0 21 1,3-1 5-16,-3-2-18 0,3-1-4 0,3-1 3 15,-1-4 15-15,0 2-31 0,3-2 24 0,0-3 1 16,4-1 48-16,1 0 38 0,3-10 53 0,0 14 11 16,0-14 35-16,13 11-49 0,1-9-9 0,4 1-1 15,4-3-37-15,6-1-15 0,5-2-9 0,5-1-42 16,1-1 55-16,5-3-53 0,1 1 30 0,0-1-65 0,0 0 38 16,0-1-57-16,0 2 39 0,-2 0-46 0,-9-1 43 15,1 3-52-15,-1-1 39 0,-3 0-41 0,-4 1 34 16,-1 2-44-16,-5-1 40 0,0 1-15 0,-3 0 0 15,-3 1-18-15,-1 0-17 0,-3 0-122 0,-11 2-68 16,13-1-72-16,-13 1-97 0,0 0-47 0,0 0-82 16,-4 7-595-16,-5-2-733 0</inkml:trace>
  <inkml:trace contextRef="#ctx0" brushRef="#br0" timeOffset="53087.9849">11956 3300 20 0,'-2'-14'593'0,"0"2"-165"0,0 2 6 16,2 10-99-1,-3-20-27-15,1 10-74 0,0-1 23 0,2 11 23 16,-6-17 19-16,6 17-27 0,-4-14-44 0,4 14-51 0,-4-11-33 15,4 11-34-15,0 0-18 0,0 0-8 0,0 0 14 16,0 0 12-16,-8 8-24 0,8-8-11 0,0 22-20 16,0-7-1-16,0 3 11 0,2 1 2 0,1 4-25 15,0 1 7-15,1 1-21 0,0 0-5 0,2 0-8 16,-2 1 0-16,-1-2-5 0,3 0 1 0,-2-2-2 0,-1-1-3 16,2-3 0-16,-3-2-5 0,2 0 5 0,-2-4-3 0,1 0 0 15,-1-1-1-15,-2-11 0 0,4 17 2 0,-4-17 4 16,2 14 0-16,-2-14-5 0,0 0 0 0,-2 11 1 15,2-11 0-15,0 0-1 0,0 0-4 0,-12-2 6 16,12 2-5-16,-11-11-1 0,7 1-1 0,-2-4 1 16,2 0-2-16,1-3 13 0,-2-5-17 0,2-1 18 15,1-2-20-15,0-2 14 16,2 1-13-16,0-2 11 0,2 0-18 0,0 0 25 16,1-5-22-16,2 3 15 0,-1 2-13 0,3-1-1 0,1 2 4 15,2 1-7-15,-1 5 12 0,0 2-2 0,2 1 4 0,-1 2-2 16,2 3-2-16,0 1 1 0,-1 3 0 15,1 2-1-15,-1 1 1 0,-1 2-1 0,3 0 2 0,-2 3 0 16,-11 1-2-16,25-1 12 0,-13 3-13 0,0 1 13 16,1 0-15-16,-4 3 11 0,3 0-9 0,-5 1 8 15,1-1-11-15,-1 3 18 0,0 0-20 16,-4 0 7-16,-3-9-3 0,3 17 13 0,-4-6-16 16,-2 2 16-16,-4-1-14 0,-2 2 13 0,-2 1-18 15,-3 0-69-15,1-2-44 0,-2 1-42 0,-4 0-28 0,1-1-89 0,1-1 25 16,-2 2-63-16,4-2-72 0,-3-1-128 0,5-1-333 15,1-3-403-15</inkml:trace>
  <inkml:trace contextRef="#ctx0" brushRef="#br0" timeOffset="53873.9403">12544 3291 468 0,'0'-13'538'0,"-2"1"-157"0,0 0-30 0,0-1-60 15,-1-2-20-15,0-1-71 0,0 0 45 16,3-1-28-16,-2 1-21 0,2-1-56 0,2 2-8 16,0-1-29-16,2 1-19 0,3 0-16 0,0 2-14 0,2 2-11 0,2 0-18 15,0 2 16-15,1 2-5 0,3 1 9 0,-1 1-4 16,1 4 8-16,-1 2-6 0,2 1-7 0,0 3 7 15,1 2-15-15,-1 3 11 0,0 2-13 0,2 1 12 16,-5 2-15-16,1 2 9 0,-1 1-11 0,1 3-1 16,-1 1 15-16,-1-1-3 0,-3-1-7 0,-2 2-2 15,1-2-7-15,-1 1 1 0,-2 0-4 0,-3-2 0 0,0 0-10 0,0 0 5 16,-4-1-4-16,0 0 3 0,-2-1-7 0,-4 0 2 16,2 2 4-16,-5-3 1 0,-1 0 0 0,1-2-2 15,-4 0 0-15,-1-1-3 0,-3-2-3 0,2 0 7 16,-4-2-2-16,0-1-1 0,-2-2 1 0,0 1-3 15,0-3-2-15,2-3-1 0,-2 0 1 0,2-2 5 16,2-1-5 0,-1-3 5-16,1 0-10 0,2-3 7 0,0-2-3 15,2-1 2-15,1-3-8 0,3-2-2 0,2-1 9 0,2-2-4 16,1 0 0-16,3-1 2 0,1 0-3 0,4 0 3 16,-2 1 0-16,3-3 5 0,1 1-4 0,3 0 3 15,0 2-2-15,-1 3 3 0,1 1-6 0,1 2 6 16,2 0-3-16,1 3 3 0,3-1-6 0,-3 4 4 15,2 0-2-15,3 1 8 0,-3 2-7 0,3 1 5 0,0 3-7 16,-2 0 8-16,-1 2-6 0,3 2 4 0,-1 1-7 0,-1 2 8 16,-1 0-8-16,1 4 2 0,-1-1 0 0,-2 5 3 15,-1-3-4-15,-1 1 1 0,-1 1 7 0,-3 0-5 16,2 1 1-16,-5-1-4 0,-1 2-6 0,-1-2 8 16,-1 1 6-16,-3-1-5 0,-1 0 4 0,0 0-5 15,-3-1 6-15,-1 0 4 0,-3-1-8 0,-1 1-7 0,-1-1 4 0,-1-1-2 16,-2-1 1-16,3-2-8 0,0-1 13 0,1 0-7 15,2-4 2-15,1 0-55 0,10-3-12 0,-18 4-17 16,18-4 18-16,0 0-6 0,-16-4 30 0,16 4-7 16,0 0 27-16,0-14-12 0,0 14 23 0,7-10-18 15,-7 10 26-15,12-12-14 0,-4 6 24 0,-1 2-18 16,2-1 12-16,0 2-4 16,-9 3 16-16,21-7-13 0,-11 6 15 0,-10 1-17 15,24 0 21-15,-11 0-15 0,2 1 16 16,-1 1-19-16,4 0 15 0,-1 1-17 0,0-1 16 0,2 1-18 15,-1 1 15-15,3-1-16 0,-3 1 7 0,2 0-12 16,0-1 13-16,0 2-25 0,1-3-99 0,-1 2-124 16,-4-1-11-16,4-1-104 0,-5 2-71 0,4-2-372 15,-4 1-333-15</inkml:trace>
  <inkml:trace contextRef="#ctx0" brushRef="#br0" timeOffset="54537.6958">13299 3232 131 0,'0'-15'544'0,"0"15"-33"16,0-22-111-16,0 22 18 0,0-17-53 0,0 17-13 0,-2-15-41 15,2 15-38-15,0-12-52 0,0 12-33 0,0 0-32 16,0 0-2-16,0 0-14 0,0 0-6 0,0 0-14 16,0 0-20-16,5 13-4 0,-3-1-15 0,2 3 1 15,0 1-15-15,-1 0-1 0,1 2-26 0,2 2 17 16,-2 1-35-16,2-1 14 0,-1 2-20 0,-1-1 11 15,0 1-18-15,2-1-9 0,-4-2 5 0,2 1 2 0,1-2-5 0,-3-1 0 16,2-2-1-16,-2 0 0 0,2-2-4 0,-3-2 6 16,1-1-2-16,-2-10 0 0,5 17 3 0,-5-17 5 15,2 12-2-15,-2-12-9 0,0 0 9 0,0 0-3 0,0 0-1 16,0 0-4-16,0 0 1 0,0 0 0 16,-12-12 11-16,8 3-17 0,-2-2 16 0,1-3-21 15,1-7 15 1,-2 0-14-16,0-3 12 0,2 1-13 0,-1-3 20 0,3-5-22 15,-2 4 16-15,4 1-13 0,-2 0 13 0,2-1-15 16,0 0 5-16,2 2-1 0,0 0 2 0,0 2 2 16,2 1 0-16,-1 1 0 0,1 3-1 0,0 4 4 15,4-1 1-15,-4 1-4 0,5 3 4 0,-1 0 0 16,2 1 0-16,1 3-2 0,0 1 4 0,1 1-4 16,-1 3 4-16,-11 2-3 0,22 0 0 0,-22 0 1 0,23 4-7 0,-14-1 5 15,0 2 0-15,-1 2 0 0,0 0-2 0,-2 2 11 16,-1 0-11-16,-3 2 8 0,0 0-7 0,-2 1 9 15,-4-2-12-15,1 3 10 0,-3 2-10 0,-4 0 15 16,1 1-15-16,-4-1 16 0,-3 0-21 0,1 1 16 0,-5 0-13 16,1 1 18-16,0-3-17 0,2-1 13 15,2 2-12-15,1-2 10 16,1-1-8-16,2 1 11 0,1-1-14 0,2-2 15 16,3 2-14-16,-1-2 33 0,4 1-25 0,2-11 16 15,4 20-9-15,3-10 78 0,3 1 34 0,2 0 35 16,6-1 34-16,2 1 12 0,5 0 27 0,5 0 25 15,3 0-25-15,5-1-40 0,2 1-43 0,1-1-21 16,1 0-23-16,-1 0-30 0,0 0-14 0,-6-1-11 0,-1-1-11 0,-2 1-7 16,-1 0 5-16,-2 0-31 0,0 2-6 0,-9-5-4 15,1 2-7-15,-3-2-7 0,-5 0-90 0,-4 0-145 16,1-1-73-16,-10-5-114 0,2 10-102 0,-2-10-64 16,-10 9-151-16,1-6-622 0,-4 2-983 0</inkml:trace>
  <inkml:trace contextRef="#ctx0" brushRef="#br0" timeOffset="56473.2014">9283 4211 286 0,'-9'-2'388'0,"9"2"-48"0,-15-8-86 0,15 8 4 16,-12-7-59-16,12 7 32 0,-14-8-93 0,14 8 66 16,-12-7-63-16,12 7 48 0,-10-6-40 0,10 6 1 15,-6-7-54-15,6 7 7 0,0 0-48 0,-10-6 10 0,10 6-35 16,0 0 21-16,0 0-38 0,0 0 27 0,0 0-32 0,0 0 25 15,0 0-32-15,11-4 25 0,-11 4-27 0,21 1 22 16,-8-1-25-16,4 0 29 0,1 2-29 0,5-2 15 16,3 1-14-16,2 0 24 0,3 0-35 0,6-1 30 15,0 1-28-15,3-1 28 0,1 0-35 0,0 0 34 16,-1 0-32-16,1 0 23 16,-2 0-21-16,-2 0 31 0,-7 0-36 0,0 1 25 15,-2-2-29-15,-6 2-21 0,-3-2-84 0,-2 1 42 16,-3 1-55-16,-14-1 34 0,20 0-77 0,-20 0-18 15,0 0-26-15,0 0-58 0,0 0-15 0,0 0-244 16,-13 6-57-16</inkml:trace>
  <inkml:trace contextRef="#ctx0" brushRef="#br0" timeOffset="56689.4613">9531 4223 95 0,'0'0'206'0,"-11"4"-51"0,11-4-13 16,0 0-12-16,-6 8 32 0,6-8 14 0,0 0-27 15,-3 13-13-15,3-13-25 0,1 12 54 0,-1-12-56 16,1 15 23-16,-1-15-34 16,3 17 50-16,-1-6-76 0,0-1 38 0,1 0-29 15,-1 1-24-15,0 0-4 0,1 1-8 0,0-2-7 16,-1 2-8-16,1 1-5 0,0 1-11 16,1-2-4-16,-2 0 5 0,2 2 0 0,0-1-5 0,-1 1 2 15,3-1-41-15,-2 1-123 0,0-3-183 0,0-2-358 16,-1 1-198-16</inkml:trace>
  <inkml:trace contextRef="#ctx0" brushRef="#br0" timeOffset="56933.9873">9895 4470 185 0,'0'0'681'0,"0"0"-182"0,1-13-118 0,-1 13-78 15,0 0-54-15,0 0-54 0,0-12-44 16,0 12-31-16,0 0-25 16,0 0-19-16,0 0-21 15,0 0-6-15,0 0-9 0,0 0-3 0,0 0-9 0,-1 12 0 16,1-12-7-16,1 13-10 0,-1-13 4 0,3 16-2 16,-3-16-5-16,4 20 0 0,-4-20-14 0,5 18 8 15,-5-18-11-15,4 19-42 0,-4-19-101 0,5 18-136 0,-5-18-140 16,4 15-309-16,-4-15-241 0</inkml:trace>
  <inkml:trace contextRef="#ctx0" brushRef="#br0" timeOffset="57153.6868">9902 4351 316 0,'-6'-9'452'0,"6"9"-31"0,-6-14-125 0,6 14 0 15,-5-13-100-15,5 13-6 0,-5-10-63 0,5 10-1 0,0 0-71 16,-5-11 34-16,5 11-64 0,0 0 41 16,0 0-64-16,0 0 48 0,0 0-63 0,7 7-32 0,-7-7-156 15,7 13-137-15,-3-4-329 0,0 0-175 0</inkml:trace>
  <inkml:trace contextRef="#ctx0" brushRef="#br0" timeOffset="57873.7638">10054 4440 496 0,'0'0'527'0,"0"0"-60"0,0 0-52 16,-2-11-45-16,2 11-75 0,0 0-39 0,0 0-49 16,-4-8-53-16,4 8-21 0,0 0-27 0,0 0-27 15,0 0-19-15,0 0-6 0,0 0-9 0,-5 8-9 16,5-8-7-16,0 0-6 0,-1 16 12 0,1-16-26 0,2 12 15 0,-2-12-14 15,3 15 10-15,-3-15-18 0,3 14 1 0,-3-14-2 16,4 15-1-16,-4-15 1 0,5 12-5 0,-5-12 6 0,4 13 0 16,-4-13-2-16,4 10 0 0,-4-10 0 15,0 0 0-15,5 11-1 0,-5-11 5 0,0 0 0 16,0 0-1-16,7 7-7 0,-7-7 17 0,0 0-16 16,0 0 22-16,10-9-27 15,-10 9 18-15,7-10-15 0,-7 10 12 0,5-12-13 16,-5 12-1-16,8-14-2 0,-4 6 5 0,-4 8 0 15,8-13 2-15,-8 13-7 0,5-10 7 0,-5 10 2 16,5-11-6-16,-5 11 4 0,0 0 2 0,7-10 0 16,-7 10-6-16,0 0 7 0,8-4-3 0,-8 4-1 15,0 0 2-15,0 0 4 0,17 1-2 0,-17-1-4 16,0 0 4-16,12 7 1 0,-12-7 13 0,10 6-19 0,-10-6 19 0,8 7-19 16,-8-7 15-16,8 10-18 0,-8-10 15 0,9 9-13 15,-9-9 2-15,8 11-1 0,-8-11 1 0,6 9-11 16,-6-9 16-16,7 9-7 0,-7-9 10 0,5 6-6 15,-5-6 2-15,0 0 2 0,8 8 1 0,-8-8-1 16,0 0 0-16,0 0 6 0,9 6-2 0,-9-6 0 16,0 0 12-16,0 0-17 0,12-7 7 0,-12 7-15 0,10-11 3 0,-5 4-1 15,0 0 1-15,1 0-4 0,-1-2 6 0,2 1 0 16,-2 1-6-16,1 0 5 0,-2-1 1 0,1 0 1 16,-5 8-4-16,10-13 4 0,-10 13 1 0,7-9-6 15,-7 9 7-15,7-11-3 0,-7 11 1 0,0 0-5 16,7-9 2-16,-7 9-1 0,0 0-2 0,0 0 1 15,10-3 5-15,-10 3 0 16,0 0-5-16,10 4 5 0,-10-4 0 0,0 0-1 16,11 8 2-16,-11-8-1 0,6 8 1 0,-6-8-5 15,8 7 7-15,-8-7 1 0,7 9-15 0,-7-9 14 16,6 8 0-16,-6-8 2 0,7 8 8 0,-7-8-12 16,5 8 0-16,-5-8-1 0,6 7 0 0,-6-7 1 15,6 7-2-15,-6-7-4 0,0 0 7 0,8 10-2 16,-8-10 2-16,0 0-1 0,6 8 0 0,-6-8-2 0,0 0-2 0,7 7 3 15,-7-7-7-15,0 0 6 0,0 0-5 0,7 7-1 16,-7-7-22-16,0 0-110 16,0 0-78-16,0 0-122 0,0 0-138 0,0 0-355 15,0 0-370-15</inkml:trace>
  <inkml:trace contextRef="#ctx0" brushRef="#br0" timeOffset="60025.9741">12217 4013 141 0,'0'0'335'0,"-10"-11"-95"0,10 11-40 0,-9-8-26 16,9 8 1-16,-6-6-39 0,6 6-2 0,0 0-46 0,-9-9 6 15,9 9-51-15,0 0 17 0,0 0-28 0,0 0 44 0,0 0-38 16,0 0 14-16,-12 5-34 0,12-5 65 16,-3 14-42-16,3-14 33 0,-3 19-42 0,1-5 35 15,0 0-32-15,0 3 41 0,-1 0-64 0,1 2 47 0,-2 3-50 16,-1 0 47-16,2 1-10 0,-3 0-6 0,1 0-9 15,-1 2-5 1,1-1 1-16,-2 0-3 0,1 1-15 0,1-2 7 16,-1-2-9-16,1 2 4 0,-2-3-2 0,1 1-2 0,1-2-2 15,0-2-5-15,-1-2 6 0,2 1-2 0,-2-2-2 16,2-1-1-16,0-1 2 16,0-3-1-16,1 1 1 0,3-10 0 0,-4 15-5 15,4-15 19-15,-4 13 3 0,4-13 3 0,0 0-4 0,-4 12 1 16,4-12 1-16,0 0-5 0,0 0-8 0,12 4 8 15,-12-4-2-15,14-2-4 0,-3-2-1 0,4 0-1 16,2 0-4-16,4-2-9 0,2 0 23 0,2 0-14 0,0-1 7 16,4 0-17-16,-2 1 5 0,-1 0-2 0,-1 1-9 15,2-1-35-15,-2 0-130 16,-2 2-76-16,-1 0-131 0,-4 0-317 0,0 0-207 16</inkml:trace>
  <inkml:trace contextRef="#ctx0" brushRef="#br0" timeOffset="60621.994">12740 4228 483 0,'0'0'417'0,"-2"-15"-35"0,2 15-134 0,0-12-3 0,0 12-78 0,0 0 16 15,-5-13-86-15,5 13 30 0,0 0-73 0,0 0 41 16,0 0-8-16,0 0-44 0,0 0 54 0,0 0-55 16,-4 10 28-16,4-10 2 0,0 18-12 0,2-6-12 15,-2-1-10-15,0 3-5 16,2 0-9-16,-2 1-1 0,0 2-8 0,3 0 4 16,-3 1 17-16,2-3-24 0,-2 2 13 0,2-1-18 0,-2-2 14 15,0-1-27-15,1-1 18 0,0 1-17 0,-1-13 15 0,3 20-9 16,-3-20 10-16,0 16-32 0,0-16 38 0,2 14-4 15,-2-14 56-15,0 0-4 16,0 14-2-16,0-14-23 0,0 0 4 0,0 0-20 0,0 0 8 16,0 0-18-16,-9-10 6 0,9 10-14 0,-7-16-10 15,4 5 8-15,-1-2-3 0,0-1-3 0,-1-6 2 16,1 2-1-16,-2 0-4 0,0-5-1 16,0 2-26-16,1-4 36 0,-1 0-27 0,0-2 23 0,-2-2-19 15,3 0 27-15,-1 3-29 0,2 2 32 0,0-2-28 16,1 4 25-16,1 0 4 0,2 3-5 0,-3 1 0 0,6 2-6 15,-3 2 5-15,4 0-2 0,1 0-4 0,1 3 4 0,1 1 0 16,-1 2-3-16,4 1-7 16,1 3 7-16,-1 1-4 0,3 1-26 0,-1 2 34 15,2 2-26-15,0 1 27 0,2 1-32 0,-3 4 34 0,3-1-28 16,-1 1 23-16,0 3-20 0,0 1 28 16,1 1-28-16,-5 0 20 0,0 1-15 0,0-5 23 15,-2 5-33-15,-4-2 33 0,1 1-27 0,-1-1 31 16,-2 0-33-16,-3-1 31 0,0 0-25 0,-1 0 30 0,-4 0-30 15,-1 1 27-15,-1-1-4 0,-2 1-9 0,-2-2 4 16,0-1-14-16,0 0-69 0,-3-1-43 0,3-1-61 16,-3 0-94-16,5-2-64 0,0 0-465 0,1-2-330 15</inkml:trace>
  <inkml:trace contextRef="#ctx0" brushRef="#br0" timeOffset="61337.6368">13167 4155 183 0,'0'0'585'15,"0"0"-192"-15,0 0-44 0,5-7-105 0,-5 7 3 16,0 0-98-16,0 0 17 0,0 0-60 0,0 0 74 16,0 0 4-16,0 0-13 0,4 11-50 0,-4-11 2 0,2 15-42 15,-2-15 14-15,4 21-37 16,-3-7 17-16,1-2-12 0,2 3-13 0,-4 0-6 15,4 0-10-15,-1 1-6 0,2 0-9 0,-3-1 2 0,2 0-4 16,-1-2-1-16,1 1-6 0,-2-2 12 0,0-1-15 0,1 0 11 16,-3-11-17-16,4 20 15 0,-4-20-18 0,5 15 14 15,-5-15-15-15,2 12 17 0,-2-12-13 0,2 11 16 16,-2-11-18-16,0 0 25 0,0 0-13 16,0 0 12-16,0 0-25 0,0 0 7 0,0 0-2 15,-9-5-8-15,5-3 3 0,1-3 1 0,-1-2 1 16,2-3-6-16,-2-2-15 0,3-1 21 0,-1-4-22 15,0-6 24-15,2 2-21 0,0-3 23 0,2-2-20 16,0 0 21-16,-1-1-18 0,3 6 14 0,-2 1-13 16,2 2 25-16,-1 3-24 0,1 0 16 0,1 3 6 0,-3 2-3 15,3 2-9-15,-1 0 8 0,0 4-3 0,3 2 0 16,-7 8-5-16,12-12 7 0,-12 12-22 0,13-4 20 16,-13 4-13-16,18 3 20 0,-7 1-17 0,-2 2 13 15,3 2-6-15,-2 1 10 0,-1 2-20 0,3 0 21 16,-3 0-18-16,1 3 16 0,0-2-16 0,-1 2 17 15,-2 0-17-15,1 0 17 0,0 1-21 0,0-1 20 0,-1 0-1 0,-3-1-6 16,4 0 2-16,-4-1-3 0,0-1 1 0,-4-11 0 16,7 17 0-16,-7-17-1 0,7 14-3 0,-7-14 11 15,7 11-1-15,-7-11 2 0,6 6-4 0,-6-6-1 16,0 0-3-16,13-4-1 0,-13 4-2 0,12-13-3 16,-7 5-9-16,1-4 14 0,1 1-17 0,-1-2 19 0,2-1-16 15,-2 0 16 1,1 2-18-16,-1-1 25 0,1 2-22 0,-2 0 19 15,0 3-18-15,-1 1 16 0,-4 7-13 0,9-13 9 16,-9 13-12-16,8-5 17 0,-8 5-12 0,0 0 20 16,16 3-11-16,-9 2 30 0,-2 3-16 0,2 1 12 15,0 1-16-15,-1 2 13 0,0 1-9 0,-1 1 1 16,2 0-12-16,0 1 5 0,-1 1 4 0,-1 0-1 0,3 1-3 16,0 2-8-16,-2-5 2 0,-1 3 1 0,1-2-10 0,-1 1 3 15,2-2 0-15,-2 1-6 0,-1-1-52 0,0 0-96 16,-1-3-55-16,-1 1-91 0,0 0-133 0,-2-12-523 15,2 19-542-15</inkml:trace>
  <inkml:trace contextRef="#ctx0" brushRef="#br0" timeOffset="63337.9009">9446 5215 316 0,'0'0'367'0,"0"0"-63"0,-17-1-28 0,17 1-29 0,0 0-6 15,-15 0-14-15,15 0-25 0,0 0-22 16,0 0-27-16,-16-1-13 0,16 1-17 0,0 0-22 0,0 0-14 15,0 0-7-15,-14-2-13 0,14 2-13 0,0 0-6 16,0 0-10-16,0 0-10 0,0 0 1 0,0 0-2 16,0 0 18-16,0 0 49 0,0 0 9 0,0 0 6 15,15 2-24-15,0-2-15 0,2-2-9 0,5 1-3 0,5 0-3 16,1-3-7-16,7 1-10 0,1-1-7 0,2 1-7 16,2 0-11-16,-1-1 4 0,0 1-5 0,-1 0-4 15,0 0-2-15,-3 2-2 0,-5-1-1 0,-2 0-10 16,-4 1 6-16,-2 1-3 0,-3-1-3 0,-3 1-5 15,-2-1 0-15,-1 1-6 0,-13 0-5 0,19-1 5 16,-19 1-58-16,0 0-23 0,12 2-24 0,-12-2-1 0,0 0 5 16,0 0 10-16,-10 4 13 0,10-4 18 0,-15 3 12 0,15-3 7 15,-19 5 20-15,7-4 9 0,1 0 0 0,-3 1 10 16,3 0 4-16,-1-1 3 0,-1 0 1 0,13-1-2 16,-21 0 9-16,21 0 4 0,-21 1 2 0,21-1 1 15,-18 2 3-15,18-2-1 0,-14 2-5 0,14-2 4 16,-11 1-3-1,11-1-3-15,-12 5-1 0,12-5 3 0,-7 4-5 16,7-4-3-16,-7 9 13 0,7-9 5 0,-4 11-3 0,4-11 14 16,-3 14 41-16,3-14-35 0,0 19 15 0,0-19 22 15,0 22-9-15,2-10-10 0,-1 0-5 0,1 2-8 16,-1 1-6-16,1 2-7 0,0-2-4 0,0 2 2 16,0 1-4-16,1-1-8 0,0 2 3 0,0-3-1 15,0 2-2-15,1-2-2 0,1 0 5 0,0 0-2 0,0-1-42 16,1-1-63-16,0-2-42 0,2 0-110 0,-1 0-69 0,0-3-119 15,1-1-259-15,0-1-206 0</inkml:trace>
  <inkml:trace contextRef="#ctx0" brushRef="#br0" timeOffset="63754.4617">10104 5506 591 0,'2'-20'480'15,"-2"20"-106"-15,1-15-44 0,-1 15-15 0,0-18-40 16,0 18-24-16,0-19-19 0,0 19-14 0,0-20-46 16,0 20-7-16,3-17-41 0,-3 17-2 0,4-15-49 0,-4 15 11 15,7-12-34-15,-7 12 25 0,9-9-28 0,-9 9 13 0,14-2-30 16,-14 2 16-16,19 1-29 0,-19-1 16 0,21 6-28 16,-10 0-2-16,1 1 2 0,0 2-5 15,-2 1 0-15,2 1 0 0,-3 2-2 0,0 0-1 0,0 0-7 16,-1 0 6-16,-2 1 0 0,-1 0 1 0,0 0 2 15,-2-2-1-15,-2 1 3 0,-1-13 0 0,-1 22 2 16,-1-12-7-16,-2 1 9 0,-1-2 2 0,-2 0-1 0,-2-2 0 0,-1 1 2 16,1-2-1-16,-4 0-3 0,-1 0 4 0,-1-4 0 15,0 1 0-15,-1-2-2 0,1-2 4 16,-4-1-1-16,3-1-6 0,-1-2 15 0,2-1 11 0,-1 0 8 16,2-1-10-16,2-2-5 0,1-1-7 0,2 0-7 15,1 0 5-15,2-2-3 0,2 0-4 0,3 0-3 16,1 12 21-1,2-22-27-15,2 10 16 0,4-1-23 0,-1 1 18 0,4 1-31 16,2-2-42-16,1 1-85 0,2 1-37 0,0 1-61 16,2 1-106-16,-3 2-13 0,2 0-78 0,0 1-384 15,-1 1-366-15</inkml:trace>
  <inkml:trace contextRef="#ctx0" brushRef="#br0" timeOffset="64372.862">10383 5367 342 0,'0'0'469'0,"0"0"-51"0,0 0-66 15,0 0-57-15,0 0-1 0,0 0-43 0,0 0-9 16,-2-14-25-16,2 14-4 16,0 0-25-16,0 0-1 0,0 0-51 0,-3-10 3 0,3 10-62 15,0 0 23-15,0 0-35 16,0 0 15-16,0 0-24 0,0 0 25 0,0 0-16 16,0 0 15-16,0 0-36 0,3 10 27 0,-3-10-34 15,7 13-4-15,-7-13-5 0,10 16-2 0,-6-6-5 0,1-1-3 16,-1 0-3-16,1 1-5 0,-1 0-1 0,2 1-5 15,-2-1 3-15,0-1 1 0,0 1-3 16,-1-1-2-16,-3-9-4 0,7 16 3 0,-7-16 0 0,4 14 0 16,-4-14-2-16,6 9 3 0,-6-9 2 0,4 11-3 15,-4-11 8-15,0 0 5 0,6 7-1 0,-6-7-3 16,0 0-5-16,0 0-1 0,0 0-8 0,0 0 4 16,5-8 2-16,-5 8-2 0,1-13-2 0,-1 13 0 0,3-17 2 15,-3 17-6-15,5-20 22 0,-2 9-20 0,2 3 22 16,-1-3-26-16,0 2 27 0,-1 0-28 0,2 1 24 15,0 0-30-15,-5 8 29 0,9-13-26 0,-9 13 24 0,8-10-23 16,-8 10 21-16,7-7-24 16,-7 7 19-16,0 0-17 0,14-2 26 0,-14 2-27 15,9 4 23-15,-9-4-23 0,10 6 5 16,-10-6-2-16,10 11 5 0,-10-11 2 0,13 14 0 0,-8-8 1 16,1 2-1-16,-1 1 2 0,1-1-4 0,-1 1 5 15,-1 0-1-15,1-2 1 0,-1 2-3 0,0-1-1 16,-4-8 2-16,8 13 0 0,-8-13 2 0,6 12 0 0,-6-12 2 0,6 8 1 15,-6-8 0-15,0 0 6 0,7 11-1 0,-7-11 0 16,0 0-5-16,0 0 0 0,0 0 0 0,14-6-3 16,-14 6 1-16,8-12-1 0,-3 5 1 0,-1-4-1 15,1 2-3-15,2-1 23 0,-2-1-30 0,0 3 24 16,0-1-22-16,0 0 24 0,-5 9-26 0,9-13 24 16,-9 13-28-16,6-10 28 0,-6 10-33 0,7-8 33 15,-7 8-30-15,0 0 28 0,11-2-26 0,-11 2 26 0,0 0-26 0,16 5 18 16,-16-5-19-16,11 6 26 0,-11-6-26 0,13 8 25 15,-13-8-27-15,15 10 28 0,-8-6-32 0,2 2 29 16,0 0-53-16,-1 0-96 0,1-2-89 0,0 1-79 16,-1 1-69-16,1-2-117 0,-1 1-518 0,-8-5-617 15</inkml:trace>
  <inkml:trace contextRef="#ctx0" brushRef="#br0" timeOffset="67506.9639">12004 5336 149 0,'6'-9'387'0,"-3"-1"-69"0,-3 10-40 16,10-13-25-16,-10 13-20 0,6-12-21 0,-6 12-23 15,6-8-32-15,-6 8-33 0,0 0-47 0,5-10 2 16,-5 10-10-16,0 0-27 0,0 0-20 0,0 0 29 0,8 7 1 16,-8-7 2-16,-2 17-1 0,0-5 8 0,-1 4-10 15,-1 0-9-15,0 5-7 0,-2 0-5 0,-2 0-13 16,2 2 2-16,-1-2-1 0,1 2-5 0,0-2 3 15,-1 0-1-15,1-1 0 0,0-1-7 0,1-3-5 0,-1-1 7 0,2-1-1 0,0-2-4 16,0 0 3-16,1-4-1 16,3-8-5-16,-4 17 18 0,4-17 49 0,-5 12 32 0,5-12 29 15,0 0 11-15,-4 12-27 0,4-12-24 0,0 0-15 16,0 0-23-16,0 0-6 0,-7-12-7 16,7 12-8-16,0-21-8 0,0 8-5 0,2-5-6 0,-2 0-9 15,2-4 4-15,2-3 20 0,0 1-27 0,2 0 19 16,-2-1-22-16,3 1 19 0,-1 2-28 0,0 0 26 15,1 0-24 1,-1 3 2-16,1 1-1 0,2 2 6 0,-4 1 1 16,3 2-8-16,-1 3 8 0,1 0 1 0,0 2-2 0,-2 2-4 15,4 2 5-15,-10 4-1 0,18-4-6 0,-18 4 25 16,20 3-22-16,-11-1 19 0,1 5-20 0,2 1 21 16,-2 1-22-16,2 2-1 0,-2 2 5 0,1 1 2 15,-2 1 0-15,2 1-4 0,-2 0 8 0,0 0-4 16,0 2-11-16,1-1 16 0,0 0 1 0,-3 1-1 0,2-3-2 15,-2-1 1-15,-3 1 0 0,2 0-1 0,-1-2 0 0,-1 0-1 16,1-1-2-16,-2-4-2 0,1 3 4 0,-4-11-2 16,4 18 0-16,-4-18-8 0,5 14-94 0,-5-14-83 15,2 10-75-15,-2-10-160 0,0 0-564 0,0 0-581 16</inkml:trace>
  <inkml:trace contextRef="#ctx0" brushRef="#br0" timeOffset="67760.8442">12006 5542 553 0,'-9'-4'467'0,"-1"1"-76"16,10 3-55-16,-13-6-60 0,13 6 3 0,-12-6-54 16,12 6-29-16,-9-6-25 0,9 6-37 15,0 0-20-15,-8-6-23 0,8 6-20 0,0 0-10 0,0 0-15 16,5-13-8-16,-5 13-16 0,18-6 1 0,-8 3-6 15,4-1-5-15,4 1-4 0,1 0 0 16,4-1-2-16,2 2-10 0,2 0 5 0,1-2-1 16,0 3-51-16,0-1-60 0,-1 1-51 0,-1-1-87 0,1 0-93 0,0 0-83 0,-6 1-273 15,1-1-205-15</inkml:trace>
  <inkml:trace contextRef="#ctx0" brushRef="#br0" timeOffset="68477.314">12520 5380 196 0,'0'0'461'0,"0"0"-61"0,-5-13-40 0,5 13-48 16,0 0-26-16,0 0-23 0,-4-8-63 0,4 8-34 15,0 0-46-15,0 0-23 0,0 0-17 0,0 0 24 16,-11 7 15-16,11-7 3 0,-6 14-13 0,5-5-16 0,-3 3 14 16,1-2-20-16,0 3-5 15,2 1-6-15,0-1-19 0,0 0-5 0,1 2-6 16,1 1-9-16,-1-1-9 0,2-1-3 0,-1 2-3 0,1-3-11 0,1 1 3 0,-3-2-6 15,2 0 1-15,-2-1-4 0,0-11-2 16,2 18 2-16,-2-18-6 0,1 14 5 0,-1-14 1 16,1 13 6-16,-1-13-2 0,0 0 8 0,1 12-5 15,-1-12-8-15,0 0 5 0,0 0-2 0,0 0-3 16,0 0-1-16,-13-9 0 0,13 9 0 0,-6-16-6 16,2 5 5-16,1-2 0 0,1-2-2 0,1-1-5 0,1-2 4 0,1 2 1 15,1-2-2-15,1-2 21 0,3-1-23 0,1 1 23 0,1-1-28 16,2 1 25-16,-1 2-25 0,3-1 23 15,-2 3-25-15,2-1 25 0,2 3-24 0,-1 1 21 16,1-1-23-16,-1 6 21 0,1 0-21 0,-3 1 22 0,1 2-24 16,0 4 21-16,-1 0-20 0,-11 1 20 0,23 0-25 15,-14 2 28 1,1 1-22-16,0 1 23 0,-1 1-29 0,0 2 27 16,-2-1-21-16,0 0 21 0,-1 3-23 0,-2-1 24 0,-4-8-25 15,7 17 1-15,-7-17 5 0,5 16 2 16,-5-16-1-16,-3 17 4 0,3-17 2 0,-4 17-2 0,-1-9 0 15,1 0 3-15,-2 0 0 0,-1 1-5 0,-3-3 4 0,2 1 0 16,-1-1-1-16,-1 0-1 0,0-1 3 0,1 0-2 16,-1-1 2-16,10-4 0 0,-13 8-3 0,13-8-7 15,-11 5-5-15,11-5 1 0,-11 6-3 0,11-6 3 0,0 0 5 16,-5 6 0-16,5-6 3 0,0 0-2 0,0 0 4 16,9 8 3-16,-9-8-1 0,11 4 3 15,-11-4-2-15,14 4 2 0,-14-4 0 0,20 6-2 16,-11-3-5-16,3 0 5 0,-3 0 2 0,1 2 0 0,2-1 2 15,-3 0-3 1,-1 2 0-16,4-1-3 0,-5 1 3 0,2-1 2 16,-1 0-3-16,0 0-4 0,-1 0 4 0,-7-5 3 15,12 12-7-15,-12-12 9 0,7 10-2 0,-7-10-1 0,5 10-4 16,-5-10 8-16,0 0 2 0,-5 15-9 16,5-15 6-16,-11 10 1 0,2-4-1 0,-2-1-6 15,-2-1 7-15,-1 1 1 0,-2-1-10 0,-4-1 4 0,2 1 2 16,-4-1-4-16,1 0-9 0,1 0-19 0,0-1-38 0,0-1-41 15,2 1-42-15,4-2-45 0,14 0-81 0,-24-2-112 16,24 2-484-16,-14-5-430 0</inkml:trace>
  <inkml:trace contextRef="#ctx0" brushRef="#br0" timeOffset="68864.2643">13362 5230 598 0,'9'-9'471'0,"-2"1"-71"0,0 1-71 0,-7 7-36 0,9-13-25 16,-9 13-2-16,4-11-26 0,-4 11-46 15,0 0-39-15,-2-15-31 16,2 15-31-16,-9-6-13 0,9 6-16 0,-16 0-13 16,3 3-10-16,-3 1-7 0,-2 4-3 0,-6 1-9 15,-1 4 17-15,-2 2-17 0,-3 3 15 0,1 2-12 16,0 1 5-16,5 1-1 0,3-2-11 0,3 2 13 15,1 1 2-15,5-2 12 0,3-1 6 0,2 0 8 0,3-4 17 16,4 2 23-16,0 0 30 0,4-2 5 0,5-1-5 16,2-1-6-16,7-2 5 0,3-1-21 0,4-1-17 0,3-1-22 15,3-2-2-15,2-1-22 0,1-3-3 0,-1 1-15 16,-4-1 4-16,1-1 30 0,-1 0-50 0,-1-2-10 16,1 2 8-16,-1-2-9 0,-4 0 2 0,-1 0-5 15,-2 0 9-15,0 0-14 0,-2-2 10 0,-4 2-11 0,1 0 11 16,-3 0-20-16,-13 0 6 0,23-1-75 0,-23 1-64 15,18-1-84 1,-18 1-80-16,0 0-30 0,13-3-77 0,-13 3-43 16,0 0-106-16,0 0-337 0,-10-2-475 0</inkml:trace>
  <inkml:trace contextRef="#ctx0" brushRef="#br0" timeOffset="71300.3986">9342 6291 274 0,'-12'-7'495'15,"12"7"-96"-15,-12-6-88 0,12 6-30 0,-13-9-40 16,13 9-34-16,-13-6-26 0,13 6 12 0,-12-6-15 15,12 6-24-15,-9-4-24 0,9 4-25 0,0 0-20 16,-10-6-20-16,10 6-2 0,0 0-16 0,0 0-8 0,0 0 4 0,0 0-2 16,7-9-4-16,-7 9-7 15,23-4 5-15,-7 2-3 0,3 0-9 0,6 0 0 0,0-1-4 16,10-2-4-16,-6 2-7 0,6 0 0 0,-2 0-2 16,2 1-3-16,-1-1 5 15,-3 0-3-15,-1 2-4 0,0-3-4 0,-1 3 5 16,-2-2 1-16,0 2 10 0,-4-2-13 0,-3 2 7 0,-1-2-14 15,-5 3 11-15,1 0-14 0,-3-2 10 0,-12 2-31 16,21-2-9-16,-21 2-31 0,12-3-1 0,-12 3-33 16,0 0 27-16,0 0 36 0,0 0-8 0,0 0 10 0,0 0 5 15,0 0 8-15,-13-4 5 16,13 4-3-16,-14 0 12 0,14 0 1 0,-14 0 5 0,14 0-1 16,-15 2 2-16,15-2 3 0,-13 1-9 0,13-1 9 0,-13 0 2 15,13 0-3-15,0 0 3 0,-16 1-4 0,16-1 7 16,-10 3-13-16,10-3 13 0,0 0-4 0,-14 4-11 15,14-4 14-15,-8 7-4 0,8-7 5 0,-6 10-1 16,6-10 1-16,-6 13-1 0,6-13 1 0,-2 20 0 16,2-8-6-16,1 1 5 0,3 4 2 0,0 1 0 15,0 2-3-15,2-1 4 0,0 2-3 0,0 1-2 16,3-1-6-16,-2 0 13 0,1 0-2 0,0-1-2 0,0 1 2 16,-1-1-1-16,-1-1 15 0,0-4-27 0,-2 0 22 0,1 0-9 15,-2-1 5-15,0-2-10 0,-2-1 14 0,-1-11-18 16,0 17 23-16,0-17 19 0,-5 18 42 0,-1-9-10 15,0-2 0-15,-2 0 2 0,-2-2 7 0,-2 1-18 16,-2-2 6-16,-2 0-27 0,-1 0 9 0,-3-3-23 16,1 0 10-16,-1-1-19 0,0-1 12 0,0 0-22 0,0-1 20 15,1 0-23 1,2-1 20-16,1-1-25 0,2 0 22 0,1-1-14 16,2 1 10-16,2-1-25 0,0 0 3 0,9 5-64 15,-9-12-65-15,9 12-36 0,-1-13-131 0,1 13-80 0,10-15-525 16,0 7-474-16</inkml:trace>
  <inkml:trace contextRef="#ctx0" brushRef="#br0" timeOffset="71717.0184">10140 6501 183 0,'0'0'574'16,"-8"-15"-157"-16,4 8-82 0,-1-2-51 0,0-1-42 16,0 0-48-16,5 10-11 0,-5-19-1 0,4 7-31 15,1 12-24-15,0-22-24 0,3 11-19 0,0 2-19 16,3-1-4-16,-1 2-46 0,2 2 14 0,0 0-2 0,1 1-4 16,-8 5-5-16,19-3-3 0,-19 3-2 15,22 3-3-15,-11 2-7 0,2 2 2 0,-2 0-3 16,0 4 3-16,-1 1-8 0,-1-2 2 0,0 2-1 0,0 0-4 0,-3 1 5 15,-1 0 5-15,-2-1-7 0,-1-1 3 0,-1 1-1 16,-1-12 5-16,-1 23 2 0,-1-14 23 0,-2 2-9 16,0-2 20-16,-2 0-9 0,0-1 14 0,-1 1-17 15,-2-3 10-15,-1 0-15 0,-2 0 13 0,0-1 2 16,-1-1 34-16,1 0-32 0,-1-3 23 0,2 1-30 16,-1-1 11-16,12-1-22 0,-23 0 23 0,23 0-26 0,-19-4 18 0,19 4-27 15,-15-7 2-15,15 7-8 0,-9-11-2 0,9 11-4 16,-5-11 0-16,5 11-13 0,3-16-48 0,3 7-75 15,1-2-64-15,1 1-152 0,4 0-88 0,2-2-456 16,0 0-463-16</inkml:trace>
  <inkml:trace contextRef="#ctx0" brushRef="#br0" timeOffset="72170.6969">10539 6472 473 0,'0'0'548'0,"0"0"-137"0,0 0-79 16,2 13-48-16,-2-13 0 0,0 0-26 0,0 0-14 16,0 0-23-16,2 12-29 0,-2-12-28 0,0 0-31 15,0 0-27-15,0 0-15 0,8 6-16 0,-8-6-12 16,11 3-17-16,-11-3-6 0,16 0-5 0,-16 0-14 0,23-2-5 16,-9 2 2-16,-2-1-5 0,2-1-5 0,-1 0-1 15,0 0 1-15,0-1-8 16,0 1 4-16,0-1-1 0,-2-1 0 0,-1-1-6 15,1 0 7-15,-2 0-5 0,-1-1-24 0,-1-1 6 0,-7 7 1 16,11-15-2-16,-11 15 2 0,5-13 5 0,-5 13 2 16,0-15 3-16,0 15-2 0,-5-14-1 0,5 14 1 15,-10-14-4-15,10 14 9 0,-14-9-2 0,5 5 2 0,9 4 0 16,-20-4 1-16,20 4 2 0,-24 3-3 0,11-1 4 16,-2 3-6-16,1 1 7 0,-1 2 0 0,1 0 0 15,-2 5-1-15,2-1 2 0,1 1 1 0,0 1-6 0,2 0 7 16,-1 1 4-16,5-1-1 15,0 0 1-15,2-1 17 0,2 0-13 0,0 1 22 16,3-3-7-16,2 1 38 0,2-1-28 0,2 1 13 16,3-2-23-16,4 0 24 0,3-1-38 0,4-2 24 0,3 0-29 0,1 0 21 0,6 0-28 15,5-1 23-15,-1-2-24 0,1-1 13 0,0 2-22 16,1-3 20-16,-2 2-22 0,-2-3 13 0,-2 0-75 16,0 1-73-16,-2-2-82 0,-5 0-110 0,0-1-70 15,-4 0-570-15,0-1-572 0</inkml:trace>
  <inkml:trace contextRef="#ctx0" brushRef="#br0" timeOffset="74580.4395">11887 6334 375 0,'2'-12'394'16,"-2"12"-72"-16,2-19-53 0,-2 19-27 0,2-21-37 16,-2 21-26-16,0-19-37 0,0 19 23 0,0-18-30 15,0 18-3-15,-2-16-25 0,2 16-5 0,0-13-32 16,0 13 2-16,-2-12-30 0,2 12 1 0,0 0-18 16,0 0 6-1,0-12-29-15,0 12 20 0,0 0-15 0,0 0-1 0,2 12-1 16,-2-12 0-16,2 18 0 0,0-6-11 15,-2 4 13-15,2 1 15 0,-1 0-5 0,0 2 2 16,0 1 2-16,-1 4 18 0,2 1-7 0,-2-1 6 0,0 0-7 16,-2 0 8-16,1 1-17 0,0-2 11 0,0 1-12 15,-1-1-7-15,0-3-4 0,0-1 12 0,0-1-14 16,-1 0 11-16,1-1-19 0,0-2 13 0,0 0-11 0,-3-3 14 0,4 0-18 16,1-12 12-16,-4 20-11 0,4-20 10 0,-2 15-13 15,2-15 16-15,0 14-10 0,0-14 13 16,-2 10 14-16,2-10 32 0,0 0-15 0,0 12 37 15,0-12-15-15,0 0 4 0,0 0-20 0,0 0 8 0,0 0-30 16,8 5 10-16,-8-5-27 0,13-5 18 0,-4 1-27 16,3-1 15-1,1-1-22-15,4-1 21 0,3 0-25 0,0-1 16 16,3 0-25-16,1 1 25 0,5 0-22 0,1-2 0 0,-1 2 18 16,1 1-20-16,-3 0 2 0,0 0-19 15,-2 2-36-15,0-1-44 0,-2 1-39 0,-5 0-34 0,1 0-66 16,-6 1-14-16,0 0-74 0,-3 1-83 0,-10 2-318 15,17-5-247-15</inkml:trace>
  <inkml:trace contextRef="#ctx0" brushRef="#br0" timeOffset="75155.7483">12473 6403 246 0,'0'0'584'16,"-3"-11"-145"-16,3 11-101 0,0 0-64 0,-4-8-62 0,4 8-39 16,0 0-26-16,0 0-11 0,0 0 23 0,0 0-24 15,-6 5 0-15,6-5-24 0,2 13-20 16,-2-13-26-16,2 17-4 0,0-7-7 0,2 2-2 0,-1 0-6 16,1 0-7-16,1 1-6 15,2 0-4-15,-3-1-10 0,1 1-3 16,1-1 10-16,-2 1-14 0,1-3 8 0,-1 0-14 0,0 1 8 15,0-2-13-15,-4-9 12 0,6 16-16 0,-6-16 11 16,2 12-7-16,-2-12 8 0,5 11-15 0,-5-11 4 16,0 0 5-16,2 12 16 0,-2-12-14 0,0 0 15 15,0 0-21-15,0 0 15 16,0 0 1-16,0 0 9 0,0 0-16 0,-9-8-6 0,9 8 2 16,-8-17-8-16,5 7 6 0,-2-5 2 0,3 0-9 0,-3-1 6 0,3-3 0 15,0 0 0-15,0-3-7 0,0-2 6 0,0 4 1 16,2-2-12-16,2-1 16 0,-2-1-5 0,2 2 0 15,2 0 11-15,-2 4-12 0,1-1 11 0,1 3-14 16,2 0 15-16,0 1-16 0,-2 1 12 0,3 2-27 16,0 1 30-16,4 1-16 0,-2 1 13 0,2 1-9 15,3 1 11-15,-1 3-18 0,1 1 15 0,-1 2-14 16,1 1 13-16,-1 1-16 0,-2 2 12 0,3 2-11 16,-1 1-6-16,1 1 9 0,-3 3-1 0,0-2 1 15,-1 3 3-15,-2 1 0 0,-1 0 4 0,-1 1-11 16,-1-3 9-16,-2 2 3 0,-3-1-6 0,-2 1 7 15,-2 0 2-15,0 0 0 0,-5 1-7 0,-1 0 7 16,-4-1 3-16,0 0-8 0,-6-1 5 0,-1 0-3 0,-3 0 2 0,-1 0-7 16,3-1 6-16,-1-4-2 0,3 3-2 0,0-3 2 15,5 0-5-15,0-1-9 0,5-2-68 0,-2 2-47 16,12-5-38-16,-13 6-98 0,13-6-107 0,0 0-485 16,0 0-405-16</inkml:trace>
  <inkml:trace contextRef="#ctx0" brushRef="#br0" timeOffset="75892.0411">12967 6375 696 0,'0'0'533'15,"0"0"-124"-15,0 0-78 0,0 0-61 0,0 0-63 0,2-9-54 0,-2 9-25 16,0 0-23-16,0 0 22 0,0 0 28 0,0 0-25 15,-4 13-18-15,4-13-7 0,0 15-17 0,0-15-7 16,-4 22 5-16,3-10-12 0,1 1-18 0,0 0-6 16,0 1-5-16,0 2-13 0,0-3-2 0,0 3 15 15,1 0-29-15,0-2 14 0,0 0-23 0,1-2 18 16,-2 3-27-16,0-4 23 16,0 0-24-16,0-11 20 0,2 21-24 0,-2-21 23 15,2 15-22-15,-2-15 21 0,0 14-18 0,0-14 21 16,2 11-19-16,-2-11 23 0,0 0 3 0,2 12 47 15,-2-12-34-15,0 0 16 0,0 0-38 0,0 0 19 16,0 0-29-16,0 0 18 0,-6-15-27 0,6 15 1 16,-2-20-1-16,0 8-2 0,1-3-2 0,0-2 2 15,0-1 3-15,1-1-4 0,2-1 3 0,1-1 1 0,-1-3 2 0,0 3-1 16,2-1 0-16,1 2-4 0,2 2 1 0,-2 2 5 16,1 1-1-16,-2 1 1 0,3 2-4 0,0 0 5 15,-2 4-1-15,1 0-5 0,1 1 4 0,-7 7 1 16,16-8 0-16,-16 8-4 0,13-2 1 0,-13 2 0 15,16 2-4-15,-16-2 8 0,18 8-1 0,-10-2-2 16,2 1 1-16,-1 0 1 16,-1 2 1-16,2 0-8 0,-1 0 8 0,-3 1-2 15,1-1 3-15,0 0-1 0,-2 0-3 0,1-1 2 16,-1 0-5-16,-1 1 5 0,-4-9-1 0,10 13-1 16,-10-13-2-16,6 12 4 0,-6-12-1 0,5 8-3 15,-5-8 7-15,0 0 6 0,6 10-1 0,-6-10 3 16,0 0-3-16,0 0 0 0,0 0-5 0,0 0-1 15,16-5 3-15,-16 5-4 0,7-15-1 0,-3 5-3 0,1-1 1 0,1-3 2 16,1 2-1-16,-2-1 0 0,2 0-1 0,1 0 0 16,-3 1-1-16,4 1 2 0,-4 3 1 0,1-1-2 15,-2 1-1-15,-4 8 1 0,12-9-2 0,-12 9 1 16,9-3-6-16,-9 3 9 0,11 4 1 0,-11-4 0 16,12 10 1-16,-6-1 16 0,-1-1-1 0,1 3 0 0,0 0 4 15,0 3-1-15,0-1 0 0,-3 2-1 0,3-1-6 0,-2 1 24 16,1 2-36-16,-1-2 26 0,1 3-27 0,-2-1 20 15,1-2-32-15,0 2 27 0,-1-1-26 0,1 0 17 16,0-1-18-16,2-1 22 16,-2 0-96-16,-2-3-67 0,2 1-79 0,-1-3-54 15,-3-9-54-15,6 19-148 0,-6-19-495 16,4 12-574-16</inkml:trace>
  <inkml:trace contextRef="#ctx0" brushRef="#br0" timeOffset="78995.9735">9258 7136 296 0,'0'0'248'0,"0"0"-57"0,-12-4 3 16,12 4-30-16,0 0 7 0,-13-4-37 0,13 4 14 16,0 0-46-16,-13-3 15 0,13 3-19 0,0 0 4 0,-10-6-3 15,10 6-9-15,0 0 6 0,0 0-11 0,-10-5-11 16,10 5-26-16,0 0 3 0,0 0-10 0,0 0-5 0,0 0-5 16,-9-5-9-16,9 5-3 0,0 0-4 0,11-5-4 15,-11 5 3-15,18-5 2 0,-2 0-3 0,2 2-6 16,7-2 2-16,7-3-4 0,6 2 2 0,5 1-4 15,5-2 0-15,1 1 2 0,2-1-4 0,-1 2 1 16,-1 1-1-16,0 0 1 0,-3 0 1 0,-8 0-1 0,1 0-1 16,-4 1-2-1,-6 2 2-15,-1 0 5 0,-4-2-6 0,-3 2-4 16,-2 1 1-16,-3 0 2 0,-2-2-5 0,-2 2 2 16,-12 0 1-16,15-1-29 0,-15 1 4 0,0 0-27 15,0 0-17-15,0 0-12 0,0 0-16 0,-9 3 4 16,9-3-8-16,-25 3 41 0,12-2 0 0,-4 1 24 15,-1 1-19-15,0-1 33 0,0 2-10 0,-1-3 19 0,-1 1-8 16,2 1 16-16,-1-2-45 0,1 2 60 0,-2-1-10 0,2-1 16 16,1 1-18-16,1 2 26 0,2-4 12 0,1 0 46 15,13 0-1-15,-22 3-6 0,22-3-12 0,-17 2-18 0,17-2-4 16,-14 2-5-16,14-2-10 0,-12 5 2 16,12-5-11-16,-6 8 9 0,6-8 2 0,-3 15 4 15,3-15-3-15,2 21-3 0,0-9 11 0,3 2-2 16,-2 2-5-16,4 0-11 15,-1 3 6-15,-1 1 5 0,1-1-12 0,0 1 0 16,1 1-1-16,-2-1-1 0,-1-1-6 0,0-1-16 16,-1-1 20-16,0 0-20 0,-2-1 20 0,1-1-11 0,-2-2 19 15,-1 1 9-15,0-1 6 0,-1-3-4 16,-2 2-3-16,1-2 14 0,-3 2-11 0,-3-2-6 16,0 0 5-16,-2-2 4 0,-4 1-10 0,1-2 14 0,-4-1-19 15,-2 0 13-15,-2-1-12 0,-2-2 13 0,2-1-15 0,2-2 10 16,-1 2-19-16,-1-4 16 0,3 1-28 0,0-2 21 15,2 0-10-15,1 0 16 16,4-2-20-16,0 1 11 0,4-1-24 0,8 5 11 0,-10-9-16 16,10 9-42-16,0 0-66 0,5-18-133 0,2 12-158 15,3-2-349-15,3 2-279 0</inkml:trace>
  <inkml:trace contextRef="#ctx0" brushRef="#br0" timeOffset="79436.1421">10147 7479 407 0,'0'0'448'0,"-5"-11"-92"16,5 11-56-16,-6-11-44 0,6 11-42 15,-8-16-38-15,4 7-5 0,-1 1-18 0,-1-1-39 16,2 0-1-16,0 0-21 0,0 0-17 0,4 9-17 0,-7-16-11 15,7 16-13-15,-3-14-8 0,3 14-8 0,0 0 4 16,1-15-3 0,-1 15-6-16,0 0 2 0,9-7-3 0,-9 7-9 15,11 2 0-15,-11-2 6 0,15 8-3 0,-7-1 2 16,-1-2 13-16,3 5-22 0,-1 0 20 0,-1 0-28 0,-1 2 22 16,2-2-14-16,-2 2 13 0,-2-2-13 15,1 0 11-15,-3 1-16 0,2-1 10 0,-5-10-4 0,3 19 12 16,-3-19-13-16,0 18 13 0,0-18 0 0,-4 15 12 15,4-15-12-15,-9 14 19 0,9-14-15 0,-13 12 14 0,5-8-14 16,-3 0 9-16,0 0-9 0,-2-1 9 0,0-2-10 0,0-2 8 16,-2 2-8-16,2-2 12 0,-2-1-18 0,3 1 27 15,-2-2-15-15,3 0 7 0,2-2-17 0,-1 1 6 16,3-2-15-16,1-1 8 0,6 7-15 16,-5-12 10-16,5 12-23 0,4-19 16 0,1 11-84 0,4-3-90 15,3 0-96-15,2-1-137 0,3-2-445 0,0 1-401 0</inkml:trace>
  <inkml:trace contextRef="#ctx0" brushRef="#br0" timeOffset="79877.3019">10455 7404 111 0,'0'0'555'0,"0"0"-159"0,-1 11-85 16,1-11-48-16,0 0-24 0,0 0-27 0,0 0-28 0,0 14-23 15,0-14-32-15,0 0-7 0,0 0-38 0,0 0 0 16,10 6-34-16,-10-6 11 0,0 0-27 16,19 0-7-16,-19 0-7 0,20-3-8 0,-9 2 4 15,3-1-5-15,-3-2 2 0,3 1-9 0,-1-2 4 0,1 1-3 0,-1-2-9 16,-2 1 8-16,1-3 4 0,-1 0-8 0,-2 0 1 0,0 1 2 16,-4-3-3-16,0 2-3 0,-1-1 3 15,0 1-1-15,-4 8 0 0,1-17 2 0,-1 17 0 0,-1-14-10 16,1 14 7-16,-5-13-4 0,5 13 9 0,-11-10-1 15,11 10 1-15,-15-6-3 0,15 6 6 0,-18 0-4 16,6 2-1 0,0 1 24-16,-4 4 17 0,2 0 15 0,-4 2-7 0,2 3 35 15,-1 0-12-15,2 1 16 0,1 2 22 16,1 0 4-16,0 0-28 0,2-1 5 0,3-1-11 16,0 2 8-16,1-1-21 0,2 1 45 0,1-3-32 0,3 1 16 15,0-1-30-15,3 0 19 0,3-1-29 0,1 0 18 16,6-1-38-16,1-1 14 0,4-4-30 0,4 2 16 15,3 0-32-15,3-2 22 0,1-1-14 0,1-1-10 0,2 0-16 0,-1-2-112 16,1-1-113-16,-2 0-79 0,1 0-72 16,0-4-115-16,-2 2-546 0,4-5-668 15</inkml:trace>
  <inkml:trace contextRef="#ctx0" brushRef="#br0" timeOffset="80762.4024">11767 7214 501 0,'-2'-11'384'0,"-4"4"-58"16,6 7-44-16,-7-12-40 0,7 12-41 0,-5-12-38 0,5 12-37 15,-6-7-21-15,6 7-28 0,0 0 3 0,0 0 1 16,0 0-12-16,-9 4 13 0,9-4-1 16,-5 17-8-16,3-4-10 0,0 2-11 0,0 3 1 15,-2 1 10-15,1 4-6 0,0 0 4 0,-1 0-1 16,1 0-1-16,0 1-20 0,0-1 3 0,1 0-16 0,-1-1 6 0,1-3-14 15,0 1 4-15,-1-3-17 0,1-1 13 0,2-1-16 16,0-2 8-16,-2-1-15 0,1-2 20 0,1-10-11 0,-1 19 11 16,1-19-7-16,-1 15 56 0,1-15-2 0,-2 9 4 15,2-9-30-15,0 0 7 0,0 0-24 16,0 0 8-16,0 0-17 0,2-11 15 0,-2 11-27 0,1-18 15 16,1 4-18-16,2-1 13 0,0-2-21 0,0-5 8 0,2-2-1 15,1-5-5-15,0 1 4 0,2-2 3 0,0 1 1 16,0 0-5-16,2-1 6 0,-2 2 1 0,1-1 0 0,2 3 0 15,0 0-2-15,-1 3 2 0,0 4-4 0,0 1 5 16,0 2-2-16,0 1 2 0,-2 4 0 0,2 3 1 16,1 1-3-16,-3 3-10 0,2 2 11 15,-11 2 2-15,24 3-1 0,-10 4-4 16,-1 0 7-16,4 4 0 0,-2 2 2 16,-1 2 18-16,0 0-9 0,1 2 4 0,0 4 10 15,2 0 1-15,-4 1 0 0,3-3 0 0,-3 3-4 16,0-1-11-16,1-3 4 0,-3 0 15 0,1 1-22 0,-1-3 9 15,-2 1-17-15,1-1 18 0,-2-2-29 0,-1-1 25 16,-1-1-24-16,0 1 14 0,0-2-22 0,-2-3-34 16,-1 2-123-16,-3-10-100 0,4 15-122 0,-4-15-196 0,0 13-264 0,0-13-402 15</inkml:trace>
  <inkml:trace contextRef="#ctx0" brushRef="#br0" timeOffset="80982.5018">11815 7429 559 0,'-14'-2'484'0,"3"-1"-104"0,11 3-28 0,-19-4-37 0,19 4-49 16,-13-5-55-16,13 5-18 0,-8-5-31 0,8 5-23 0,0 0-14 16,0 0-25-16,2-13-11 15,-2 13-12-15,18-9-16 0,-3 4-7 0,3 2-21 16,7-1-6-16,0 0-5 0,4 1-7 0,3 1-11 15,4 1 5-15,3 1-6 0,1 0-78 0,0 0-93 0,0 1-126 16,1 0-129-16,-1 2-434 0,0-2-405 0</inkml:trace>
  <inkml:trace contextRef="#ctx0" brushRef="#br0" timeOffset="81721.1411">12693 7304 372 0,'0'0'483'0,"-5"-10"-80"16,5 10-84-16,-6-9-52 0,6 9-33 0,0 0-50 16,-10-7-43-16,10 7-33 0,0 0 25 15,0 0-7-15,-9 4-15 0,9-4 21 0,-4 12 2 0,4-12-5 16,-2 17-12-16,2-17-3 0,2 24-28 0,-2-10 26 16,2-2-24-16,0 3 6 0,1 0-38 0,-1 1 1 15,2 1-19-15,1-3 15 0,-2 1-31 0,1 0 15 0,0-1-28 16,-2 1 16-16,1-5-21 0,-1 0 16 0,2 0-27 15,-4-10 26-15,3 15-21 0,-3-15 21 0,5 12-26 0,-5-12 30 0,2 12 22 16,-2-12 44-16,0 0-16 0,0 0 13 0,2 10-18 16,-2-10-14-16,0 0-10 0,0 0-7 15,-9-13-16-15,9 13-21 0,-7-14 24 0,1 3-30 16,1-3 17-16,-1 0-22 0,0-3 25 0,2-2-37 16,-1-2 16-16,1 0 0 0,2 2 0 0,2-2 3 15,-2 3-4-15,4-3 5 0,0 2-1 0,0-2 2 16,5 0 0-16,0 3 0 0,0 0 0 0,2 1-2 15,1 2 4-15,2 2-1 0,-3 2-2 0,5 2 2 16,-3-1-1-16,0 3 3 0,3 0-4 0,-1 3-4 0,-1 1 3 0,-1 0 0 16,-11 3 0-16,23 0-1 0,-23 0 0 0,21 3-1 15,-11 2-1-15,-1-1 5 0,-1 2 1 0,-3 1 0 16,2-1 1-16,-3 5-2 0,-4-11 0 0,5 17-4 16,-5-17 2-16,0 19 5 0,0-19 0 0,-4 19-4 15,1-10 3-15,1 3 0 0,-5-2-3 0,4 0 30 16,-3 1-28-16,2-1 19 15,-1-1-25-15,3 0 24 0,-3-1-26 0,0 1 22 16,5-9-22-16,-4 15 26 0,4-15-26 0,-5 12 24 16,5-12-24-16,-1 13 24 0,1-13-28 0,0 0 31 15,1 16-30-15,-1-16 29 0,5 9-28 0,-5-9 28 16,6 9-28-16,-6-9 26 0,10 7-27 0,-10-7 27 16,9 9-29-16,-9-9 27 0,16 9-32 0,-16-9 36 15,13 10-28-15,-4-6 28 0,0 1-26 0,0 2 23 0,0-2-25 0,-1 0 25 16,0 2-30-16,1-1 28 0,-1 0-22 0,-1-1 24 15,1 2-26-15,0-2 24 0,-8-5-24 0,11 12 21 16,-11-12-19-16,10 11 24 0,-10-11-24 0,8 9 19 16,-8-9-20-16,2 7 28 0,-2-7-31 0,0 0 29 15,-2 13-22-15,2-13 21 0,-10 5-23 0,10-5 25 16,-19 6-26-16,6-5 18 16,-3 1-16-16,-3-1 23 0,-2 1-2 0,-2-2-7 15,-4 1 3-15,0-2-2 0,-2-1-3 0,-1 1-1 16,-1-2-3-16,2 0-21 0,0 0 19 0,4 0-51 15,0-1-45-15,5 1-82 0,3 0-49 0,0 0-71 16,5 1-133-16,2 0-44 0,10 2-475 0,-13-6-536 16</inkml:trace>
  <inkml:trace contextRef="#ctx0" brushRef="#br0" timeOffset="82121.9216">13411 7197 255 0,'6'-9'527'15,"-6"9"-109"-15,4-11-70 16,-4 11-51-16,0 0-37 0,0-17-47 0,0 17-40 16,-7-11-22-16,7 11-10 0,-12-8-35 0,12 8-13 15,-15-5-20-15,15 5-12 0,-18 2-11 0,7 1 14 0,-1 3-5 16,-1 1 7-16,-1 4 46 0,1 2-10 0,2 1 11 15,-1 1 5-15,1 2-10 0,3 1 5 0,-4 1 4 16,5 1 26-16,-1 1-47 0,3 1 23 0,-2-2-39 0,3-1 16 16,1 0-29-16,3 1 17 0,0-3-4 0,0 2-8 15,3-1 13-15,1-2 6 0,5 2-14 0,0-2-12 16,0 0-1-16,3 0-14 0,1-4-9 0,3-1-3 16,-3-1-3-16,5-2-5 0,0 2-6 0,0-2-5 15,-1-2-7-15,0-1-3 0,-2 0 3 0,3 0 0 0,1-1-5 0,-2 0-1 16,2-2-6-16,-2 0 1 0,-1 1-8 0,-1-1 5 15,-1-1-3-15,-1 1-1 0,-1-2-6 0,-12 0-63 16,22 3-94-16,-22-3-60 0,16 1-63 0,-16-1-62 16,13 2-80-16,-13-2-53 0,0 0-136 0,0 0-305 15,0 0-501-15</inkml:trace>
  <inkml:trace contextRef="#ctx0" brushRef="#br0" timeOffset="84473.7002">9575 7831 60 0,'4'-13'377'16,"-4"13"-93"-16,2-11-30 0,-2 11-8 0,2-11-4 16,-2 11-14-1,0 0-39-15,0-17-42 0,0 17-23 0,-2-11-25 16,2 11-5-16,0 0-18 0,-4-14-5 0,4 14-7 0,-5-7-18 0,5 7-5 15,0 0-9-15,-13-4-6 0,13 4-8 0,-12 1 1 16,12-1-4-16,-19 9-10 0,8-3 7 0,0 2-5 16,-2 0 0-16,2 2 0 0,0 1-2 15,-2 0 0-15,1 1-7 0,2-2 7 0,1 2-1 0,0 1 3 16,2-2-5-16,0 1-1 0,3-4 3 0,1 4-9 16,3-12 11-16,-3 20-1 0,3-20-5 0,2 18 4 15,1-9-1-15,2 0 3 0,2 1-11 0,0 1 13 0,0-4-7 16,2 2 4-16,1 1 1 0,0-3-6 15,0 3 0-15,-1-3-7 0,0 0 10 0,-1 0-1 16,0-1 5-16,-1 1-10 0,-7-7 1 0,12 10-9 16,-12-10 3-16,9 11 12 0,-9-11-1 0,9 9-2 0,-9-9 3 0,4 7 1 15,-4-7-4-15,0 0-7 0,0 0 13 0,0 15-1 16,0-15 0-16,-6 7-9 0,6-7 6 0,-11 8 4 16,11-8-5-16,-15 6 0 0,15-6 1 0,-18 7-4 15,7-6 3-15,0 2-1 0,0 0-3 0,1 0 3 16,-2-1 0-16,1-1-14 0,11-1-33 0,-20 3-109 15,20-3-35-15,-19 4-100 16,19-4-404-16,-16 0-200 0</inkml:trace>
  <inkml:trace contextRef="#ctx0" brushRef="#br0" timeOffset="86492.3976">9723 7878 253 0,'3'-10'495'0,"-3"10"-106"15,4-15-65-15,-4 15-47 0,3-13-16 0,-3 13-30 16,2-11-36-16,-2 11-48 0,0 0-30 0,2-11-19 16,-2 11-22-16,0 0-16 15,0 0-13-15,0 0-7 0,0 0-13 0,0 0-7 16,4 10 4-16,-4-10-4 0,-2 19-6 0,2-6-1 15,0 1-1-15,-1 0-5 0,-1 2-4 0,1 1 11 16,-1-2-4-16,-1 4-1 0,0-2 2 0,0-1-3 16,0 2-22-16,0-2 18 0,-1 0 9 0,1-3-3 15,1 0-3-15,-1-1 0 0,1-2-4 0,2-10 2 16,-3 18-9-16,3-18 26 0,-3 14-14 0,3-14 8 0,-2 10-9 0,2-10 10 16,0 0-14-16,-2 13 11 0,2-13-14 0,0 0 11 15,0 0-15-15,0 0 1 0,16-6-5 0,-10 0 5 16,2-1 1-16,1-2 0 0,0-3-2 0,1 1 1 15,0 0 0-15,-1 0-7 0,1-1 11 0,-1 0-2 16,0 2 1-16,-2 0 0 0,1 2 1 0,-2-1-3 16,0 3-4-16,-6 6 6 0,9-11-5 0,-9 11 6 15,6-8-5-15,-6 8-3 16,0 0 3-16,10-7-11 0,-10 7 7 0,0 0 10 0,0 0-2 16,9 4 3-16,-9-4-4 0,0 0 5 0,5 9-11 15,-5-9 6-15,0 0 7 0,4 13-1 0,-4-13-1 16,0 0-1-16,6 14 0 0,-6-14-5 15,5 9 4-15,-5-9 4 0,6 5 1 0,-6-5-3 0,8 6 0 16,-8-6 0-16,12 6-24 0,-12-6 20 0,13 1 7 16,-13-1-2-16,16-1-1 0,-16 1 0 15,15-5 0-15,-15 5 1 0,17-5-7 0,-9-1 3 0,-1 2-1 0,-1-4 7 16,2 2-3-16,-2-2-4 0,0-3 0 0,-1 3-2 16,0 0 4-16,-1-1 1 0,1-1-3 0,-5 10 4 15,7-13-6-15,-7 13 8 0,5-12-7 0,-5 12 4 0,4-9-4 16,-4 9 4-16,0 0-7 15,4-8-3-15,-4 8 4 0,0 0 2 0,0 0 2 16,0 0 1-16,0 0 0 0,0 0 3 0,0 0-8 16,0 16 7-16,0-16 1 0,0 0-1 0,3 12-5 0,-3-12 7 15,0 0-1-15,4 14-5 0,-4-14 7 16,5 8 1-16,-5-8-2 0,7 7 1 0,-7-7 0 16,7 7-3-16,-7-7-5 0,9 4 0 0,-9-4 8 0,12 3-8 15,-12-3 5-15,11 3 12 0,-11-3-17 0,0 0-7 0,17-1 7 16,-17 1 5-16,10-5-2 0,-10 5 2 0,9-7-3 15,-9 7-1-15,10-9-3 0,-10 9-1 0,7-10 8 0,-7 10 2 16,6-9-5-16,-6 9 0 0,5-8 1 16,-5 8 0-16,0 0-7 0,7-8 5 0,-7 8 0 15,0 0 7-15,0 0-4 0,11 4 6 0,-11-4 11 16,6 10-6-16,-6-10 1 0,5 16 6 0,-2-5 1 0,-1 1-5 0,0 1-2 16,-1 2 12-16,0 2-14 0,-1 3 10 0,-1 0-17 15,-1 2 12-15,-1 3-14 0,-1-2 12 0,-1 1-13 16,-1 1 11-16,-4 1-16 0,3-4 12 0,-1-1-11 0,-3 3 8 15,-2-1-15-15,1 1 14 0,-1-5-8 16,1-1 12-16,-1-1-16 0,-3-2 15 0,2-1-12 16,-2 0 11-16,1-3-13 15,-2 0 13-15,5-2-23 0,-2-2 27 0,3-2-13 16,-1-1 12-16,2-1-18 0,10-3 16 0,-15 2-11 16,15-2 10-16,-14-6-11 0,14 6 10 0,-6-11-18 15,6 11 17-15,-1-17-16 0,4 6 19 0,1-1-18 0,2-2 12 16,2 0-14-16,2-1 12 0,1 0-6 0,3 0 2 15,0-1-8-15,1 1 11 0,3-4-10 0,2 3 4 16,0 0-30-16,2-1 12 0,0 0-32 0,-2 4 21 0,3-5-18 16,2 3 6-16,0-1 7 0,0-1-1 0,-1 0 13 15,-2 3 4-15,0-3 5 0,0 1 3 0,-5 3 5 16,0 2 5-16,-2-1-6 0,1-1 6 0,-5 5 4 0,1-1 0 16,-3 0 0-16,-2 3 2 0,0-1 2 0,-7 7-8 15,12-13 1-15,-12 13 4 0,6-10 0 0,-6 10 2 16,0 0 3-1,3-13-3-15,-3 13-6 0,0 0 0 0,-9-5 9 0,9 5-2 16,-12 1 2-16,3 5 10 0,1-1 6 16,-4 1-8-16,2 2 3 0,-1 2 10 0,0-1 11 15,1 1-4-15,1 3-3 0,-1-2 5 0,3 1-13 16,1 1 21-16,0 1-15 0,2-3 9 0,0 1-18 0,0-2 9 16,3 2-10-16,1-12 5 0,0 22-13 0,0-22 13 15,2 19-16-15,3-11 8 0,-5-8-14 0,10 14 14 0,-4-7-16 16,-6-7 8-16,15 10-10 0,-7-5 12 0,-8-5-12 0,15 6 13 15,-15-6-19-15,17 3 19 0,-17-3-11 16,14-2 14-16,-14 2-17 0,16-6 10 0,-8 1-10 16,-8 5 11-16,14-12-14 0,-8 4 13 0,0-1-14 0,-2-1 4 15,0 0 1-15,0 1 0 0,1-1-2 0,-2 0 3 16,-3 10 3 0,6-17-11-16,-6 17 15 0,4-14-1 0,-4 14-1 15,2-10-7-15,-2 10 4 0,3-9 0 0,-3 9-1 0,0 0-2 16,2-11-2-16,-2 11 1 0,0 0-6 0,0 0 7 15,0 0 4-15,0 0 1 0,0 0-1 16,8 5-1-16,-8-5 3 0,0 0 1 0,7 13-2 16,-7-13 0-16,5 11 0 0,-5-11 3 0,6 10 9 0,-6-10-12 15,8 9 8-15,-8-9-13 0,10 9 16 0,-10-9-14 16,9 6 10-16,-9-6-12 0,9 7 10 0,-9-7-10 16,0 0 6-16,14 4-7 0,-14-4 14 0,0 0-10 0,0 0 8 15,16-1-18-15,-16 1 18 0,7-8-11 0,-7 8-3 16,8-9 5-16,-8 9 2 0,7-16-1 0,-7 16-9 15,6-18 9-15,-3 10-2 0,-3 8 0 0,5-18 4 0,-5 18-2 16,4-13 1-16,-4 13-6 0,4-12 6 0,-4 12 2 16,3-8-5-16,-3 8 4 15,0 0-4-15,0 0 0 0,5-11-6 0,-5 11 8 0,0 0 2 16,0 0 0-16,0 0-2 0,4 11 1 0,-4-11 1 16,0 0-7-16,2 17 9 0,-2-17 0 0,2 12 4 15,-2-12 0-15,2 15-2 0,-2-15 11 0,3 18-30 16,-3-18 27-16,4 17-13 0,-4-17 14 0,5 15-12 0,-5-15 10 15,3 14-12-15,-3-14 10 0,4 14-15 0,-4-14 17 16,1 11-13-16,-1-11 9 16,3 9-12-16,-3-9 11 0,0 0-10 0,4 10 10 0,-4-10-9 0,0 0 16 0,0 0-15 15,0 0 13-15,0 0-23 0,0 0 20 0,0 0-12 16,0 0 14-16,0 0-17 0,12-7 13 0,-12 7-14 16,5-9 12-16,-5 9-11 0,3-9-1 0,-3 9 1 15,4-9 1-15,-4 9 1 0,0 0 2 16,5-11-4-16,-5 11 6 0,0 0 1 0,5-9-15 15,-5 9 16-15,0 0-1 0,0 0 0 0,0 0-4 0,0 0 3 16,0 0 3-16,0 0-1 0,0 0 10 0,15 2-13 16,-15-2 13-16,0 0-31 0,6 8 30 0,-6-8-15 15,0 0 16-15,6 7-12 0,-6-7 13 0,0 0-16 16,6 8 12-16,-6-8-14 0,0 0 17 0,6 7-14 16,-6-7 11-16,0 0-15 0,0 0 16 0,8 7-13 0,-8-7 10 15,0 0-13-15,0 0 16 0,0 0-14 16,0 0 14-16,0 0-22 0,16-3 23 0,-16 3-16 15,7-7 13-15,-7 7-15 0,11-13 14 0,-11 13-14 0,10-14 14 16,-10 14-13-16,10-13 1 0,-10 13-3 0,11-12 4 16,-11 12 2-16,7-9 2 0,-7 9-7 0,7-8 6 15,-7 8 0-15,0 0-11 16,10-7 13-16,-10 7 1 0,0 0-1 0,0 0-6 16,14-1 16-16,-14 1-10 0,0 0 13 0,8 7-13 15,-8-7 10-15,9 5-14 0,-9-5 15 0,7 11-8 16,-7-11 17-16,10 8-16 0,-10-8 16 0,13 12-19 15,-13-12 17-15,16 9-22 0,-7-3 13 0,3-3-19 16,0 3 18-16,2-2-17 0,1 1-37 0,1-1-121 16,0-1-141-16,1 0-141 0,-1-2-462 0,2-1-480 0</inkml:trace>
  <inkml:trace contextRef="#ctx0" brushRef="#br0" timeOffset="88360.7182">11968 8018 320 0,'0'0'446'15,"0"0"-109"-15,0 0-71 0,0 0-44 0,0 0-11 16,0 0-24-16,0 0-6 0,0 0-13 0,-12-4-30 0,12 4-19 15,0 0-21-15,0 0-26 0,0 0-5 16,0 0-10-16,0 0-9 0,0 0 2 0,0 0-3 16,0 0 6-16,0 0-7 0,0 0 7 0,0 0-3 0,0 0 4 15,-7 7-1-15,7-7-10 0,0 0 4 0,0 0-10 16,0 0-1-16,0 0-2 0,0 0-5 0,0 0-1 16,0 0-10-16,0 0 6 0,0 0-4 15,0 0-7-15,0 0 1 0,0 0-2 0,0 0-2 0,0 0-7 0,0 0 8 16,0 0-4-16,0 0-5 0,0 0 3 0,0 0-2 15,0 0 1-15,0 0-6 0,0 0 5 0,0 0-1 0,0 0-2 16,0 0 3-16,0 0-2 0,0 0 1 0,0 0-8 16,0 0 5-16,0 0 3 0,0 0-13 0,0 0 14 15,0 0-2-15,0 0 5 0,0 0-11 0,0 0 10 16,0 0-2-16,0 0-5 0,0 0 4 0,0 0-1 0,0 0 3 16,0 0-8-16,0 0 5 0,0 0 0 0,0 0-1 15,0 0 1-15,0 0-1 0,0 0 1 0,0 0-14 16,0 0 15-16,0 0-2 0,0 0 4 0,0 0 1 0,0 0 1 15,0 0 1-15,0 0-3 0,0 0 0 0,0 0-3 16,0 0 13-16,0 0 18 0,0 0 2 16,0 0 4-16,0 0 20 15,0 0-17-15,0 0 26 0,0 0-26 0,0 0 22 16,0 0-33-16,0 0 16 0,0 0-23 0,0 0-4 16,0 0-8-16,0 0 23 0,0 0-26 0,0 0 22 15,-10-3-29-15,10 3 22 0,0 0-26 0,0 0 20 0,0 0-22 16,0 0 4-16,0 0 20 0,0 0-25 0,0 0 25 15,0 0-27-15,0 0 23 0,0 0-23 0,0 0 23 16,-6-8-26-16,6 8 22 0,0 0-20 0,0 0 21 0,0 0-22 0,0 0 23 16,0 0-23-16,0 0 22 0,0 0-24 15,0 0 28-15,0 0-43 0,0 0 41 0,0 0-23 16,0 0 23-16,0 0-24 0,0 0 22 0,0 0-23 16,0 0 19-16,0 0-18 0,0 0 20 0,0 0-20 0,0 0 18 15,0 0-19-15,0 0 25 0,0 0-29 0,0 0 27 16,0 0-22-1,0 0 23-15,0 0-26 0,0 0 24 0,0 0-21 0,0 0 20 16,0 0-20-16,0 0 20 0,0 0-18 16,0 0 15-16,0 0-16 0,0 0 21 0,0 0-30 15,0 0 31-15,0 0-22 0,0 0 19 0,0 0-20 16,0 0 20-16,0 0-20 0,0 0 22 0,0 0-23 0,0 0 24 16,0 0-25-16,0 0 20 0,0 0-19 0,0 0 23 15,0 0-22-15,0 0 21 0,0 0-22 0,0 0 21 0,0 0-21 16,0 0 25-16,0 0-32 0,0 0 29 0,0 0-22 15,0 0 22-15,0 0-23 0,0 0 22 0,0 0-23 0,0 0 23 16,0 0-20-16,0 0 25 0,0 0-26 0,0 0 22 16,0 0-22-16,4-7 24 15,-4 7-29-15,0 0 31 0,0 0-25 0,0 0 22 16,6-10-24-16,-6 10 27 0,0 0-24 0,4-11 17 16,-4 11-20-16,0 0 4 0,1-14 22 0,-1 14-24 15,0 0 23-15,3-16-20 0,-3 16 5 0,0 0-7 0,2-14 25 16,-2 14-25-16,0 0 21 0,3-10-21 0,-3 10 2 15,0 0 22-15,0 0-24 0,2-11 22 0,-2 11-22 16,0 0 9-16,0 0-12 16,0 0 4-16,0 0 15 0,0 0 11 0,0 0 28 0,0 16-25 15,0-16 30-15,-2 21-27 0,2-9 26 0,-4 3-3 16,1 1 24-16,1 1-15 0,-2 0 12 0,-2 1-28 16,2 1 12-16,-2 1-14 0,1-3-1 0,1 0-2 0,-1-1-9 15,1 0-2-15,0-1-5 0,-1-2 0 0,3-1-17 16,-1-1 11-16,1-1-4 0,2-10-2 15,-6 17 0-15,6-17 0 0,-3 13-1 0,3-13-24 0,-2 11 31 16,2-11-1-16,0 0 21 0,-4 12 17 0,4-12 28 16,0 0-45-16,0 0 22 0,0 0-39 0,0 0-5 15,0 0-1-15,-10-8-5 0,10 8-8 16,-2-16-2-16,2 4 5 0,0-1 0 0,2-3-3 0,1-2-12 16,1-4 11-16,1 0-16 0,1-2 18 0,3-5-12 15,1 1 15-15,-1 0-13 0,2 2 14 16,1 1-13-16,-2 4 14 0,-1 3-12 0,1 1 14 0,-2 3-18 15,1 2 19-15,-2 2-18 0,2 2 14 0,0 2-14 16,-9 6 9-16,13-6-6 0,-13 6 10 0,17 5-9 16,-9 1 14-16,0 5-17 0,2 0 17 0,-1 3-14 0,0 4 13 15,0 1-12-15,-2 3 17 0,0 0-12 0,1 0 7 16,-1 2-14-16,0-1 24 0,-3-1-2 16,1 1-1-16,1-2-1 0,-2 1-1 0,2-2-7 15,-3 0-5-15,1-3 10 0,0-2-1 0,-2 0-5 16,0-3 0-16,1-1-3 0,1 0-16 0,-4-11 10 15,2 18 5-15,-2-18 4 0,5 14-3 0,-5-14-43 16,2 11-83-16,-2-11-105 0,0 0-101 0,0 0-72 0,0 0-69 16,0 0-117-16,0 0-416 0,0 0-607 0</inkml:trace>
  <inkml:trace contextRef="#ctx0" brushRef="#br0" timeOffset="88561.4113">11926 8138 486 0,'0'0'436'0,"-13"-4"-85"0,13 4-63 16,-12-2-26-16,12 2-24 0,0 0-17 16,-12-4-45-16,12 4-24 0,0 0-39 0,0 0-10 15,0 0-34-15,0 0-3 0,0 0-25 0,8-10 5 0,-8 10-22 0,21-4-7 16,-8 1-8-16,4 2 5 0,3-2-28 0,-2 1 39 16,6 1-54-16,-3 0-60 0,2-1-77 0,0 0-94 15,2 0-81-15,-2 2-370 0,-4-3-215 16</inkml:trace>
  <inkml:trace contextRef="#ctx0" brushRef="#br0" timeOffset="89282.5618">12406 8031 378 0,'0'0'445'0,"0"0"-95"0,0 0-29 16,0 0-47-16,0 0-40 0,-3-11-46 0,3 11-47 15,0 0-25-15,0 0-20 0,0 0 18 0,0 0-2 0,-2 11 27 16,2-11-22-16,2 13 0 0,-2-13 10 15,3 17 0-15,-1-6-20 0,2 0 10 0,-2 1-22 0,1 1-4 0,1 1-23 16,0-1 6-16,2 1-29 0,-2-2 10 0,0 1-31 0,-1-2 17 16,1 0-28-16,0-2 15 0,-2 1-28 15,-2-10 27-15,4 16-27 0,-4-16 20 0,6 13-25 16,-6-13 28-16,2 10-21 0,-2-10 51 0,0 0 1 0,4 14 31 16,-4-14-17-16,0 0-16 0,0 0-4 0,0 0-33 15,0 0 18 1,0 0-17-16,0 0 19 0,-6-11-31 0,6 11 19 15,-8-16-24-15,6 6 23 0,0-3-34 0,-2-2 32 0,1-2-32 16,1 0 28-16,2-1-30 0,-2-1 2 0,2 0 2 16,2-1 4-16,-1-1 0 0,3 0 1 0,0-1 25 15,2 3-29-15,2 1 26 0,1 0-28 0,-2 1 25 16,2 3-27-16,0 2 28 0,0 0-27 0,1 0 24 16,0 4-27-16,1 0 21 0,-2-1-16 0,2 6 22 0,-2-1-27 0,-9 4 24 15,20-3-23-15,-20 3 27 0,18 0-32 0,-8 5 33 0,-10-5-29 16,17 8 27-16,-11-1-28 0,4-2 26 0,-6 1-29 15,1 2 2-15,-5-8 35 0,9 15-29 0,-9-15 25 16,4 14-29-16,-4-14 27 0,5 15-24 0,-5-15 18 16,1 14-17-16,-1-14 25 0,-4 14-26 0,4-14 21 15,-4 16-19 1,4-16 24-16,-7 14-28 0,7-14 28 0,-9 13-24 16,9-13 28-16,-6 13-31 0,6-13 29 0,-7 11-31 0,7-11 28 15,-3 10-26-15,3-10 24 0,-4 9-25 0,4-9 26 16,0 0-24-16,-2 13 30 0,2-13-28 15,0 0 26-15,2 15-24 0,-2-15 25 0,4 10-28 16,-4-10 30-16,10 11-36 0,-10-11 32 0,11 11-26 0,-11-11 26 16,11 13-28-16,-4-8 29 0,0 1-29 0,0 1 19 0,1-1-16 15,0 0 29-15,0-2-31 0,-1 3 26 0,0 0-32 16,2 0 36-16,-2-1-35 0,1 0 34 0,-1 0-30 0,-1-1 27 16,-6-5-4-16,10 12 1 0,-10-12-8 0,9 9-2 15,-9-9 1-15,6 8 1 0,-6-8 1 16,0 0-4-16,3 13 6 0,-3-13-3 0,0 0 4 0,-7 10-3 15,7-10-1 1,-11 7 1-16,1-4-2 0,-1 1 3 0,-4-1-11 16,-3 1 7-16,-1-3-1 0,-2 2-4 0,-2 0 3 15,-2-2 0-15,2 2-2 0,2-1-6 0,2-1-26 0,4-1-91 16,-1 0-69-16,3 0-101 0,1-1-136 0,12 1-83 16,-13-7-473-16,13 7-585 0</inkml:trace>
  <inkml:trace contextRef="#ctx0" brushRef="#br0" timeOffset="89583.2933">13162 7965 323 0,'0'0'496'0,"2"-11"-90"0,-2 11-96 0,-2-10-51 0,2 10-15 0,-4-9-23 15,4 9-33-15,-11-7-44 0,11 7-24 0,-14-4-21 16,14 4-14-16,-18 0-19 0,8 4-14 0,-2 0 23 15,1 3-19-15,-1 3 19 0,-1 4-3 0,0-1-12 0,1 3-9 16,1-1-8-16,-1 3 39 0,3 1-20 16,1 0 9-16,1-1-6 0,-2 1 15 0,6-1-30 0,-3-2 7 15,4 1-23 1,-1-1 24-16,3-2-28 0,0 0 24 0,3 1-21 0,-1-1 16 16,0 0-27-16,5-2 16 0,0 1-27 15,2-2 17-15,2-3-34 0,3 2 28 0,5-1-31 16,2-2 19-16,1 1-60 0,4-2-46 0,-1 1-119 0,7-2-139 15,2-1-117-15,0 1-498 0,0-3-561 0</inkml:trace>
  <inkml:trace contextRef="#ctx0" brushRef="#br0" timeOffset="90513.0254">14032 8085 64 0,'0'0'330'0,"0"0"-64"15,0 0-27-15,0 0-38 0,0-13 31 0,0 13-20 16,0 0-30-16,0 0-28 0,0 0-30 0,-5-11-6 16,5 11-26-16,0 0-7 0,0 0-16 0,0 0-3 15,-2-10-3-15,2 10-13 0,0 0-6 16,0 0-6-16,0 0-2 0,0 0-7 0,-5-8-6 0,5 8-4 15,0 0-3-15,0 0-5 0,0 0 1 16,0 0-3-16,0 0 5 0,0 0 5 0,0 0 0 0,0 0 4 16,0 0-4-1,0 0 17-15,0 0 9 0,0 0 6 0,7 7 0 0,-7-7 8 16,0 0-5-16,7 7-17 0,-7-7 18 0,0 0 8 16,7 6-5-16,-7-6-8 0,0 0-7 0,0 0-2 15,6 6-3-15,-6-6-1 0,0 0 6 0,0 0 3 16,0 0 0-16,6 7-4 0,-6-7 0 0,0 0-5 0,0 0-2 15,0 0 13-15,0 0 2 0,0 0 3 0,0 0 1 16,0 0-1-16,0 0 25 0,8 6-33 0,-8-6 8 0,0 0-3 16,0 0 23-16,0 0-31 0,0 0 23 0,0 0-30 15,0 0 19-15,0 0-18 0,0 0 22 16,0 0-26-16,0 0 25 0,0 0-30 0,0 0 23 0,0 0-30 16,0 0 30-16,0 0-17 0,5 9 19 0,-5-9-19 15,8 8 12-15,-8-8-16 0,4 11 23 0,-4-11-2 16,5 18 25-16,-3-7-6 15,0 1 24-15,3 3-3 0,-2 0 2 0,-1 1 32 16,0 3-21-16,0 0 24 0,0 1-41 0,1 3 20 16,-1 0-8-16,0 2-28 0,0-1-7 0,0 0-11 15,0 1-10-15,-1 0-8 0,1-2-1 0,1 2-9 16,-1-3-4-16,0-3-6 0,0 1-2 0,0-2-1 16,1 0-2-16,-1-2 0 0,0-1-21 0,2-1 23 15,-2-2-7-15,-1 0 0 0,1-1 1 0,-2-11-3 0,4 17-1 0,-4-17-2 16,6 13 3-16,-6-13 1 0,2 9 3 0,-2-9-6 15,0 0-3-15,4 11-8 0,-4-11-36 0,0 0-90 16,0 0-45-16,0 0-31 0,0 0-67 0,0 0-30 16,-6-12-60-16,6 12-16 0,-8-11-16 0,8 11-78 15,-7-14-5-15,7 14-55 0,-10-16-371 0,5 7-476 16</inkml:trace>
  <inkml:trace contextRef="#ctx0" brushRef="#br0" timeOffset="92020.6827">11190 8043 4 0,'0'0'229'0,"7"-8"-45"0,-7 8-26 0,0 0-7 16,0 0-15-16,0 0-4 0,0 0-14 0,7-7-7 0,-7 7-34 15,0 0 1-15,0 0-26 0,0 0-1 16,0 0-23-16,0 0 9 0,0 0-17 0,0 0 6 16,0 0-16-16,0 0 12 0,6-6-16 0,-6 6 7 15,0 0-13-15,0 0 9 0,0 0-30 0,0 0 32 0,0 0-11 16,0 0 11-1,0 0-15-15,0 0 15 0,12-4-11 0,-12 4 9 16,0 0-11-16,0 0 7 0,14-2-9 0,-14 2 11 16,0 0-7-16,0 0 4 0,12-1-16 0,-12 1 21 0,0 0-13 15,0 0 14-15,0 0-13 0,0 0 14 16,12-2-17-16,-12 2 16 0,0 0-14 0,0 0 12 16,0 0-3-16,0 0 21 0,0 0-7 0,0 0 15 0,0 0-32 15,0 0 25-15,0 0-15 0,0 0 17 0,0 0-28 0,2-10 37 16,-2 10-17-16,0 0 37 0,0 0 5 0,0 0 1 15,0 0-9-15,0 0-9 0,0 0 6 0,0 0 5 16,-3-10-18-16,3 10 3 0,0 0 6 0,0 0 5 0,0 0-7 16,0 0 0-16,-1-12-2 0,1 12-14 0,0 0 3 15,0 0 0-15,0 0-5 0,0 0-1 16,0 0-7-16,-3-12-6 16,3 12-8-16,0 0 3 0,0 0 2 0,0 0 0 15,0 0-2-15,4-12 3 0,-4 12-11 0,0 0 4 16,0 0 6-16,0 0-1 0,0 0 2 0,0 0 0 15,4-8 0-15,-4 8-10 0,0 0 9 0,0 0 0 0,0 0-11 16,0 0 17-16,0 0-2 0,0 0 6 0,0 0-13 16,0 0 11-16,0 0-3 0,0 0 2 15,0 0-5-15,0 0-5 0,0 0 9 0,0 0 9 0,0 0 0 0,0 0 9 16,0 0 3-16,0 0 0 0,0 0-3 0,0 0 6 16,0 0 1-16,0 0-6 0,0 0 0 0,0 0 2 15,0 0 3-15,0 0-7 0,0 0 11 0,0 0-2 0,0 0-4 16,0 0 7-16,0 0-4 0,0 0-1 0,0 0-9 15,0 0-1-15,0 0-6 0,0 0-15 16,0 0 13-16,3-10-4 16,-3 10-2-16,0 0-7 0,0 0 0 0,0 0-1 0,0 0-3 15,0 0-1-15,0 0-4 0,0 0 3 0,0 0-5 16,0 0 9-16,3 15 11 0,-3-15 5 0,2 14 1 16,-2-14 23-16,4 20 27 0,-1-8 7 0,1 1 34 15,-1 5-12-15,3 1 12 0,-1 3-29 0,-1 3 21 16,2 0-7-16,0 4-2 0,-1 2-24 0,2 0-2 15,0 3-5-15,1 6-11 0,0-1-2 0,-1 1-9 0,0-2-5 16,-2-2-12-16,1-1-20 0,-2 6 14 0,1-7-4 0,0 0-2 16,-3-2-2-16,1 1-4 0,0-3 0 0,0-3-9 15,-1-1 8-15,1-1-1 0,-1-2-6 16,1-2 2-16,1-1-6 0,-2-2 7 0,0-1-3 0,-1-1-2 16,1-2 2-16,-1-3 33 0,0 2-42 0,-1-13 37 15,3 19-41-15,-3-19 40 0,3 15-42 0,-3-15 39 0,0 13-47 16,0-13 48-16,0 0-43 0,3 12 28 0,-3-12-30 0,0 0-1 15,0 0 4-15,0 0 0 0,0 0-9 0,0 0-45 16,0 0-42-16,0 0-29 0,0 0-71 16,-2-12-26-16,2 12-49 0,-5-8-25 0,5 8-24 0,-8-11-78 15,8 11-10-15,-11-14-106 0,5 8-292 0,-1-2-353 16</inkml:trace>
  <inkml:trace contextRef="#ctx0" brushRef="#br0" timeOffset="94225.2112">9164 8160 132 0,'-1'-11'194'0,"1"11"-26"0,0 0-3 0,0 0-23 15,-2-14-23-15,2 14-23 0,0 0-18 0,0 0-11 0,-3-11 4 16,3 11-10-16,0 0 7 0,-3-10-21 0,3 10 14 16,0 0-21-16,0 0 8 0,-3-11-19 0,3 11 16 15,0 0-15-15,0 0 13 0,-4-9-21 0,4 9 9 16,0 0-16-16,0 0 32 0,0 0-10 0,-4-9-19 16,4 9 24-16,0 0-6 0,0 0-7 0,0 0-1 15,-4-9-20-15,4 9 28 16,0 0 0-16,0 0 8 0,0 0 1 0,-5-8-3 15,5 8 4-15,0 0-3 0,0 0-13 0,0 0 6 16,-6-8-9-16,6 8-4 0,0 0-4 0,0 0-4 16,-4-11-3-16,4 11-10 0,0 0 6 0,0 0 4 0,-4-10 19 15,4 10 5-15,0 0 6 0,0 0 0 16,-3-10-18-16,3 10 8 0,0 0-8 0,0 0-1 16,-4-10-1-16,4 10-1 0,0 0-8 0,0 0-10 0,-4-10 23 0,4 10 2 15,0 0-2-15,0 0 2 0,0 0-5 0,-4-8-13 16,4 8 12-16,0 0-5 0,0 0-2 0,0 0-3 15,0 0-8-15,0 0 6 0,-6-8-11 0,6 8 15 0,0 0 0 16,0 0 3-16,0 0-5 0,0 0-7 16,0 0 4-16,0 0-24 0,0 0 22 0,0 0-4 15,0 0-2-15,0 0-1 0,0 0-3 0,-10 7 6 0,10-7-2 0,-3 17 6 0,2-6-3 16,0 3 22-16,0 2 16 0,0 2 2 16,1 5 42-16,-1 2-14 0,1 2 22 0,0 1-8 15,0 6 28-15,0 3-33 0,0 1 0 0,-1 0-25 16,0 8-12-16,1 0-21 0,-1-1 9 0,0-1-4 0,0-4-3 15,0-3 12-15,0 0-23 0,0-1 19 16,0 0-25-16,-1-3 16 16,0-1-20-16,1-3 22 0,-1-3-34 0,0-1 27 15,1 0-27-15,-1-3 27 0,0-3-24 0,0-2 22 16,0 0-23-16,1-4 20 0,0-1-18 0,0 0 19 16,1-12-20-16,-3 19 25 0,3-19-24 0,-2 13 19 15,2-13-20-15,-3 12 23 0,3-12-5 0,0 0-23 0,-8 10 22 16,8-10-23-16,0 0 21 0,-9 6-22 15,9-6 24-15,0 0-31 0,0 0 31 0,-11 2-21 0,11-2 19 0,0 0-25 16,0 0 25-16,-13-2-22 0,13 2 20 0,0 0-21 0,0 0 23 16,-10-4-23-16,10 4 22 0,0 0-21 15,0 0 25-15,0 0-26 0,-11-6 25 0,11 6-26 16,0 0 26-16,0 0-26 0,0 0 23 0,0 0-19 0,-9-6 21 16,9 6-17-16,0 0 17 0,0 0-19 0,0 0 16 15,0 0-19 1,0 0 22-16,0 0-22 0,0 0 23 0,-8-3-24 15,8 3 22-15,0 0-22 0,0 0 25 0,0 0-31 0,0 0 29 16,0 0-19-16,0 0 19 0,0 0-27 16,0 0 29-16,0 0-23 0,0 0 25 0,0 0-26 0,0 0 24 15,0 0-23-15,0 0 21 0,0 0-20 16,0 0 25-16,0 0-33 0,0 0 32 0,9-4-22 0,-9 4 22 16,13-4-30-16,-13 4 30 0,17-2-24 0,-17 2 23 0,23-5-25 15,-9 5 24-15,2-2-26 0,1-1 27 0,3 0-23 16,5-1 24-16,3 1-24 0,6-2 22 0,3 0-25 15,11-2 22-15,3 0-21 0,2-1 25 0,5 1-32 16,13-2 77-16,5 0 8 0,5 1 34 0,3-2-40 16,6 0 14-16,4 2-41 0,8-1 14 0,22-1-28 0,1 0 21 15,1 0-34-15,1 1 21 0,2-1-25 0,2 1 22 0,1 1-36 16,-3-1 32-16,-2 1-31 0,-21 1 27 0,-2 1-27 16,-1-1 22-16,0 1-26 0,-1-1 23 0,-4 2-19 0,-3-1 25 15,-3 2-28-15,-5 0 27 0,-3-1-29 16,-6 2 31-16,-1-1-32 0,-6 0 33 0,-8 1-32 15,-4-1 33-15,-1 2-36 0,1-1 33 0,-2 0-26 0,-1 0 24 16,1 0-25 0,-3-1 28-16,2 2-27 0,-3-1 23 0,-1 0-26 15,-2 2 23-15,-3-2-22 0,-4 2 30 0,-3-1-27 16,-2 0 26-16,-2 2-28 0,-4-1 28 0,1-1-32 0,-4 2 32 16,1 0-30-16,-1 0 28 0,-2 0-27 0,-2-1 27 15,-3 1-30-15,0 0 26 0,-1-1-23 16,1 1 31-16,-1-1-31 0,-1 1 28 0,0-1-29 15,0 0 30-15,0 0-33 0,-1 0 34 0,0 1-29 0,-2-1 26 0,-2 1-26 16,1-1 23-16,-1 1-23 0,-1-1 20 0,1-1-17 16,0 2 25-16,-15 0-29 0,27 0 28 0,-14-1-29 15,1 1 31-15,-14 0-30 0,25-1 30 0,-25 1-30 0,26-2 28 16,-26 2-29-16,25 0 30 0,-25 0-27 16,22-1 26-16,-22 1-27 0,18 0 26 0,-18 0-26 15,18-2 25-15,-18 2-28 16,13 0 21-16,-13 0-16 0,14 0 26 0,-14 0-28 15,0 0 28-15,13-1-26 0,-13 1 26 0,0 0-32 16,0 0 27-16,16 0-23 0,-16 0 29 0,0 0-32 16,0 0 31-16,0 0-38 0,14 0 31 0,-14 0-19 0,0 0 28 15,0 0-31-15,14 0 26 0,-14 0-25 0,0 0 28 16,12 0-32-16,-12 0 32 0,0 0-28 16,17 0 29-16,-17 0-15 0,0 0 0 0,17 1 5 0,-17-1 5 0,14-1 4 15,-14 1 17-15,0 0-25 0,15 0 17 0,-15 0-22 16,0 0 24-16,15 0-28 0,-15 0 27 0,0 0-29 15,0 0 23-15,13 0-27 0,-13 0 22 0,0 0-26 0,0 0 27 16,0 0-27-16,0 0 20 0,12-2-24 16,-12 2 25-16,0 0-29 0,0 0 22 0,0 0-18 15,0 0 29-15,0 0-27 16,14-2 23-16,-14 2-23 0,0 0 19 0,0 0-20 0,13-1 28 16,-13 1-24-16,0 0 25 0,0 0-27 15,13-3 28-15,-13 3-29 0,0 0 17 0,0 0-15 16,12-3 27-16,-12 3-29 0,0 0 23 0,0 0-29 0,0 0 20 0,11-3-95 15,-11 3-42-15,0 0-103 0,0 0-70 0,0 0-77 16,0 0-141-16,0 0-527 0,0 0-670 0</inkml:trace>
  <inkml:trace contextRef="#ctx0" brushRef="#br0" timeOffset="98046.0156">9158 885 28 0,'0'0'95'0,"0"0"5"0,0 0 0 16,0 0-16-16,0 0 6 0,0 0 2 0,0 0-9 16,0 0-7-16,0 0-4 0,0 0-10 0,0 0-10 0,0 0-9 0,0 0-8 31,0 0-4-31,0 0-3 0,0 0-4 0,-6-7-1 0,6 7 7 0,0 0 0 0,0 0 15 0,0 0-4 31,0 0-1-31,-10-3 0 0,10 3 12 0,0 0 22 0,0 0 11 0,-12-6-31 0,12 6 0 0,0 0 8 16,-13-6 12-16,13 6-21 0,-12-5-17 0,12 5 10 31,-16-6 21-31,8 2-11 0,0 0-8 0,-2-2 17 0,2 1-10 16,0-1-12-16,-3 3-4 0,3-2 20 0,0 0-15 0,1-2-7 15,-4 2-9-15,4-1 0 0,0 2-3 0,1-5-4 16,-2 4 2-16,1-2-19 0,1 1 7 0,1-2-4 16,-2 1 2-16,1-1 3 0,2 0-2 0,4 8-6 15,-9-15 4-15,5 5-1 0,2 2-6 0,2 8-1 16,-5-19 4-16,4 7 36 0,0 0-32 0,1 0 20 0,-2 1-45 15,1-1 37-15,0 2-37 0,0-1 34 0,1 11-35 16,-1-23 53-16,1 23-22 0,-1-18-8 0,1 18-33 0,-1-16 35 16,1 16-32-16,-1-12 37 0,1 12-29 0,-1-12 32 15,1 12-36-15,0 0 32 0,-2-13-31 0,2 13 33 16,0 0-29-16,0 0 38 0,-1-13-41 0,1 13 38 16,0 0-39-16,0 0 33 15,0 0-32-15,-2-11 32 0,2 11-26 0,0 0 32 16,0 0-35-16,0 0 25 0,0 0-29 0,0 0 31 0,0 0-26 15,-1-11 28-15,1 11-27 0,0 0 24 0,0 0-21 16,0 0 22-16,0 0-32 0,0 0 37 0,0 0-35 16,0 0 35-16,0 0-36 0,0 0 45 0,8-8-42 15,-8 8 32-15,0 0-29 0,14-3 35 0,-14 3-37 16,16-4 35-16,-6 1-34 0,2-1 30 0,2-1-31 0,3 1 34 16,1-2-38-16,3-2 29 0,2 3-24 0,2-1 33 15,4-3-29-15,2 0 28 0,2 1-33 0,8-2 29 16,2 1-25-16,2-1 29 0,3 0-33 0,2 0 31 15,3-2-35-15,10 1 29 0,1 0-25 0,2-1 34 16,0 2-35-16,4-2 37 0,-1 2-36 0,2 0 38 16,1 0-39-1,2 0 31-15,0 0-32 0,1 1 32 0,0 0-32 16,0 1 36-16,-3-2-27 0,-1 2 24 0,-4-1-33 0,-9 1 33 16,-1 1-36-16,-2 2 38 0,-1-2-32 0,-4 2 31 15,0 0-32-15,-1 0 33 0,-4 2-34 16,-6 0 30-16,-2-1-30 0,0 2 40 0,-6 0-38 0,-1 1 34 15,0-1-38-15,-1 1 36 0,-1-1-34 0,1 2 35 16,-1-1-32-16,1 1 29 0,0-2-23 0,0 2 20 0,-1 0-32 16,1 0 47-16,0-1-50 0,-1 1 38 0,0 0-33 15,1-1 41-15,-5-1-39 0,-1 2 31 0,0 0-17 0,-1-1 16 16,-2 0-37-16,1 0 45 0,-1 1-39 16,-2-1 45-16,2 0-50 0,-3 1 31 0,0-2-28 15,3 2 34-15,-4 0-33 0,3-1 39 0,-3 2-36 0,0-1 29 16,2-1-35-16,2 1 36 0,-1 0-35 0,0 1 40 0,-1-1-40 15,0 0 38-15,2 2-36 0,-1-1 36 0,-1-1-35 16,0 1 33-16,2 0-32 0,-2 0 38 0,4 0-40 0,-4 1 42 16,4 0-45-16,3 0 34 0,0 2-29 0,0-2 32 15,1 1-31-15,1 0 37 0,0 1-35 16,-1-1 29-16,2 0-35 0,-1 1 32 0,1-1-29 16,1-1 33-16,-2 3-36 15,1-3 37-15,1 1-35 0,1 0 32 0,-1 1-30 16,0-1 25-16,-1 1-24 0,0 0 37 0,0-1-38 15,-1 0 37-15,0 0-39 0,-2 1 28 0,-3-1-22 16,-2 0 26-16,0 1-30 0,0-2 36 0,-4 1-32 0,0 0 23 16,-2-2-30-16,-1 1 34 0,1 1-34 15,-3-1 31-15,2 0-25 0,1 1 31 0,-3-1-35 16,3 0 35-16,-2 0-34 0,-1 0 29 0,3 1-29 0,-3-1 35 0,-11-2-35 16,19 3 28-16,-19-3-28 0,19 4 29 0,-19-4-25 15,21 5 22-15,-21-5-23 0,23 3 37 0,-23-3-36 16,19 5 15-16,-19-5-16 0,19 4 25 0,-19-4-26 15,18 3 26-15,-18-3-34 0,15 4 36 0,-15-4-31 0,18 4 38 16,-18-4-35-16,20 5 33 0,-8-2-35 16,1 0 43-16,5 0-9 15,-2 0 45-15,2-2-45 0,3 3 36 0,-4-1-51 16,4 1 35-16,0-3-48 0,0 2 40 0,-1 0-43 16,0 0 39-16,0 0-38 0,1-1 34 0,-4 1-34 15,6 1 31-15,-4-1-27 0,-7-2 26 0,2 2-41 16,-14-3 37-16,22 3-32 0,-22-3 35 0,19 3-36 15,-19-3 40-15,17 3-41 0,-17-3 38 0,14 2-42 0,-14-2 44 16,13 2-35-16,-13-2 43 0,12 3-37 0,-12-3 28 0,0 0-43 16,15 2 46-16,-15-2-38 0,0 0 37 0,17 1-26 15,-17-1 39-15,12 1-40 0,-12-1 39 0,16 0-40 0,-16 0 30 16,14 1-33-16,-14-1 39 0,18 0-45 16,-18 0 43-16,19 0-43 0,-19 0 39 0,17-2-40 15,-17 2 37-15,17 0-38 0,-17 0 38 0,17 0-17 0,-17 0 8 16,13 0-36-16,-13 0 42 0,0 0-40 0,18 0 44 0,-18 0-38 15,0 0 29-15,18 0-34 0,-18 0 39 0,0 0-35 16,16 0 29-16,-16 0-31 0,10 2 38 0,-10-2-30 0,0 0 30 16,19-1-49-16,-19 1 46 0,0 0-32 15,15-1 36-15,-15 1-33 0,0 0 34 0,16 0-43 16,-16 0 41-16,0 0-37 0,16 0 36 0,-16 0-35 16,0 0 45-16,16-1-42 15,-16 1 36-15,13-2-47 0,-13 2 43 16,16 0-38-16,-16 0 38 0,11-2-40 0,-11 2 39 0,0 0-33 0,16-2 34 15,-16 2-37-15,0 0 36 0,11-3-34 0,-11 3 42 16,0 0-48-16,0 0 36 0,0 0-35 0,16-1 35 0,-16 1-40 16,0 0 38-16,0 0-32 0,0 0 31 0,0 0-28 15,11 1 35-15,-11-1-39 0,0 0 37 16,0 0-33-16,0 0 32 0,0 0-33 0,8 5 39 0,-8-5-39 16,0 0 34-1,0 0-34-15,0 0 38 0,0 0-38 0,8 8 43 16,-8-8-33-16,0 0 27 0,0 0-38 0,7 8 38 15,-7-8-40-15,0 0 41 0,0 0-32 0,8 5 29 16,-8-5-34-16,0 0 37 0,0 0-38 0,5 9 29 0,-5-9-28 16,0 0 42-16,6 8-45 0,-6-8 40 15,6 8-38-15,-6-8 37 0,0 0-34 0,4 12 34 16,-4-12-34-16,4 12 33 0,-4-12-14 0,4 12 15 0,-4-12-36 0,3 13 38 16,-3-13-40-16,2 13 45 0,-2-13-45 0,4 13 42 15,-4-13-45-15,0 15 44 0,0-15-44 0,2 12 47 16,-2-12-43-16,1 13 41 0,-1-13-34 0,-1 14 43 0,1-14-44 15,0 14 7-15,0-14 1 0,-2 13 1 16,2-13 20-16,-2 16-8 0,2-16-8 0,-2 16 7 16,0-7 12-16,2-9 1 0,-3 20-7 0,1-9 5 0,0-2 1 0,-2 3-11 15,2 0-2-15,1-2 3 0,0 0-1 0,-1 2-4 16,-2 0 5-16,4 0 0 0,-2-1-2 0,0 1-1 16,2-1-2-16,-2 2 7 0,2-2-7 0,-1 1 8 15,0 0-4-15,1 0 34 0,0-12-40 0,0 22 28 16,0-22-31-16,-1 22 32 0,1-22-32 0,1 20 29 15,-1-20-32-15,0 19 34 16,0-19-37-16,0 23 34 0,0-23-35 0,0 19 44 16,0-19-40-16,2 17 34 0,-2-17-35 0,0 18 39 15,0-18-40-15,-1 16 37 0,1-16-29 0,-1 19 42 16,1-19-39-16,0 16 32 0,0-16-42 0,-3 14 36 16,3-14-39-16,0 14 33 0,0-14-15 0,-2 15-17 15,2-15 1-15,0 15 5 0,0-15 1 0,-2 14 5 16,2-14-3-16,-2 12 2 0,2-12 0 0,0 13-1 0,0-13 0 0,0 12 4 15,0-12 4-15,0 12-2 0,0-12 4 0,0 0-3 16,0 16-6-16,0-16 4 0,0 0-4 0,0 14-2 16,0-14-3-16,0 0 6 0,0 0-4 0,0 14 2 15,0-14-1-15,0 0-4 0,0 0 2 0,0 13 0 16,0-13 5-16,0 0-4 0,0 0-1 0,2 12 3 0,-2-12-2 16,0 0-2-1,0 0-1-15,0 0 6 0,0 13-3 0,0-13 1 16,0 0 4-16,0 0-8 0,2 11 3 0,-2-11-2 15,0 0 6-15,0 0 10 0,2 11-19 0,-2-11 7 16,0 0-5-16,0 0 1 0,0 0 0 0,3 12-3 16,-3-12 4-16,0 0 3 0,0 0 0 0,0 0-4 15,0 0 1-15,0 0 0 0,2 10 3 0,-2-10-5 16,0 0 2-16,0 0 3 0,0 0-4 0,0 0 2 0,0 0 2 0,0 0 0 16,0 0 1-16,2 12-2 0,-2-12-4 0,0 0 4 15,0 0-2-15,0 0 1 0,4 8 0 0,-4-8 3 16,0 0-7-16,0 0 4 0,5 11 13 0,-5-11-13 15,0 0 3-15,3 9-1 0,-3-9 6 0,0 0-1 16,2 12-2-16,-2-12 4 0,0 0-6 0,2 10-3 16,-2-10 2-16,0 0 0 0,0 0-2 0,5 12 2 0,-5-12-2 0,0 0 1 15,0 0-3-15,0 0-1 0,2 12 6 0,-2-12-6 16,0 0-3-16,0 0 5 0,0 0-1 0,0 0-2 16,2 10 1-16,-2-10-57 0,0 0-189 0,0 0-141 15,0 0-647-15,0 0-648 0</inkml:trace>
  <inkml:trace contextRef="#ctx0" brushRef="#br0" timeOffset="102640.8828">18193 1864 72 0,'0'0'426'0,"-12"-5"-81"0,12 5-33 0,-12-7-31 0,12 7-18 15,-11-7-47-15,2 2-34 0,2-1-15 16,7 6 32-16,-12-10-6 0,4 5-24 0,8 5-14 15,-12-12-15-15,12 12-5 0,-10-11-21 0,10 11 0 16,-9-7-19-16,9 7-23 16,-7-6-10-16,7 6-19 0,0 0-13 0,-8-6-6 15,8 6 5-15,0 0-10 0,-5 9-1 0,5-9 1 16,1 15-4-16,0 20 0 0</inkml:trace>
  <inkml:trace contextRef="#ctx0" brushRef="#br0" timeOffset="102894.4397">18268 2362 4257 0,'9'11'-526'32,"0"-2"912"-32,-2-1-254 0,-2 2 122 0,1-1 1182 0,0 1-2075 0,-6-10 340 0,7 14-57 0,-7-14 14 0,5 13 671 0,-5-13-640 0,4 11 301 0,-4-11 371 0,0 0-628 15,4 12 402-15,-4-12 4 0,0 0-158 0,0 0-37 16,0 0 40-16,0 0 53 0,-7-11-46 0,3 2 5 16,-5-2 5-16,-2-4 329 0,-2-4-616 0,-3-2 593 15,-1-2-664-15,-2-5 755 0</inkml:trace>
  <inkml:trace contextRef="#ctx0" brushRef="#br0" timeOffset="104592.1151">18412 1907 19 0,'0'0'190'16,"-7"-6"-21"-16,7 6-5 0,-10-7-23 0,10 7-30 31,-10-6-20-31,10 6 8 0,-12-6 6 0,12 6-18 0,-12-6 5 0,12 6 10 0,-10-7-3 0,10 7-7 0,-9-6 0 16,9 6-6-16,-8-5-13 0,8 5-10 15,-8-7-11-15,8 7-1 0,-7-5 8 0,7 5-2 16,0 0 6-16,-9-8-2 0,9 8-11 16,0 0-8-16,-8-6-11 0,8 6-9 15,0 0-4-15,0 0-1 0,0 0 4 0,-8-5-26 16,8 5 7-16,0 0-5 0,0 0 1 0,0 0 9 0,-3 14-7 15,3-14 5-15,0 18-2 0,2-6 3 0,0 4 2 16,1 1 2-16,2 4 34 0,0 0-1 0,2 4-1 16,1 2 0-16,0 2 2 0,2 0 0 0,0 1-11 15,1 0-6-15,1 4-8 0,0 0-8 0,-1-4 3 0,3 2 2 16,-3-1-5-16,-2-2-3 0,1-2-1 0,-3-1-3 16,0-3 0-16,-1-1 7 0,0 0-6 0,-2-2-6 0,0-2-3 15,-2-2 6-15,1-1-1 0,-2-2 1 0,0-1-8 16,-1-12 6-16,1 22 12 0,-1-22-3 0,-3 17 5 15,3-17 52-15,-4 12 4 0,4-12-8 0,-8 7-14 16,8-7-11-16,0 0-6 16,-21-3-6-16,13-2-7 0,-4-5 2 0,2 0 2 15,-3-5-19-15,0-3 3 0,-1-3-9 16,-1-4 10-16,0 0-8 0,-1-7-2 0,1 0 7 0,0-4-4 16,1 2-6-16,-1-1 4 0,3-3 48 0,1 1-58 15,0-1 49-15,1 0-14 0,2 0-5 0,1 5 1 16,4-2-5-16,-1 3-6 0,1 0 1 0,2 3-4 0,0 2 0 15,1 1-3-15,2-2-3 0,1 3 5 0,2 2-8 0,0 0 4 16,1 2-4-16,1 2-1 0,1 1 0 0,3 1-3 16,-2 5 6-16,4-2-3 0,2 3 3 0,1 0 24 15,2 3-31-15,1 1-1 0,1 3 6 0,2 3-3 16,3 2-1-16,-1 5 1 0,5 4 0 0,-2 3 18 16,4 4-12-16,-3 4-1 0,-1 2 0 0,-3 2-2 15,-3 1-1-15,-3-1 14 16,-2 0-8-16,-3 0-50 0,-2 1 63 0,-1 0-60 15,-3-3 24-15,-4 1-6 0,0-1 14 0,-2-2 1 16,-3 3 10-16,-1-1 14 0,-3 0-11 0,-1-3-1 16,-4 1-2-16,0-1 0 0,-4 1 5 0,1-5-1 15,-3-1-4-15,0-2 40 0,-1 0-39 0,-1-3 0 16,-2-1 9-16,0-2-9 0,1-2 7 0,-1-1-4 16,0-2 5-16,2-2-2 0,-2-2 6 0,1-1-9 0,-1-3 9 0,1 0-9 15,2 1-1-15,3-3-1 0,0 0 2 0,3 0-1 16,2-1-4-16,0 0-7 0,3 1 5 0,1 0 4 15,6 8 2-15,-7-13-8 0,7 13 2 0,0 0 0 16,3-13-2-16,-3 13-2 0,10-5 5 0,-10 5 3 16,21 0-2-16,-8 3 8 0,3 1-2 0,3 4 1 0,3 0 3 15,0 2 8-15,4 1-12 0,-1 3-3 0,2 0 4 0,-1 0 5 16,1 0-9-16,-1 1 0 0,0 0 8 0,1-1-7 0,-1 1 2 16,1-1-4-16,-1 0 5 0,0-1-1 15,-1 1 0-15,0-1 2 0,-2-1-13 0,-2-2-50 16,0 0-58-16,-1-1-43 0,1 0-71 0,-3-3-125 0,0 3-86 15,-1-5-174-15,-1 0-128 0</inkml:trace>
  <inkml:trace contextRef="#ctx0" brushRef="#br0" timeOffset="104999.5624">19139 2160 171 0,'-7'-9'412'0,"0"2"-125"0,2-1-4 16,1-1-43-16,4 9-23 0,-9-14-49 16,9 14-18-16,-3-14-13 0,3 14-13 0,-2-14-17 15,2 14-34-15,3-14-2 0,-3 14-16 0,7-10-1 0,-7 10-14 16,16-8 6-16,-16 8-23 0,20-2 17 16,-20 2-28-16,22 5-2 0,-10-1 1 0,0 2-3 15,1 1-1-15,-3 4-1 16,0 0 2-16,0 1 41 0,-2 1-52 0,-1 0-8 0,-2 2 11 15,-1 1 0-15,-2 2 0 0,1-1 0 0,-4 3 3 16,-1-1-3-16,-2 3 0 0,1 0-1 16,-2 2 4-16,-1-3 2 0,0 2-1 0,-2-2-5 0,2 2 2 15,0-4-2-15,0 0 7 0,1 1-2 0,0-3-1 16,1-3-3-16,1 1 12 0,1-3 33 0,2-1 0 16,0-11 11-16,5 20-10 0,2-9 15 0,4-3 0 0,3-1-7 0,4-3-20 15,6 2 1-15,3-2-12 0,6-1 4 0,4 1-12 16,3-3-7-16,4 0 6 0,6-1-13 0,3 0-1 0,0-1 3 15,-2 1-2-15,1 1-6 0,-1-1 1 0,-8 0 8 16,0 1-13-16,-4-1 2 0,-2 0-92 0,-7 1-46 16,-3-1-48-16,-4 2-85 0,-5 0-30 0,-1 0-429 15,-6 1-243-15</inkml:trace>
  <inkml:trace contextRef="#ctx0" brushRef="#br0" timeOffset="106502.8087">20982 2352 305 0,'-13'0'295'0,"-1"-1"-36"0,2 1-63 0,12 0 1 16,-26 0-56-16,13 0 26 0,-1-1 10 0,14 1-17 16,-24 0-27-16,24 0-25 0,-23 0-16 0,23 0-22 0,-19 1-16 15,19-1-2-15,-15 0-14 0,15 0-10 16,-13 1-7-16,13-1-2 0,0 0-14 0,-15 0 9 16,15 0 4-1,0 0 26-15,-10 5 22 0,10-5 16 0,0 0 40 0,0 0 17 16,10 7-21-16,-10-7 4 0,22 2 3 0,-2-1-19 15,7-2-17-15,4-1-14 0,8 0-11 0,12-3-13 16,4 0-7-16,3-1-6 0,13-2-15 0,0 1-1 16,2-1-4-16,-2 0-2 0,-2 0-1 0,-10 2-7 0,-2 0-1 15,-1-1 0-15,-6 1-2 0,0 0 8 16,-6 1-8-16,-7 1-4 0,-3 0 0 0,-7-1 2 16,-3 3-1-16,-3-2 1 0,-2 2 6 0,-3-2-4 0,0 3-2 0,-3-2 0 15,-2 0 0-15,0 0-3 0,-1-1 2 0,-10 4 12 16,17-6-17-16,-17 6-1 0,13-6-3 0,-13 6 5 15,9-6-1-15,-9 6-2 0,9-6-2 0,-9 6-8 0,0 0-1 16,10-6-8-16,-10 6-89 0,0 0-45 0,0 0-79 16,0 0-84-16,0 0-97 0,0 0-430 0,0 0-392 15</inkml:trace>
  <inkml:trace contextRef="#ctx0" brushRef="#br0" timeOffset="107251.1972">20817 2107 65 0,'-17'1'301'0,"3"0"-84"0,14-1 27 16,-24 1-35-16,24-1 23 0,-18 0-59 16,18 0-4-16,-17 0-43 0,17 0-1 0,0 0-24 0,-15 1-18 0,15-1-10 15,0 0-10-15,0 0-2 0,0 0-8 0,19-3 10 16,-2 2-6-16,4-1 3 0,13-1 1 0,6-3-8 16,8 1-17-16,7 0 5 0,3-1 5 0,13-1 23 15,3 0-51-15,2 0 33 0,1 0-50 0,-1 1 45 16,0 2-65-16,-3-1 64 0,-11 0-59 0,-2 3 2 15,-4-2 5-15,-1 1 2 16,-5 0-4-16,-1 2 2 0,-10-1 7 0,-2-1-11 16,-6 2-52-16,-3 0-86 0,-5 0-42 0,-2 0-125 15,-3-1-57-15,-1 1-178 0,-5-1-63 0</inkml:trace>
  <inkml:trace contextRef="#ctx0" brushRef="#br0" timeOffset="107705.5472">21444 1720 5 0,'-17'-10'397'0,"0"-1"-113"0,2 1-53 15,0 1-6-15,2 0-15 0,0 1-38 0,2 0-21 16,3 2-18-16,-2-3-2 0,3 2-29 0,7 7-20 15,-6-14-17-15,6 14-12 0,8-13-6 0,5 6-12 16,7 2-2-16,7-2 13 0,8 2-2 0,11 0-6 16,4 1-3-16,7 1-5 0,3 2-1 0,4 2-16 0,11 0 10 15,1 4-13 1,1 1 8-16,-1 0-7 0,0 4-1 0,-5 1-3 16,-2 1 5-16,-4 5 14 0,-3-2-22 0,-5 3-5 15,-11-1 0-15,-4 2 0 0,-4 0 2 0,-5 3-3 16,-4 0 12-16,-5 3-18 0,-6-1 10 0,-6-2-8 15,-4 0 16-15,-5 1-11 0,-3-2 0 0,-3 4 4 16,-5 1 2-16,-4 2 16 0,-8 2 2 0,-4 0 45 16,-3-5-52-16,-4 5 7 0,-3-4 20 0,-2 2 1 0,-2-3-5 0,-9 3-1 15,8-4-7-15,0-2-8 0,-3 0 1 0,4 0-7 16,0-3-3-16,3 0-1 0,2 0-10 0,6-3 8 16,3 0-4-16,1-1-7 0,7-3 2 0,1 1-1 15,3-2-35-15,2-1-77 0,0 0-91 0,4-2-164 16,6-8-417-16,-8 13-303 0</inkml:trace>
  <inkml:trace contextRef="#ctx0" brushRef="#br0" timeOffset="108738.0503">24146 1628 4 0,'-9'-26'320'15,"-1"1"-95"-15,1-2-21 0,0 2-20 0,2 2-35 16,-1 0-24-16,1 1 25 0,1 1 8 0,0 2 26 16,1 4-28-16,-1 1-22 0,2 1-25 0,0 3-19 15,1 1-21-15,3 9-15 0,-6-12-18 0,6 12-2 16,0 0 7-16,0 0 37 0,-9 8 0 0,9 4-9 16,-2 6 16-16,1 7 66 15,0 4 16-15,0 8-16 0,1 10 8 0,1 4 1 16,0 7-22-16,4 13-60 0,-2 3 57 0,3 4-70 15,1 5-8-15,2 3-8 0,1 6-8 0,2 18-3 16,2 1-6-16,1 1-1 0,0 5 11 0,0-1-15 16,1 3-4-16,0 0-5 0,0-1-2 0,-3-2 9 15,-1-2-2-15,0 0 2 0,-2 0 30 0,-3-19-8 16,-1-1 9-16,-2 1 10 0,-1-2 14 0,-1-2-3 0,0 0 30 16,0-1-21-16,-2-3-1 0,0 0-24 0,0-2-2 0,-1-4-19 15,0-2 7-15,0-4-13 0,-1-4 1 0,0-5-13 16,-1-8 5-16,-2-4 3 0,1-1-2 0,-1-1-3 15,0-3-5-15,-5 0-8 0,2-5 9 0,1-2-7 16,-1-2-2-16,-1-3-5 0,0-6 8 0,0-2 10 16,0-1 4-16,2-6-5 0,-2-1-10 0,2-2 5 0,2-5-2 15,0-1 0-15,0 0 0 0,0-4 0 0,5-9 3 16,-6 15-14-16,6-15 12 0,-7 9-1 0,7-9-4 0,0 0-6 16,0 0-2-16,0 0-7 0,-8-7 4 15,8 7-4-15,0 0-8 0,-1-15-1 0,1 15-31 0,0-14-20 16,0 14-32-16,1-15-18 0,-1 15-37 15,-1-19-51-15,1 19-69 16,-2-19-48-16,0 7-113 0,-3-2-107 0,3-3-586 0,-2 1-738 16</inkml:trace>
  <inkml:trace contextRef="#ctx0" brushRef="#br0" timeOffset="111490.6944">24056 1519 23 0,'-2'-11'221'0,"-1"2"-48"0,3 9 5 0,-7-16-24 0,7 16-33 15,-9-16-28-15,4 7-18 0,-1 3 28 0,6 6 8 16,-11-13 18-16,11 13 1 0,-10-11 2 0,10 11-11 16,-7-9-9-16,7 9-7 0,-5-7-6 0,5 7-13 15,-6-10-21-15,6 10-15 0,-4-10 1 0,4 10-21 16,0 0-4-16,-3-15-4 0,3 15-5 0,4-12-6 15,-4 12 0-15,12-12-1 16,-1 4-4-16,3 1-5 0,7-2 1 0,1 1 27 16,8 0-30-16,4-2 21 0,9 1-31 0,4 1 29 15,4-1-22-15,3 2-3 0,5 0-1 0,12 1 29 16,4-2-30-16,7 3 25 0,1-1-23 0,5 1 33 16,4 0-9-16,3 3-2 0,1-3-2 0,1 3-4 15,3-1 28-15,-1 1-33 0,1 1 22 0,0 0-28 16,-4 0 27-16,-1 0-34 0,-3 2 2 0,-6-2 5 0,1 1-3 0,-6 0 30 15,-2 1-29-15,-14 0 29 0,-2 0-34 0,-5 0 33 16,-6 2-41-16,-8-1 36 0,-5 0-32 0,0 0 27 16,-4-1-29-16,-6 2 29 0,-1-2-29 0,0 2 37 15,-1-1-34-15,0 1 6 0,0-1-2 0,0 0-4 16,0 0 5-16,-2 0 4 0,2 0 2 0,-5-2-3 16,1 2 4-1,-1-2-2-15,-2 1 0 0,1-1 6 0,-1 0-7 16,0 1 4-16,0-1 10 0,-1 0-14 0,-2-1 1 15,-1 1 0-15,-1 0 1 0,-1-1 0 0,-1 1 1 0,-13 0-2 16,23 0 8-16,-23 0-10 0,18-2 1 16,-18 2 3-16,18 2-2 0,-18-2 3 0,15 0-1 15,-15 0 0-15,16 1 3 0,-16-1 6 0,17 1 20 16,-17-1 26-16,23 1 1 0,-8 0 8 0,0-1-1 0,3 0-11 0,2 1-9 16,3-1-9-16,1 0 2 0,3-1 16 0,0 1-45 15,2 0 35-15,-1-1-38 0,1 0 25 0,-3 1-34 16,1 0 36-16,0 0-37 0,-2 0 6 0,-2 0 25 15,1 0-35-15,0-1 1 0,0 1 5 0,0 0 2 16,-1 0-1-16,-1 0-1 0,2 0 7 0,-1 0-3 16,0 0 6-16,-1 0 5 0,-1 0-18 0,1-1 5 0,-2 1 3 0,2-2 0 15,-1 2-3-15,-1-1 4 0,0 0 31 0,1 1-34 16,-2-2 27-16,-1 1-23 0,0-1 20 0,0 1-33 16,-2-1 33-16,-3 0-23 0,0 1 40 0,-13 1-18 15,24-2 37-15,-24 2-19 0,18-3 23 0,-18 3-24 16,15-1 26-16,-15 1-27 0,12-1 27 0,-12 1-29 15,0 0 24-15,15-2-38 16,-15 2 24-16,0 0-31 0,0 0 19 0,15-1-35 16,-15 1 23-16,0 0-32 0,0 0 26 15,0 0-32-15,12 1 30 0,-12-1-30 0,0 0 28 16,0 0-22-16,7 8 23 0,-7-8-22 0,0 0 24 0,4 12-27 16,-4-12 2-16,0 13 2 0,0-13 0 0,4 14 5 15,-4-14-2-15,0 17 5 0,0-17 1 0,-4 23 3 16,4-11-2-16,0 3 4 0,0 1 1 0,0 1 2 0,4 4-2 15,0 2 4-15,-2 1 6 0,5 6 5 0,1 2 3 16,0 0 4-16,2 5-1 0,1 1-1 0,-2 3-4 16,3-1 4-16,-3 3-7 0,1-2-1 0,0 2 1 15,-1 1-49-15,-2 0 59 0,-1 1-50 0,3 1 3 16,-4 1 64-16,3 0-69 0,-3 2 58 0,4 1-57 16,-4 0 58-16,2 0-54 15,-1 0 61-15,3 0-61 0,-1 0 58 0,0 0-54 16,2-1 3-16,1-1 3 0,-1-1 2 0,1 1 6 15,1-1 7-15,-2 0-6 0,0-1 2 0,0 0-1 16,-2-1 2-16,1-1-2 0,-1 1-2 0,-3-1 2 16,0-1 2-16,1-1 2 0,-3 0-5 0,-1-6 2 15,0 1 4-15,1 0-1 0,0-1 1 0,-2 0 1 16,0 0 2-16,-1-1 2 0,1 0-6 0,-1 0 8 0,0 0-7 0,0-1 4 16,0-1-5-16,0-3 3 0,0-1 0 0,1 0 1 15,-1 0-6-15,1-1 1 0,-1 1 2 0,0-3-2 16,1 1-2-16,-1-1 2 0,0 0-1 0,0-1-1 15,0-1 0-15,2 0-1 0,-2-4 1 0,1 1 0 16,0-1-3-16,0-1 1 0,0-1 1 0,0 2-1 16,0-4 1-16,0 1-2 15,0 0-5-15,-1-3 4 0,1 0 6 0,-1-1-8 16,1 0 4-16,-1 1-2 0,1-4 0 0,-1 3 0 16,0-13 0-16,0 21-2 0,0-21 6 0,0 17-6 15,0-17 3-15,0 16-1 0,0-16 1 16,0 16-3-16,0-16-1 0,0 14 2 0,0-14 2 0,-2 13-3 0,2-13 4 15,-1 13-2-15,1-13 1 0,-1 15-1 0,1-15-1 16,-2 16 4-16,2-16-1 0,-3 13 3 0,3-13-4 16,-2 15 1-16,2-15-3 0,-3 16 2 0,3-16 1 0,-4 18-4 15,4-18 6-15,-3 20-1 0,3-20-2 0,-2 19 3 16,2-19-3-16,-4 19 0 0,4-19-7 0,-1 18 10 16,1-18-1-16,-2 21-2 0,2-21-1 15,-3 17 1-15,3-17 3 0,-2 17-9 0,2-17 1 0,-3 16 6 16,3-16-2-16,-2 14 0 0,2-14 1 0,-2 13 0 0,2-13-4 15,-2 13 1-15,2-13 1 0,-3 13 3 0,3-13-2 16,-5 10-2-16,5-10 4 0,-2 12-2 0,2-12-2 0,-3 10 0 16,3-10-2-16,-3 12 5 0,3-12-4 15,-5 12 5-15,5-12-4 0,-2 13 2 0,2-13 0 16,-3 13 3-16,3-13-5 0,-4 15 4 0,4-15-4 16,-4 18 4-16,4-18-5 15,-5 17 4-15,5-17 1 0,-4 19-2 0,1-8-2 16,1-1 5-16,-1 0-4 0,0 1 3 0,0 0-4 15,1 1 1-15,-1-2 1 0,1 1 4 0,0 1-4 16,-2 0 4-16,1-1-1 0,2 0 0 0,-1 0-4 0,0 1 0 16,0 0 5-16,0-4-4 0,2-8 0 15,-4 21 3-15,4-21-2 0,-2 18 3 0,2-18-4 16,-3 16-5-16,3-16 8 0,-2 14-2 0,2-14 0 0,-4 12-2 0,4-12-1 16,-4 11-1-16,4-11-10 0,-6 10-2 0,6-10 8 15,-8 8 2-15,8-8-1 0,-9 6-5 0,9-6 5 16,-14 4-1-16,14-4 5 0,-13 4-3 0,13-4 4 15,-14 1-3-15,14-1 1 0,-16 2 1 0,16-2-7 16,-20 0 6-16,20 0-4 0,-19-2 6 0,19 2-2 0,-25 0 0 16,12-1-2-1,0 0 0-15,-2 1-5 0,0-2 4 0,-4 1-5 16,1-1 8-16,-4 2-2 0,2-1-7 0,-2 0-3 16,-2 0-2-16,-3 0 0 0,-2-1-5 0,-2 2 7 15,1-1-2-15,-1 0 4 0,-2 0-3 0,-3 1-2 16,3 0 7-16,-4 0-8 0,-1 0-1 0,0 1 8 15,0 0 4-15,0-1 3 0,-1 1-3 0,-1 0 2 16,2 1 3-16,0-1-6 0,1 0 7 0,1 0-5 0,0 0-4 0,3 0-8 16,2 0-10-16,-1 1-4 0,1-1-26 0,-1-1 6 15,1 1 11-15,-1 1-1 0,-3-1-3 0,3-1 15 16,-1 2 0-16,1-1 6 0,-4-1 7 0,4 0 2 16,-6 2 0-16,4-4 4 0,-3 4 1 0,1-1 9 15,-1 1-1-15,6-2-11 0,-5 1 12 0,0 0-3 16,4 0 5-16,1-1-2 0,0 1 8 0,-1 0 1 0,1 0 0 0,-1-1 4 15,1 0-2-15,2 1-3 0,-3 0-4 0,3 0 3 32,-2 2 0-32,1-3-1 0,1 1-2 0,-2 0 0 0,2 2 2 0,1-1-3 0,-1-1 2 0,0 2-6 15,3 0 8-15,-3-1-4 0,2 1 3 0,-1-1-4 16,1 2 4-16,0-3-4 0,0 2-3 0,0 0 6 16,2-1-2-16,-1 2 0 15,-1-3-7-15,2 3 8 0,0-2 0 0,0 1-2 16,-1 0 0-16,3 0 2 0,1 0 0 0,-1-2-5 15,3 2 19-15,0 0-14 0,-2-1 11 0,2 1-19 16,-1-1 16-16,-1 0-15 0,2 1 12 0,-1-2-11 16,0 2 13-16,2-1-18 0,-1 0 8 0,1 0-4 15,-1 1 3-15,0-1-5 0,0 0 8 0,0 0 1 16,-1 0-4-16,1 1 3 0,0-2 0 0,-1 0 0 0,-1 2-8 0,2-2 7 16,-2 0 0-16,-1 0-13 0,3 1 16 0,-2 1 13 15,1-2-17-15,-1-1 11 0,2 2-11 0,-3-1 9 16,2 0-12-16,2 0 11 0,-4-1-11 0,2 1 13 15,2 0-13-15,-2 0 8 0,1-1-12 0,1 1 19 16,0-1-17-16,2 2 16 0,-1-2-16 0,1 0 13 16,4 1-8-16,-5-1 9 15,3 1-16-15,-1-1 15 0,2 0-10 0,-4 0 9 0,3 0-11 16,0 0 1-16,1-1-6 0,0 1 21 16,0 0-14-16,2 0 12 0,12 0-18 0,-24-1 25 15,24 1-20-15,-20 0 16 0,20 0-17 16,-18-2 12-16,18 2-12 0,-18-1 13 0,18 1-11 0,-13-2 17 15,13 2-18-15,-14-1 21 0,14 1-16 0,0 0 13 16,-16 0-15-16,16 0 14 0,0 0-10 0,-13-1 11 16,13 1-16-16,0 0 12 0,0 0-15 0,-14-1 15 0,14 1-15 0,0 0 15 0,0 0-16 15,0 0 12-15,-16 0-12 0,16 0 11 0,0 0-13 16,-14 0 13-16,14 0-16 0,-13 2 19 0,13-2-11 16,0 0 9-16,-16 0-18 0,16 0 19 0,-15 1-14 0,15-1-1 15,-13 1 10-15,13-1-4 0,-17 1 0 16,17-1 11-16,-17 3-14 0,17-3 5 0,-18 1 12 0,18-1-18 15,-20 1 15-15,20-1-11 0,-22 3 11 0,22-3-10 16,-19 2 14-16,19-2-19 0,-17 0 17 0,17 0-11 16,-17 1 1-16,17-1-9 0,-18 0 21 0,18 0-15 15,-17 0 16-15,17 0-20 0,-17 0 3 0,17 0 0 16,-17 0-3-16,17 0 4 0,-18-1 2 0,18 1-1 16,-16-1 0-16,16 1 2 15,-16-2 3-15,16 2-7 0,-14-2 1 0,14 2 4 16,-14-1 0-16,14 1-3 0,0 0-5 0,-15-4-24 15,15 4-15-15,0 0-27 0,-11-3-15 0,11 3-17 16,0 0-18-16,0 0-8 0,-8-6-20 0,8 6-28 16,0 0-36-16,0 0-47 0,0 0-42 0,6-11-420 15,-6 11-230-15</inkml:trace>
  <inkml:trace contextRef="#ctx0" brushRef="#br0" timeOffset="115239.6535">25351 1608 246 0,'-12'-1'230'0,"12"1"-26"0,0 0-26 15,0 0 28-15,0 0-49 0,0 0-17 0,-10-5-5 16,10 5-1-16,0 0-10 0,0 0-6 0,0 0-12 16,0 0-5-16,0 0-8 0,0 0-7 0,0 0 0 15,0 0-17-15,0 0 7 0,0 0-21 0,0 0 8 16,0 0-25-16,0 0 14 0,0 0-27 0,0 0 22 0,0 0-41 0,0 0 33 16,-13 0-40-16,13 0 28 0,0 0-35 0,0 0 37 15,0 0-39-15,0 0 36 0,0 0-40 0,0 0 33 16,0 0-34-16,0 0 37 0,0 0-37 0,0 0 42 15,0 0-43-15,0 0 30 0,0 0-23 0,0 0 29 16,0 0-37-16,0 0 48 0,0 0-25 0,0 0 65 16,0 0-47-1,0 0 76-15,0 0-50 0,0 0 55 0,0 0-46 16,0 0 51-16,0 0-11 0,0 0-6 0,0 0-53 16,0 0 51-16,0 0-52 0,0 0 58 0,0 0-57 15,0 0 53-15,0 0-58 0,0 0 46 0,0 0-66 16,0 0 67-16,0 0-82 0,0 0 51 0,0 0-65 15,0 0 58-15,0 0-62 0,0 0 56 0,0 0-60 0,0 0 59 16,0 0-65-16,0 0 57 0,0 0-59 0,0 0 58 0,0 0-57 16,0 0 56-16,0 0-58 0,0 0 60 0,0 0-58 15,0 0 55-15,0 0-52 0,0 0 57 0,0 0-60 16,0 0 57-16,0 0-56 0,0 0 56 0,0 0-54 16,0 0 55-16,0 0-51 0,0 0 56 0,0 0-56 15,0 0 56 1,0 0-54-16,0 0 58 0,0 0-58 0,0 0 56 15,0 0-53-15,0 0 61 0,0 0-57 0,0 0 61 0,0 0-60 16,0 0 64-16,0 0-65 0,0 0 61 0,0 0-66 16,0 0 59-16,0 0-60 0,0 0 56 0,0 0-62 15,0 0 67-15,0 0-71 0,0 0 63 0,0 0-66 16,0 0 63-16,0 0-60 0,0 0 62 0,0 0-65 16,0 0 66-16,0 0-65 0,0 0 60 0,0 0-63 15,0 0 62-15,0 0-58 0,0 0 62 0,0 0-62 0,0 0 60 0,0 0-63 16,0 0 60-16,0 0-62 0,0 0 58 0,0 0-59 15,0 0 64-15,0 0-59 0,0 0 58 0,0 0-61 16,0 0 68-16,0 0-72 0,0 0 65 0,0 0-60 16,0 0 62-16,0 0-58 0,0 0 59 0,0 0-63 15,0 0 70-15,0 0-70 0,0 0 61 0,0 0-60 16,0 0 62 0,0 0-60-16,0 0 61 0,0 0-64 0,0 0 72 0,0 0-69 15,0 0 61-15,0 0-63 0,0 0 65 0,0 0-65 16,0 0 64-16,0 0-67 0,0 0 63 0,0 0-57 15,0 0 60-15,0 0-61 0,0 0 63 0,0 0-62 16,0 0 60-16,0 0-64 0,0 0 63 0,0 0-60 16,0 0 61-16,0 0-66 0,0 0 66 0,0 0-61 15,0 0 61-15,0 0-66 0,0 0 65 0,0 0-62 0,0 0 59 16,0 0-58-16,0 0 58 0,0 0-60 0,0 0 63 16,0 0-64-16,0 0 62 0,0 0-63 0,0 0 71 0,0 0-70 15,0 0 59-15,0 0-58 0,0 0 61 0,0 0-60 16,0 0 58-16,0 0-57 0,-5 6 67 15,5-6-69-15,0 0 57 0,0 0-54 0,0 0 68 0,0 0-71 16,0 0 67-16,0 0-64 0,0 0 65 0,0 0-66 0,0 0 64 0,0 0-63 16,0 0 64-16,0 0-60 0,0 0 56 15,0 0-56-15,0 0 62 0,0 0-62 0,0 0 61 16,0 0-65-16,0 0 67 0,0 0-67 0,0 0 66 16,0 0-68-16,0 0 66 0,0 0-61 0,0 0 64 0,0 0-67 15,0 0 66-15,0 0-66 0,0 0 67 16,0 0-67-16,0 0 66 15,0 0-64-15,0 0 62 0,0 0-63 0,0 0 58 16,0 0-55-16,0 0 55 0,0 0-62 0,0 0 65 16,0 0-62-16,0 0 62 0,0 0-63 0,0 0 62 15,0 0-60-15,0 0 62 0,0 0-67 0,0 0 69 16,0 0-67-16,0 0 61 0,0 0-60 0,0 0 63 16,0 0-59-16,0 0 63 0,0 0-69 0,0 0 66 0,0 0-61 15,0 0 60-15,0 0-60 0,0 0 62 0,0 0-63 0,0 0 66 16,0 0-68-16,0 0 66 0,0 0-67 0,0 0 65 15,0 0-63-15,0 0 63 0,0 0-63 0,0 0 62 16,0 0-62-16,0 0 63 0,0 0-64 0,0 0 68 16,0 0-70-16,0 0 66 0,0 0-61 0,0 0 59 15,0 0-63-15,0 0 67 0,0 0-70 0,0 0 73 16,0 0-69-16,0 0 61 16,0 0-63-16,0 0 63 0,0 0-60 0,0 0 61 15,0 0-62-15,0 0 69 0,0 0-79 0,0 0 72 16,0 0-61-16,0 0 64 0,0 0-62 0,0 0 54 15,0 0-58-15,0 0 70 0,0 0-67 0,0 0 61 0,0 0-64 16,0 0 68-16,0 0-68 0,0 0 69 0,0 0-61 16,0 0 61-16,0 0-66 0,0 0 65 0,0 0-63 15,0 0 68-15,0 0-69 0,0 0 66 0,0 0-62 0,0 0 83 16,0 0-55-16,0 0 57 0,0 0-63 0,0 0 74 16,0 0-73-16,0 0 71 0,0 0-74 0,0 0 79 15,0 0-88-15,0 0 75 0,0 0-81 0,0 0 66 16,0 0-71-16,0 0 72 0,0 0-79 0,0 0 82 15,0 0-84-15,0 0 91 0,0 0-99 0,0 0 76 16,0 0-77-16,0 0 74 0,0 0-73 0,0 0 75 0,0 0-79 0,0 0 77 16,0 0-74-16,0 0 75 0,0 0-78 0,0 0 74 15,0 0-73-15,0 0 73 0,0 0-70 0,0 0 72 16,0 0-72-16,0 0 74 0,0 0-73 16,0 0 66-16,0 0-63 0,0 0 74 0,0 0-73 0,0 0 71 15,0 0-72-15,0 0 74 0,0 0-78 0,0 0 78 16,0 0-78-1,0 0 73-15,0 0-68 0,0 0 68 0,0 0-74 16,0 0 64-16,0 0-97 0,0 0-68 0,0 0-131 0,0 0-53 16,0 0-50-16,0 0-126 0,0 0-544 0,0 0-666 15</inkml:trace>
  <inkml:trace contextRef="#ctx0" brushRef="#br0" timeOffset="115857.0311">24462 1523 61 0,'8'-10'458'0,"-8"10"-109"0,4-8-40 16,-4 8-89-16,0 0-22 0,1-13-46 0,-1 13-11 15,0 0-46-15,-2-12 15 0,2 12-16 0,0 0-17 16,0 0-14 0,-3-10-18-16,3 10-6 0,0 0-9 0,0 0-11 15,0 0 1-15,0 0-1 0,0 0-2 0,4 15-6 16,-4-15-5-16,9 17 0 0,-4-7 2 0,2 1-2 16,1 2 1-16,0 0-6 0,-1 1 2 0,2-1 3 15,3 2-4-15,-1 0 2 0,1-4-1 0,1 4 3 16,-1-3 2-16,0 0-1 0,1-2-3 0,0-1 0 0,-1-1 3 15,0 0 2-15,2-3-4 0,-1 1 2 0,0-3-4 0,0 0 5 16,1-2 14-16,-1 0-14 0,0-2 16 0,2 0-21 16,-1-2 25-16,1-3-27 0,-5 2 15 0,4-3-18 15,-2-1 20-15,-1-1-12 0,0 0 47 0,-2-1-47 0,-1-2 43 16,-1 0-54-16,0 0 39 0,-2-1-44 16,-1 2-2-16,-2 1 4 0,5-5 5 0,-5 6-8 15,-2 9 8-15,0-20-4 0,0 20 0 0,2-15 3 0,-2 15-1 0,0-13 0 16,0 13-3-16,0 0 0 0,2-15-3 0,-2 15 7 15,0 0-4-15,0 0-2 0,0 0-75 0,0 0-93 16,0 0-25-16,0 0-119 0,0 0-42 0,10 7-147 16,-10-7-9-16</inkml:trace>
  <inkml:trace contextRef="#ctx0" brushRef="#br0" timeOffset="116442.0117">25135 1591 212 0,'0'0'291'0,"0"0"-73"0,0 0-50 0,-8-6-41 16,8 6-16-16,0 0-4 0,0 0-20 0,0 0-20 16,-6-8-17-16,6 8-11 0,0 0-8 0,0 0-9 15,0 0-2-15,0 0-8 0,0 0-2 0,0 0-5 16,0 0 0-16,0 0-1 0,0 0 4 0,0 0-7 15,0 0 11-15,0 0-16 0,-8-6 10 0,8 6 0 16,0 0-7 0,0 0 3-16,0 0-4 0,0 0 0 0,0 0 0 15,0 0 2-15,0 0 1 0,0 0 1 0,0 0 3 16,0 0 12-16,3 11 19 0,-3-11-6 0,0 0 7 0,7 7-18 16,-7-7 19-16,8 7-2 0,-8-7-2 0,9 7-5 15,-9-7-2-15,14 9-5 0,-14-9-6 16,15 7-5-16,-15-7 4 0,19 4-4 0,-19-4-5 0,19 3 5 15,-19-3-4-15,18 2-5 0,-18-2 3 0,19 0 5 0,-19 0-2 16,15-1-1-16,-15 1-9 0,16-4 5 0,-16 4 6 16,11-4 16-16,-11 4 10 0,9-11-7 0,-9 11-3 15,8-9-10-15,-8 9-2 0,4-13-4 0,-4 13-2 16,-2-15 4-16,2 15 14 0,-3-13-31 0,3 13 34 16,-7-14-23-16,7 14 20 0,-5-12-31 0,5 12 23 15,-6-9 4-15,6 9-13 0,-9-9-30 0,9 9 20 0,-10-3-6 0,10 3 13 16,0 0-19-16,-16 0 3 0,16 0 2 0,-12 6 4 15,12-6 1-15,-13 12-2 0,8-5 6 0,-1 1-3 16,2 0 1-16,-2 1 4 0,3 0 1 0,3-9-2 16,-3 18 3-16,3-18 0 0,1 18-2 0,-1-18 5 15,7 18-2-15,-1-9-3 0,2 0 0 0,3 0 2 16,3-2 1-16,2 0-4 16,3 1 1-16,3-1 5 0,-1 0-6 0,2 0 0 15,-2-2-7-15,0 1-54 0,0-1-91 0,-1-1-82 16,-3 1-77-16,2-4-180 0,-2 0 22 0</inkml:trace>
  <inkml:trace contextRef="#ctx0" brushRef="#br0" timeOffset="117460.3162">25677 1553 5 0,'0'0'457'0,"0"0"-154"0,-4-9-48 15,4 9-76-15,0 0-18 0,0 0-56 0,-5-10-27 16,5 10-10-16,0 0-15 0,0 0 4 0,0 0 4 15,0 0 13-15,0 0-9 0,0 0-12 16,0 0-10-16,0 0-11 16,0 0-3-16,-2 12 9 0,2-12 0 0,0 0-11 0,5 12-6 15,-5-12-4-15,0 0-4 0,2 11-4 16,-2-11-5-16,0 0 2 0,2 11 7 0,-2-11-9 0,0 0 3 16,4 11-4-16,-4-11 4 0,0 0-1 0,7 10-2 15,-7-10-8-15,0 0 6 0,0 0 6 0,5 7-3 16,-5-7 0-16,0 0 7 0,0 0-10 0,0 0 3 15,13-3 1-15,-13 3-5 0,7-9 3 0,-7 9 0 0,5-10-4 16,-5 10 1-16,8-12-1 0,-8 12 0 0,6-11 16 16,-6 11-22-16,8-11 18 0,-8 11-21 0,7-10 17 0,-7 10-11 15,6-8 8-15,-6 8-14 0,0 0 18 16,7-7-14-16,-7 7 15 0,0 0-21 0,0 0 4 16,14 2 4-16,-14-2-2 0,6 7 1 0,-6-7 1 15,7 9-1-15,-7-9 1 0,6 12 4 0,-6-12 1 0,8 10-2 0,-8-10-1 16,8 13 4-16,-8-13-3 0,9 11 2 0,-9-11-6 15,8 11 4-15,-8-11 3 0,8 11-2 0,-8-11 1 32,11 7-3-32,-11-7 8 0,9 6 1 0,-9-6-9 0,14 3 5 0,-14-3 0 0,13 2-3 15,-13-2 2-15,12-4-4 0,-12 4 2 0,13-6 7 0,-13 6-5 16,14-8-4-16,-9 0 0 16,1 1-1-16,0-1 1 0,-3 1 2 0,1-2-1 15,0 1 14-15,-4 8-18 0,8-17 1 0,-8 17 15 16,4-11-17-16,-4 11 16 0,4-12-17 0,-4 12 17 15,0 0-25-15,5-13 23 0,-5 13-18 0,0 0 18 16,0 0-12-16,0 0-4 0,0 0 0 0,0 0 3 16,0 0 0-16,0 0 2 0,0 0-3 0,6 8 3 15,-6-8 6-15,0 0 3 0,1 12-9 0,-1-12-1 0,0 0 5 16,7 12-2-16,-7-12-1 0,0 0 0 0,4 12 1 0,-4-12 0 16,0 0 4-16,7 9-4 0,-7-9 1 15,0 0 2-15,9 9-2 0,-9-9 1 0,0 0-5 0,11 7 0 16,-11-7 3-16,0 0 0 0,0 0 3 0,13 1-1 15,-13-1 0-15,0 0 0 0,9-6 1 16,-9 6-2-16,6-7-1 0,-6 7-1 16,6-9 5-16,-6 9 7 0,4-12-6 15,-4 12 17-15,5-12-31 0,-5 12 16 0,4-11-11 16,-4 11 6-16,4-10-8 0,-4 10 7 0,0 0-10 16,3-9 13-16,-3 9-13 0,0 0 16 0,0 0-16 15,0 0-3-15,0 0 10 0,0 0-3 0,13 5-2 16,-13-5 4-16,7 7 2 0,-7-7 0 0,4 8-3 15,-4-8 1-15,7 11 9 0,-7-11-7 0,8 8 1 0,-8-8-3 0,8 7 5 16,-8-7-2-16,9 8 3 0,-9-8-2 0,10 6 0 16,-10-6 1-16,10 3-2 0,-10-3 4 0,13 1-4 15,-13-1 0-15,14 0 1 0,-14 0 1 0,15-4-5 16,-15 4 3-16,15-5 7 0,-15 5 8 0,13-10-21 16,-7 4 21-16,-6 6-16 0,12-13 13 0,-12 13-19 15,7-13 17-15,-7 13-5 16,6-15-13-16,-6 15 15 0,4-15-14 0,-4 15 15 15,1-13-17-15,-1 13 1 0,2-11 1 0,-2 11 5 16,0 0-8-16,0-14-5 0,0 14 2 0,0 0 3 16,0 0 24-16,0 0-27 0,0 0 21 0,0 0-12 15,0 0 9-15,-7 8-8 0,7-8 0 0,-2 11-2 16,2-11 3-16,-2 15 2 0,2-15-2 0,-2 16 6 16,2-16-2-16,2 17 0 0,-2-17-1 0,6 19 0 0,-3-11-1 0,1 0 2 15,3 1 0-15,0-2-2 0,1 0-4 0,4 0-85 16,-3 0-100-16,6 0-88 0,2-3-287 0,0-1-80 15</inkml:trace>
  <inkml:trace contextRef="#ctx0" brushRef="#br0" timeOffset="117629.3968">26565 1569 245 0,'0'0'237'0,"0"0"-29"0,0 0-26 15,0 0-24-15,0 0-28 0,0 0-29 0,0 0-23 16,0 0-14 0,0 0-12-16,0 0-11 0,0 0-9 0,15 0-2 15,-15 0-18-15,14-2-66 0,-14 2-113 0,18-1-260 0,-18 1 106 16</inkml:trace>
  <inkml:trace contextRef="#ctx0" brushRef="#br0" timeOffset="119217.6202">26906 1416 197 0,'0'0'352'0,"0"0"-97"0,-9-3-53 0,9 3-38 0,0 0-37 16,0 0-27-16,-14 0-20 0,14 0 9 0,-8 4 7 15,8-4-21-15,-10 9-18 0,10-9-10 0,-9 12-5 16,9-12-10-16,-6 17-2 0,6-17-7 0,-7 16-4 15,5-5-2-15,2-11-3 0,-5 19-8 0,5-19 4 16,-2 18-3-16,2-18 2 0,0 15-1 0,0-15-1 16,0 15-3-16,0-15-1 0,2 14-2 0,-2-14 2 15,0 13 0-15,0-13 1 0,0 0 0 0,5 13-2 16,-5-13 2-16,0 0 1 0,5 9 0 0,-5-9-5 16,0 0 13-16,0 0-14 0,13-2 0 0,-13 2 2 0,8-7 0 0,-8 7-1 15,8-9 3-15,-8 9-4 0,10-11-1 0,-10 11 0 16,9-13 6-16,-9 13 7 0,10-12-18 0,-10 12 2 15,7-11 3-15,-7 11 6 0,6-8-1 0,-6 8-9 16,0 0-4-16,7-6 10 0,-7 6-1 0,0 0-2 16,0 0 0-16,14 1 1 0,-14-1 3 0,8 6-1 15,-8-6-1-15,7 7-4 0,-7-7 6 0,9 11 2 0,-9-11-1 16,11 8 2-16,-11-8-5 0,11 12 2 0,-4-6 2 16,4-1 0-16,-2 0-4 0,0-1 0 0,7 0 4 0,-3 2 2 15,4-4-3-15,-2 1 1 0,1-1-3 0,-3-1 2 16,3 1 1-16,-3-1 0 0,-13-1-6 0,25 0 5 15,-14-3 1-15,1 2 2 0,-1-2-5 16,-3 0 0-16,-8 3 0 16,16-11-1-16,-16 11 2 0,11-13-7 0,-11 13 4 15,5-13 4-15,-5 13-1 0,5-14 28 0,-5 14-15 16,2-12 24-16,-2 12-18 0,0 0 14 0,0-13-25 16,0 13 19-16,0 0-31 0,0 0 16 0,-4-11-17 15,4 11 20-15,0 0-22 0,0 0 0 0,-14 4 2 16,14-4 1-16,-9 8-2 0,9-8 2 0,-10 9 7 0,10-9-6 0,-10 11 2 15,10-11-2-15,-7 12 3 0,7-12 3 0,-6 11-5 16,6-11 5-16,-3 11 3 0,3-11-3 0,-2 10-2 16,2-10-1-16,0 0 4 0,0 14 0 0,0-14-4 15,0 0 1-15,5 11 5 0,-5-11 15 0,0 0-25 16,12 8 3-16,-12-8-1 0,0 0-1 0,13 4 7 16,-13-4-8-16,0 0 5 0,17-2 5 0,-17 2-2 15,9-5-3-15,-9 5-2 16,11-8 0-16,-11 8-5 0,9-11 6 0,-9 11 2 15,7-15-6-15,-7 15 3 0,6-15 10 0,-6 15-9 16,6-14 10-16,-6 14-16 0,4-12 16 0,-4 12-16 16,4-10 14-16,-4 10-19 0,0 0 18 0,5-10-14 15,-5 10 7-15,0 0-11 0,0 0 2 0,0 0 0 16,0 0 5-16,0 0 0 0,0 0 4 0,0 0-4 16,0 0 0-16,11 2 13 0,-11-2-8 0,0 0-3 0,7 8 1 15,-7-8-3-15,0 0 3 0,8 9-1 0,-8-9 3 0,5 7-5 16,-5-7 1-16,7 6 4 0,-7-6-4 15,0 0 0-15,9 7 1 0,-9-7 2 0,0 0 3 16,0 0-7-16,7 5-19 0,-7-5-11 0,0 0 7 0,0 0-1 16,11-6 3-16,-11 6 11 0,8-8 1 0,-8 8 3 15,10-11-1 1,-10 11 0-16,11-12 9 0,-11 12 1 0,11-12 6 16,-11 12-10-16,12-12-1 0,-12 12 0 0,10-8 2 15,-10 8 2-15,7-8 0 0,-7 8 0 0,9-5 0 0,-9 5-2 16,0 0 3-16,0 0 3 0,12 0 0 15,-12 0 3-15,0 0-1 0,8 9 10 0,-8-9 1 16,4 10 12-16,-4-10-3 0,4 12-2 0,-4-12 1 16,4 13-6-16,-4-13-7 0,4 14 1 0,-4-14-2 0,3 13 0 0,-3-13-4 15,4 15 0-15,-4-15 1 0,2 13-3 0,-2-13 5 16,5 11-6-16,-5-11-1 0,2 10 5 0,-2-10-2 16,0 0-3-16,5 12 5 0,-5-12 3 0,0 0 18 15,5 8 12-15,-5-8-8 0,0 0-4 0,0 0-5 16,0 0-9-16,14-2-2 0,-14 2-3 0,7-6-1 15,-7 6-3-15,10-11 1 0,-10 11-2 0,9-8-1 0,-9 8-1 0,8-11 1 16,-8 11 0-16,8-9 0 0,-8 9-6 0,6-8 3 16,-6 8 0-16,7-7 4 0,-7 7-7 0,0 0 6 15,11-8-4-15,-11 8 15 0,0 0-19 0,0 0 0 16,13 0 3-16,-13 0 0 0,0 0 0 0,9 6 2 16,-9-6 0-16,0 0 2 0,7 9-1 0,-7-9 7 15,0 0-10-15,7 10-4 16,-7-10 8-16,0 0 0 0,7 9-3 15,-7-9-2-15,0 0 7 0,4 9-6 0,-4-9 4 16,0 0 3-16,0 0 0 0,7 7-4 0,-7-7 6 16,0 0-9-16,0 0 7 0,0 0-3 0,0 0 1 15,13 0-1-15,-13 0-1 0,0 0 0 0,12-6-4 16,-12 6 4-16,9-6 1 0,-9 6-2 0,6-5 0 16,-6 5-1-16,0 0 1 0,12-5 1 0,-12 5 1 0,0 0 8 0,10-6-14 15,-10 6 4-15,0 0 3 0,11-4-2 0,-11 4 1 16,0 0 1-16,15-3 3 0,-15 3 0 0,0 0-1 15,15-2 4-15,-15 2 8 0,14-1-5 0,-14 1 0 16,13-1-2-16,-13 1-16 0,18-2 20 0,-18 2-17 16,17-2 16-16,-17 2-31 0,23-3 37 0,-23 3-26 15,19-5 27-15,-10 1-31 16,2-1 21-16,-2 2-18 0,1-2 19 16,-10 5-22-16,17-9 22 0,-10 4-22 0,-1-3 25 0,2 1-21 15,-3-2 27-15,2 2-30 0,-2-4 23 0,-1 3-29 16,-1-3 23-16,0 1 8 0,0 0-4 0,-3 10-1 15,2-17 1-15,-2 17 2 0,0-13 4 16,0 13-15-16,0-12 1 0,0 12-8 0,-6-7 5 0,6 7-8 16,-11-1 8-16,11 1-2 0,-15 6-25 0,15-6 34 0,-16 8-18 0,9-2 26 15,-1 1-30-15,2-1 29 0,2 4-25 16,4-10 68-16,-7 17-38 0,7-17 78 0,0 16-17 16,4-6 12-16,1-1 1 0,3 0-13 0,4 1-14 15,3 1-13-15,4-1-8 0,8 0-12 0,2 1-7 16,2-3-5-16,-1 3-8 0,3-3-5 0,-2 3-5 0,-1-3-40 15,-8 0-137-15,2-1-90 0,-5 0-92 0,-2-2-86 0,-3 1-313 16,-14-6-268-16</inkml:trace>
  <inkml:trace contextRef="#ctx0" brushRef="#br0" timeOffset="120080.3745">23906 2460 90 0,'0'0'318'0,"-9"-3"-94"0,9 3 3 0,0 0-27 15,-11-5 14-15,11 5-33 0,0 0-20 0,-10-3-28 16,10 3-26-16,0 0-29 0,0 0-9 0,0 0-14 0,-4-9-10 16,4 9-7-16,0 0-10 0,0 0-5 15,0 0-5-15,7-8-1 0,-7 8 23 0,0 0 14 16,12-5-6-16,-12 5 5 0,11-3-7 0,-11 3 8 0,19-4 5 15,-4 0 20-15,4 0 12 0,8-2 1 0,14-4 11 0,10 2 71 16,19-6 6-16,13-1 14 0,13 1-13 0,36-4-7 16,18 0-28-16,13 0-28 0,16 1-21 0,12 2-19 0,9 1-21 15,6 1-12-15,49-2-8 0,-51 5-7 0,2 2-9 16,-3 0 2-16,-4 2-10 0,-3 1-5 16,-7 2 1-16,-10-1-2 0,-10 2 1 0,-8 0-3 0,-10 0-3 15,-9 1 1 1,-10-1 0-16,-25 1-2 0,-5-2 1 0,-7 0 0 15,-6-2 2-15,-9 2 0 0,-6-1-4 0,-16 0 3 0,-5 1-4 16,-5-3 2-16,-9 3 57 0,-5 0-69 0,-6-2 68 16,-2 3-74-16,-5 0 60 0,-3-1-64 0,0 1 63 15,-4 0-66-15,0 0 61 0,-3 1-67 0,-11 1 65 16,23-3-69-16,-23 3 72 0,20-2-73 0,-20 2 69 16,22 1-67-16,-22-1 63 0,24 2-64 15,-13 0 66-15,1-1-66 0,0 4 61 0,-2-4-60 16,1 2 58-16,-11-3-61 0,20 4 61 0,-20-4-64 0,15 5 62 0,-15-5-60 15,12 3 71-15,-12-3-75 0,12 3 8 0,-12-3 7 16,0 0 56-16,12 4-60 16,-12-4 5-16,0 0 8 0,0 0 59 0,12 3-63 0,-12-3 62 15,0 0-67-15,0 0 62 0,12 2-57 0,-12-2 59 16,0 0-63-16,11 3 61 0,-11-3-64 0,11 2 9 16,-11-2 0-16,15 2 3 0,-15-2 1 0,12 1-5 0,-12-1-40 15,0 0-71-15,15 2-90 0,-15-2-53 0,0 0-40 16,0 0-99-16,0 0-140 0,-17 1-260 15,3-1-344-15</inkml:trace>
  <inkml:trace contextRef="#ctx0" brushRef="#br0" timeOffset="121560.5358">25942 2558 124 0,'0'0'317'16,"0"0"-83"-16,0 0 15 0,0 0-61 0,0 0 17 16,0 0-60-16,0 0 18 0,0 0-5 0,0 0-42 0,0 0-17 15,0 0-19-15,0 0-20 0,0 0 11 16,0 0-16-16,0 0-6 0,0 0-13 0,0 0-6 15,-6 7-3-15,6-7-3 0,0 0-10 0,0 0 6 16,0 0-18-16,0 0 10 0,0 0 2 0,0 0-1 16,-9 5-2-16,9-5-4 0,0 0-3 0,0 0 3 0,0 0-3 15,0 0 1-15,0 0-6 0,-9 4 3 0,9-4 3 16,0 0 10-16,0 0 4 0,0 0-9 0,0 0 13 16,0 0-2-16,0 0-3 0,0 0-4 15,0 0 3-15,-10 3 0 0,10-3 1 0,0 0-6 0,0 0 9 16,0 0-1-16,0 0-6 0,0 0 1 0,0 0 6 15,0 0-5-15,0 0-8 0,0 0 8 0,0 0 11 16,0 0-14-16,0 0 2 0,0 0 0 0,0 0 1 16,0 0 4-16,0 0-4 0,0 0 12 0,0 0-10 0,0 0 7 15,0 0 4-15,0 0-5 0,0 0 1 0,0 0 2 16,0 0 7-16,0 0-5 0,0 0 4 0,0 0-3 16,0 0-2-16,0 0 2 15,0 0-5-15,0 0 3 0,0 0-2 0,0 0 0 0,0 0-3 16,0 0-4-16,0 0 4 0,0 0-4 0,0 0 9 15,0 0-3-15,0 0 4 0,0 0 1 0,0 0-5 16,0 0-9-16,0 0 3 0,0 0-1 0,0 0-5 0,0 0 5 16,0 0 37-16,0 0-48 0,0 0 43 0,0 0-61 0,0 0 3 15,0 0 3-15,0 0 2 16,0 0 4-16,0 0-4 0,0 0-3 0,0 0-1 16,0 0 4-16,0 0 1 0,0 0 0 0,0 0 3 15,0 0-2-15,0 0 5 0,0 0-5 0,0 0-2 0,0 0 3 16,0 0 3-16,0 0-6 0,0 0 1 0,0 0-1 15,0 0 4-15,0 0 3 0,0 0 45 0,0 0-60 0,0 0 2 16,0 0 1 0,0 0 0-16,0 0 4 0,0 0 5 0,0 0-2 0,0 0-5 15,0 0 6-15,0 0-2 0,0 0 3 0,0 0-1 16,0 0 6-16,0 0-1 0,0 0-6 0,0 0-3 16,0 0 1-16,0 0 1 0,0 0 2 0,0 0 0 15,0 0-3-15,0 0 6 0,7-4-5 0,-7 4-3 0,0 0 5 16,0 0-1-16,0 0-1 0,0 0 1 0,0 0 1 15,0 0 3-15,0 0-7 0,0 0 5 0,0 0 0 16,0 0 1-16,0 0-1 0,0 0 0 0,0 0 5 0,0 0-2 16,0 0 0-16,0 0-1 0,0 0-1 0,0 0-1 15,0 0 3-15,0 0-2 0,0 0-1 0,0 0 0 16,0 0 3-16,0 0-3 16,0 0 3-16,0 0-1 0,0 0 1 0,0 0-3 0,0 0 9 15,0 0 42-15,0 0-47 0,0 0 10 0,0 0 4 16,0 0 8-16,0 0 8 0,0 0 0 0,0 0 56 15,0 0-64-15,0 0-5 0,0 0 49 0,5-9-66 16,-5 9 52-16,0 0-60 0,0 0 50 0,0 0-59 0,0 0 59 16,0 0-59-16,0 0 62 0,0-13-53 0,0 13 64 15,0 0-59-15,0 0 58 0,0 0-63 0,0 0 77 16,2-12-63-16,-2 12 0 0,0 0-2 0,0 0-1 16,0 0 60-16,0 0-74 0,0 0 60 15,0 0-71-15,5-7 76 0,-5 7-66 0,0 0 21 16,8 9 11-16,-8-9-9 0,9 11 3 0,-2-3 2 0,2 2 1 15,0 0 2-15,1 2 3 0,1 1-6 16,2 1 3-16,5-1 5 0,-1 1-4 0,6 3 22 0,2-1 3 16,0-1-11-16,4-2-27 0,0 1 21 0,-1-2-28 15,1 0 18-15,-3 0-29 0,-4-3 27 0,-1-1-38 16,-6 0 12-16,-1-2-18 0,-3 1 15 16,-2-1-38-16,-9-6-129 0,7 10-114 0,-7-10-87 0,-5 9-20 15,5-9-75-15,-13 7-79 0,13-7-380 0,-20 5-504 16</inkml:trace>
  <inkml:trace contextRef="#ctx0" brushRef="#br0" timeOffset="121815.3243">26286 2554 115 0,'0'0'534'0,"7"-9"-144"0,-7 9-84 16,0 0-70-16,6-8-42 0,-6 8-41 0,0 0-23 15,0 0 26-15,0 0 11 0,-6 7-23 0,0 0-19 16,-2 2 12-16,-1 2-31 0,-2 2-12 16,-3 2-14-16,1 1-16 0,-5 4-12 0,0-1-13 15,0 1-4-15,0 1-4 0,0 0 18 0,0-1-27 0,3 1 16 16,1-5-31-16,0 0 24 0,4 0-26 0,-2 0 17 16,5-2-27-16,-1-1 11 0,0-2-129 0,2 1-35 0,3-3-169 15,3-9-133-15,-6 16-301 0,6-16-272 0</inkml:trace>
  <inkml:trace contextRef="#ctx0" brushRef="#br0" timeOffset="122097.94">26896 2537 435 0,'8'-10'483'15,"-2"3"-92"-15,-6 7-87 0,7-11-60 0,-7 11-52 16,6-8-35-16,-6 8-34 0,0 0-25 0,0 0 17 0,0 0 7 16,0 0-17-16,-4 10-20 0,0-1-6 0,2 1 3 15,0 2-3-15,-1 3-13 0,1 1-4 0,0 1-3 16,2 0-12-16,-2 2-6 0,2 0-3 0,0-1-6 16,0 1-5-16,0 1 0 0,2-1-7 15,-2 0 2-15,0 0 5 0,0-1-19 0,0 1 18 0,0-1-27 16,0 0-2-16,-2-1-7 0,2-2 19 0,-3-2-116 15,3 1-32-15,-2-3-139 0,1 0-111 0,1-11-455 16,-6 16-389-16</inkml:trace>
  <inkml:trace contextRef="#ctx0" brushRef="#br0" timeOffset="122327.8999">26559 2436 30 0,'-8'-12'564'0,"1"1"-165"0,-1 4-82 16,2-1-72-16,-2 1-51 0,8 7-28 0,-9-10-36 15,9 10-16-15,-7-7 5 0,7 7-23 0,0 0 0 16,0 0 0-16,0 0-4 0,-7 10-19 0,7-10-9 16,10 17-19-16,0-7-6 0,1 3 18 15,5 2-34-15,-2 0-9 0,6 4-5 0,1-2 9 0,0 1-25 16,0 0-68-16,0 0-132 0,0-3-211 0,-2-3-311 15,1-1-234-15</inkml:trace>
  <inkml:trace contextRef="#ctx0" brushRef="#br0" timeOffset="122779.9948">27191 2532 108 0,'0'0'553'16,"0"0"-150"-16,-2-13-72 0,2 13-48 0,0 0-48 16,2-13-35-16,-2 13-28 0,7-10-21 0,-7 10-12 0,14-12-27 15,-4 7-14-15,3-1-16 0,2-1-21 16,2 3-10-16,2-1-16 0,3-1-5 0,-2 3 0 16,5-1-8-16,-5 1-13 0,0 1 2 0,0 1 0 15,-1 0-6-15,0 0 2 0,-3 1-8 0,-2 2 3 16,-1-2 5-16,-1 3 5 0,-2 0 0 0,-2 2 0 0,-8-5 10 0,11 14 0 15,-11-14 0-15,0 19 17 0,-5-6 15 0,-3 2 4 16,-2 2 14-16,-5 5-2 16,-1 0 14-16,-2 1 2 0,0 0-10 0,2 1 12 15,-2 0 6-15,0-1 0 0,5 0 2 0,2-3 12 0,1-2-14 16,2 0 39-16,5-2 16 0,1-3 7 0,2-1 19 0,5 0 5 16,5-2 0-16,5-2-22 15,5-2-11-15,4-1-17 0,7-2-25 0,0-2 21 16,8-1-64-16,0-1 25 0,0 0-52 0,0-2 30 15,1 0-50-15,-1-1 36 0,-1 0-49 0,-1-1 33 0,0 0-41 16,-3-1 33-16,-7 4-47 0,-1-3 38 0,-1 2-11 16,-6-1-24-16,-2 3 1 0,-3-1-66 15,-1 0-106-15,-13 2-136 0,16-3-105 0,-16 3-70 0,0 0-23 16,0 0-101-16,0 0-532 0,-23 0-768 0</inkml:trace>
  <inkml:trace contextRef="#ctx0" brushRef="#br0" timeOffset="123509.9403">26088 3242 569 0,'0'0'436'0,"-2"-16"-8"0,2 16-101 0,-2-13 13 16,2 13-53-16,-2-12-27 0,2 12-56 0,0 0-21 15,-3-12-28-15,3 12 6 0,0 0-3 16,0 0 9-16,0 0-16 0,2 11 9 0,-2-11-27 16,3 19-19-16,-1-7-28 0,0 3-12 0,0 2-15 15,0 0-7-15,1 1 1 0,-1 1-6 0,0-1-8 16,3 4-1-16,-3-3 2 0,1-1-11 0,1 1-1 0,-2 0-6 15,1-3-6-15,1 0-1 0,-2-1-1 0,0 0-7 16,0-2-2-16,0-3 3 0,1 2-2 0,-3-12-2 16,3 17 2-16,-3-17 2 0,2 13-1 15,-2-13 5-15,0 0-3 0,4 12-1 0,-4-12-3 0,0 0-3 16,0 0 5-16,0 0-8 0,-4-12 5 0,4 12-8 16,-6-21 19-16,2 7-24 0,0-1 3 0,0-4 2 0,-1-5-2 15,1 1-1-15,-1 0-1 0,1-1 3 16,-1-1 5-16,0 2-5 0,1-2 19 0,2 3-23 15,2-1 5-15,0 4-7 0,0-1 10 0,2 2-6 16,2 1 3-16,1 1-1 0,2 1 6 0,2 0-5 0,0 2 6 16,1 2-7-16,2 0 10 0,1 2-9 0,1 2 6 15,2 1-4-15,0 1 4 0,1 3-4 0,0 2 2 16,-2 0-8-16,3 1 15 0,0 2-9 0,0 1 0 16,-2 2-1-16,-1 1 1 15,2-1 0-15,-4 2-1 0,-1 0-2 0,0 0 2 0,-3-1-7 16,-2 1 4-16,0 1 1 0,-4-1-2 0,-3-8 5 15,2 17-1-15,-2-17-3 0,-7 16 3 0,0-7-5 16,-2 1 5-16,-2 0-4 0,-1-1-6 0,-3 2-137 0,-3-1-60 16,2-2-47-16,0 0-78 0,-1-1-56 0,3 0-87 0,1-1-448 15,-1-1-501-15</inkml:trace>
  <inkml:trace contextRef="#ctx0" brushRef="#br0" timeOffset="124245.9382">26742 3321 342 0,'4'-8'513'0,"-4"8"-102"0,7-17 8 16,-7 17-80-16,0-19-21 0,0 19-34 0,0-23-9 15,0 11-9-15,0-2 12 0,0 1-54 0,2 0-41 0,-1-1-39 16,1 1-23-16,0 1-17 0,2-2-14 0,1 2-22 15,1 0-16-15,2 3-8 0,0-1-7 0,3 2-13 16,-1 4-3-16,-1-2-3 0,3 3 3 0,1 1-4 16,-13 2-2-16,23 3-3 0,-9 0 10 0,0 4-1 0,0 1-5 15,-1 4 19-15,3 1-13 16,-5 2 0-16,3 1-3 0,-3 1 1 0,-1 2 6 16,2 1-9-16,-3 0-1 0,-1 1-3 0,-1-1-5 15,-1 1 4-15,0 0-9 0,-2-1 8 0,-1-2-10 0,-3-1 3 16,2 0-5-16,-4-1 5 0,1 0-4 0,-3-1 9 15,-2 0-12-15,-2-1 9 0,1-2-10 0,-3 1 10 16,-2-3-8-16,-1 1 3 0,0-4-4 0,-3 0 11 16,-2-2-11-16,0 0 6 0,-3-3-5 0,2-2 2 0,-4-1 0 15,-2-2 2-15,2-2-4 0,0-2 5 0,2 0-10 16,-4-5 9-16,8 1-8 0,0-3 2 0,4-1 0 16,2-1-2-16,2-1-6 0,2-1-2 15,3-1 0-15,4 1 8 0,2-1-2 0,0 0-1 16,7-5 2-16,0 6 1 0,3 0 2 0,0 3 0 15,0-2-2-15,2 5 3 0,1-1 2 0,-1 6 4 16,-1 0-4-16,1 2-2 0,-3 2 0 0,3 2 3 0,-14 1-1 16,24 4 3-16,-8 1-4 0,-3 1 1 0,-1 2 7 0,1 1-6 15,-2 2 1-15,0 0 1 16,0 2-1-16,-4 0 0 0,3 0-2 0,-2 0 0 16,-3 3 2-16,1-4-2 0,-1 1 9 0,-2-1-14 15,-1-2 1-15,-2-10 8 0,2 21-11 0,-2-21 6 0,-4 19-6 16,4-19 6-16,-10 16-3 0,5-10 5 0,-1 1-3 15,-1-2 3-15,-4-1-8 0,2 0-24 0,9-4-7 16,-20 4-24-16,20-4 4 0,-20 1-4 16,20-1-5-16,-21-1 14 0,21 1 11 0,-18-1 6 0,18 1 6 15,-15-1 1-15,15 1 2 0,-11-3 7 0,11 3 6 0,0 0 3 16,0 0 1-16,0 0 4 16,0 0 3-16,0 0 2 0,0 0 5 0,0 0 0 15,0 0 2-15,13 9 0 0,-4-5-2 0,2-1 7 0,3 2-7 16,2-1 12-16,-1 0-15 0,3 1 10 15,0 1-13-15,4-2 9 0,-1 2-15 0,-1-2 6 16,4 1-13-16,-5 0-78 0,-2-1-133 0,1-1 1 0,-4 1-105 16,2-1-74-16,-1 0-97 0,-3-2-268 0,-12-1-285 15</inkml:trace>
  <inkml:trace contextRef="#ctx0" brushRef="#br0" timeOffset="124932.3461">27346 3377 101 0,'0'0'579'16,"0"0"-89"-16,0-14-134 16,0 14 6-16,0 0-42 0,0 0-1 0,0-15-39 0,0 15-20 15,0 0-25-15,0 0-32 0,0 0-22 0,0 0 0 16,0 0 1-16,0 0-5 0,0 0-12 0,0 0-6 16,0 0-31-16,13 11-3 0,-13-11-41 0,10 14-1 15,-3-5-28-15,-1 0 8 0,1 1-39 0,2 1 22 0,-5-2-30 16,3 2 18-16,0-2-24 0,-1 1 17 0,1-1-28 0,-2 0 17 15,-1-1-18-15,1 0 12 16,-5-8-24-16,8 14 27 0,-8-14-27 0,6 12 19 0,-6-12-18 16,4 10 19-16,-4-10-14 0,0 0 16 0,2 11-18 0,-2-11 26 15,0 0-25-15,0 0 17 16,0 0-17-16,-12-6 15 0,12 6-14 16,-10-15 12-16,3 2-17 0,2 0 19 0,-4-2-29 0,2-3 22 15,1 0-37-15,-1-3-16 0,0-3-3 0,0 2 9 16,1-1 7-16,2 0 4 0,-3 0 9 0,5 1 3 0,-4 0 6 15,4 3 2-15,2 1 5 0,-2 2 2 0,2 2 0 16,0-2 2-16,2 4 2 0,0 1 0 0,4 0 2 16,-2-1 2-16,5 3 0 0,0 0-1 15,0 3 7-15,2 0-4 0,0 3-2 0,1-1-3 0,-12 4 6 16,22 0 0-16,-22 0 1 0,20 3-3 0,-9 1 2 16,-1 0 0-16,-2 1-1 0,-1 2 3 15,-1-1 13-15,0 1-21 0,-6-7-2 0,8 17 5 16,-8-17-3-16,1 16 5 0,-1-16-2 0,-5 18 1 0,1-8-5 15,-2-1-1-15,2-1 5 0,-3 0-1 0,-1 2 2 0,-1-1-2 16,1 0 1-16,0-1 1 16,-1 0 1-16,0 1-2 0,2-2 2 0,1 1 7 15,-1 1-7-15,2-2 3 0,0 1 1 0,1 2 4 16,1-1 2-16,3-9-1 0,-2 18 8 0,2-18 58 0,3 20 32 16,6-10 54-16,0 1-12 0,4 0 13 0,6-1 31 0,3 0 29 15,7 0-45-15,3-2 25 0,3 1-33 0,6-2 34 16,4 0-40-16,-1 0 28 15,-1 0 5-15,-4-2-4 0,-1-1-28 0,0 0-5 0,0 1-9 16,0-1-100-16,-3-1 74 0,-2 1-106 0,-4-1 78 0,-5 0-96 16,1 0 47-16,-4 0-47 0,-3-1 0 0,-3 0 0 15,-2 0 0-15,2-1 0 16,-5 1 0-16,-10-2 0 0,19 1 0 0,-19-1 0 0,13 3 0 16,-13-3-18-16,0 0-238 0,0 0-114 0,0 0-153 15,-7 7-101-15,7-7-49 0,-20 4-69 0,8-3-837 16,0-1-1226-16</inkml:trace>
  <inkml:trace contextRef="#ctx0" brushRef="#br0" timeOffset="127552.6737">26268 3909 261 0,'0'0'359'0,"-2"-11"-4"0,2 11-68 0,0-10-21 0,0 10-71 16,0 0 25-16,-5-17-26 16,5 17-36-16,0 0-14 0,0-11-71 0,0 11 32 15,0 0-69-15,0 0 39 0,-2-11-61 0,2 11 31 16,0 0-41-16,0 0 41 0,0 0-45 0,0 0 63 15,0 0-60-15,-5 14 49 0,5-14-41 0,-4 19 31 0,1-9-48 16,-1 5 65-16,0-1-41 0,-1 2 20 16,-1 0-28-16,1-1 65 0,0 2-35 0,-1 0 18 0,1-2-31 15,1 2 19-15,-2-1-29 0,0 0 20 0,0-2-22 0,1 1 11 16,1-1-19-16,-5 0 21 0,5-2-28 0,-2-1 22 16,2-2-24-16,0 1 23 0,0-2-26 15,1 3 23-15,3-11-24 0,-6 14 23 0,6-14-23 16,-8 13 12-16,8-13-8 0,-4 12 16 0,4-12-25 0,-6 11 31 15,6-11-25-15,0 0 20 0,-3 11-17 0,3-11 12 16,0 0-7-16,0 0 25 0,-2 12-23 16,2-12 22-16,0 0-8 0,13 3 14 0,-13-3-25 15,23 1 20-15,-7-1-28 0,4-1 10 0,5-2 1 0,4 1-25 16,2 0 7-16,3-3-74 0,4 2-18 0,1-1-93 16,-1-1-33-16,-1 1-123 0,-3 0-149 0,0-1-239 15,-9 1-242-15</inkml:trace>
  <inkml:trace contextRef="#ctx0" brushRef="#br0" timeOffset="128118.4026">26816 4062 143 0,'5'-14'675'0,"-5"14"-229"0,2-10-35 0,-2 10-101 0,4-9 16 15,-4 9-63-15,0 0-10 0,2-11-45 0,-2 11-8 16,0 0-36-16,0 0-5 0,0 0-25 0,0 0-10 0,0 0-27 16,0 0-11-16,0 0-9 0,9 6-5 0,-9-6-6 15,5 14-7-15,-5-14-15 16,3 16-2-16,-3-16-14 0,6 17 1 0,-6-17-14 16,4 18 6-16,-4-18-6 0,5 18-3 0,-5-18-4 0,6 16 3 15,-6-16-6-15,8 13 5 0,-8-13-6 0,4 10 7 16,-4-10-5-16,4 10 4 0,-4-10-2 0,0 0 4 15,3 11-4-15,-3-11 5 0,0 0-9 0,0 0 7 0,0 0-5 16,0 0 1-16,0 0-7 0,0 0-2 16,0 0 2-16,0 0 2 0,6-13-5 0,-6 13 5 15,-4-19-6-15,2 7 3 0,-1-2-6 0,1-2 7 16,-2 1-7-16,2-3 6 0,0 0-8 0,-2 0 8 16,4 1-6-16,-2-2 7 0,2 2-5 0,0 0 5 0,0 1-5 15,2 1 6-15,1-1-3 0,0 2 2 0,-1 3 0 16,2-1-1-16,1 1-2 0,-1 0 3 0,3 1-8 15,2 1 8-15,-2 0-1 0,3 2 1 0,0 1 2 0,1 2-1 16,0 0-1-16,3 1-4 0,-3 2 4 0,5-1 2 16,-3 1-2-16,0 1 1 15,1 1 1-15,-1 1 0 0,1-1-3 0,-3 2-4 16,3 1 7-16,-3-1-3 0,-2 0-1 0,3 1-1 16,-12-4-3-16,15 6-4 0,-15-6 0 0,11 9 4 0,-11-9-1 15,5 10-2-15,-5-10 5 0,-7 13-2 0,0-5 5 16,-4 0-10-16,-3 0 7 0,-5 1-10 0,0 0-9 15,-3 1-57-15,0-1-15 0,-5 0-75 0,4 1-5 16,2-1-81-16,0-1 19 0,0 1-81 16,6-3-70-16,-1 1-468 0,7-2-404 0</inkml:trace>
  <inkml:trace contextRef="#ctx0" brushRef="#br0" timeOffset="128768.2888">27400 3860 354 0,'9'-5'566'0,"-9"5"-181"0,0 0-48 16,0 0-119-16,11-2 13 16,-11 2-67-16,0 0 63 0,7 9-45 0,-7-9 0 0,2 11-33 15,-2-11 33-15,2 20-48 0,-1-8-8 0,-1 0-41 16,2 2-4-16,0 1-24 0,0 2 1 0,-2 0-26 15,3 1 6-15,-1-1-17 0,-1 0 11 0,0-1-22 0,1-1 18 16,0 0-24-16,-2-3 15 0,0 1-19 16,0-13 10-16,2 20-11 0,-2-20 14 0,3 18-15 15,-3-18 20-15,0 13-16 0,0-13 15 0,0 0-14 16,-1 12 13-16,1-12-11 0,0 0 9 0,0 0-16 0,0 0 15 16,-10-7-17-16,10 7 10 0,-5-14-10 0,1 4 9 15,1-2-10-15,0-2 14 0,-1-1-18 0,2-1 17 16,0-2-17-16,0 0 15 0,2-1-16 15,0 1 16-15,2 0-13 0,0 0 15 0,3 2-19 0,-2 1 15 16,-1 0 2-16,2 1-2 0,1 3 3 0,-2 2-3 16,0 1-7-16,-3 8 6 0,10-14-13 0,-10 14 16 15,11-8-17-15,-11 8 18 0,12-5-14 16,-12 5 14-16,15 0-14 0,-15 0 17 0,15 3-15 0,-15-3 8 16,18 6-12-16,-9-2 18 0,1-1-17 0,0 1 19 15,-1 1-20-15,0 0 15 0,1-1-11 0,-2-1 14 16,-8-3-16-16,16 7 13 0,-16-7-16 0,14 5 20 15,-14-5-16-15,12 4 12 0,-12-4-9 0,13 2 14 0,-13-2-18 16,0 0 17-16,17-2-17 0,-17 2 16 0,13-6-15 16,-13 6 11-16,13-11-12 15,-6 5 16-15,-1-3-16 0,0 1 14 0,0 2-13 16,-1-1 15-16,-5 7-15 0,11-12 11 0,-11 12-11 0,10-10 15 16,-10 10-21-16,6-6 19 0,-6 6-14 0,0 0 23 15,11-2-7-15,-11 2 23 0,12 7 6 0,-12-7 8 16,11 12-20-16,-5-3 9 0,2 2 4 0,0 1 3 15,-1 1-15-15,2 4 2 0,2 1-13 0,-2 0 8 0,0 1-15 16,2 2-9-16,1 2 2 0,-1 2 2 0,1-1-16 16,0 1 0-16,-3-2-136 15,1-1-77-15,-2-3-109 0,-1 2-101 0,-2-2-580 16,0-3-622-16</inkml:trace>
  <inkml:trace contextRef="#ctx0" brushRef="#br0" timeOffset="129469.1677">26153 4491 459 0,'0'0'595'0,"0"-12"-147"0,0 12-106 0,0 0-59 0,0 0-42 15,0 0-21-15,0 0 13 0,0 0-6 0,0 0-6 16,0 0 49-16,2 15-63 0,-2-15-11 0,0 23-31 0,0-6-31 16,-2 0-21-16,0 4-24 0,0 2-14 15,-2 2-14-15,1 3-11 0,1 2-8 0,-4 2-10 16,2 0-4-16,0-1-4 0,0-5-7 0,-1-1-3 15,1-1-1-15,0-1-1 0,2-5-3 0,-1-1 0 0,1-1-3 0,-1-3-3 16,1-1-1-16,0-2 7 0,2-10 1 0,-2 16 3 16,2-16-4-16,0 0 0 15,0 0-4-15,0 0-2 0,0 0-2 0,0 0 3 16,-1-17-5-16,4 2-6 0,-1-2 4 0,3-5-4 16,0-7 1-16,3-2 1 0,-1 0 2 0,3-5 21 15,0-1-26-15,1 2 22 0,3-1-22 0,-3 8-1 0,0 0-3 16,1 1 4-16,-1 3-1 0,3 2 18 0,-1 4-15 15,-2 1-2-15,3 2 3 0,-4 5 0 0,3 0 0 16,-1 3 0-16,-1 3 4 0,1 1 2 16,-12 3-2-16,24 1 2 0,-10 4 0 0,-1 2 24 0,1 5-27 15,1 1 2-15,2 4-5 0,0 2 3 0,1 1 6 16,-1 4 0-16,0-4-2 0,3 9-2 16,-4-4 1-16,2-1 4 0,-3 1-3 0,2-2-1 0,0 0 1 15,-3-3-3-15,-1-2 3 0,1-1-5 0,-3-3-5 16,0-1-31-16,-2-2-98 0,0 0-94 0,-2-3-78 15,-1-1-101-15,-6-7-151 0,12 9-428 0,-12-9-586 0</inkml:trace>
  <inkml:trace contextRef="#ctx0" brushRef="#br0" timeOffset="129668.4996">26337 4728 78 0,'-15'-2'685'0,"-1"1"-178"15,16 1-116-15,-20-2-61 0,20 2-25 0,-16-2-36 16,16 2-21-16,-11-4-39 16,11 4-37-16,0 0-28 0,2-8-29 0,-2 8-25 15,25-10-17-15,-7 6-17 0,7 0-18 0,8-1-13 0,3 0-11 0,2 2-51 16,3-2-56-16,-1 2-61 16,2 0-59-16,-3 1-99 0,1-2-103 0,-4 2-385 0,2-2-324 15</inkml:trace>
  <inkml:trace contextRef="#ctx0" brushRef="#br0" timeOffset="130352.3779">27095 4548 437 0,'0'0'547'0,"10"-7"-89"0,-10 7-32 0,0 0-36 0,9-7-27 15,-9 7-34-15,0 0 4 16,0 0-59-16,0 0 0 0,0 0 7 0,0 0 1 16,0 0-48-16,0 0-34 0,2 14-35 0,-2-14-22 15,-4 18 6-15,2-6-21 0,2 1 27 0,0 0-59 0,0 1 18 16,0 3-51-16,2 0 25 0,0 0-44 0,0 0 26 15,2 2-48-15,-2-2 29 0,2-1-46 16,-2-1 37-16,2 0-41 0,-3-2 30 0,3-2-40 16,-2 0 37-16,-2-11-41 0,2 17 40 0,-2-17-39 0,3 14 39 15,-3-14-43-15,2 11 44 0,-2-11-39 0,0 0 30 0,0 0-36 16,0 0 32-16,0 0-32 0,0 0 27 16,-9-13-39-16,5 3 42 0,-1-3-37 0,1-3 37 0,0 1-45 15,-2-6 30-15,2-2-33 16,2 0 36-16,0 0-36 0,1-2 2 0,-1 1 23 0,2 2-25 15,2-2 26-15,1 3-21 0,-1-2 28 0,2 6-26 0,2 0 38 16,0 0-33-16,3 1 18 0,-1 1-18 0,2 4 23 16,1 0-24-16,0 1 28 0,1 3-23 0,1-1 21 15,3 2-22-15,-3 2 27 0,1 1-21 16,-1 1 20-16,-2 1-19 0,-11 1 23 0,23 1-26 16,-12 1 23-16,1 1-18 0,-12-3 13 0,17 7-20 15,-17-7 20-15,14 11-14 0,-14-11 12 0,9 13-11 16,-9-13 15-16,0 15-17 0,0-15 12 0,-5 17-11 0,3-6 18 15,-4-3-13-15,1 2 10 0,0-3-7 0,-1 1 8 0,-1 1-9 16,2-3 12-16,-1 1-16 16,0 1 12-16,6-8-11 0,-10 12 13 0,10-12-21 15,-9 8 1-15,9-8-10 0,-6 9-18 0,6-9 9 0,0 0-8 16,-6 12 14-16,6-12-7 0,0 0 7 0,0 12-15 16,0-12 16-16,8 7-11 0,-8-7 5 0,9 8 2 15,-9-8 6-15,12 8 6 0,-12-8-2 0,17 11 4 16,-8-6 9-16,-1 1-1 0,4 0 2 0,-3 0 2 15,2-2-1-15,-2 4 4 0,0-3-2 0,0 0-1 16,2 2 7-16,-4-2-2 0,2 0 0 16,-3 0 0-16,-6-5 0 0,14 10-1 0,-14-10-1 0,9 10 5 15,-9-10-3-15,7 8-1 0,-7-8-1 0,3 9 2 16,-3-9 0-16,-6 11-1 0,0-5-1 0,-3 0 3 16,-3 1-1-16,-3 1 3 0,-1 0-2 0,-2-1 0 15,-4 1-4-15,1 0-1 0,-3 1 2 0,2-2-2 0,-1-1-6 16,1 1-55-16,-1-1-61 0,5-2-101 0,1-1-102 15,2 1-98-15,15-4-188 0,-24-1-451 0,24 1-682 16</inkml:trace>
  <inkml:trace contextRef="#ctx0" brushRef="#br0" timeOffset="130639.9347">27986 4374 191 0,'22'-14'784'0,"-4"2"-184"0,-4 0-101 0,-2 4-26 16,-2-2-37-16,-3 3-29 0,2 1-6 0,-9 6-70 0,10-10-57 16,-10 10-60-16,0 0-40 15,0 0-14-15,0 0 9 0,-12 1-1 0,-4 7-34 16,-6 5-25-16,-8 5-31 0,-3 4 10 0,-3 1-46 16,0 4 27-16,-4 6-37 0,-1 0 20 0,11-1-34 15,3-1 27-15,3-1-3 0,4 1 6 0,5-5 13 0,5 2 7 16,6-6 12-16,4 0 10 0,4-1 6 0,6-1-14 15,5 1-8-15,8-2-15 0,4-3-10 0,7-1-12 0,4-2-44 16,4-2 21-16,3-2-43 16,1-1-134-16,3-4-131 0,0-2-176 0,-7-2-193 15,5-1-958-15,-6-3-1279 0</inkml:trace>
  <inkml:trace contextRef="#ctx0" brushRef="#br0" timeOffset="133903.3085">16594 7708 186 0,'0'0'664'0,"-4"-8"-153"16,4 8-136-16,-5-8-58 0,5 8-72 0,0 0-23 15,-6-10-42-15,6 10 5 0,0 0-6 0,0 0 8 0,0 0-26 16,0 0 21-16,0 0-39 16,0 0 26-16,-5 11-56 0,5-11 9 0,4 18-32 0,-1-5 12 15,2 1-45-15,-1 2 11 0,1 0-31 0,1 3 20 16,1 2-41-16,-1 0 27 0,1 1-36 16,1-3 23-16,-2 2-28 0,0-3 25 0,2 2-31 0,-3-2 21 0,1-2-23 15,-2-2 25-15,2 1-26 0,-3-2 20 0,2-1-22 16,-1-2 25-16,-2 0-32 15,-2-10 33-15,5 17-26 0,-5-17 29 0,4 12-27 16,-4-12 25-16,0 0-30 0,0 0 27 0,0 0-27 0,0 0 28 16,0 0-27-16,-13-7 21 0,6-1-24 0,0-3 27 15,-2-7-26-15,-1 0 25 0,-3-7-26 0,2-3 25 16,-4-6-25-16,4-3 23 0,0-2-30 0,0-1 34 0,3-4-2 16,2-2-29-16,1 1 24 0,3-3-23 0,0 0 26 15,2 1-34-15,2 0 10 0,0 0 5 0,2 2-1 16,1 0 3-16,0 3 3 0,2 0 23 0,-1 9-30 0,3 1 27 15,1 3-24-15,1 1 24 16,5 3-24-16,0 3 22 0,3 1-23 0,4 7 18 16,2-1-16-16,3 7 23 0,-3 4-24 0,4 2 24 15,2 6-21-15,6 2 23 0,4 5-31 0,-1 3 8 0,0 5 5 16,0 2 2-16,-2 2 2 0,-3-1-6 0,-1 4 7 0,-4 1-1 16,-2 0 2-16,-3-1 19 0,-4 0-25 0,-6-2 19 15,-4 0-25-15,-3-1 26 0,-5-2-24 0,-3-1 20 16,-3 1 0-16,-6 1 0 0,-2 0-3 0,-5 0-6 15,-3 0-4-15,-3-3 4 16,-2-1-1-16,-1 0 1 0,-5-2-5 0,1-2-24 0,-1-2 26 16,0 0-27-16,0-3 30 0,4-4-21 15,-1 0 25-15,1-1-25 0,1-3 29 0,5 0-30 0,-1-1 22 16,2-1-18-16,3 0 23 0,2 1 1 0,1-1-2 16,13 1-2-16,-22 0-1 0,22 0-7 0,-15-3 10 0,15 3-6 15,0 0 2-15,0 0-2 0,0 0 6 16,0 0-23-16,5 13 42 0,4-7 22 0,3 0 1 15,1 3 15-15,3 2-19 0,2 1 13 0,5 0-15 0,1 4 2 16,2-1-13-16,5 4-6 0,1 0-19 0,1-1 8 16,0 0-21-16,3 0 10 0,2-2-15 15,-1 1 12-15,2-2-75 0,-2 0-67 0,-1-1-122 16,-5-2-76-16,-1-1-96 0,-1 0-162 0,-5-4-495 0,-2 0-707 16</inkml:trace>
  <inkml:trace contextRef="#ctx0" brushRef="#br0" timeOffset="134219.978">17940 7491 535 0,'-5'-20'730'0,"2"2"-111"0,-2 3-75 0,1-1-68 16,-2 1-57-16,1 3-7 0,0 2-57 0,1 0-46 15,0 2-60-15,4 8-42 16,-6-13-22-16,6 13 22 0,0 0-1 0,0 0-4 0,-11 11-36 0,9-1-20 16,-1 5-18-16,3 4 4 0,0 4-23 0,3 5 21 15,1 3-31-15,1 3-20 0,2 5-10 0,2 3-13 16,1 1-9-16,0-4-9 0,5 4-8 16,-5-2-6-16,0 0-6 0,2-1-4 0,-1-4-1 15,0-1-9-15,-1-6-8 0,-1-1-1 0,1-3-20 0,-2-5-89 16,1 1-62-16,-1-4-46 0,0-3-60 0,0-2-80 0,-1-1-96 15,-1-2-67-15,-6-9-123 16,9 10-662-16,-9-10-915 0</inkml:trace>
  <inkml:trace contextRef="#ctx0" brushRef="#br0" timeOffset="135087.895">19374 7601 517 0,'0'0'496'16,"-12"9"-111"-16,12-9-93 0,-11 6-37 16,11-6-13-16,-10 6-12 0,10-6 20 0,-10 7-18 0,10-7 43 15,-9 5-25-15,9-5 23 0,0 0-39 0,-10 6-1 16,10-6-26-16,0 0-32 0,-9 4-12 0,9-4-20 16,0 0 4-16,0 0-10 0,0 0-5 0,0 0-14 15,0 0 7-15,0 0 12 0,0 0 1 16,16 0 4-16,3-4 6 0,12-2-33 0,13-2 16 15,9-2-26-15,17-1-15 0,8-1-12 0,8 0-11 16,4-1-11-16,4 2-9 0,1-1-4 0,2-1-12 0,0 3-5 0,-2 1 0 16,-3-1-12-16,-2-3-1 15,-6 4-4-15,-5 2 6 0,-5-1-6 0,-14 1-7 16,-6 1-1-16,-1 0 3 0,-5 1-1 0,-10-1-3 0,-2 2 4 16,-4 0-4-16,-4 0 0 0,-4 2-7 15,-5-3 3-15,0 3-4 0,-2 0-8 0,-4-1-12 0,-2 0-107 0,-1 1-118 16,-10 2-122-16,8-5-154 0,-8 5-113 0,0 0-126 15,-17-8-564-15,2 6-935 16</inkml:trace>
  <inkml:trace contextRef="#ctx0" brushRef="#br0" timeOffset="135533.9288">20066 7404 436 0,'-10'-12'684'0,"3"2"-175"0,0-1-72 15,1 0-75-15,0 1-8 0,2-2-36 0,1 2-59 0,0-2 16 16,0 0-4-16,1 2-14 0,1-2-38 0,1 12-13 16,-1-19-49-16,1 19-20 0,-3-14-41 0,3 14-15 15,0 0-18-15,1-16 0 0,-1 16-18 0,0 0 0 16,0 0-12-16,0 0-3 0,0 0-7 15,14 6 2-15,-14-6-12 0,6 12 5 0,-6-12-10 16,7 15 4-16,-7-15-12 0,4 19 3 0,-4-19-3 16,3 21 12-16,-3-21-15 0,0 19 9 0,0-19-13 0,-2 19-1 15,-1-9 11-15,-1-1 7 0,-3-1-5 0,0 0 2 16,-3-1-3-16,-3 1-3 0,-1-2-1 0,-1-1-4 0,0-1 10 16,-3-2-1-16,1 0 0 0,-1-2 2 15,0 0 0-15,0-2-4 0,2-2 0 16,-1 0 3-16,1-2-9 0,2-3 10 0,1 1-13 15,1-1 10-15,1-2-8 0,2 0 4 0,2 0-4 16,2 2 7-16,1 0-6 0,4 9 7 0,-1-17-8 0,1 17 8 16,4-15-6-16,2 7 0 0,3 2-5 0,3 0 8 15,2 1-16-15,3 2 0 0,2 0-82 0,1 2-55 0,2 1-85 16,3 2-95-16,2 1-47 0,-3 2-125 0,2 1-148 16,2 3-321-16,0 1-565 0</inkml:trace>
  <inkml:trace contextRef="#ctx0" brushRef="#br0" timeOffset="135951.934">20441 7917 817 0,'0'0'625'0,"-13"-3"-134"16,13 3-74-16,-13-7 20 0,13 7-77 0,-13-12 17 0,8 5-27 15,0-1-20-15,1 0-41 0,0-1-27 0,4 9-45 16,-5-18-41-16,5 18-15 0,-1-16-27 0,1 16-31 16,3-15-21-16,-3 15-13 0,9-11-16 0,-9 11-16 0,15-9-4 15,-15 9-2-15,17-3-9 0,-17 3-4 0,21 2-5 16,-11 2-5-16,0 1 1 16,3 0-8-16,-1 6 1 0,-1-3-2 0,-2 2 4 15,-1 1-5-15,-1 0-5 0,0 0-7 0,-4-1 7 0,0 2 5 16,-3-12-3-16,1 18 2 0,-4-8-2 0,-1 0 0 15,-3-1-3-15,-2 2 6 0,-2-4 2 0,-3 0-2 16,-2 1 2-16,-3-3 2 0,-3 0-3 16,-1-1 0-16,-1-3-2 0,1 1 3 0,2-2 5 0,0-2-5 15,1 1-2-15,2-3 4 0,1 1-4 0,3-3 2 16,0 0-1-16,4-2 1 0,0 0 3 0,5-1-9 16,1-1-7-16,4 10 5 0,3-24-12 0,2 10-37 0,7-1-67 15,3-2-64-15,6 0-102 0,3 1-79 0,7-3-79 0,4 1-234 16,1 1-481-16,3 0-777 15</inkml:trace>
  <inkml:trace contextRef="#ctx0" brushRef="#br0" timeOffset="136637.8944">21456 7269 662 0,'-14'-23'639'0,"0"1"-152"0,2 5-53 0,1-1-43 0,1 4-17 15,2 2-19-15,1 0-78 0,0 2-16 0,1 1-62 16,1 3 0-16,5 6-33 0,-9-7 37 0,9 7-4 16,0 0 7-16,-5 11 14 15,5-11-50-15,3 23 4 0,0-6-51 0,4 5 28 0,1 4-54 16,0 3-11-16,2 2-11 0,2 4-11 0,-1 2-11 0,2 1 15 15,-1 1-31-15,-2 0-15 0,1 0 0 0,-2-2-5 0,-2-3-7 16,-1 0 32-16,1-4-43 0,-2 1 33 16,-2-6-44-16,1-2 36 0,-2 1-38 0,0-7 33 15,0 0-35-15,0-2 38 0,-1-3-38 0,0 0 39 16,-1-12-31-16,3 17 51 0,-3-17-56 16,0 0 36-16,4 11-41 0,-4-11 42 0,0 0-47 0,0-12 10 15,0 12 0-15,-3-25 5 0,1 7-2 0,-1-4 1 16,0-4 13-16,-1-7-16 0,-1-1 4 0,-2-8-2 15,0-1 33-15,1-2-40 0,-2 1 40 0,2-3-41 0,0 1 44 16,1 0-45-16,2 2 38 16,2 7-36-16,1 1 40 0,3 3-39 0,1 2 33 0,2 3-38 15,1 4 39-15,0 5-37 0,3-1 37 0,0 5-39 16,2 1 38-16,2 6-31 0,-1 1 32 0,3 3-36 0,-1 4 35 16,3 2-37-16,1 5 38 0,2 2-38 0,-1 4 34 15,0 3-35-15,-1 3 33 0,-2 2-31 0,0 0 30 16,-2 2-32-16,-2 2 38 0,-2-1-43 15,-1 2 35-15,-3-3-34 0,-3-1 5 0,-1 2-4 16,-3-4 12-16,-2 0-6 0,0 2 3 0,-3-1 4 16,-3-1-21-16,-3-3-51 0,0 0-16 0,-3-3 3 0,0 0 11 15,-2-5 3-15,1 1 14 0,0-2 42 0,2 0-21 16,1-2 6-16,0 0 7 0,3-2 9 0,1 0 7 16,8-4 5-16,-16 8 5 0,16-8 2 0,-10 8 4 0,10-8-6 15,0 0 6-15,0 0 5 0,0 0 5 0,6 9 33 16,-6-9-39-16,22 8 22 15,-7-3 14-15,4-1 16 0,4 0-10 0,1 0-6 16,4 2-4-16,4 1-15 0,1-2-2 0,4 2-4 0,0 0-7 16,6 0-9-16,1 0-8 0,0-1-80 0,-1 3-126 15,3-1-130-15,-7 1-103 0,-3-2-124 0,-3 0-770 16,1 1-945-16</inkml:trace>
  <inkml:trace contextRef="#ctx0" brushRef="#br0" timeOffset="137072.3531">22648 7281 612 0,'-9'-26'705'0,"0"0"-134"0,1 4-21 16,0 0-82-16,1 2-28 0,2 1-30 0,1 2-33 16,0 1-16-16,2 2-69 0,-1 1 6 0,3 1-77 15,0 12-10-15,5-19-78 0,2 13 21 0,2 1-61 16,5 2 23-16,1 3-58 0,3 4 26 0,4 2-48 0,1 3 24 15,3 5-41-15,-3 1 32 0,-1 5-47 0,-2 0 29 16,-2 4-40-16,-5 3 0 0,-2 2 5 0,-3 0-2 16,-4 3 3-16,-2 2 3 0,-4 0-7 15,-4 6 32-15,-5 1-24 0,-2 0-7 0,-4-2-1 16,-2 0 2-16,-2 1 5 0,-1-5 38 0,0 1-37 16,-1-1 46-16,0-3-6 0,2-1 43 0,1-4-34 0,5-4 49 15,2-2-17-15,1-3 70 0,5-3-8 0,2-1 29 16,3-2 41-16,3-1 43 0,3-2-11 0,7 1-66 0,6-1-182 15,6-1 0-15,9-3 0 16,4 0 0-16,12-1 0 0,3-1 0 0,5-1 0 0,4-2 0 16,2 1 0-16,1-1 0 0,1 0 0 0,-1 0 0 15,-1-1 0-15,-3 0 0 0,-3-1 0 0,-3 0 0 16,-4 0-17-16,-10 2-243 0,-7 0-33 0,-4 0-24 0,-5-1-21 16,-3 1-22-16,-6-1-42 0,-14 1-41 0,17-2-50 15,-17 2-50-15,0 0-49 0,-13-3-89 16,-3 2-397-16,-11 0-695 0</inkml:trace>
  <inkml:trace contextRef="#ctx0" brushRef="#br0" timeOffset="137521.7385">17196 6661 156 0,'-8'-19'552'0,"-1"1"-131"0,0 1-98 15,-3 1-56-15,1 2-50 0,-2 0-47 0,3 2-29 16,1 2-25-16,1 0-28 0,1 2-16 0,1 1-19 0,6 7-9 0,-10-12-22 15,10 12 4-15,-9-10-6 16,9 10-4-16,0 0-4 0,-6-8-1 0,6 8-2 0,0 0-11 16,0 0 11-16,0 0-1 0,0 0-5 0,0 0-1 15,0 0-4-15,12 3-32 0,-12-3-44 0,0 0-55 16,0 0-43-16,10 5-92 0,-10-5-383 0,0 0-162 0</inkml:trace>
  <inkml:trace contextRef="#ctx0" brushRef="#br0" timeOffset="138138.2694">15748 6944 505 0,'0'-12'462'0,"-2"2"-76"0,2 10-55 16,-3-17-30-16,3 17-24 0,0-14-52 0,0 14-34 16,0-10-46-16,0 10-18 0,0 0-44 15,-1-14 15-15,1 14 4 0,0 0 11 0,0 0 1 0,14 1 17 16,-6 4-27-16,3 4 14 0,5 5-22 0,1 3-4 15,8 9 0-15,-1 6-13 0,-1 4 8 0,3 10-10 16,0 5-5-16,-2 5 21 0,-1 5-24 0,-1 3 26 0,-2 7-2 16,0 4-16-16,-2 4-26 15,0 3 15-15,0 4-23 0,-2 2 16 0,4 15-6 0,1 0 20 16,-1 1-23-16,1 2-11 0,-1-2-5 0,2-3-10 0,-2-18-8 16,2 0 8-16,1-4 25 15,2-3-34-15,2-2 29 0,0-5-36 0,0-4 28 16,0-3-47-16,-2-4 11 0,0-6 0 0,-2-3 0 15,-5-12-2-15,-2-3 3 0,-2-6-3 0,-3-4-6 0,-2-6 6 16,-1-1 2-16,-1-5-2 0,-2-1-7 0,-5-11-90 16,5 8-99-16,-5-8-86 0,0 0-42 0,-6-14-40 15,0-1-121-15,-3-6-67 0,0-8-437 0,-2-8-587 0</inkml:trace>
  <inkml:trace contextRef="#ctx0" brushRef="#br0" timeOffset="138657.9368">15972 7011 101 0,'-17'-32'657'0,"2"0"-183"0,-1 0-121 0,4 5-73 16,-1 0-56-16,1 0-52 0,2 3-31 0,-1-1-35 15,2 4-20-15,2-1-17 0,-2 3-14 16,2 0-9-16,2 1-13 0,-1 3 14 0,2 0-10 0,1 0-8 16,2 2-4-16,1 13-7 0,1-22-2 0,3 11-8 15,3 0 4-15,2-1-1 0,6 0 2 0,3 0 10 0,6 0-6 16,4 1 12-16,8-3 13 0,5 0 13 16,5 2-1-16,5-1 9 0,15-3 14 15,7-1 2-15,7 0-8 0,8-1 9 0,22-5-23 0,8 1-5 16,9-2-6-16,10 2-5 0,7-1-10 0,8 1 7 15,7 1 6-15,11 2-24 0,7 0 2 0,3 1-7 16,8 2 12-16,5 1-21 0,5 2 13 0,2 0-18 0,1-1 18 16,3 3-19-16,4-2 10 0,41-4-14 0,-45 4 13 0,49-6-16 15,-3 1 1-15,-4 0 0 16,-43 4 14-16,5 2-17 0,0 0 3 0,-2 2-2 16,-2 0 6-16,-3 2-1 0,-6 1 0 0,-8 0 2 0,-6 1 1 15,-6 1 1-15,-7-1-6 0,-5 1 6 0,-8-1 2 0,-7-2-2 16,-7 1 2-16,-9 0-3 15,-24 1 2-15,-4 0 0 0,-4-2-3 0,-4 3-4 16,-5-2 8-16,-7 0-2 0,-7 0-1 0,-5 1 0 0,-14 0 3 16,-6 1-4-16,-2 0-6 0,-2 1 0 0,-13 0-36 15,-1 1-67-15,-6 1-63 0,-4-1-58 0,-2 3-106 0,-3-1-102 16,-2 0-405-16,-17 1-385 0</inkml:trace>
  <inkml:trace contextRef="#ctx0" brushRef="#br0" timeOffset="139515.9279">22989 5954 595 0,'0'0'441'0,"-9"-4"-74"0,9 4-84 0,0 0-60 15,-9-3-46-15,9 3-36 0,0 0-29 16,0 0-36-16,0 0 2 0,0 0-10 0,0 0 2 15,-1 14 3-15,6-7 14 0,0 4 5 16,3 2 16-16,3 6 2 0,0 6-17 0,3 2 2 16,1 9 3-16,2 3 3 0,-2 4-5 0,5 8-12 0,-3 3-12 15,1 3 4-15,1 3 7 0,-2 1 11 0,2 2-10 16,0 2 16-16,1 3-20 0,2 0 19 0,-1 2-25 0,2 1 2 16,2 1 15-16,0-2-28 0,1 3 11 15,-1-4-13-15,2 2 10 0,-2-3-4 0,1 1-15 16,-2-1-29-16,-2 0 16 0,0-2-25 0,-2 0 16 15,-2-4-24-15,0 1 19 0,0-1-4 0,-3-3-2 0,1-2-1 16,-3-9-11-16,-1 0 28 0,-1-5-21 0,1 4 17 16,0-4-28-16,-1 2-2 0,0-2-16 0,0-3 2 15,-2-1 21-15,0-1-3 0,-2-5 0 0,1-4-2 0,-3 0-1 16,1-4-2-16,-2-1 0 0,1-2 1 0,-2 0-3 16,0-4 0-16,0-1 2 15,-1-2-2-15,0-2-9 0,-1 2 14 0,-1-15-4 16,2 21 3-16,-2-21-2 0,1 17-1 0,-1-17-1 0,1 14-23 15,-1-14 29-15,1 13 0 0,-1-13 0 0,0 0-1 16,-1 14-1-16,1-14 1 0,0 0-11 0,-5 11 10 16,5-11 3-16,-8 6-1 0,8-6-2 0,-11 2-2 0,11-2-1 15,-14 5 3-15,14-5-2 0,-25 1 3 0,10 1-4 16,-3-1-3-16,-4 0 3 0,-5 0 3 0,-2 0-2 16,-8 0 10-16,-1 1-13 0,-5-2 3 0,-7 2-3 0,-5 1 1 15,-2 0-6-15,-3 1 10 16,-15 0-1-16,-6 0 2 0,-6 1-2 0,-7 1-1 15,-6 0 0-15,-5 1-6 0,-27 3 9 0,-5-2-3 16,-6 1 2-16,-6 0 0 0,-4 1 1 0,-5-1 1 0,-7 1-11 16,-6 0 13-16,-5 0-5 0,-5 1 3 0,-1-1 0 15,-12 0-4-15,-6 1 0 0,-3-2-14 0,-5 2 17 16,-48 3 0-16,49-3 0 0,-3 0 13 0,-45 3-17 16,48-2-7-16,2 0 19 0,3 0-11 0,0-2 15 15,7 0-19-15,6 1 15 0,10-3-19 0,9 1 16 0,10-3-12 16,10 0 15-16,11-2-21 15,8 1 17-15,28-4-23 0,6 0 18 0,5 1-21 0,6-1 13 16,8 0-28-16,14-1-9 0,5 0-20 0,3-1-20 16,6 0-6-16,9 0-49 0,4-1-30 0,7 1-66 15,2-1-95-15,3-1-130 0,5 1-79 0,4-2-429 0,1 2-555 16</inkml:trace>
  <inkml:trace contextRef="#ctx0" brushRef="#br0" timeOffset="141784.4178">26377 6588 330 0,'-4'-8'741'16,"4"8"-196"-16,-9-13-104 0,9 13-92 0,-10-8-82 15,10 8-54-15,-10-6-36 0,10 6-8 0,-9 3 70 0,9-3-15 16,-11 11 4-16,2 1-32 0,2 1 13 0,1 6-49 15,-5 6 10-15,1 6-25 0,1 7-24 0,-2 4-19 16,2 3-18-16,-4 2-21 0,0 10 0 0,-1 0-19 16,1 0 1-16,-4-3-21 0,4-7 1 0,0 2 7 0,1-5-6 15,-2-1-5-15,2 0-5 0,1-4 32 0,1-1-39 16,-1-8 19-16,4 1-28 0,-1-5-3 0,0-2 3 16,6-8 0-16,-4 1-3 0,3-3 8 15,-1-1-7-15,0-1 9 0,0-3 4 0,4-9-7 16,-6 12 2-16,6-12-5 0,0 0 35 0,0 0-39 0,-9-12 29 15,7 2-38-15,0-8-5 16,0 0 10-16,2-10-5 0,0-8-5 0,0-10 8 0,2-4-5 16,2-3 6-16,-1-1 4 0,3-12-8 0,1 0 8 0,0 12-14 15,0-13-5-15,3 2 13 0,2 0-12 0,-1 3 15 16,3 2-11-16,1 4 11 0,-2 11-9 0,2 3 12 16,0 5-13-16,1 4 7 15,-3 8 0-15,-3 7 9 0,1 3-16 0,-1 5 20 16,2 4-16-16,-12 6 11 0,18 0-8 0,-4 6 3 0,-4 6 0 15,3 2 13-15,2 11-13 0,-4 0 18 0,5 8-21 16,-1 3 26-16,-1 5-3 0,1 1-3 0,-1 4-13 0,2 8 10 16,2 0-11-16,-1 0 9 0,-3-8-13 15,1 0 12-15,2 0-26 0,-2-3-16 0,1-3-77 16,-3 0-17-16,3-3-55 0,-5-3-12 0,1-7-87 16,-5-1-75-16,-1-5-55 0,1-6-93 0,-5 0-455 0,0-1-553 15</inkml:trace>
  <inkml:trace contextRef="#ctx0" brushRef="#br0" timeOffset="142754.066">26082 7167 143 0,'-34'-14'700'0,"5"1"-193"0,4 1-86 0,4 3-26 16,2 1-88-16,3 1-14 0,3 2-49 0,3-3-21 15,4 1-54-15,6 7-13 0,-1-12-41 0,8 5-6 16,5-1-46-16,3 1 8 15,6 0-28-15,10-1 7 0,0 1-27 0,5 1 8 0,0 0-17 16,1 1 10-16,-1 1-30 0,3 0 21 0,-1 0-23 16,-2 1 1-16,3-1-37 0,-5 0-1 0,1 0-13 15,-1-2 20-15,0 2-5 0,-3-3 17 0,-4 1-5 16,-2 1 18-16,0 1-10 0,-3-1 20 0,-4-1-8 0,0 3 16 16,-4-1-7-16,-1 0 29 0,1 2 2 0,-3-1 41 15,-11 3-10-15,22-3 35 0,-22 3-11 0,19 3 56 16,-9 0 27-16,-1 1 1 0,0 2-34 15,3 3 18-15,-4 3-9 0,3-2-16 0,1 5-14 0,-1 2-21 16,-1-1 1-16,1 2-30 0,-3-1 3 0,1 0-24 16,1 0 8-16,-2 1-25 0,-1-3 11 0,-3 1-24 0,4-2 12 15,-2 0-17-15,-1-2 7 16,-1-2-11-16,0 1 10 0,-1-1-18 0,2-2 21 16,-5-8-22-16,6 14 14 0,-6-14-14 0,5 11 12 0,-5-11-9 15,6 7 10-15,-6-7-17 0,0 0 16 0,14 0-11 0,-14 0 3 16,13-11-9-16,-6 0 7 0,2-2-12 15,0 1 4-15,0-6-4 0,0 0-3 0,0 1 4 16,0-1 1-16,-1 3 5 0,-1 2-5 0,-1-1 9 0,0 3 4 16,0 3-3-16,-3 0 0 0,-3 8 4 0,9-14 0 15,-9 14-7-15,9-9 5 0,-9 9-1 0,0 0 7 16,15 2 0-16,-15-2 1 0,17 9-2 16,-7 0-8-16,1 0 2 0,3 0 8 0,1 3-3 15,2 1 6-15,0-2-9 0,2 1 9 0,1-2-12 16,0 1 18-16,4 2-10 0,-3-4 1 0,2-2-8 0,0 2 7 0,0-2-4 15,0-1 5-15,-3-1-7 16,2-4 2-16,-1 2-4 0,-2-3 7 0,0 0-13 16,2-1 14-16,-4-2-5 0,3-2 4 0,1-1-7 15,-3-3 4-15,0-3-2 0,-1 1 3 0,1-3-10 0,-4 0 15 16,0-3-9-16,-1 0 3 0,0 1-3 0,-3-2 2 16,-2 2-2-16,0 2-6 0,-2 1 2 15,0 0 5-15,-3 3-2 0,-1 0 0 0,-2 10-2 16,0-17 0-16,0 17 0 0,-4-13-6 0,4 13-1 0,-9-10 8 15,9 10 4-15,-8-4-2 0,8 4-3 0,0 0 6 16,-12 7-4-16,12-7 2 0,-3 14 6 0,3-14-7 16,5 21 8-16,1-9-6 0,6 5 6 0,1 0 0 0,10 2 0 15,0 0 0-15,4 3-3 16,1-1-2-16,5 1 0 0,0 0 1 0,1 0 1 0,-1-1-2 16,1 0 2-16,0-2-4 0,-2 1 5 0,-2-1-5 0,1 0-1 15,-6-3 5-15,-3 1-2 0,3-2 2 0,-3 0-1 16,-5 0 4-16,0-1-7 0,-2 0-6 0,-2-1 13 15,-1 1-1-15,-2-3-3 0,-2 1 3 0,-3-1-2 0,-1 0-2 16,-1-1-6-16,-3-10 9 0,-4 22-3 16,-3-10-1-16,-7 0 1 0,-4 1-3 15,-9-1 8-15,-10 1-8 0,-9 2 10 0,-5-3-1 16,-16 0 3-16,-10-1 4 0,-6 1-9 0,-7-2 6 0,-7 1 5 16,-22 0 12-16,-5 1 2 0,-3 1-6 0,-1-1 5 15,2 1 10-15,2 1-9 0,3 0 6 0,23-2-9 16,3 1-9-16,5 1-9 0,5 0 3 0,7-1-1 0,5 1-2 15,10 0-5-15,12-3-5 16,8 1-6-16,3-2-14 0,10-1-78 0,8-4-97 16,4 0-135-16,2 0-114 0,5-2-147 0,11-3-772 0,0 0-966 15</inkml:trace>
  <inkml:trace contextRef="#ctx0" brushRef="#br0" timeOffset="144255.9197">29067 6502 569 0,'8'-20'706'0,"0"2"-147"0,-2 2-101 16,-2 2-74-16,-1 2-63 0,0 1-64 0,-3 11-52 15,3-14-26-15,-3 14-3 0,0 0 41 0,0 0 21 16,0 0-15-16,-9 12-8 0,2 1-19 0,2 7-20 16,-2 7 15-16,-1 5-47 0,1 9 20 0,1 3-36 0,2 5-13 15,2 1 19-15,0 4-51 0,4 1 19 0,0 0-47 16,2 1 36-16,3-1-46 15,1 7 33-15,0-10-49 0,2-2 30 0,1-2-42 16,1-1-1-16,0 0 1 0,3-3-1 0,-2-3-20 0,2-2 15 16,-3-4-1-16,0-7-3 0,-1 0 1 0,-3-6-6 15,2-3 4-15,-4-5-3 0,0-1-1 0,-1-1 7 16,-1-2-4-16,-4-10-1 0,8 11 4 0,-8-11-7 16,0 0-4-16,0 0 0 0,1-13-4 0,-4 1 4 15,-3-7-8-15,-2-9 33 0,-1-1-47 0,-4-10 39 16,-2-4-40-16,-3-13 18 0,-2-1-77 0,0-1 34 0,0-4-34 15,0 2 16-15,-1-4 0 0,5-1 8 0,-2 1 30 0,0 0-29 16,3 1 44-16,0 0-22 0,1 4 24 16,0-1-15-16,0 3 21 0,2-1-13 15,1 11 18-15,1 3-16 0,1 0 22 0,-2 3-20 16,3 0 7-16,-1 3 11 0,2 7-20 0,0 0 25 0,0 1-17 16,3 6 19-16,-2 1-22 0,3 0 21 0,0 1-21 15,-1 4 20-15,3-1-1 0,0 1-2 0,2 1-4 0,5-4 0 16,2 0-4-16,8-1 1 15,9-2-4-15,10 0 0 0,16-4 2 0,12 1-8 16,10 2-8-16,11 3-3 0,29-4-1 0,9 2-13 0,11 2 20 16,9 3-57-16,5 2-2 0,7 2-32 0,4 2 4 0,4 1-15 15,2 3-4-15,0 0 9 0,-2 4-9 0,-2 3 8 16,-3 0 3-16,-4 1 33 16,-6 3-56-16,-7 0 45 0,-7 1-59 0,-28 0 57 0,-3 0-44 15,-4-1 68-15,-5 0-2 0,-6 0 21 0,-4 0 5 16,-4-2 7-16,-14 0 2 0,-3 1 8 0,-2-1 10 0,-1 1 3 15,-4-1-1-15,-2 2 2 0,-4 0 3 0,-8 0 6 16,-2 1 0-16,-4-1-1 0,-6-1-1 0,-2 3 4 16,-2 0-3-16,-5-1 0 0,-2 1-1 15,-1 0 0-15,-3 2 0 0,0 0 2 0,-2 1 1 16,-3 2 2-16,1 0-1 0,-1 2 1 0,-3 2 1 16,0-1 14-16,1 1-4 0,-5 0-16 0,4 1 7 0,-1 1-54 15,1 0 70-15,2 5-59 0,-3-3 65 0,3 1-63 16,-1 1 9-16,2 0 32 0,0 0-11 0,1 1-1 15,2 5 0-15,0-1-2 0,2 0 68 0,0 2-63 0,0-1 51 16,4 5-5-16,-1-6-8 16,2 6-7-16,2 1-1 0,-1-1-6 0,3 1-3 0,-2-1-1 15,2-1-4-15,-4-1 6 0,2 0-5 0,-5-4-5 16,1 1 3-16,-2-2-4 0,0 2 10 0,-2-1-9 16,1 1-5-16,-3 0 1 0,-1-2 0 0,-1-2 21 0,-2 1-23 15,0 0-61-15,-3-2 88 0,0 3-74 0,0-4 9 0,-3 0 17 16,-1-1 55-16,-1-1-63 15,-1-1 63-15,-2 3-51 0,-1-4 75 0,0 0-62 16,-2 1 65-16,0-1-52 0,-5-1 62 0,0 1-6 0,-3 0 0 16,0-2-53-16,-2 0 48 0,-1 2-46 0,-5 0 49 15,0-1-57-15,-1-1 51 0,1-1-57 0,-2 2 52 0,-3-1-56 0,-1 0 51 16,-5 2-57-16,-2-1 56 16,-1 1-53-16,-2-1 58 0,-3 1-55 0,-3-1 58 15,-1 1-63-15,-4-2 47 0,-10 3-40 0,-3 0 52 0,-1-2-60 16,-4 0 10-16,-3 1 1 0,-4-2 6 15,-4-1 2-15,-5 0-4 0,-3 0 1 0,-3-1 5 16,-2-1-3-16,-1 1 2 0,-2-1 9 0,-3-1-11 0,-2 0 12 16,-3 1-9-16,0-1 9 0,-19 2-13 0,19-2 10 15,-2-1-1-15,-19 0 3 0,19 0-3 0,0-2-2 0,1 0-4 16,2-1 3-16,3 0-6 0,1 0 4 0,6-1-2 16,4-1 0-16,3 0-1 15,3-1 2-15,4 0-1 0,14-1-4 0,-1-1 2 0,3 0-7 16,4 0 5-16,1-1 2 0,2-1-3 0,3 1 1 0,3-1 1 15,7 0 1-15,3-1-9 0,1 0 2 16,3-1-52-16,1 1-40 0,6-1-39 0,2 1-42 16,1-1-24-16,5 1-20 0,2-1-64 0,2 0-92 15,4-3-478-15,3 3-401 0</inkml:trace>
  <inkml:trace contextRef="#ctx0" brushRef="#br0" timeOffset="144974.4893">29849 6309 371 0,'-7'-9'424'0,"1"0"-45"16,0 2-69-16,-1 1-46 0,1-1-43 0,6 7-40 0,-12-12-24 16,12 12-20-16,-13-11-21 15,13 11-7-15,-10-8-15 0,10 8-17 0,-8-6-20 16,8 6-4-16,-6-6-15 0,6 6 11 0,0 0 26 15,0 0 59-15,0 0 21 0,0 0-11 0,15-6-18 0,1 7-24 16,6-1-34-16,10 1 0 0,10-1-23 0,11 1 0 16,6 0-22-16,4 1 6 0,13-2-14 0,-1 2 10 0,0-1-22 15,0 2 7-15,-13-3-18 0,0 1 13 0,-4 0-15 16,-3-1 11-16,-5 0-17 16,-10-1-2-16,-10 0-38 0,-2 1-4 0,-8-3-48 15,-4 0 13-15,-5 0-34 0,-11 3 52 0,6-8-27 0,-6 8 71 16,-10-10-32-16,-2 5 50 0,-6-2-29 0,-4 1 43 15,-3-1-37-15,-6 0 44 0,-2 1-40 0,-1 1 43 0,2 0 6 16,4 1-41-16,3 1 41 16,0 0-38-16,5 1 37 0,3 1-42 0,1 1 46 15,3 1-33-15,0 2 38 0,4 4-36 0,2 0 37 0,1 4-31 16,2 2 36-16,3 2 1 0,3 1 48 16,4 6-8-16,0 1 9 0,2 4-27 0,1 1 12 0,2 0-26 15,3 6 10-15,1 1-26 0,-1-1 13 0,2 0-4 16,-2-1-9-16,1 1-1 0,-2 0-8 0,0-1-10 15,-2-4 13-15,-1 1-6 0,-2-3-3 0,0 1-3 0,-4-4-5 16,-2-2-2-16,-2-3 3 16,-1 0 0-16,-3-1 3 0,-2-2-2 0,-1 0 1 15,-4-1 3-15,-3-2-14 0,-1-1 17 0,-3-1 0 16,-1-2-18-16,-3-1 20 0,-1-4-8 0,1 0 6 0,-3 1-1 16,2-5-6-16,0 0 5 0,-3-2 1 0,3-1 2 15,-2-1-7-15,1-2 3 0,2 0 1 0,2-2-9 16,1 1 7-16,5-1-2 0,0 1-5 0,4-1-44 15,3 1-83-15,7 7-55 0,-7-14-63 0,7 14-109 0,9-13-131 16,1 7-303-16,2 0-312 0</inkml:trace>
  <inkml:trace contextRef="#ctx0" brushRef="#br0" timeOffset="145352.7204">30882 6772 542 0,'8'-11'444'0,"0"-1"-23"16,0-1-135-16,-2 0 54 0,2-1-79 0,-1-3-16 16,0-2-46-16,1 1 38 0,0-2-26 0,-1 2-33 15,2-1-15-15,1 2-32 0,-1 1 3 0,-1 4-11 0,1-1-20 16,-1 1-24-16,1 3-15 16,1 0-13-16,-1 3-10 0,1 0-8 0,-10 6-8 15,22-4-3-15,-22 4-3 0,23 5-7 0,-11 2-1 16,0 1-4-16,3 4 2 0,-2 3-2 0,-1-1 4 0,0 3-8 0,-1 0 5 15,-1 3-12-15,-1-3 11 16,-1 1 1-16,-3 1-4 0,2 0-1 0,-5-3 0 16,0 0-5-16,-2-2-8 0,-1 0 11 0,-2 1-10 0,-2-3 13 15,-2 1-9-15,-1-2 9 0,-2 0-5 0,-2-2 8 0,-1 0-7 16,-1-3-5-16,-1 0 7 16,-2-2 8-16,1-2-2 0,-2 0 1 0,2-2 2 0,0 0-1 15,0-4-8-15,0 1 10 0,2-1 2 0,1-2-8 16,2-2-2-16,2 1-3 0,1-2-5 0,4-1-16 0,2-1-51 15,2 0-79-15,4-2-116 16,3-2 9-16,4-4-112 0,6 1-107 0,4-1-434 16,2 1-480-16</inkml:trace>
  <inkml:trace contextRef="#ctx0" brushRef="#br0" timeOffset="145787.9245">31499 6611 212 0,'0'0'368'0,"0"0"-67"0,4 12-15 0,-4-12 36 16,0 0-56-16,0 0 45 0,4 11-31 0,-4-11-12 16,0 0-50-16,0 0-26 0,0 0-41 0,8 7-3 15,-8-7-37-15,0 0-16 0,16 0-35 16,-16 0 0-16,16-3-26 0,-4 1-5 0,-1 0-9 16,1-1-2-16,3-2-6 0,-2 0-1 0,3-2-4 15,-3-1-3-15,1-1 0 0,1-2-3 0,1-2-2 16,-2 0 2-16,1-2 0 0,-3-1-1 0,-1-2-1 0,1 1 10 15,-3 1-16-15,-2 1 4 0,1-1-1 0,-4 4 1 16,0-1-1-16,-2 2-8 0,-2 11 7 0,2-19-5 16,-2 19-4-16,-6-13 2 0,6 13 5 0,-14-10 1 0,14 10-3 15,-22-2 7-15,7 5-1 16,-1 2 7-16,-5 1-1 0,-2 4-2 0,-2 2 3 16,0 2-1-16,-1 3 1 0,-2 2 4 0,1 3 7 0,1 2-8 15,2 1 21-15,2 1-20 0,3-3 22 16,4 1-6-16,0 1 19 0,4-1 24 0,2-4 5 0,5 0 28 15,1-2 14-15,4-2-7 0,1 0 3 0,6 1-18 0,1-1-9 16,5 0-21-16,3-4-4 16,2 1-22-16,6 0 3 0,3-2-17 0,1-1 4 0,2-2-19 15,1-1 8-15,2-2-15 0,0 0-40 0,-1-2-65 16,-3-2-107-16,0 1-53 0,-1-2-110 0,-1-2-88 16,0 0-161-16,-2-2-258 0,-1-2-440 0</inkml:trace>
  <inkml:trace contextRef="#ctx0" brushRef="#br0" timeOffset="146272.7657">29508 9150 1185 0,'0'0'816'0,"0"0"-165"0,0 0-158 0,-3-12-105 15,3 12-114-15,0 0-157 0,0 0-152 0,-3-9-117 0,3 9-150 16,0 0-771-16,0 0-688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9:40:25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14797 2292 20 0,'0'0'52'0,"0"0"-5"0,0 0 5 15,0 0-1-15,0 0 12 0,0 0 10 0,12 0-1 16,-12 0 0-16,0 0-6 0,0 0 9 0,0 0-15 16,0 0-11-16,13-1-1 0,-13 1-7 0,0 0-6 0,0 0-10 15,16-3-3-15,-16 3-1 0,21-6-12 0,-4 0 14 16,5 0 0-16,6-1 29 0,6-2-40 0,6 0-4 15,2-2 7-15,4 1-12 0,0-1 3 0,4-1 0 16,0 0-6-16,-2 1 5 0,2-1-14 0,-3 3 6 16,-1-2-5-16,-3 3 5 0,-8 1-6 0,-2 0 9 15,1 2 3-15,-8 0-11 0,-2 2 10 0,-4 0 0 16,1 1-9-16,-4 0 14 0,-3 0-6 0,0 1 0 16,-2 0 5-16,-12 1-13 0,22-1 6 0,-22 1 2 15,17-3-1-15,-17 3 1 0,13 0 8 0,-13 0-11 16,0 0 6-16,13-1 1 0,-13 1-2 0,0 0 0 15,0 0 1-15,0 0-2 0,0 0-2 0,0 0-1 0,0 0 2 16,0 0-1-16,0 0-8 0,0 0 16 0,-9 6-7 16,9-6 2-16,0 0-6 0,-15 4 2 15,15-4-3-15,0 0 5 0,-12 3-2 0,12-3-1 0,0 0-6 16,-10 5 9-16,10-5-2 0,0 0-4 0,-9 6 10 16,9-6-2-16,-8 4-1 0,8-4 1 0,-7 8-5 15,7-8 2-15,-7 9 5 0,7-9-8 0,-7 11 5 16,7-11-1-16,-5 14 0 0,5-14 1 0,-7 17-2 15,7-17 8-15,-3 20-12 0,3-20 0 0,-2 22 2 16,1-10 4-16,0 1 1 0,-1 1-1 0,2 0-2 16,-1 4-1-16,0-1-3 0,0 0 4 0,-1 0-2 15,1 2 1-15,0-1-5 0,-1 1 18 0,0 0-16 16,0 0 10-16,0-1-8 0,0 1 0 0,-2-1 6 16,2 0 6-16,0-2-2 0,-1 1-5 0,1 0-10 15,0-3 19-15,1 0-4 0,-2 2-5 0,1-4 4 16,1 3-3-16,-1-3-1 0,1 0 1 0,-1 0-7 15,1 0-3-15,0-2 12 0,1-10 2 0,-4 21 1 16,4-21-5-16,-2 18-2 0,2-18 13 0,-2 15-2 16,2-15-6-16,-1 15-13 0,1-15 5 0,-1 13-3 15,1-13 6-15,-1 12-2 0,1-12 2 0,-1 12-4 16,1-12 4-16,0 0 2 0,0 16 1 0,0-16-2 16,0 0-6-16,-2 15-1 0,2-15 11 0,0 0-3 15,0 15 1-15,0-15 3 0,0 0-5 0,-1 13 1 16,1-13 1-16,0 0 0 0,-2 12 22 0,2-12-32 15,0 0 1-15,0 0-1 0,-3 10 3 0,3-10 3 16,0 0-1-16,0 0 25 0,0 0-35 0,-3 12 30 16,3-12-31-16,0 0 27 0,0 0-32 0,0 0 32 15,-3 9-28-15,3-9 29 0,0 0-31 0,0 0 31 16,-4 9-30-16,4-9 29 0,0 0-28 0,-6 10 25 16,6-10-30-16,0 0 32 0,-6 8-30 0,6-8 30 15,0 0-32-15,-6 11 34 0,6-11-32 0,-6 10 32 16,6-10-34-16,-6 9 33 0,6-9-33 0,-9 13 32 15,9-13-29-15,-7 13-5 0,7-13 28 0,-6 12-26 16,6-12 26-16,-5 12-30 0,5-12 29 0,-5 10-24 16,5-10 27-16,-5 8-27 0,5-8 25 0,0 0-35 15,-6 10 40-15,6-10-33 0,0 0 12 0,0 0-5 16,-6 10 31-16,6-10-31 0,0 0 26 0,0 0-20 16,0 0 0-16,-6 7 2 0,6-7 23 0,0 0-33 0,0 0 42 15,0 0-38-15,-15-1 30 0,15 1-31 0,0 0 28 16,-15-3-32-16,15 3 31 0,-16-3-34 0,16 3 35 15,-21-3-33-15,8 2 32 0,-1-1-31 16,0 1 28-16,-2 1-28 0,-1 0 29 0,-2 0-26 16,-3 0 26-16,-3 1-32 0,-3 2 30 0,1-1-21 0,-6 2 27 15,-3 2-34-15,2 0 6 0,-1 0 4 0,-1 1-4 16,-6 2 2-16,3 1 6 0,3-2-1 16,3 0 5-16,-6 3-2 0,-1 0 4 0,7-2-5 15,-5 2 0-15,-1-1 5 0,0 1-4 0,5-1-2 16,1 0 6-16,-1-1-3 0,2 1 0 0,1-1-2 15,0-1 9-15,-1 2-6 0,1-1 0 0,2-2 0 0,-1 3-2 16,1-3 4-16,-2 2-4 0,8-3 1 0,-3 1-1 16,1-1 0-16,0 0-2 0,2 2 1 0,-1-3 3 15,2 1-1-15,-1-2 3 0,6 1-2 0,1-1-1 16,-1-1-3-16,2 2 5 0,3-4-1 0,1 2 1 16,11-3 0-16,-20 4-3 0,20-4 3 15,-11 4-3-15,11-4-3 0,-13 3 2 0,13-3 0 0,0 0 2 16,-15 3-1-16,15-3-1 0,0 0-3 0,0 0 4 15,-12 2-7-15,12-2 6 0,0 0-2 0,0 0 1 16,0 0-3-16,0 0 6 0,0 0 4 0,0 0-3 16,0 0-3-16,0 0-5 0,0 0 10 0,0 0-3 15,0 0-4-15,0 0 3 0,0 0 1 0,8 6 2 16,-8-6-6-16,0 0 2 0,0 0 1 0,0 0 1 16,0 0-5-16,0 0 2 0,0 0-1 0,0 0-9 15,0 0-6-15,0 0-4 0,0 0-14 0,14 0-27 16,-14 0 2-16,0 0-3 0,0 0 2 0,0 0 1 15,0 0-11-15,13 0-17 0,-13 0-19 0,0 0-69 16,16 1 49-16</inkml:trace>
  <inkml:trace contextRef="#ctx0" brushRef="#br0" timeOffset="2581.0925">15451 3107 150 0,'0'0'10'15,"0"0"48"-15,0 0-52 0,0 0 66 0,5 9-61 16,-5-9 4-16,0 0-3 0,4 13-4 0,-4-13 19 16,3 10-8-16,-3-10 0 0,4 14 9 0,-4-14-3 15,4 18 4-15,-1-7 6 0,0 1-10 0,-1 1 1 16,-1 0 18-16,1 4-1 0,-1 0-8 0,1 0-2 15,-2 4 5-15,2 0 8 0,-4 4-8 0,2 1-8 16,0 1 34-16,0 1-35 0,0 5 28 0,-2 0-38 16,2-1 33-16,-2 3-4 0,-1 0-12 0,0-1-35 0,1 1 31 15,-1 1-32-15,1-1 28 0,-1 1-28 16,0-1 27-16,1-1-33 0,-1 1 31 0,1-2-34 16,-1-1 33-16,1-4-34 0,0 0 36 0,-2-2-34 0,2-1 26 15,0 0-24-15,-1 0 30 0,-1-1-31 0,2-2 27 16,2-3-29-16,-2 0 33 0,0-2-4 0,-1 0-10 15,1-3 6-15,0-1-5 0,2-1-4 16,0-12 2-16,-3 20 0 0,3-20-2 0,-2 16 2 0,2-16-7 16,-3 13 9-16,3-13 2 0,-1 11-10 0,1-11 10 15,0 0 2-15,-2 13 6 0,2-13 0 16,0 0 2-16,0 0-8 0,-3 11 0 0,3-11-4 16,0 0-9-16,0 0 6 0,0 0 0 0,0 0-4 0,0 0-2 15,0 0-3-15,0 0-1 0,0 0 4 0,0 0 4 16,0 0-10-16,0 0-16 0,0 0 25 0,-8-4-23 15,8 4 28-15,0 0-21 0,0 0 21 0,0 0 0 16,0 0-33-16,0 0 33 0,0 0-27 0,0 0 26 16,0 0-25-16,0 0 30 0,0 0-30 0,0 0 25 15,0 0-25-15,0 0 28 0,0 0-29 0,0 0 27 16,-5-9-23-16,5 9 26 0,0 0-30 0,0 0 31 16,0 0-34-16,0 0 30 0,0 0-23 0,0 0 26 15,0 0-26-15,0 0 26 0,0 0-26 0,0 0 27 16,0 0-32-16,0 0 34 0,0 0-28 0,0 0 25 15,0 0-22-15,0 0 24 0,0 0-28 0,0 0 29 16,0 0-33-16,0 0 34 0,0 0-26 0,0 0 25 16,0 0-29-16,0 0 25 0,0 0-19 0,0 0 18 15,0 0-24-15,0 0 24 0,0 0-22 0,0 0 26 16,0 0-24-16,0 0 25 0,0 0-25 0,0 0 25 16,0 0-23-16,0 0 11 0,0 0 16 0,0 0-8 15,0 0-25-15,0 0 32 0,0 0-34 0,0 0 31 16,0 0-5-16,0 0-9 0,0 0 10 0,0 0-30 15,0 0 30-15,0 0-29 0,0 0 28 0,0 0-25 16,0 0 20-16,0 0-18 0,0 0 24 0,0 0-24 0,0 0 24 16,0 0-24-16,0 0 27 0,0 0-26 15,0 0 19-15,0 0-15 0,0 0-1 0,0 0 23 16,0 0-25-16,0 0 23 0,0 0 3 0,0 0-9 16,0 0 2-16,0 0-28 0,0 0 29 0,0 0-22 15,0 0 22-15,0 0-6 0,0 0-4 0,0 0-18 0,0 0 28 16,0 0-30-16,0 0 28 0,0 0-29 15,0 0 29-15,0 0-31 0,0 0 27 0,0 0-23 16,0 0 25-16,0 0-25 0,0 0 26 0,0 0-21 16,0 0 31-16,0 0-4 0,0 0-10 0,0 15 6 15,0-15-3-15,0 0 1 0,4 9-11 0,-4-9-7 0,0 0 13 16,2 10 4-16,-2-10 0 0,0 0 1 16,2 10-1-16,-2-10-15 0,0 0 16 0,3 10-2 0,-3-10-3 15,0 0 1-15,2 11-3 0,-2-11 4 0,0 0 0 16,2 14-12-16,-2-14 10 0,0 0 0 0,1 15 2 15,-1-15-4-15,2 13 4 0,-2-13-1 0,1 16-4 16,-1-16 4-16,1 19 1 0,-1-19-1 0,3 22 1 16,-3-11-2-16,1 3 2 0,-2 0-6 0,1-2 4 15,2 1-7-15,-2-1 10 0,1 1 5 0,0-1-3 16,-1 2-2-16,2-1-5 0,-1 0 3 0,-1-1 1 16,2 0-6-16,-2-1 0 0,1 2 7 0,0-1-2 15,0 0 0-15,0 1-4 0,-1-2 9 0,1 2-7 16,-1-2-2-16,1 2 7 0,1 0-1 0,-2 3-3 15,3-2 2-15,-3-1 0 0,2 4 4 0,-1-2-3 16,0 1-9-16,0-2 12 0,1 3-2 0,-1-2-3 16,-1 2 3-16,4 0-7 0,-4-2 9 0,1 2-5 15,0-3-20-15,0 2 23 0,-1 0 0 0,2 1 2 16,-2-3-2-16,0-1 19 0,-1 3-26 0,1-1 17 16,-1 2-16-16,0-2 16 0,1 1-13 0,-1-2 11 15,0-1-18-15,0 0 17 0,-2 0-24 0,3 0 23 16,-1-2-18-16,1 2 18 0,-2-2-20 0,2-11 17 15,-1 20-14-15,1-20 15 0,-1 20-25 0,1-20 24 0,-1 17-18 16,1-17 18-16,0 15-21 0,0-15 20 16,0 14-16-16,0-14 17 0,1 13-16 0,-1-13 16 15,1 13-17-15,-1-13-2 0,1 14 17 0,-1-14-12 16,2 15 2-16,-2-15-12 0,1 16 15 0,-1-16-4 0,3 18-2 16,-3-18 2-16,3 20 6 0,-3-20 0 0,1 21-6 15,0-11 3-15,0 2 0 0,0 0 3 0,-1-12-1 16,1 22-4-16,0-12 2 0,-1-10-8 15,1 23 4-15,-1-23 4 0,0 21 7 0,0-21-5 0,0 21 2 16,0-21-1-16,-1 21-3 0,1-21-6 0,-1 17 13 16,1-17-4-16,-2 16-4 0,2-16 3 0,-1 13-6 15,1-13 3-15,-1 12 2 0,1-12-2 0,0 0 2 16,-1 15 2-16,1-15-5 0,0 0-5 0,-2 13-2 16,2-13 7-16,0 0 1 0,-4 12-8 0,4-12 8 15,-2 10 1-15,2-10 3 0,-3 11-8 0,3-11 10 16,-4 13-4-16,4-13-3 0,-5 12 7 0,5-12-8 15,-5 14 14-15,5-14-11 0,-5 12 13 0,5-12-18 16,-4 13 15-16,4-13-16 0,-5 13 14 0,5-13-17 16,-5 12 5-16,5-12 0 0,-3 14 15 0,3-14-15 15,-4 12 15-15,4-12-21 0,-4 16 18 0,4-16-14 16,-5 16 15-16,5-16-15 0,-5 17 15 0,5-17-19 16,-6 18 19-16,3-10-11 0,3-8 12 0,-5 17-19 15,5-17 22-15,-5 13-18 0,5-13 15 0,-4 13-13 0,4-13 12 16,-5 11-16-16,5-11 15 0,-8 10-9 15,8-10 16-15,-8 10-6 0,8-10-17 0,-6 11 13 16,6-11-12-16,-7 8 13 0,7-8-11 0,-9 8 10 16,9-8-22-16,-7 6 25 0,7-6-24 0,-9 9 11 0,9-9-10 15,-11 5 15-15,11-5-13 0,-13 5 8 0,13-5-9 16,-12 5 18-16,12-5-12 0,-16 6-2 16,16-6 2-16,-11 4 15 0,11-4-11 0,-13 4-2 15,13-4-18-15,-14 4 12 0,14-4-5 0,-16 6 9 0,16-6-8 16,-16 6 7-16,16-6-9 0,-18 6 19 0,9-2-11 15,1-1 11-15,-4 2-10 0,4-2 10 0,-2 2-6 16,-1 1 6-16,0 0-9 0,-2-1 10 0,-1 2-12 16,3-1 16-16,-3 0-15 0,1 1 15 0,0 0-15 15,-1-1 9-15,0 2-4 0,-2 0 6 0,0 1-10 16,-3-1 5-16,-2 1-1 0,2-1-1 0,-2 1 5 16,0 1-1-16,0-2-1 0,1-1 3 0,-2 0-1 15,1 0 6-15,1 1-11 0,-2-3 11 0,1 2-6 16,-2 0 6-16,0-1-4 0,-1 1 3 0,2 0-4 15,-3 0 14-15,0 0-19 0,0 0 10 0,0 0-8 16,-4 1 8-16,3-2-18 0,1 1 16 0,0-1 2 16,1-2-3-16,2 1-2 0,-1 0 3 0,3-1 2 15,1 1-5-15,2-3 1 0,0 1-2 0,0 0 5 16,3 1-4-16,1-2 3 0,2 0-2 0,-1 1-5 16,1-2 11-16,11-1-7 0,-18 5-6 0,18-5 8 15,-15 2-2-15,15-2 0 0,-14 2-1 0,14-2 0 16,-11 2 2-16,11-2-3 0,0 0 3 0,-15 2 0 0,15-2-1 15,0 0-6-15,0 0 2 0,-13 2-2 0,13-2-6 16,0 0 2-16,0 0-7 0,0 0-1 16,0 0-9-16,-14 1 6 0,14-1-1 0,0 0-3 15,0 0 3-15,0 0-1 0,0 0-10 0,0 0 0 0,0 0 2 16,0 0-16-16,0 0-18 0,0 0-1 0,0 0 9 16,0 0-27-16,2 14-20 0,-2-14 4 0,0 0-135 15,12 4 77-15</inkml:trace>
  <inkml:trace contextRef="#ctx0" brushRef="#br0" timeOffset="4399.9817">15179 6228 134 0,'0'0'122'0,"0"0"-30"0,0 0-10 0,0 0-14 0,0 0 1 16,0 0-18-16,0 0-10 0,0 0-20 0,0 0 8 15,0 0-10-15,3-11 3 0,-3 11-11 16,0 0 3-16,0 0-11 0,0 0 10 0,0 0-1 0,0 0 4 16,0 0-2-16,0 0 3 0,0 0 4 0,0 0-2 15,0 0-7-15,0 0 8 0,1-11-6 0,-1 11 8 16,0 0-2-16,0 0 15 0,0 0 2 0,0 0 0 15,0 0-2-15,0 0-2 0,1-12 3 0,-1 12 8 16,0 0 6-16,0 0-5 0,0 0 11 0,0 0-11 16,0 0 5-16,0 0-18 0,0 0 5 0,0 0-16 15,0 0 6-15,0 0-17 0,0 0 1 0,0 0-10 16,0 0 0-16,0 0-5 0,0 0 10 0,0 0-18 16,0 0 15-16,0 0-1 0,0 0 13 0,0 0-14 15,8 13 22-15,-8-13-5 0,4 16 9 0,0-5-10 16,-1-3 19-16,-1 3-19 0,2 1 13 0,0 1-23 15,0 0 25-15,1 0-18 0,-3 1 17 0,4 0-18 16,-1-2 17-16,-2 3-24 0,3-2 34 0,-1 1-28 16,1 2 19-16,1-1-30 0,0 2 31 0,-1-3-26 0,0 2 22 15,0-1-26-15,2 3 26 0,-2 1-27 0,2-3 20 16,-3 0-18-16,1 1 29 0,0-2-32 0,-1 0 24 16,0-1-28-16,0 2 28 0,0-1-7 15,-1 0 9-15,1-1-4 0,-1 1 1 0,0-2-2 0,-1 1 5 16,1 0-11-16,0-1-2 0,0 2 1 0,-1-1 4 15,3 1-5-15,-2-1-1 0,-2-1-33 0,3 0 36 16,-2-1-40-16,0-1 40 0,-1 1-32 0,1-2 38 16,0 0-38-16,1-1 34 0,-4-9-42 0,4 17 41 15,-4-17-31-15,4 14 35 0,-4-14-31 0,4 14 33 16,-4-14-38-16,3 14 38 0,-3-14-45 0,2 14 44 16,-2-14-37-16,5 10 35 0,-5-10-30 0,2 10 31 15,-2-10-39-15,0 0 39 0,1 13-44 0,-1-13 44 16,0 0-37-16,2 14 34 0,-2-14-36 0,0 0 41 15,0 12-38-15,0-12 30 0,0 0-29 0,-2 14 38 16,2-14-42-16,-2 10 40 0,2-10-38 0,0 0 37 16,-4 13-44-16,4-13 46 0,0 0-39 0,-5 12 43 15,5-12-43-15,-4 10 45 0,4-10-47 0,-6 7 31 16,6-7-28-16,-3 8 40 0,3-8-44 0,-8 11 39 16,8-11-36-16,-9 10 36 0,9-10-42 0,-8 9 43 0,8-9-38 15,-8 9 40-15,8-9-41 0,-12 9 43 16,12-9-44-16,-13 10 35 0,4-6-34 0,0 1 41 0,1-1-38 15,0 0 41-15,-3 1-44 0,2-2 41 0,-2 1-45 16,-1 1 51-16,-1-4-47 0,-3 2 43 0,-1 1-44 16,-1-2 37-16,-3 1-37 0,2-1 32 15,-2-1-33-15,-2 1 39 0,4-1-36 0,-2-1 36 0,-2 0-36 16,3 1 38-16,-2 1-37 0,-1-1 33 0,3 1-35 16,-3-2 40-16,1 1-42 0,3-1 40 0,-2 1-42 15,1 1 42-15,2-1-35 0,0-1 35 0,3 2-39 16,-1-1 41-16,2-1-43 0,-2 1 43 0,3 2-40 15,-1-2 32-15,0 1-32 0,1-1 41 0,0 2-41 16,1-3 36-16,1 3-37 0,11-3 39 0,-22 2-44 16,22-2 47-16,-18 3-38 0,18-3 31 0,-16 3-34 15,16-3 40-15,-13 2-38 0,13-2 32 0,-13 3-38 16,13-3 45-16,-13 3-39 0,13-3 36 0,-13 4-39 16,13-4 42-16,-13 3-44 0,13-3 42 0,0 0-37 15,-14 4 38-15,14-4-39 0,-12 3 35 0,12-3-37 16,-12 2 39-16,12-2-37 0,-13 3 40 0,13-3-39 15,-15 4 38-15,15-4-40 0,-15 2 40 0,15-2-46 16,-16 4 46-16,16-4-40 0,-15 2 37 0,15-2-34 0,-14 2 37 16,14-2-43-16,-11 2 39 0,11-2-33 15,0 0 38-15,-16 2-40 0,16-2 41 0,0 0-42 16,-11 2 42-16,11-2-49 0,0 0 53 0,0 0-41 0,-14 2 35 16,14-2-36-16,0 0 37 0,0 0-44 15,0 0 41-15,-11 2-36 0,11-2 11 0,0 0-10 0,0 0 43 16,0 0-43-16,0 0 42 0,-15 0-42 0,15 0 41 15,0 0-45-15,0 0 42 0,0 0-40 0,0 0 41 16,0 0-48-16,0 0 49 0,0 0-47 0,0 0 45 16,-14 0-42-16,14 0 43 0,0 0-43 0,0 0 42 15,0 0-40-15,0 0 31 0,0 0-31 0,0 0 40 16,0 0-40-16,0 0 38 0,0 0-38 0,0 0 38 16,0 0-44-16,0 0 42 0,0 0-33 0,0 0 34 15,0 0-37-15,0 0 40 0,0 0-42 0,0 0 32 16,0 0-28-16,0 0 36 0,0 0-42 0,0 0 44 15,0 0-36-15,0 0 36 0,0 0-48 0,0 0 48 16,0 0-39-16,0 0 40 0,0 0-37 0,-11-2 39 16,11 2-45-16,0 0 37 0,0 0-32 0,0 0 38 15,0 0-25-15,0 0 45 0,0 0-45 0,-9-5 38 16,9 5-43-16,0 0 48 0,0 0-40 0,0 0 39 16,0 0-3-16,0 0-46 0,0 0 44 0,0 0-42 15,0 0 42-15,-9-4-37 0,9 4 42 0,0 0-51 16,0 0 52-16,0 0-50 0,0 0 34 0,0 0-35 15,0 0 45-15,0 0-48 0,0 0 42 0,0 0-44 16,0 0 38-16,-7-5-38 0,7 5 41 0,0 0-47 0,0 0 48 16,0 0-48-16,0 0 47 0,0 0-48 0,0 0 44 15,0 0-45-15,0 0 45 0,0 0-44 16,0 0 42-16,0 0-52 0,0 0 53 0,0 0-40 16,0 0 47-16,0 0-51 0,0 0 47 0,0 0-44 0,0 0 45 15,0 0-47-15,0 0 44 0,0 0-42 0,0 0 44 16,0 0-46-16,0 0 46 0,0 0-54 0,-8-5 51 15,8 5-45-15,0 0 50 0,0 0-51 0,0 0 49 16,0 0-45-16,0 0 43 0,0 0-44 0,0 0 47 16,0 0-50-16,0 0 49 0,0 0-48 0,0 0 52 15,0 0-56-15,0 0 46 0,-10-4-40 0,10 4 30 16,0 0-30-16,0 0 53 0,0 0-54 0,0 0 50 16,0 0-50-16,0 0 48 0,0 0-49 0,0 0 46 15,0 0-50-15,0 0 39 0,0 0-51 0,0 0 42 16,0 0-48-16,0 0 35 0,0 0-47 0,0 0 34 15,0 0-48-15,0 0 24 0,0 0-34 0,0 0 27 16,0 0-59-16,0 0 28 0,0 0-41 0,0 0-19 16,0 0-31-16,0 0-30 0,0 0-19 0,0 0-220 15,-5-8 79-15</inkml:trace>
  <inkml:trace contextRef="#ctx0" brushRef="#br0" timeOffset="6536.0616">8538 6661 65 0,'0'0'148'16,"0"0"-12"-16,0 0-45 0,0 0-5 0,0 0-21 0,-2-11-20 15,2 11-9-15,0 0 14 0,0 0-11 0,-1-12-3 16,1 12-11-16,0 0 2 0,0 0-11 0,-2-11-2 16,2 11-3-16,0 0 4 0,0 0 8 0,0 0 11 15,0-11 0-15,0 11-2 0,0 0-12 0,0 0-4 16,0 0-7-16,0 0 0 0,0 0-9 0,0 0 2 16,0 0-2-16,-3-12-2 0,3 12 2 0,0 0-2 15,0 0-4-15,0 0 7 0,0 0-4 0,0 0-2 16,0 0 1-16,0 0 6 0,0 0-1 0,0 0 2 15,0 0-3-15,0 0 3 0,0 0-2 0,0 0-2 16,2 12 3-16,-2-12 1 0,0 0 5 0,3 8 2 16,-3-8 1-16,0 0-5 0,5 15 7 0,-5-15 4 15,4 14 4-15,-4-14-7 0,6 13 1 0,-6-13-1 16,6 16-4-16,-6-16 7 0,7 17-2 0,-7-17-2 16,8 17 9-16,-8-17-6 0,8 16-2 0,-8-16 0 0,7 10 4 15,-7-10 2-15,7 10 21 0,-7-10 10 0,8 7 0 16,-8-7-3-16,0 0-7 0,19 0-4 15,-10-3 6-15,0-3-29 0,4-2 19 0,2-2-18 0,1-5 7 16,5-4-18-16,-1-1-1 0,6-5 4 0,0-4 13 16,1 0-17-16,1-2 17 0,1-2-16 0,-1 1 7 15,-1 0-9-15,0 1 11 0,1 2-21 16,-2 1 20-16,-1 3-16 0,-1-1 16 0,-3 5-18 0,-1 2 15 16,0 1-13-16,-4 4 8 0,1 0-14 0,-2 2-15 15,0 1-19-15,-3 2 3 0,0 1-9 0,0-1 2 16,-1 2-14-16,0 2 14 0,-2 0-13 0,-1 1-3 15,-8 4 1-15,15-6 8 0,-15 6-13 0,10-3 22 16,-10 3-6-16,0 0-16 0,0 0 5 0,0 0-16 16,7 6-9-16,-7-6-32 0,-4 9-10 0,4-9-53 15,-9 11 52-15</inkml:trace>
  <inkml:trace contextRef="#ctx0" brushRef="#br0" timeOffset="7306.5992">8659 7467 9 0,'0'0'104'15,"0"0"-31"-15,0 0 5 0,0 0-24 0,4 9 11 16,-4-9-29-16,0 0 5 0,0 0-19 0,0 0 11 16,0 0-16-16,5 7 6 0,-5-7-13 0,0 0 7 15,0 0-8-15,0 0 9 0,0 0-9 0,0 0 22 16,0 0-5-16,0 0 18 0,0 0-10 0,0 0 6 16,0 0-7-16,0 0 5 0,0 0 0 0,0 0-3 15,0 0-13-15,0 0 3 0,0 0-10 0,0 0-1 16,3 10-13-16,-3-10 6 0,0 0-3 0,0 0 1 0,0 0-5 15,0 0 17-15,0 0-6 0,0 0 0 0,0 0 2 16,4 10 4-16,-4-10 12 0,0 0-4 16,0 0-6-16,5 8-4 0,-5-8-5 0,0 0 8 15,0 0 10-15,6 9 2 0,-6-9-1 0,0 0 1 0,7 7-2 16,-7-7 4-16,0 0-3 0,6 7-9 0,-6-7-1 16,0 0-5-16,0 0 0 0,10 7 4 0,-10-7 21 15,0 0 14-15,0 0-1 0,10 4 5 0,-10-4 14 16,0 0-14-16,10 4-14 0,-10-4-3 15,0 0-12-15,15 5-1 0,-15-5-8 0,11 3-1 0,-11-3-2 16,14 4-1-16,-14-4 5 0,14 10-10 0,-14-10 1 16,15 10-1-16,-7-6-4 0,-1 2-4 0,-1 0 0 15,2 0 5-15,-8-6-5 0,12 10 1 0,-12-10-1 16,9 9-4-16,-9-9 7 0,11 8-2 0,-11-8 3 16,7 5 0-16,-7-5 0 0,0 0 28 0,12 3-4 15,-12-3-5-15,12-7-5 0,-3-2 6 0,1-2-10 16,4-6-9-16,2-5 2 0,5-6-4 0,0-1-31 15,0-3 26-15,0-1-25 0,1 0 30 0,-1 1-38 16,-1 0 24-16,0-1-41 0,-2 3-2 0,0 1-30 0,-3 4-10 16,0 2-17-16,-4 4 0 0,1 0-8 15,-1 0 0-15,-2 1 22 0,2 2-20 0,-3 3-8 16,-1 0-13-16,-1 1 16 0,-1 2-30 0,0-1-89 0,-1 3 76 16</inkml:trace>
  <inkml:trace contextRef="#ctx0" brushRef="#br0" timeOffset="8678.2377">8427 3688 69 0,'0'0'22'16,"0"0"40"-16,0 0-50 0,0 0 42 0,0 0-58 15,5-8 42-15,-5 8-46 0,0 0 42 0,0 0-48 16,0 0 42-16,0 0-46 0,0 0 44 0,11 4-42 15,-11-4 49-15,0 0-6 0,7 8-8 0,-7-8-6 16,7 6-11-16,-7-6 13 0,7 9-3 0,-7-9-1 16,7 9-5-16,-7-9 2 0,9 8-5 0,-9-8 0 15,9 8 0-15,-9-8 0 0,8 8-8 0,-8-8 17 16,8 8 0-16,-8-8 21 0,0 0 22 0,14 5 5 16,-14-5 16-16,0 0-20 0,17-1-11 0,-17 1-11 15,17-6 3-15,-7 1-40 0,2-2 30 0,1-1-34 16,3-2 39-16,2-3-46 0,0 1 37 0,2-5-33 15,2 0 22-15,1-1-32 0,-1-1 7 0,5-3 7 0,0 1-6 16,-1-3 8-16,-3 6-4 0,-1-1 0 0,1 1-10 16,-3 1 4-16,2 0-7 0,-5 4 2 0,0 0-12 15,-5 3-20-15,0 1-27 0,-1 2-12 16,-2 0 8-16,-9 7 10 0,10-6-53 0,-10 6 40 0</inkml:trace>
  <inkml:trace contextRef="#ctx0" brushRef="#br0" timeOffset="9206.5313">8532 2916 8 0,'0'0'-4'0</inkml:trace>
  <inkml:trace contextRef="#ctx0" brushRef="#br0" timeOffset="9345.3469">8541 2939 68 0,'9'15'-12'0,"-9"-15"49"15,11 13-32-15,-5-7 47 0,1 0-48 0,2-1 44 0,0 0-67 16,0 0 59-16,2-1-44 0,0 0 57 16,0-2-60-16,1 1 64 0,1-1-52 0,0-1 47 15,0 0-46-15,3-2 62 0,0-1-43 0,2 0 41 0,0-3-44 16,4-2 38-16,1-3-59 0,4-3 47 0,5-4-34 16,1-2-17-16,1-3 7 0,0-3-8 15,3-2-16-15,4-7-12 0,1 1-12 0,-1-2-16 0,-1 0-22 16,2 0-62-16,-1-2 40 0</inkml:trace>
  <inkml:trace contextRef="#ctx0" brushRef="#br0" timeOffset="12403.7442">29979 8036 46 0,'0'0'119'0,"0"0"-68"0,-6-7 82 15,6 7-62-15,0 0 26 0,-6-5-57 0,6 5 46 16,0 0-39-16,-4-9 25 0,4 9-38 0,0 0 34 15,0 0-26-15,-6-9 31 0,6 9-42 0,0 0 33 16,0 0-36-16,0 0 32 0,-5-9-31 0,5 9 28 16,0 0-30-16,0 0 25 0,0 0-34 0,0 0 22 15,0 0-32-15,-5-9 26 0,5 9-36 16,0 0 33-16,0 0-24 0,0 0 38 0,0 0-17 0,13-5 28 16,-13 5-14-16,20-2 23 0,-3 0-12 0,5-1-22 15,7-1 15-15,16 0-11 0,8-3 17 0,17-2-24 16,10-2 34-16,12 1-35 0,30-4 13 0,8 0-20 15,8 2 12-15,8-2-21 0,6 0 1 0,5 4-12 0,3-3-5 16,0 1 2-16,-1 2 3 0,-1-1-6 0,-3 1 6 16,-4-2 0-16,-4 2 10 0,-8-2-14 15,-7 2 18-15,-8 0-22 0,-21 0 20 0,-5 3-15 0,-5 0 12 16,-5-1-15-16,-5 4 12 0,-5 0-12 0,-7-2 11 16,-12 2-14-16,-2 2 21 0,-2-3-25 0,-5 4 27 15,-8-2-25-15,-3 2 21 0,-2-2-18 0,-7 2 8 16,0-1-4-16,-4 1 14 0,-3 1-18 0,-2-2 13 15,-3 1-28-15,-1 0 1 0,-3 0-25 0,0 1-6 16,-14 0-19-16,0 0-12 0,0 0-16 0,0 0-13 16,0 0-5-16,0 0-28 0,0 0-11 0,0 0-44 15,0 0-120-15,0 0 218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9:41:43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16501 7140 376 0,'0'0'372'0,"0"0"-98"15,4-9-10-15,-4 9-60 0,0 0 40 0,2-12-8 16,-2 12-32-16,0 0-24 0,0 0-33 16,-2-15-18-16,2 15-20 0,0 0-16 0,0 0-21 15,0 0-9-15,0-12-13 0,0 12-11 0,0 0-6 0,0 0-7 16,0 0 8-16,0 0-11 0,0 0 17 15,0 0 14-15,4 14-4 0,-4-14 11 0,5 20-2 0,-3-5-4 16,1 0 6-16,0 3-5 0,2 3-6 0,-2 2-1 16,1 1-6-16,-1 2-10 0,1 0 16 0,0 0-29 15,0 3 18-15,2 2-19 0,-2-1 16 0,0 1-25 16,2-1 13-16,-1 0-20 0,0-2 4 0,2 0-7 16,-1-3-4-16,0-3 5 0,0 2-1 0,0-3-1 15,1-1 0-15,-1-1-1 0,-2-3-6 0,1-1-32 16,0-2-47-16,-1 0-54 0,0-2-41 0,1-2-59 15,-5-9-94-15,5 14-111 0,-5-14-346 0,0 0-315 16</inkml:trace>
  <inkml:trace contextRef="#ctx0" brushRef="#br0" timeOffset="249.1228">16898 7375 305 0,'5'-12'479'16,"0"3"-103"-16,-1 2-70 0,-4 7-41 0,6-13-39 16,-6 13-27-16,4-9-20 0,-4 9 7 0,0 0 5 15,11-4-25-15,-11 4 22 0,7 7-36 0,-7-7-25 16,10 18 10-16,-4-7-27 0,-1 4-4 0,-1 3-51 16,2 1 26-16,0 3-30 0,0 0 10 15,2 1-37-15,0 4 16 0,-1-1-27 0,0 2 17 0,2-2-26 16,-1 2 16-16,-1-5-23 0,-1 0 4 0,1 1-27 15,-2-2-52-15,-1-3-83 0,-1-1-45 0,-1-1-85 16,0 0-113-16,-2-3-509 0,-1 0-482 0</inkml:trace>
  <inkml:trace contextRef="#ctx0" brushRef="#br0" timeOffset="564.7653">15952 7217 145 0,'-20'-20'443'0,"3"2"-90"0,2 0-92 16,2 4-18-16,1-2-57 0,3 3 27 0,1 2-40 15,2-3-45-15,3 5 9 0,2-3-29 0,3-1 6 16,4 1-19-16,4 0-9 0,7-1-5 0,9 0 1 15,10-4-12-15,8 0 18 0,15 2-26 0,7 2-14 16,9 0-10-16,4 2 0 0,5 3-7 0,2 0 7 16,3 4-19-16,1-2 9 0,1 3-40 0,0 2 16 15,-1 1 3-15,-1 1 0 0,-1 1-5 0,-4 0-1 16,-5 1-6-16,-3-1-18 0,-16 1-67 0,-5 0-56 16,-5 1-33-16,-10 0-93 0,-5-1-74 0,-6 0-370 15,-5 1-223-15</inkml:trace>
  <inkml:trace contextRef="#ctx0" brushRef="#br0" timeOffset="3314.9995">17832 7745 176 0,'0'0'181'16,"0"0"-35"-16,0 0-17 0,0 0-14 0,0 0-19 15,0 0-11-15,0 0-2 0,0 0-8 0,0 0-5 16,0 0 0-16,0 0-17 0,0 0-11 0,0 0-6 16,0 0-5-16,0 0-1 0,0 0 4 0,0 0 8 15,0 0 5-15,0 0 3 0,0 0 10 0,0 0-3 16,0 0 3-16,0 0-1 0,0 0-5 0,0 0-3 15,0 0-2-15,0 0-1 0,0 0-4 0,0 0 0 0,0 0 0 16,0 0-11-16,0 0-11 0,0 0 9 0,0 0-6 16,0 0-6-16,0 0-7 0,0 0 8 0,0 0-13 15,0 0 0-15,0 0 0 0,0 0-1 0,0 0 1 16,0 0-3-16,2 10 18 0,-2-10-6 0,0 0 13 16,0 0-2-16,0 0 17 0,6 8-5 15,-6-8 2-15,10 4 7 0,-10-4-6 0,16 2-5 0,-3-1-5 16,1-1-2-16,6-1-7 0,1 1-1 0,5-1-13 15,3 0 8-15,0 0-4 0,2 0-2 0,1-1-2 16,5 2-3-16,-2-2-32 0,-3 1 39 0,1 1-4 16,-1-1-1-16,-2 1-5 0,-3 0 1 0,0 0 1 15,-4 0-2-15,-2 1-1 0,-2-1-12 0,-1 1-20 16,-4 1-31-16,0-2-36 0,-2 3-59 0,-12-3-66 16,20 4-58-16,-20-4-364 0,13 4-154 0</inkml:trace>
  <inkml:trace contextRef="#ctx0" brushRef="#br0" timeOffset="3556.1743">18373 7821 98 0,'0'0'420'0,"0"0"-106"0,-17-2-2 0,17 2-42 0,0 0-30 16,-14-1-32-16,14 1-39 0,0 0-30 0,0 0-33 15,-14 0-26-15,14 0-19 0,0 0-8 16,0 0-11-16,-8 6-8 0,8-6-7 0,0 0-6 15,-2 12-2-15,2-12 4 0,1 17-8 0,-1-17-5 0,2 19-3 16,0-9 8-16,0 3-5 0,1-1-3 0,-1 3 0 16,2-1-9-16,-1 2 9 0,2 0-2 0,-1-2-2 15,0 1 4-15,1-1-5 0,-1 1 2 0,1 1-7 16,0-2-7-16,2-1 19 0,-2 3-69 0,1-2-74 16,0 0-138-16,3-3-447 0,-3 0-224 0</inkml:trace>
  <inkml:trace contextRef="#ctx0" brushRef="#br0" timeOffset="3819.6133">18914 8149 180 0,'0'0'681'0,"9"-11"-141"0,-9 11-102 0,7-9-74 16,-7 9-72-16,0 0-35 0,6-7-31 15,-6 7-34-15,0 0-30 0,0 0-34 0,0 0-23 16,0 0-25-16,0 0 3 0,10 4-33 0,-10-4 11 0,5 12-30 16,-5-12 9-16,6 16-25 0,-3-7 15 15,0 2-20-15,1-3 13 0,0 3-36 0,-1-3 32 16,1 2-85-16,0-1-63 0,2 0-55 0,-2 0-96 16,-4-9-46-16,7 15-85 0,-7-15-410 0,9 11-355 0</inkml:trace>
  <inkml:trace contextRef="#ctx0" brushRef="#br0" timeOffset="4007.4858">18889 7924 327 0,'-5'-14'477'0,"0"1"-104"0,0 1-88 16,0 3-48-16,0-1-52 0,-1 1-14 0,2 2-36 15,4 7-33-15,-7-14-23 0,7 14-26 0,-5-8-6 16,5 8-29-16,0 0-112 0,0 0-130 0,0 0-143 16,0 0-196-16,13 4-77 0</inkml:trace>
  <inkml:trace contextRef="#ctx0" brushRef="#br0" timeOffset="4265.3163">19244 7760 149 0,'1'-11'671'0,"-1"11"-87"0,1-19-130 0,-1 19-58 16,-1-14-55-16,1 14-25 0,-2-10-64 0,2 10-23 15,0 0-66-15,-2-13-13 0,2 13-40 0,0 0-3 16,0 0-37-16,0 0 10 0,0 18-32 0,0-4-10 16,1 2-8-16,1 2-2 0,0 5-5 0,1 1-12 15,0 2 7-15,1-1-3 0,1 6 0 0,1-2-5 16,0 0 21-16,0 0-28 0,0 0 21 0,0-1-29 15,3 0 23-15,-2-5-27 0,2 2 5 0,3-1-41 16,-2-3-35-16,2-2-92 0,1-3-71 0,0 0-139 16,1-1-63-16,0-3-496 0,-3-2-516 0</inkml:trace>
  <inkml:trace contextRef="#ctx0" brushRef="#br0" timeOffset="4444.864">19383 8143 342 0,'-4'-9'522'0,"4"9"-104"0,-7-15-98 16,7 15-31-16,-5-12-42 0,5 12-40 15,-2-13-49-15,2 13-32 0,0-13-33 0,0 13-10 0,9-12-19 16,-2 8-11-16,3 0-10 0,2 0-7 0,2-2-56 16,2 4-105-16,3-1-154 0,0 1-180 0,1 1-210 15,1 0-179-15</inkml:trace>
  <inkml:trace contextRef="#ctx0" brushRef="#br0" timeOffset="5048.9646">19736 8290 480 0,'0'0'473'16,"0"0"-97"-16,0 0-72 0,0 0-65 0,3 11-15 15,-3-11-51-15,0 0-36 0,11-7-29 0,-11 7-24 16,12-6-17-16,-5 0-14 0,1-1-12 0,0 0-6 15,2-4-7-15,-1 0-4 0,0-3-7 0,2-1-9 16,-3-5 2-16,0-1-14 0,-1-1 15 16,0-6-6-16,-2-1-5 0,-1-4 5 0,-2 0-4 0,-2-3-5 15,-1-1 10-15,-1 0-6 0,-1-5 0 0,-2 1 2 16,-1 6-2-16,1 0 1 0,-2 2 7 0,1 1-5 0,-2 3 20 16,-1 2 11-16,2 6-5 0,0 1 17 0,0 2 8 15,1 4-13-15,-1 0-6 0,2 4-11 0,2 1-7 16,3 9 1-16,-8-13 1 0,8 13-4 0,0 0-9 15,-13 1 26-15,13-1-16 0,-12 18 25 0,7-4-14 16,1 3 17-16,-1 6 18 0,2 4-10 0,1-1 1 16,1 6-3-16,1 4-10 0,2 1 1 15,1-1-3-15,4 5-6 0,0-2-10 0,2 0 3 0,3-2-6 16,-1-3 17-16,1-6-23 0,2 1 14 0,1-3-23 16,1-3 16-16,1-1-16 0,2-1 15 0,1-4-17 15,0-1 14-15,0-5-18 0,1 1 14 0,0-5-22 16,2-1 21-16,0-2-18 0,-2-2 19 0,1-1-21 15,0-4 18-15,2 0-20 0,-2-2 15 0,1-3-15 16,-1-1 11-16,-1 1-27 0,-2-5 32 0,0 2-15 16,-2-1-1-16,-1-2 0 0,-3 0 6 0,0-1 1 0,-4 2 1 15,-2 0 0-15,-2 1 1 0,-1 1 3 16,-1 0-9-16,-1 0 7 0,-2 11-1 0,-2-18-3 16,2 18 4-16,-7-14 1 0,7 14-3 0,-10-9 3 15,10 9-2-15,-14-4-4 0,14 4 6 0,-18 2 0 0,9 2 1 16,-1 1 0-16,1 0-3 0,1 3 5 15,-2 0 1-15,3 3-4 0,0-4 6 0,3 5 0 16,-1-3 1-16,3 2 10 0,0 0-14 0,1 0 14 0,1-11-21 16,2 23 20-16,1-11-17 0,2-1 16 0,2 1-26 15,2-2 14-15,2 0-26 0,3 3-30 0,2-4-82 16,0 2-62-16,3-2-138 0,0-1-132 16,2 0-408-16,1-2-431 0</inkml:trace>
  <inkml:trace contextRef="#ctx0" brushRef="#br0" timeOffset="5303.7399">21072 8215 89 0,'0'0'676'0,"0"0"-156"0,7 9-137 0,-7-9-31 16,0 0-49-16,3 13-15 0,-3-13-20 0,-2 12-2 15,2-12-27-15,-4 19 11 0,-2-6-55 0,1 2 29 16,-4 2-62-16,-1 1-4 0,0 2-72 0,-3 3 6 16,-1 2-34-16,1-2 14 0,-2 1-41 0,1 0 19 15,-2 1-37-15,1-1 23 0,0 0-39 0,1-1-9 0,0-2-130 16,2-3-117-16,1-1-91 0,-1-1-193 16,3-4-552-16,0 1-711 0</inkml:trace>
  <inkml:trace contextRef="#ctx0" brushRef="#br0" timeOffset="5649.9399">21846 8021 160 0,'6'-12'692'0,"-2"3"-179"0,-4 9-87 0,6-14-72 15,-6 14-41-15,5-11-19 0,-5 11-21 0,3-9-22 16,-3 9-30-16,0 0-20 0,0 0-8 0,0 0-12 16,0 0-20-16,0 0 5 0,3 14-18 0,-4-1-13 15,-1 1-11-15,0 4-35 0,1 1-2 0,-2 5-26 16,0 1 7-16,0 6-15 0,1-6-5 0,-1 2-11 15,-1 1-8-15,2-1-6 0,-1-1-23 0,1 3 14 0,0-3-21 16,0 0 14-16,0-2-60 0,1-1-71 0,0-2-101 16,0-2-81-16,0-1-42 0,-1-2-87 15,1-3-105-15,-1-3-484 0,-1 2-635 0</inkml:trace>
  <inkml:trace contextRef="#ctx0" brushRef="#br0" timeOffset="5890.665">21288 7882 626 0,'-25'-29'482'0,"2"-2"-87"15,0 4-30-15,4 4-7 0,2 2-29 0,1 1 21 16,4 3-52-16,0 3 5 0,3 0-62 0,1 3-19 16,0 2-69-16,1 0-8 0,7 9-53 0,-6-10 5 15,6 10-38-15,0 0 7 0,0 0-31 0,5 8 14 16,3 0-28-16,1 4 20 0,2 5-33 0,6 2 22 15,-1 5-38-15,7 4 5 0,0 2-3 0,2 1-27 16,1 1-72-16,1 1-112 0,2 0-93 0,1 0-120 0,0-2-154 16,2 1-377-16,-1-4-546 0</inkml:trace>
  <inkml:trace contextRef="#ctx0" brushRef="#br0" timeOffset="6649.9506">22019 8300 220 0,'0'0'608'16,"0"0"-163"-16,0 0-104 0,0 0-59 0,12 0 0 15,-12 0-30-15,0 0-12 0,0 0-37 0,15-1-21 16,-15 1-44-16,0 0-21 0,18-2-33 0,-18 2-6 16,17 0-24-16,-17 0 0 0,24-1-31 0,-24 1 8 15,25-3-13-15,-12 3 9 0,1-2-21 16,-1 1 13-16,0-2-14 0,2-1 9 0,-2-1-16 15,0 1 12-15,-2-1-13 0,0-2 9 0,0-1-9 0,-1 0-1 16,-3-4-5-16,0 4 2 0,-2-1 6 0,-1-2-1 16,-1 2 5-16,-1-2-3 0,-2 11-1 0,2-19-1 15,-2 19-6-15,-2-16 8 0,2 16-3 0,-4-15-1 16,4 15 6-16,-7-12-4 0,7 12 2 0,-12-6-3 16,12 6 10-16,-15-2-2 0,15 2 5 0,-22 4 11 15,11 0 13-15,-2 3 28 0,0 0 5 0,-1 4 14 16,0 0-24-16,0 3 28 0,2-2-41 0,0 2 24 15,2-1-4-15,2 0 12 0,1 1-12 0,2 0-18 16,1 0 24-16,1 0-29 0,4-3 17 0,4 3-25 16,1 0 20-16,5-3-34 0,4 1 17 0,3 0-25 15,4-2 21-15,5-1-32 0,3-1 15 0,2 0-19 0,2-2 24 16,1-2-30-16,2-1 26 0,-1 0-29 16,1-1 28-16,-6-2-29 0,0-2 4 0,-2-1-5 15,-3 0 22-15,0-1-21 0,-2-2 25 0,-1 0-1 0,-2-3 0 16,-3 2-27-16,-3 0 26 0,-2-2-25 0,-2 1 25 15,1 0-26-15,-4-1 25 0,-1 1-27 0,-2 0 23 16,-5 8-20-16,8-15 27 0,-8 15-30 0,1-11 29 16,-1 11-31-16,-3-11 33 0,3 11-32 0,-9-7 32 15,9 7-28-15,-10-4 28 0,10 4-23 16,-13-1 27-16,13 1-32 0,-15 4 23 0,15-4-17 0,-14 5 24 16,14-5-21-16,-14 10 19 0,14-10-21 0,-9 11 27 15,9-11-30-15,-6 13 29 0,6-13-26 0,-3 13 27 16,3-13-28-16,2 12 27 0,-2-12-28 0,4 13 19 15,-4-13-20-15,8 13 28 0,-8-13-29 0,9 10 22 16,-9-10-23-16,11 7 25 0,-11-7-30 0,10 5 30 16,-10-5-25-16,11 3 29 0,-11-3-30 0,0 0 28 15,16-4-28-15,-16 4 22 0,9-8 5 16,-9 8-29-16,9-10 26 0,-9 10-24 0,10-9 28 0,-10 9-29 16,7-10 30-16,-7 10-33 0,6-10 31 0,-6 10-24 15,5-6 26-15,-5 6-28 0,0 0 28 0,7-9-35 16,-7 9 36-16,0 0-27 0,0 0 26 0,0 0-25 0,13 0 24 15,-13 0-7-15,9 6 6 0,-9-6-6 0,14 8 1 16,-6-4-4-16,1 0-22 0,3 2-84 16,1-1-48-16,1 0-89 0,0 0-47 0,2 0-59 0,-1 0-120 15,1 0-22-15,-1-1-370 0,1-1-406 0</inkml:trace>
  <inkml:trace contextRef="#ctx0" brushRef="#br0" timeOffset="6982.9875">23095 8288 403 0,'1'-12'409'0,"-1"12"-50"0,1-16-28 16,-1 16-13-16,1-13-11 0,-1 13-13 0,2-14-34 16,-2 14-34-16,1-11-40 0,-1 11-36 0,0 0-25 15,3-11-9-15,-3 11 24 0,0 0 29 0,0 0-40 16,12 2 14-16,-12-2-39 0,11 13 3 0,-5-5-35 16,2 3 11-16,0 1-37 0,0 2 16 0,-1 1-37 15,0 0 18-15,0 0-31 0,0 2 20 16,0 1-28-16,-2-1 22 0,0-1-31 0,1-1 21 0,-3 0-22 15,0-1 26-15,-1-4-28 0,0 2 23 0,-2-12-23 16,3 18 42-16,-3-18-25 0,0 12 30 0,0-12-31 16,0 0 31-16,-6 9-30 0,6-9 29 0,0 0-15 15,-12-5 11-15,12 5-21 0,-11-12 21 0,7 2-32 16,-1-2 20-16,2-3 2 0,0-2-6 0,2 0-32 16,3-2 26-16,1-4-35 0,3-1 3 0,1-3-64 15,3 1-25-15,1 0-13 0,0 2-17 0,-1 3-11 0,0 1-24 16,-2 1-34-16,-2 4-12 0,-1-1-38 15,0 0-78-15,-3 4-78 0,-3 0-464 0,0-1-435 16</inkml:trace>
  <inkml:trace contextRef="#ctx0" brushRef="#br0" timeOffset="7424.3288">21205 7657 220 0,'-11'-8'370'0,"3"1"-43"0,1-1-32 0,-1 2-55 15,2 0-62-15,6 6 20 0,-11-11-53 0,11 11-7 16,-8-8-53-16,8 8 8 0,-7-7-45 0,7 7 16 16,0 0-18-16,0 0-13 0,0 0-21 0,0 0 27 15,7 11-30-15,-2-2 23 0,3 3-2 0,1 3 11 0,3 2-18 16,1 5 20-16,2 3 0 0,3 6-14 0,5 1 0 15,-1 1-5-15,2 0-5 0,3 1-3 0,6 5 0 16,5-1-4-16,0 0 2 0,3-1-3 0,1-2-2 16,-1-2 6-16,0-1-22 0,-6-7-17 0,-2 0-70 15,1-4-169-15,-4 1-154 0,-6-7-261 0,-2 0-184 16</inkml:trace>
  <inkml:trace contextRef="#ctx0" brushRef="#br0" timeOffset="8334.5803">24192 6211 30 0,'7'-19'512'0,"-3"2"-152"0,0 1-81 16,-1-1-14-16,-2 3-64 0,0 0 18 0,-1 1-10 16,-1 1-15-16,0 1-50 0,1 11-33 0,-4-19-25 15,4 19-10-15,-7-16-22 0,7 16-4 0,-12-8-11 16,12 8-7-16,-17-1-6 0,4 5 2 0,-5 5 21 16,-3 7 4-16,-6 7-2 0,-1 5 17 0,3 5 22 15,-8 11-22-15,1 3 32 0,2 5-9 0,-2 3 1 16,3 4 3-16,3 3-7 0,2 1 21 0,2 4-20 15,6 1-7-15,1 2 2 0,6 0-5 0,4 1-6 16,4-1-9-16,5 0-5 0,5 0 21 0,4 1-28 16,5-3 20-16,5-2-35 0,4 0 19 0,2-2-36 15,5-2 12-15,1 0-22 0,3-3-5 0,0 1 2 16,2-5 0-16,-1-1-5 0,1-4 1 0,-2-2-6 16,2-4 24-16,-2-2-67 0,-2-4-36 0,-5-8-92 15,1-3-67-15,1-3-66 0,0-4-115 0,1-2-64 16,1-6-467-16,-4-2-535 0</inkml:trace>
  <inkml:trace contextRef="#ctx0" brushRef="#br0" timeOffset="10634.986">24999 7172 90 0,'0'0'195'15,"0"0"-43"-15,0 0-16 0,0 0-17 0,0 0-25 16,0 0-12-16,0 0-15 0,0 0-16 0,0 0-7 16,0 0-14-16,0 0 3 0,6-7 4 0,-6 7 14 15,0 0 16-15,0 0 5 0,0 0 26 0,0 0-2 16,0 0 35-16,0 0-30 0,0 0 9 0,0 0-22 15,0 0 33-15,0 0-49 0,0 0 37 0,0 0-57 16,0 0 43-16,0 0-57 0,0 0 43 0,0 0-11 16,0 0-9-16,0 0 4 0,0 0-47 0,0 0 45 15,0 0-53-15,0 0 55 0,0 0-55 0,0 0 51 16,0 0-53-16,0 0 42 0,0 0-53 0,0 0 44 16,0 0-50-16,-4-8 40 0,4 8-43 0,0 0 46 15,0 0-54-15,0 0 47 0,0 0-43 0,0 0 42 16,0 0-50-16,0 0 52 0,0 0-50 0,0 0 49 15,0 0-46-15,0-12 42 0,0 12-51 0,0 0 53 16,0 0-46-16,0 0 36 0,0 0-34 0,0 0 42 16,0 0-46-16,0 0 47 0,0 0-50 0,0 0 48 15,0 0-49-15,0 0 54 0,6-9-43 0,-6 9 41 16,0 0-50-16,0 0 51 0,0 0-48 0,0 0 47 16,0 0-46-16,0 0 44 0,0 0-40 0,0 0 42 15,0 0-9-15,3-8 24 0,-3 8-36 0,0 0 31 16,0 0-4-16,0 0-36 0,0 0 33 0,0 0-31 15,0 0 20-15,0 0 12 0,2-12-44 0,-2 12 32 16,0 0-30-16,0 0 34 0,0 0-36 0,0 0 32 16,0 0-31-16,0 0 25 0,0 0 5 0,0 0-8 15,1-10-5-15,-1 10 14 0,0 0-8 0,0 0-6 16,0 0 4-16,0 0-2 0,0 0-3 0,0 0-28 16,0 0 30-16,0 0-27 0,0 0 35 0,0 0 1 15,0 0-6-15,0 0-7 0,0 0 9 0,0 0-30 16,0 0 32-16,0 0-1 0,0 0-1 0,0 0-33 15,0 0 41-15,0 0 15 0,2-12 3 0,-2 12-5 16,0 0 5-16,0 0 3 0,0 0-1 0,0 0-4 16,0 0-4-16,0 0-10 0,0 0 4 0,0 0 9 15,0 0 5-15,0 0-10 0,0 0 1 0,0 0 9 16,2-9-2-16,-2 9-7 0,0 0-3 0,0 0-3 16,0 0-8-16,0 0 5 0,0 0-2 0,0 0-7 15,0 0-5-15,0 0 1 0,0 0 2 0,0 0-1 16,-1-11-4-16,1 11 0 0,0 0-3 0,0 0 3 15,0 0-1-15,0 0-2 0,0 0-2 0,0 0 5 16,0 0 0-16,0 0-2 0,0 0-2 0,0 0-4 16,0 0 6-16,0 0 1 0,0 0 0 0,0 0 0 15,0 0 0-15,0 0-1 0,0 0-2 0,0 0 3 16,0 0-1-16,0 0 0 0,0 0 2 0,0 0-3 16,0 0 2-16,0 0-10 0,0 0 10 0,0 0-5 0,0 0 4 15,0 0 0-15,0 0-1 0,0 0-1 16,0 0 0-16,0 0 3 0,0 0-1 0,3 12 7 15,-3-12-1-15,8 21 4 0,-3-6 1 0,0 1 0 0,2 2 5 16,0 4-5-16,1-1 7 0,-1 2 0 0,2 2 1 16,-1 3-2-16,2-3 1 0,1 3-1 0,-2-3 16 15,1 0-26-15,0 1 23 0,-1-5-25 16,1 1 13-16,-2-2-19 0,0-1 18 0,0 0-27 0,-2-2 26 16,0-4-24-16,0 1 3 0,-2-2 0 0,1-1 3 15,-1-2-2-15,0-1 0 0,-4-8 19 0,6 14 27 16,-6-14 19-16,4 10 13 0,-4-10-32 0,0 0 29 15,0 0-32-15,0 0 18 0,0 0-35 0,0 0 16 16,-2-12-27-16,-3 3 17 0,1-1-29 0,-3-5 21 16,-1-3-28-16,0-2 0 0,-3-4 3 0,-3-2 1 15,0-6-6-15,-2-2 5 0,2-1-2 0,-2-4 1 16,1 2 1-16,-2-2 2 0,4 0-1 0,-1-1 0 16,2 0-4-16,2 3 8 0,1-3-3 0,4 8 25 15,1 0-23-15,3 4-4 0,0 0-2 0,3 3-1 0,2 0 4 16,2 1 0-16,2 3 3 0,2-1-3 0,1 3-1 15,2 1 1-15,1 3-4 0,2 0 4 16,1 3 4-16,1 2-3 0,0 3 1 0,0 0-1 0,-1 2-2 16,4 3 0-16,-3 2 2 0,0 2 1 15,0 1-3-15,-1 2 1 0,4 1 23 0,-4 4-26 16,0 1 17-16,-1 0-16 0,-1 3 18 0,-2-2-21 16,-1 3 0-16,-1-2-2 0,-1 3 4 0,-2 0-4 0,-1-1 6 15,-2 1 0-15,-1 0 0 0,-1-1 2 0,-1 1-4 16,-2-3 4-16,0 1-3 0,-2 1-3 0,-4-1 5 15,2 1 3-15,-2-3-3 0,-1 1 0 0,0 0 3 16,-2-1 0-16,1-1 1 0,0 0-4 0,2 0 0 16,-3 0 5-16,4-1-4 0,-2-1 1 0,3 0 2 15,-2 1-2-15,2-2 0 0,2 3 3 0,0-2 0 16,2-9-3-16,0 22 1 0,2-10 3 0,1 0 1 16,4 3-1-16,-1-3-2 0,3 3 1 0,0 0-2 15,3 1 0-15,1 1 3 0,1-2 24 0,-3 2-29 16,5-1 21-16,0 2-23 0,0-2 29 0,-1 0-35 15,1 0 29-15,-1-1-27 0,1-1 25 0,-2 1-24 16,1-1 25-16,-2 0-28 0,-1-2 20 0,0-1-19 16,-2 0 26-16,-1-1-28 0,0-1 20 0,-2 0-27 15,-2-2 30-15,1-1-26 0,-6-6 27 0,8 12-28 0,-8-12 27 16,0 0-24-16,2 13 28 0,-2-13-30 16,-10 7 28-16,10-7-24 0,-21 5 20 0,4-3-20 15,-3 0 20-15,0 0-21 0,-3-2 24 0,-2 0-22 0,-4 0 23 16,2 0-26-16,-2 0 25 0,2-2-26 0,0 2 25 15,5-1-47-15,1 0-31 0,4-1-85 0,1 1-67 16,4-1-93-16,12 2-133 0,-19-3-97 0,19 3-427 16,0 0-556-16</inkml:trace>
  <inkml:trace contextRef="#ctx0" brushRef="#br0" timeOffset="12226.7996">26028 7454 557 0,'8'-5'495'0,"0"-3"-94"0,-4-1-90 15,1 1-47-15,1 1-25 0,-2-3-37 0,0 3-1 16,2-2 3-16,-2 1-8 0,0 1-31 0,-4 7-31 16,9-15-30-16,-9 15-17 0,9-12-21 0,-9 12-11 15,12-10-9-15,-12 10-9 0,15-7-7 0,-15 7-6 16,18-5-7-16,-18 5-11 0,23-2 8 0,-23 2-1 0,24 3-3 15,-10-2-3-15,-1 2-1 0,3 3-2 0,0 0-1 16,-2 1 1-16,1 0-8 0,1 4 4 0,-3 1 2 16,1-1-5-16,-1 2 4 0,-2 1 9 0,1-1-12 15,-3 1 12-15,-3 0-14 0,2 0 15 0,-4-2-16 16,2 2 12-16,-3-1-10 0,-1-2 4 0,0 0-9 16,0 1 17-16,-2-12-14 0,0 20 10 0,0-20-14 15,-6 18 7-15,3-11 13 0,-3 1-15 0,-4-3 16 16,-1 1-12-16,-2-2 13 0,-3-1-15 0,-1-2 13 15,-4 0-13-15,1-1 16 0,-3-2-17 0,3 0 17 16,-5-1-16-16,3-2 11 0,0 0-10 0,-1-1 15 16,3 0-15-16,0-3 13 0,6 3-13 0,1-3-2 15,1 1 1-15,3-2 3 0,3-1-1 0,2 1 1 16,2-2-3-16,4 0 0 0,2-4-1 0,5-3 6 0,0 3-7 16,7-6-4-16,1 2 5 0,4 1 1 15,1 1-1-15,3 1-1 0,-1 1 3 0,5 2 0 16,-1 0-5-16,3 3 5 0,2 1-3 0,1 3 4 15,3 2-16-15,1 2 16 0,2 2-10 0,1 2 11 0,1 2-14 16,5 1 21-16,0 3-2 0,-2 1-1 0,0 3 0 16,-4-1-2-16,0 2-3 0,-3 2 4 15,-1-2 2-15,-9 1-2 0,1-1-7 0,-4 2 3 0,-3-1-1 16,-4 1 13-16,-1-4-16 0,-1 5 7 0,-3-3-9 16,-3 1 12-16,-1-1-11 0,-2-1 9 0,-3 2-15 15,1-1 16-15,-3-2-13 0,-2-10 16 0,-2 21-19 16,-3-13 7-16,1 2 1 0,-3-3-10 0,-2 1 16 15,-2-1-1-15,0-1 0 0,0-2-5 0,-3 0 8 16,1 0-2-16,1-2 0 0,-1-2 1 0,13 0 2 16,-23 2-2-16,23-2 13 0,-18-4-12 0,18 4 12 15,-16-8-16-15,16 8 10 0,-6-11-14 0,6 11-8 16,0-16-7-16,4 4-20 0,1 1-16 0,6-6-24 16,2 0-2-16,4-5-12 0,0 1 9 0,4-6 11 15,3-2 8-15,-2-1 18 0,1-2 5 0,0 1 9 16,1-4-32-16,-2-1 52 0,1 2-37 0,-2-3 45 15,0 2 6-15,-2-1 2 0,1 1 0 0,-3 1-1 16,0 0 3-16,-6 5 4 0,0 0 20 0,2 1-4 0,-3 1-7 16,-2 2 2-16,0 4 60 0,0 0 0 15,-3 3-30-15,-1 1 11 0,0 3-31 0,0 3 14 16,-2-1-28-16,0 2 9 0,-2 10-27 0,4-14 21 0,-4 14-20 16,0 0 13-16,0 0-5 0,0 0 4 15,0 0 1-15,-6 14-1 0,0 1 7 0,4 3-10 0,0 6-4 16,-2 6 3-16,-1 5-2 0,3 1-16 15,0 9 13-15,0 2-11 0,0 1 21 0,1-2-4 0,0 3 0 16,2 0 1-16,-1-2 0 0,1-2 9 0,1 0-8 16,-2-1 7-16,2-7-20 0,2-2 6 0,-2-1 0 15,0-2-1-15,-1-4-6 0,1-3 5 0,0-2-1 16,-2-3-5-16,2-1 6 0,0-4-1 0,-2-1 0 16,3-1 2-16,-3-13 11 0,1 19 50 0,-1-19-6 15,2 13-4-15,-2-13-9 0,0 0-11 0,0 0-9 16,11-6-1-16,-7-1-8 0,4-5 5 0,2-3-10 15,3-2 15-15,4-5-26 0,2-5-3 0,4-2 2 16,2-1 0-16,2-1-4 0,0-4-11 0,8-4 13 16,1 1-11-16,0 0 9 0,0 2-9 0,-4 4 15 0,-1 4-15 15,-2 0 15-15,1 3 3 0,-3 2-2 16,0 2-5-16,-7 4 3 0,1 2 0 0,-4 0 0 16,-2 5 2-16,-3-1-4 0,-1 3-5 0,-1 1 4 15,-1 0-4-15,-9 7-3 0,12-9 0 0,-12 9 1 16,0 0-3-16,0 0 7 0,0 0-3 0,0 0-12 15,-7 8 20-15,-6-2-13 0,0 3 15 0,-5 0-14 16,-4 5 13-16,-4 0-7 0,-2 0 13 0,-2 4-13 16,-2 1 11-16,2 0-15 0,0-1 17 0,5 1-15 15,0-1 15-15,4-1 1 0,-2 2-1 0,4-1-4 16,2 1 2-16,3-2 4 0,3 0-6 0,3-1 7 16,0 0-3-16,6-1 4 0,2-2-2 0,5 3 3 15,4 1 15-15,2-2-32 0,7 2 10 0,4-4-1 16,3 2-2-16,2-2-1 0,4-3 1 0,1-1 0 0,1 0 17 15,1-2-20-15,5-2 17 0,-2-1-19 0,2-1-3 16,-1-3 3-16,2 0 0 0,-3-5-3 0,0 1 5 16,0-1 2-16,4-6-3 0,-2-1-1 15,-2-1 1-15,0-2 2 0,-3-1-15 0,-3-2 16 0,-4 4-10 16,-4-4 10-16,0 2-9 0,-4 0 13 0,-2 1-18 16,-4-1 14-16,-1 0-14 0,-4 3-1 0,-1-1 2 15,-3 2 14-15,0 2-21 0,0-2 9 0,-4 12-23 16,-4-20 14-16,-1 11-11 0,-5 0 19 0,0 2-14 15,-4 0 16-15,0 2-14 0,-2 2 15 0,3 1-12 16,-1 2 13-16,1 2-13 0,2 1 14 0,-1 0-16 16,4 2 15-16,0 2-14 0,0-2 17 0,8-5-18 15,-9 16 24-15,9-16-21 0,-5 14 20 16,5-14-18-16,0 16 16 0,0-16-11 0,5 18 18 0,-1-8-20 16,1-1 19-16,2 0 1 0,3 2-6 0,-1 0 4 15,1 0 2-15,5 1-8 0,-1 0 4 0,1 3 1 16,1-5-2-16,-1 4-4 0,-1-1 8 0,2-1-3 15,-3 0-3-15,1 2 2 0,-3-4-1 0,1 2-2 16,-3 0-4-16,0-1 5 0,-3 3-2 0,4-3-1 16,-6 1 1-16,2 1 1 0,-2-2 0 0,-2 1-8 15,-1-1 4-15,-1-11 4 0,0 21 1 0,-1-11-1 16,-3 1-19-16,-2-2 23 0,-2 0-15 0,-3-2 19 16,-2 1-2-16,-3-2 0 0,-1-2-7 0,-2 0-4 15,-3-1-39-15,3-2-50 0,-3-1-30 0,-2 0-34 16,4 0-103-16,-2-1-108 0,1-2-479 0,3-1-395 15</inkml:trace>
  <inkml:trace contextRef="#ctx0" brushRef="#br0" timeOffset="12628.7099">28388 6314 20 0,'-6'-30'470'0,"2"5"-155"0,3 0-48 0,2 4-47 16,0 2-17-16,4 3-57 0,3-2 4 15,2 3-53-15,2 4 14 0,3 0-30 0,5 5 45 0,2 2-16 16,2 4-8-16,10 4-44 0,7 7 38 0,1 3-38 15,8 11 57-15,-1 5-47 0,-1 5 52 0,1 4-26 16,-2 5 27-16,-3 2-28 0,0 6 24 0,-3 2-29 16,-2 2 7-16,-1 5-5 0,-4 2-2 0,-4 1-18 15,-1 3 6-15,-5 1-22 0,-1-1 5 0,-6 2-11 16,-3-2 5-16,-5 0-11 0,-5 1 8 0,-6-12 8 16,-6 11-11-16,-7-3-8 0,-7-4-12 0,-6 0 4 15,-6-1-9-15,-6-4-3 0,-10-3-3 0,-7-3-11 16,-19 2 4-16,-9-5 0 0,-6-3-3 0,-6-7-7 15,-2-2-101-15,-5-6-126 0,-1-2-126 0,13-8-215 16,-2 0-432-16,-1-5-602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9:42:43.5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21055 9749 244 0,'0'0'245'0,"0"0"-46"0,0 0-46 0,8-10-19 0,-8 10-20 15,0 0 32-15,7-9-28 0,-7 9-5 0,0 0-38 16,7-10 8-16,-7 10-32 0,0 0 6 0,7-9-25 15,-7 9 8-15,0 0-8 0,7-10 21 0,-7 10-26 16,0 0 30-16,5-7-35 0,-5 7 7 0,0 0-13 16,0 0 19-16,0 0-28 0,6-7 19 0,-6 7-26 15,0 0 25-15,0 0-40 0,0 0 31 16,0 0-22-16,0 0 23 0,0 0-20 0,0 0 22 0,11 4-23 16,-11-4 54-16,3 10 9 0,-3-10-12 0,4 14-4 15,-4-14 1-15,4 19-25 0,-2-7 19 0,-1 1-3 16,-1 3-9-16,0 2 22 0,0 0-6 0,-1 2-9 15,-1 3-4-15,-1 1-5 0,0 1-12 0,-1 1 1 16,-3 3 2-16,0 2-1 0,-2-1-3 0,0 1-1 16,-2 0-5-16,-2 1 0 0,-2 1-5 0,0-1 7 15,-1-2-1-15,-2-1 0 0,-3-1 1 0,0 0-3 0,-3-3 0 16,-2 1-2-16,-2-2 1 0,-1-3 6 16,-4-1-2-16,-1 1-7 0,-3-2 6 0,0-2 2 15,-1-1-12-15,-1-1 8 0,-1-2 2 0,1-2 10 0,4-2 1 16,1-2 7-16,1-2-18 0,4-2 31 0,1-2-14 15,1-1 2-15,1-3 5 0,2-3-10 0,2-1-2 16,0-4-2-16,1-4-5 0,4-5-2 0,0 0-3 16,5-1-6-16,1-4-1 0,2-3 6 0,3 0-4 15,4 0-1-15,-1-3 1 0,3 2 3 0,2-4-1 16,0-1-7-16,3 3 2 0,0-1 22 0,3 1-19 16,-1 0 15-16,1 2-14 0,2 1-6 0,1 0-1 15,3-6-4-15,0 8 9 0,2 1 0 0,5-4-1 16,2 3 2-16,4 0-1 0,4 1-1 0,4 1-30 15,4 0 43-15,12 0-37 0,0 2 46 0,7 1-36 16,3 2 46-16,2 3-43 0,1 0 39 0,0 2-33 16,-1 3 38-16,1-3-28 0,-9 7 27 0,0 0-29 15,0 1 22-15,-2 1-27 0,-2-1 35 0,-2 2-27 16,-3 0 30-16,-7 2-24 0,-1-1 23 0,-3 0-31 16,-4 0 33-16,-2 2-26 0,-1 0 21 0,-1-1-23 15,-2 0 19-15,-3 1-22 0,0 0 13 0,-1 1-14 16,-1-1 15-16,-1 1-24 0,-1-1 25 0,1 0-23 15,-2 1 21-15,-2 0-28 0,1 0 27 0,-2-1-28 16,1 1 21-16,-15 0-19 0,24 0 23 0,-24 0-24 16,22 1 17-16,-22-1-18 0,17 0 22 0,-17 0-24 15,14 2 26-15,-14-2-22 0,13 1 21 0,-13-1-25 0,13 1 26 16,-13-1-24-16,10 3 19 0,-10-3-18 0,0 0 19 16,15 3-20-16,-15-3 20 0,0 0-25 0,0 0 28 15,12 3-27-15,-12-3 26 0,0 0-21 16,0 0 21-16,0 0-23 0,0 0 18 0,12 2-10 0,-12-2 17 15,0 0-20-15,0 0 24 0,0 0-27 0,0 0 20 16,0 0-19-16,0 0 20 0,0 0-20 0,0 0 18 16,14 0-18-16,-14 0 22 0,0 0-24 0,0 0 24 15,0 0-23-15,0 0 19 0,0 0 3 0,0 0-25 16,0 0 26-16,0 0-23 0,0 0 22 0,0 0-26 16,0 0 28-16,0 0-23 0,0 0 18 0,0 0-22 15,0 0 24-15,0 0-19 0,0 0 20 0,0 0-23 16,0 0 20-16,0 0-18 0,0 0 26 0,0 0-31 15,0 0 25-15,0 0-21 0,0 0 16 0,0 0-18 16,0 0 25-16,0 0-21 0,0 0 18 0,0 0-22 16,0 0 18-16,0 0-23 0,0 0 27 0,0 0-21 15,0 0 21-15,-3-11-23 0,3 11 24 0,0 0-26 16,0 0 26-16,0 0-27 0,0 0 25 0,0 0-23 16,-6-6 16-16,6 6-30 0,0 0-16 0,0 0-74 15,0 0 19-15,0 0-28 0,0 0-62 0,0 0-5 16,0 0-31-16,0 0-11 0,0 0-36 0,0 0-64 15,0 0-186-15,0 0-23 0</inkml:trace>
  <inkml:trace contextRef="#ctx0" brushRef="#br0" timeOffset="2015.4298">21595 10565 69 0,'0'0'389'0,"-10"-8"-96"15,10 8-32-15,-7-7-20 0,7 7-34 16,-7-10 14-16,7 10-38 0,-5-12-6 0,5 12-35 15,-4-13-7-15,4 13-30 0,-1-16 3 0,1 16-6 0,0-17 8 16,0 17-5-16,0-17-3 0,0 17-10 0,1-16-12 16,-1 16 6-16,2-16 21 0,-2 16 0 15,1-12-2-15,-1 12-17 0,1-12-13 0,-1 12-16 0,0 0-11 16,1-14-7-16,-1 14-9 0,0 0-5 0,0 0-12 16,2-13 1-16,-2 13-5 0,0 0-3 0,0 0 3 15,0 0-11-15,1-11 7 0,-1 11-3 0,0 0-6 16,0 0 6-16,0 0 0 0,0 0-2 0,0 0-2 15,0 0 2-15,6-8 0 0,-6 8-4 0,0 0 4 16,0 0 2-16,0 0-3 0,0 0-2 0,0 0 5 16,0 0-1-16,0 0-11 0,0 0 16 0,0 0 1 15,0 0 2-15,0 0-4 0,0 0 8 0,0 0-3 16,0 0-1-16,0 0 2 0,0 0-1 0,0 0-5 16,0 0-2-16,0 0 2 0,0 0-1 0,0 0-4 15,0 0 1-15,0 0 2 0,0 0-3 0,0 0-4 16,0 0 2-16,0 0 4 0,0 0-9 0,0 0 6 15,0 0-1-15,0 0 2 0,0 0-7 0,-2-10 8 16,2 10-2-16,0 0-2 0,0 0 0 0,0 0 2 16,0 0-1-16,0 0-3 0,0 0 4 0,0 0-1 0,0 0 1 15,0 0-3-15,0 0-1 0,0 0 2 0,0 0-4 16,0 0 5-16,-5 12-2 0,5-12-3 16,-1 13 9-16,1-13 0 0,-3 18 3 0,1-7-6 0,1 3 14 15,-1 2 4-15,1 1 12 0,-1 3-14 0,2-1 20 16,-2 4-23-16,2 1 13 0,0 1-16 0,0 1 14 15,0-1-23-15,0 2 2 0,1-2-3 0,0 0-1 16,0 0-1-16,0 0 6 0,0-3-2 0,1 0-1 16,0-2 1-16,0-1-3 0,-1-1 4 0,1-1-4 15,-1-2 1-15,0-1-5 0,0-1 6 0,1-2-1 16,-2-11 1-16,1 21-3 0,-1-21 3 0,1 16 0 16,-1-16-3-16,1 13 6 0,-1-13 2 0,0 0-1 15,-2 11-2-15,2-11 0 0,0 0-1 0,0 0-3 16,-10-4 3-16,10 4-2 0,-8-12 2 0,3 3-1 15,0-2-1-15,-2-3 21 0,1 0-31 0,0-3 25 16,1-2-21-16,-2-1 19 0,0-2-22 0,1 1 22 16,1-4-23-16,0 2 20 0,0 0-21 0,1-1 22 15,-1 0-21-15,2-1-4 0,1 1 9 0,0-1-4 0,1 2-2 16,0 3 6-16,2 0 1 0,0 0-1 16,1 1 1-16,0-1 1 0,1 2 1 0,2 1-4 15,0-1 6-15,0 2-1 0,1 1-2 0,0 1 0 0,2 0 5 16,-1 1-4-16,0 1-4 0,2 1 5 0,1-1 0 15,0 4 0-15,-1 0-4 0,1 2 4 0,0 1-2 16,0 2-5-16,2 1 4 0,-12 2 1 0,21 1 2 16,-9 0-5-16,-1 4 4 0,0 1 0 0,1 1-12 15,-2 0 14-15,0 2 1 0,0 0 0 0,-1 0-4 16,-1 1 4-16,0 1 0 0,0-1-1 0,-2 1 2 16,0-2-2-16,0 0 2 0,0 1-4 0,-1-2 4 15,1 1-1-15,-2-1-2 0,-4-8 3 0,8 14-1 16,-8-14 0-16,7 11-2 0,-7-11 3 0,5 8-4 15,-5-8 5-15,6 8 0 0,-6-8 1 0,0 0 0 16,0 0-1-16,0 0-2 0,0 0-6 0,11-2 8 16,-11 2-1-16,5-15-1 0,0 5-2 0,-2-1-1 15,1-3-2-15,0-1 2 0,1-1 1 0,1 1-1 16,0 0 0-16,0 1 1 0,-1-1-2 0,1 1 2 16,-1 1 0-16,-1 4-3 0,1-1 3 0,-1 2 0 15,-4 8 1-15,6-16-5 0,-6 16 2 0,5-8-1 16,-5 8-4-16,0 0 4 0,12-4 2 0,-12 4 1 0,10 7-4 15,-10-7 4-15,10 15 0 0,-3-4-6 0,0 2 9 16,-1 1-1-16,1 2 0 0,0 2 0 0,0 1 19 16,1 2-20-16,-1 0 15 0,-1 2-20 0,1 0 22 15,0 1-20-15,-1-1 18 0,0 1-22 0,-1 1 20 16,0-1-29-16,0-1 25 0,0-1-19 0,-1 1 18 16,-1-1-19-16,0-3 21 0,0-1-25 0,-1 0 16 15,0-1-86-15,0-1-37 0,0-1-36 0,0-1-33 16,0-3-6-16,0 0-49 0,3-1 10 0,-1-2-28 15,1-1-23-15,-5-7-10 0,14 10-31 0,-14-10-301 16,21 4-140-16</inkml:trace>
  <inkml:trace contextRef="#ctx0" brushRef="#br0" timeOffset="2797.839">22400 10739 224 0,'4'-10'259'0,"1"2"-12"16,-1-1-6-16,-1-2-34 0,0 3-39 0,-1-3 0 15,-1 0-27-15,-1 11 12 0,2-20 8 0,-2 20-21 16,-1-20-5-16,1 20-18 0,-2-19-27 0,2 19 3 16,-6-19-10-16,6 19-17 0,-9-15-12 0,3 8-9 15,6 7-1-15,-13-10-6 0,13 10-5 0,-18-5 4 16,18 5 9-16,-18 0 27 0,18 0-30 0,-23 6 12 16,12 0 0-16,-2 1 8 0,0 2-18 0,1 1 0 15,1 2 16-15,-1 0-3 0,2 2-19 0,2-1 3 0,1 1-19 16,0 1 6-16,0-1-12 0,2 1 13 15,2 0-15-15,1-1 7 0,1 0-11 0,0-1-4 0,2 0 4 16,2-3-2-16,1 2-4 0,1-3 3 0,3 2 1 16,-1-4-4-16,0 0-7 0,2-1 7 15,1-1 1-15,0-1-7 0,-10-4 4 0,22 3-5 16,-22-3 3-16,20-3-6 0,-8-1 6 0,-1-1 8 0,1-3-13 16,-1 0 13-16,0-4-13 0,0 1 12 0,-2-2-17 15,2-1 16-15,0-1-7 0,-2 2 11 0,-2-1-15 16,0 1 8-16,0 1-7 0,-2 2 8 0,0 1-10 15,-1 1 12-15,-4 8-13 0,6-15 12 0,-6 15-13 16,6-10 7-16,-6 10-16 0,0 0 16 0,6-11-6 16,-6 11 11-16,0 0-10 0,0 0 11 0,0 0-6 15,0 0 8-15,0 15-11 0,0-15 13 0,1 15-13 16,-1-15 10-16,3 15-10 0,-3-15 12 0,6 18-15 16,-1-8 10-16,1-1-9 0,4 2 4 0,1-3 1 15,0 0-2-15,4 0 3 0,0-1-13 0,1-1 23 0,2-2-14 16,0-1 14-16,2 0-11 0,-2-2 10 15,1 1-11-15,-2-2 10 0,1-2-9 0,-1-1 9 16,-3 1-14-16,1-4 15 0,-3-1-15 0,0-3 11 0,-1 2-9 16,-2-4 2-16,0-1-6 0,-3 1 16 15,1-2-13-15,-1 1 15 0,-2 0-3 0,-1 2 33 0,0 0-8 16,0 1 33-16,-3 10-2 0,3-16 25 16,-3 16-36-16,5-13 10 0,-5 13-34 0,2-11 16 0,-2 11-39 15,0 0 26-15,0 0-24 0,0 0 18 0,0 0-21 16,11 7 19-16,-8 4-20 0,3 2 18 0,-1 2-23 15,3 5 21-15,2 5-21 0,1 3 23 0,4 6-22 16,1 3 24-16,1 3-31 0,1 0 6 0,0 2 21 16,1 1-23-16,3 4 22 0,-1-4-23 0,-1-2 24 15,-1 0-33-15,0-2 31 0,-1 0-1 0,-2-1-24 16,-2-3 20-16,-3-6-23 0,-2-2 16 0,-4-2-23 16,-2-3 32-16,-3-2-26 0,-3-1 26 0,-3 0-27 15,-4-1 27-15,-4-1-29 0,-5-1 26 0,-4-1-21 16,-4-2 25-16,-2-3-27 0,-4-1 27 0,-1-3-29 15,-3 0 26-15,0-5-31 0,-3-1 30 0,2 0-25 16,1-4 1-16,2-2-99 0,2-2-36 0,2 0-83 16,3-3-41-16,3-3-72 0,0-1-115 0,4-1-88 0,3-3-238 15,1-5-304-15</inkml:trace>
  <inkml:trace contextRef="#ctx0" brushRef="#br0" timeOffset="3014.8548">22689 10382 43 0,'-2'-19'470'16,"2"19"-107"-16,-3-14-105 0,3 14-47 0,-5-15-60 16,5 15-2-16,-3-10-54 0,3 10-4 0,-3-11-40 15,3 11 11-15,0 0-41 0,0 0 27 0,0 0-32 16,0 0 20-16,17 5-77 0,-9 2-71 0,3 2-112 15,2 1-303-15,1 4-33 0</inkml:trace>
  <inkml:trace contextRef="#ctx0" brushRef="#br0" timeOffset="3415.8525">23222 10692 308 0,'0'0'408'16,"8"-10"-77"-16,-8 10-13 0,5-14-65 0,-1 5 1 15,-1 0-17-15,0 0-16 0,1-1 4 0,-1-2-34 0,1 2-6 16,1 0 2-16,-1 0-6 0,1 0-20 16,-1 2-25-16,-4 8-30 0,9-15-24 0,-9 15-13 15,10-13-2-15,-10 13-14 0,13-5-1 0,-13 5 6 16,17 2 12-16,-6 2-35 0,0 3 18 0,1 1-27 0,3 5 22 16,-1 2-27-16,-1 3 16 0,2 3-28 0,0 3 18 15,-2 1-25-15,1 1 22 0,-3-1-34 0,-1 0 9 16,1 0 0-16,-4-2 0 0,-2-3-3 0,1 1 4 15,-4-4-1-15,1 1-3 0,-3-2 7 0,-1-1-2 16,-1-2 0-16,-2 0 7 0,-1-1 4 0,-3-2 2 16,-2 0-5-16,-1-3 3 0,-1-2-4 15,-5-1 4-15,1-3-3 0,-4-1-2 0,1-3 0 0,-3-1-3 16,-1-3 4-16,2-3 2 0,1 0 17 0,1-2-23 16,2-1 16-16,2-2-21 0,1 1 18 0,3-3-20 15,2 0 25-15,3 2-28 0,1 1 17 0,3-2-18 16,3-1 18-16,1 2-4 0,4-2-27 0,1 1 11 15,3-2-48-15,3 2-8 0,0 1-64 0,3 2-34 16,0 0-65-16,2 1-32 0,0 3-50 0,0 1-69 0,0 0-73 16,0 3-360-16,0 1-343 0</inkml:trace>
  <inkml:trace contextRef="#ctx0" brushRef="#br0" timeOffset="3781.497">23600 10613 462 0,'0'0'369'0,"0"0"20"15,2-12-46-15,-2 12-42 0,0 0-14 0,2-14-13 0,-2 14-5 16,0 0-9-16,4-15 15 0,-4 15-59 0,0 0-8 16,4-13-56-16,-4 13-6 0,0 0-42 0,9-8 22 15,-9 8-26-15,0 0 3 0,18 2-18 16,-9 2 7-16,2 1-38 0,2 3 22 0,1 0-14 0,3 4-2 16,0 2-17-16,3 4-1 0,-1 0-25 0,2 3 15 15,0 0-25-15,1 4 19 0,-4-4-28 0,0 1 16 16,-1 0-17-16,0-1 22 0,-3 0-25 0,-1-5 19 15,-2 0-23-15,-2-3 23 0,-1 0-28 0,-1-3 29 16,-1 1-26-16,-1-3 26 0,-5-8-24 0,7 14 20 16,-7-14-18-16,0 0 14 0,-3 13-17 0,3-13 28 15,0 0-24-15,-17 0 22 0,6-4-22 0,-2-2 21 16,1-3-25-16,-1 0 25 0,-1-2-22 0,0-3 23 16,2 1-24-16,2 0 20 0,0-2-1 0,3 2-7 15,1-1 7-15,1 1-4 0,3 1-6 0,-1-1 0 16,5 1-2-16,1-1-18 0,1-1-39 0,3 1-54 15,3-3-24-15,2 2-54 0,4-1-55 0,5 0-58 16,1 1-95-16,1-1-51 0,4 0-537 0,-1 2-583 16</inkml:trace>
  <inkml:trace contextRef="#ctx0" brushRef="#br0" timeOffset="4082.5629">24482 10418 590 0,'-8'-6'458'0,"8"6"-96"16,-15-8-40-16,15 8-21 0,-9-7-25 0,9 7-18 15,-10-8-6-15,10 8-37 0,-9-7-15 0,9 7-8 16,-7-8-29-16,7 8-17 0,0 0-25 0,-4-12-24 15,4 12-19-15,0 0-16 0,8-11-14 0,-8 11-8 16,17-8-8-16,-6 4-4 0,5 2-9 0,0-2-2 16,3 2-3-16,1-1-4 0,3 1-4 0,2 1-11 15,1 0-20-15,1-1-37 0,-4 1-74 0,0 1-45 16,1 1-35-16,-4-1-44 0,-2 2-69 0,1-1-63 0,-4 0-460 16,0 2-396-16</inkml:trace>
  <inkml:trace contextRef="#ctx0" brushRef="#br0" timeOffset="4331.6337">24483 10678 71 0,'-9'8'506'0,"2"-2"-140"0,7-6-43 16,-10 9-31-16,10-9 9 0,0 0 15 0,-8 8-36 15,8-8-29-15,0 0-54 0,0 0-25 0,15-1-43 0,-15 1 1 16,20-3-27-16,-7 1-3 0,4-1-30 0,1-1-2 16,1 1-27-16,2-1 6 0,2 0-22 15,-1 1 8-15,-2-1-22 0,1 1 9 0,-2 0-18 16,2 0 2-16,-3 2-66 0,1-2-73 0,-1 0-77 0,0 0-171 16,1 0-104-16,-1 0-328 0,-2 0-348 0</inkml:trace>
  <inkml:trace contextRef="#ctx0" brushRef="#br0" timeOffset="5383.5948">25751 9949 43 0,'0'0'460'0,"-2"-12"-61"0,2 12-57 15,-2-12-97-15,2 12 1 0,-4-12-48 0,4 12 3 16,-2-12-16-16,2 12-36 0,-3-8 17 0,3 8-21 15,-4-11 0-15,4 11-36 0,0 0-1 0,-6-8-32 16,6 8-2-16,0 0-13 0,0 0 18 0,0 0-17 16,-15 1 6-16,15-1-18 0,-11 9 4 0,4 0-18 15,-2-2 16-15,3 0-17 0,-1 5 9 0,-1 0-19 16,2 0 9-16,0 1-16 0,1 0-8 0,-1 0 4 0,1 1-2 16,2-1-2-16,1 0-2 0,2-1-2 15,-2 3-2-15,2-3 0 0,2 1-10 0,0 0 6 16,2 0-32-16,2 0-82 0,0-1-48 0,-1 0-58 0,1 0-108 15,1-2-106-15,2 0-411 0,0-3-390 0</inkml:trace>
  <inkml:trace contextRef="#ctx0" brushRef="#br0" timeOffset="5834.1513">26297 10151 32 0,'7'-13'480'0,"-7"13"-109"0,4-10-63 0,-4 10-53 16,2-10-30-16,-2 10-34 0,0 0-5 0,0-13-20 15,0 13-31-15,0 0-29 0,-8-9-15 0,8 9-20 16,-11-2-4-16,11 2 8 0,-17 2 3 0,7 2 7 15,-2 0-16-15,-1 3 0 0,-5 1 10 0,0 4 17 16,-3 1 4-16,-3 3-15 0,2 0-4 0,-3 3 7 16,0 4-12-16,-2-1 6 0,0 1 5 0,2 2-12 15,1-1 1-15,5-2-11 0,1 0 14 0,1-2 21 16,-1 3-42-16,4-1 35 0,0-4-24 0,3 1 21 16,3-1-26-16,-1 0 31 0,4-1-10 0,0-2 6 0,3 2-11 15,2-4-3-15,2 0-10 0,0-1-10 16,6 0-14-16,-1 1-15 0,3-3 2 0,2 0 10 15,3-2-11-15,1 1-3 0,4-2-9 0,1 0-1 16,2-2-16-16,-4 0 15 0,2-2-3 0,0-1-4 0,0 0 2 16,-2-2-7-16,0 1-19 0,1-2 10 0,-1 1-32 15,-2-3-13-15,2 0-38 0,-4 0-57 16,3 0-85-16,-4 0-49 0,0-2-65 0,-2 1-142 16,0 0-76-16,-5 0-431 0,-7 4-591 0</inkml:trace>
  <inkml:trace contextRef="#ctx0" brushRef="#br0" timeOffset="6415.7322">26942 10082 145 0,'2'-11'412'0,"0"1"-79"0,-2 10-20 15,3-18-50-15,-3 18-54 0,-1-18-42 0,1 18-25 16,-6-17-2-16,6 17-31 0,-7-15-35 0,0 9-1 16,0 0-32-16,-3 1 2 0,1 3 4 0,-3 0-7 15,-1 2-9-15,-1 2-3 0,-1 0-6 0,-2 2 12 16,-2 3-2-16,1 0-7 0,-3 4 2 0,3 1-8 15,-2 0 4-15,-1 4 6 0,4-1-4 0,1-1-9 0,5 2-3 16,-2-3 6-16,3 3-1 0,2-2 5 0,1 2 4 16,3-2 8-16,1 1-7 0,0 0-9 15,3-1 3-15,4 1 3 0,0 0-9 0,0-2-3 16,3 1 9-16,1 0-4 0,4 1-5 0,-3-1-1 16,2 1 2-16,3-2-8 0,1 1-4 0,1 1 5 0,-1-3-2 15,2 2-8-15,-2 0 10 0,5-3 2 0,-3 2 0 16,-2-1-2-16,5 1 2 0,-2-1 8 15,0-1 17-15,0 1-27 0,0 1 14 0,0-2-6 16,0 1 16-16,-2-2-17 0,-1 1 14 0,-1-1-18 0,-3-1 15 16,0 1-13-16,1-2 7 0,-3 3-13 0,1-3 10 15,-2 0-15-15,-2 1 11 0,-1-1-19 16,-1-1 20-16,-4-7-17 0,7 16 16 0,-7-16-16 16,0 13 11-16,0-13-9 0,-2 13 12 0,2-13-10 0,-11 12 10 15,2-6-13-15,-3-2 19 0,1-1-12 0,-5 1 9 16,-1-1-19-16,-4-1 14 0,1 0-12 0,0-1 14 15,-3-1-11-15,1 0 10 0,2-1-11 0,-1-1 4 16,1 0-95-16,5-2-93 0,-2 1-93 0,6-3-157 16,1 0-389-16,2 0-361 0</inkml:trace>
  <inkml:trace contextRef="#ctx0" brushRef="#br0" timeOffset="6782.6758">27065 9774 211 0,'-4'-12'419'0,"2"3"-79"0,2 9-78 16,-5-16-13-16,5 16-65 0,-1-13 39 0,1 13-26 15,-2-11-29-15,2 11-8 0,0 0-5 0,0 0-3 16,6-6 7-16,-6 6-1 0,8 5-3 16,-8-5-17-16,14 12-23 0,-8-6-2 0,4 3 6 0,1 2-32 15,-1 0 24-15,2-1-36 0,-1 4 20 0,3 0-34 16,-3-1 8-16,0 1-43 0,1 0 26 16,-2-3-29-16,-1 2 18 0,1-1-28 0,-1 0-5 0,0 0 0 15,-2 0 1-15,0-3-9 0,-1 0 4 0,-2-1-1 16,-4-8-2-16,9 15-2 0,-9-15 0 0,7 14-2 15,-7-14-7-15,1 9 7 0,-1-9-1 0,-1 11-3 16,1-11-118-16,-9 8-103 0,9-8-61 0,-11 5-169 16,11-5-551-16,-11 4-615 0</inkml:trace>
  <inkml:trace contextRef="#ctx0" brushRef="#br0" timeOffset="7649.5515">27966 8903 135 0,'9'-20'377'0,"0"3"-77"0,-2 0-44 15,1 1-25-15,-1 2-11 0,0 1-67 0,0 0-1 16,-2 1-30-16,-1 3 45 0,0 0-53 0,0 0 24 16,-4 9-56-16,6-13 28 0,-6 13-59 0,4-10 27 15,-4 10-56-15,0 0 37 0,0 0-51 0,0 0 53 16,0 0-12-16,0 0 72 0,-18 12-7 0,4 2 10 16,-4 5-32-16,-6 8 19 0,-3 2 50 0,0 5 0 15,-9 7-22-15,0 3 41 0,2 4-53 0,-1 2 0 16,1 2-10-16,0 3-1 0,3 1-13 0,0 3-8 15,3 1-6-15,-1 0-5 0,2 0 6 0,4 3 0 16,2-1-5-16,2 2-5 0,3 0-11 0,5 0-7 16,2-1 13-16,7-8-27 0,0 1 2 0,4-1-18 15,7 9 5-15,2-4-19 0,7-2 17 0,3-2-21 16,4-2 15-16,3-4-12 0,3 0-9 0,6-4 6 16,-1-3-5-16,2-3-1 0,2-3-13 0,1-4 1 15,-5-6-21-15,3-3-15 0,0-1-51 0,0-3-31 16,1-2-58-16,2-1-45 0,0-4-18 0,-2 0-63 15,-5-6-50-15,0-1-72 0,-1-3-142 0,-6-3-436 16,1-2-608-16</inkml:trace>
  <inkml:trace contextRef="#ctx0" brushRef="#br0" timeOffset="9270.5285">28962 9301 97 0,'0'-15'304'0,"1"0"-17"0,-2 2-48 16,1 0-63-16,-1 0 9 0,-1 1-21 0,0-1 32 15,-1 2-30-15,0 0-33 0,-1 0-24 0,-1 1-21 16,0 1-18-16,-3 1-18 0,0 0-16 0,-1 3-20 16,-3 1 13-16,1 2-4 0,-4 0-4 0,-2 4-4 15,-3 2-5-15,-3 1-32 0,-5 4 35 0,-2 2-30 16,-4 4 32-16,-2 4-30 0,1 0 29 0,1 3-33 16,-1 2 32-16,1-1-30 0,2 3 35 0,1 0-39 15,3-1 40-15,1 0-42 0,2 0 25 0,6-5-13 16,1 1 29-16,3 0-32 0,2-1 35 0,3-2-38 15,2 0 36-15,0-2-48 0,5 1 56 0,0 0-53 16,2-3 50-16,1 1-44 0,3 0 45 16,1 1-37-16,3-1 39 0,2 1-4 0,2 1-1 0,3-2-5 15,-1 0-3-15,5 1-2 0,1 0 0 0,-2-3-7 16,4 4-2-16,-4-4 7 0,3-1-2 0,-3 1-5 16,2-1 1-16,-2 1-2 0,0-1-2 0,0-2 1 15,-2 1 8-15,-1 0-7 0,-2-2-11 0,-1 1-14 16,-1 0 29-16,-3-1 1 0,-1 1 0 0,-1-2 0 15,-5-8-4-15,4 17-38 0,-4-17 46 0,-2 17-41 16,-5-10 62-16,1 3-48 0,-6-1 68 0,-1 1-49 16,-5 1 44-16,-3-3-47 0,-5 3 40 0,-2-1-49 15,-3-1 46-15,-2 0-50 0,-3 0 46 0,-6-1-1 16,1-1-9-16,4-1-2 0,0 0-6 0,0-1-4 16,3-2 3-16,3 0-7 0,4 0-8 0,3-1-1 15,3-1 17-15,1-1-7 0,5 0-1 0,2 0-6 16,3-4-7-16,10 4-28 0,-13-8-33 0,13 8-58 15,2-14-82-15,4 4-91 0,5-2-434 0,5-2-234 16</inkml:trace>
  <inkml:trace contextRef="#ctx0" brushRef="#br0" timeOffset="9751.532">28748 9708 459 0,'0'0'388'0,"0"0"-87"0,-9-7-11 0,9 7-101 15,0 0 25-15,0 0-70 0,-1-12 14 16,1 12-68-16,7-7 21 0,-7 7-63 0,14-8 28 16,-4 3-48-16,3 1 34 0,1-1-51 0,3 2 40 15,1-1-48-15,0 1 38 0,2-1-54 0,1 1 44 16,0 0-48-16,0 1 42 0,-1 0-45 0,0-1 40 0,-1 2-36 15,-1-1 42-15,-3 0-47 0,-1 0 43 16,-1 1-41-16,-1 0 44 0,-12 1-47 0,19-5 45 16,-19 5-50-16,15-3 43 0,-15 3-36 0,9-4 40 15,-9 4-41-15,0 0 42 0,0 0-45 0,0 0 40 16,-4-13-38-16,4 13 43 0,-9-5-48 0,9 5 52 16,-14-2-49-16,14 2 36 0,-13-2-31 0,13 2 42 15,-14 0-43-15,14 0 42 0,-14 4-42 0,14-4 43 16,-15 6-43-16,7-1 43 0,2 2-46 0,-1 0 68 15,-2 3 2-15,2 1 5 0,0 0 4 0,1 3-9 16,-1 0-13-16,2 2 14 0,0 1 23 0,0 0-5 16,1 1-15-16,0 3-5 0,0-2-9 0,0 2-7 15,-1 1-7-15,2-1-4 0,-1 2-1 0,2-5-6 16,1 1-8-16,0-1 5 0,1 2-3 0,1-1 1 16,2 3-6-16,-1-5-23 0,2 1 31 0,-1-2-28 15,3-1 27-15,0 0-24 0,0-1-19 0,-1 0-91 16,2-3-4-16,1 1-106 0,-2-2-71 0,1-2-110 15,-1-1-247-15,2-1-172 0</inkml:trace>
  <inkml:trace contextRef="#ctx0" brushRef="#br0" timeOffset="10200.649">29235 9907 16 0,'3'-12'510'0,"2"1"-143"16,-3 2-27-16,-2 9-113 0,4-18 43 0,-4 18-87 15,3-17 33-15,-3 17-59 0,2-14 34 0,-2 14-55 16,1-11 5-16,-1 11-56 0,0 0 10 16,2-14-51-16,-2 14 24 0,0 0-36 0,0 0 23 15,0 0-34-15,0 0 35 0,0 0-7 0,0 0-7 16,4 9-5-16,-4-9-10 0,2 16 0 0,0-4-12 0,0 0 17 16,0 3-9-16,1 0 1 0,1 1-26 0,0 1 21 15,1 2-21-15,1 0 17 0,0 2-15 16,2-3 8-16,1 1-8 0,-1 0 12 0,2-1-17 15,0-2 22-15,2 1-24 0,2-3 22 0,0-1-20 0,1-1 33 16,-1-2-35-16,0-1 20 0,1-2-18 0,0-2 16 16,2 0-18-16,-2-2 16 0,0-3-10 0,-1 0 12 15,0-1-18-15,1-4 22 0,0-1-23 0,-2-2 20 16,1-3-20-16,-2-2 24 0,0-1-5 0,0-3 2 16,-3-2 0-16,-1 0-3 0,-1-1 5 0,-2-4-7 15,-1 2 3-15,-1-1 12 0,-1 0-19 0,-1 4 19 16,0 0-21-16,-1 1 30 0,0 0-18 0,-1 2 10 15,0 2-22-15,1 1 19 0,-2 1-26 0,1 1 21 16,1 11-23-16,-1-18 14 0,1 18-18 0,-1-16 11 16,1 16-8-16,0 0 15 0,-2-11-18 0,2 11 12 15,0 0-35-15,0 0-64 0,0 0-92 0,7 7 0 16,-7-7-93-16,9 11-97 0,-2-5-460 0,0-1-382 16</inkml:trace>
  <inkml:trace contextRef="#ctx0" brushRef="#br0" timeOffset="10818.3192">29868 9854 480 0,'0'0'413'0,"-1"-11"-91"0,1 11-35 16,0 0-50-16,-1-17 75 0,1 17-39 16,0 0-8-16,-2-14-49 0,2 14-23 0,0 0-33 0,0 0-32 15,-2-12-26-15,2 12-15 0,0 0-16 0,0 0-5 16,0 0-7-16,0 0-8 0,0 0-7 15,-1 16-10-15,1-16 3 0,2 18-8 0,1-6-4 0,-1 2-8 16,2 2-9-16,1 1 7 0,1 2-18 0,-1 1 17 16,3 1-18-16,0 0 15 0,1-1-13 0,-1 1 13 15,1-2-15-15,-1 1 10 0,0-2-12 0,1-1 16 16,-2-2-18-16,-1-1 13 0,0-1-8 0,-1-1 11 16,1-2-18-16,-2-1 20 0,1-2-15 0,-5-7 17 15,5 13-14-15,-5-13 16 0,5 8-19 0,-5-8 17 16,0 0-16-16,0 0 15 0,0 0-14 0,0 0 8 15,-4-16-7-15,1 5 11 0,-2-2-16 0,1-3 16 16,-2-4 0-16,-1-1-2 0,1-2-5 0,-1-4 6 16,0-3-3-16,-1-1-8 0,2-1-9 0,1-1 16 0,0-1-17 15,1 1 13-15,0 1-18 0,2-1 25 0,-1 5-17 16,1 1 18-16,2 2-19 0,0 0 18 16,0 5-14-16,1 0 11 0,2 4-11 0,-2-1 9 15,1 3-9-15,1 0 14 0,0 3-13 0,2 2 5 0,1 1-5 16,1 3-4-16,-7 5 3 0,20-5 3 0,-20 5-4 15,25 4 5-15,-11 1-1 0,2 2 3 0,1 4-3 16,1 3-2-16,3 3 18 0,-1 2-18 0,0 0 16 16,4 6-17-16,-2 0 19 0,1 2-3 0,-2 2-1 15,0-1-1-15,-2 1-18 0,-1 0 18 0,-3-2-18 16,-1-2 18-16,-2 0-18 0,-1 0 15 0,-2-5-16 16,-2 0 25-16,0 0-27 0,-3-4 9 0,0 1-7 15,-1-3 15-15,-2-1-18 0,-2 1 19 0,-3-3-14 16,1 0 15-16,-5 1-11 0,-1-3 13 0,-3 1-15 15,-2-2 16-15,-2-2-17 0,-4 2 16 0,-2-3-13 16,-3 0 6-16,0-1 0 0,0-2 4 0,-1 1-59 16,0-1-32-16,3-1-54 0,1-1 11 0,2 0-57 15,1-1 24-15,5 0-74 0,-1 0-41 0,3-1-76 16,12 2-372-16,-18-6-231 0</inkml:trace>
  <inkml:trace contextRef="#ctx0" brushRef="#br0" timeOffset="11151.4392">30619 9733 197 0,'5'-9'370'0,"-2"-2"-91"0,-3 11-34 0,5-16-30 15,-5 16-31-15,1-15-4 0,-1 15-30 0,0-10-31 16,0 10-25-16,-4-9-18 0,4 9-21 0,0 0-12 15,-14-2 35-15,14 2-45 0,-16 8 58 0,4-1-53 16,1 4 46-16,-4 1-44 0,2 2 28 16,-2 2-37-16,2 2 51 0,0 3-10 0,-2 0 5 0,3 2-43 15,-1 1 27-15,2-1-11 0,2-2-10 16,1 0-42-16,2 2 42 0,1-2-29 0,1 2 32 0,2-4-29 16,2 1 21-16,2-1-18 0,2 4 23 0,3-3-31 15,4 0 19-15,3 2-19 0,3-2 17 0,-1-1-36 16,6-1 29-16,2-2-34 0,-1-1 18 0,2-2-89 15,0 0 28-15,-4-4-81 0,-1-1-44 0,1-1-42 16,-4-3-59-16,-2-2-99 0,-3-1-245 0,-12-1-138 0</inkml:trace>
  <inkml:trace contextRef="#ctx0" brushRef="#br0" timeOffset="11375.6314">30489 10084 196 0,'-12'-3'413'16,"1"-2"-90"-16,11 5 0 0,-16-7-102 0,16 7 33 16,-13-7-71-16,13 7 43 0,-9-8-79 0,9 8 18 15,-6-8-63-15,6 8 23 0,0 0-61 0,2-15 27 16,-2 15-60-16,11-10 36 0,-2 6-55 0,1-1 37 16,1 1-53-16,5 0 42 0,-1 0-51 0,2 1 36 15,1 1-67-15,1 0-33 0,2 0-104 0,-1 0-52 16,1 1-92-16,1 0-364 0,-2-1-197 0</inkml:trace>
  <inkml:trace contextRef="#ctx0" brushRef="#br0" timeOffset="12042.4639">30943 9882 282 0,'1'-18'336'0,"-1"18"-39"16,-1-15-38-16,1 15-48 0,-3-18-4 0,3 18 0 15,-3-14 12-15,3 14-77 0,-4-16 49 0,4 16-69 16,-3-13 41-16,3 13-44 0,-3-12 1 0,3 12-46 15,0 0 4-15,-4-11-39 0,4 11 12 0,0 0-31 16,0 0 20-16,0 0-21 0,0 0 27 0,0 0-20 16,-9 4 18-16,9-4 13 0,-2 15 10 0,2-15-26 0,-2 22 15 15,2-8-23-15,-1 3 13 0,2 0-28 0,0 1 11 16,0 3-16-16,1-1 8 0,2 3-19 0,-1-1 3 16,1 1-1-16,0-3 14 0,1 3-20 0,0-3 4 15,0 0-2-15,-1-2-2 0,0-1 3 0,-1-4 0 16,1 1 0-16,0-1 0 0,-2-2 1 0,1-1 1 15,-3-10-5-15,5 16 4 0,-5-16-2 0,3 14 13 16,-3-14 22-16,0 0-1 0,4 11-7 0,-4-11-8 16,0 0-4-16,0 0-4 0,0 0 2 0,-3-11-5 15,3 11-3-15,-5-15 5 0,2 4-9 0,-2-2 3 16,0-1 11-16,0-2-14 0,0 1 13 0,0-4-14 16,0-1 13-16,-1-1-18 0,2 1 18 0,0 1-19 15,2 0 18-15,-1 2-20 0,1 0 15 0,0 0-14 16,1 4 11-16,0 1-10 0,-1 1 12 0,2 11-13 15,-2-19 14-15,2 19-16 0,-1-14 14 0,1 14-16 16,0 0 17-16,2-11-14 0,-2 11 14 0,0 0-15 16,10 6 15-16,-10-6-11 0,11 16 11 0,-2-7-12 15,0 3 13-15,0 1-15 0,2 2 0 0,0 0 8 0,1 2-5 16,1-1 1-16,0 2 3 0,1-1-3 16,2 2 1-16,1 0 1 0,-2-4 3 0,1 1-2 15,0-2-4-15,2-1 3 0,-1 1 2 0,1-3-2 0,1 0 4 16,-2-3-1-16,-2-1-1 0,-1-1 1 0,0-1 5 15,-2-3 4-15,-12-2-4 0,21 3 21 0,-21-3 2 16,19-8-6-16,-12 2 1 0,1-3 17 0,-2-2-7 16,-2-3-5-16,-1-3-6 0,-1-2 2 15,-3-2-14-15,-2-4 12 0,-1-6-14 0,-3 0-2 0,-2 0-5 16,-1-6 0-16,0 2-1 0,-1 5-1 0,1 1-2 16,0 2 2-16,0 2-2 0,3 3 1 0,0 2-1 15,0 2 5-15,2 4-4 0,-2 0-2 0,3 2 1 16,0 1 1-16,1 3-4 0,3 8-2 0,-5-14 5 15,5 14-2-15,0 0-1 0,0 0-4 0,1-11-70 16,-1 11-108-16,0 0-63 0,20 2-47 0,-10 3-94 16,3 1-552-16,2-1-523 0</inkml:trace>
  <inkml:trace contextRef="#ctx0" brushRef="#br0" timeOffset="12485.3639">31507 9760 253 0,'0'0'349'0,"-9"-6"-44"0,9 6-26 0,-6-5-47 16,6 5-43-16,0 0-41 0,-6-12-29 0,6 12-24 0,0 0-25 16,9-11-3-16,-9 11-12 0,14-7-10 15,-4 3-7-15,3 1-7 0,2 1-6 0,3-1-5 0,-1 0-3 16,2 0-5-16,0 1-1 0,-1 0-6 0,1 0 2 15,-2 0 0-15,1 0-7 0,-1-1-13 16,-4 2 3-16,-1-1 16 0,0-1 0 0,-1 1-3 0,-11 2-5 16,17-4-7-16,-17 4 5 0,11-6-11 0,-11 6-27 15,0 0 25-15,5-8-17 0,-5 8 28 0,-6-7-22 16,6 7 32-16,-12-5-3 0,12 5 1 0,-16-6-2 0,16 6 1 16,-17-2-1-16,17 2-3 0,-18-2 2 15,18 2 2-15,-18 2-1 0,18-2-1 0,-17 4 2 0,8 0-2 16,0 0-7-16,2 2 13 0,0 2 3 0,1-1 36 15,0 1-11-15,1 3 11 0,2 1 15 0,0 0 31 16,0 0-52-16,2 1 48 0,0 1-52 0,1 1 40 16,1 1-57-16,0 2 40 0,1 0-57 0,0-1 44 15,1 1-52-15,-1 1 0 0,1 0 2 0,2 2 1 16,-1-1 4-16,0 1-2 0,1 1 0 0,0-2 4 16,1 0-8-16,1 1-5 0,-1-2-15 0,0-4-49 15,1 1-50-15,-1-2-83 0,2-1-112 0,-1-1-320 16,0-3-149-16</inkml:trace>
  <inkml:trace contextRef="#ctx0" brushRef="#br0" timeOffset="12951.6536">31984 9764 209 0,'2'-15'323'0,"-1"2"-80"0,1 1-16 15,-2 0-38-15,1-1 6 0,-1 1-45 0,0 12 1 16,-1-23-50-16,1 23 17 0,-1-20-32 0,1 20 0 16,-3-18-30-16,3 18 5 0,-7-16-31 0,7 16 14 0,-9-14-27 15,9 14-10-15,-10-9 0 0,10 9 11 0,-14-5-13 16,14 5 13-16,-13 0-17 0,13 0 16 0,-14 5-16 16,14-5 13-16,-14 9-19 0,8-2 17 0,0 1-6 15,0 0 2-15,1 2 2 0,2-1-4 0,0 3 0 16,1-1-2-16,1 2 0 0,1 0-1 0,1 0 2 15,1 2-5-15,1 1 3 0,1 0 1 0,1 1-12 16,3 1 12-16,-1 1-3 0,2 4 2 0,-1-4-7 16,3 1 1-16,-2 0 9 0,5 3-8 0,-2 1 5 0,0-1-7 15,2-1-6-15,0 2 11 0,1-3-10 0,-2 2 14 16,3-3-17-16,-5-1 17 0,1-1-15 0,0 0 15 16,-1-3-14-16,-2 1 16 0,0-3-16 0,-2 1 17 15,-2-3-16-15,1 1 16 0,-3-2-18 0,2 0 16 16,-5-10-11-16,4 18 15 0,-4-18-17 0,0 14 15 15,0-14-15-15,-4 13 11 0,4-13 31 0,-12 12-22 16,4-6-9-16,-1-1 5 0,-2-1-7 0,-1-1 12 16,-3 0-7-16,-1 0-1 0,-1-2 0 0,0 2 4 15,0-2-6-15,-1 0-2 0,1-1-1 0,2-2-18 16,-2 1-82-16,3-1-141 0,0 0-112 0,3-3-213 0,0 0-81 16</inkml:trace>
  <inkml:trace contextRef="#ctx0" brushRef="#br0" timeOffset="13418.4274">31948 8629 187 0,'0'-15'189'0,"1"5"-23"16,-1 10-19-16,4-21 2 0,-4 21-61 0,2-17 40 15,-2 17-60-15,3-13 24 0,-3 13-54 0,6-10 24 16,-6 10 2-16,12 0 28 0,0 1 17 0,3 5 11 15,6 4-32-15,11 8 22 0,4 4-1 0,7 7 24 16,7 5 4-16,3 4-21 0,4 4 40 0,2 5-15 0,2 0 55 16,12 12-57-16,-2 2 2 0,-3 3 37 0,-1 2-31 15,-2-2-20-15,-18-7-27 0,0 2-16 0,-5-1-7 16,-4 2 7-16,-7 0-8 0,-5-1-64 0,-5 0 53 16,-8 2-53-16,-6-10 50 0,-6 3-59 0,-7-1 53 15,-5 11-61-15,-8-4 56 0,-3 2-9 0,-6-4-61 16,-5 2 60-16,-7-3-61 0,-3-3 59 0,-5-2-60 15,-2-2 6-15,-6-4 3 0,-3-3 4 0,-3-2 10 16,-4-2-4-16,-3-4 2 0,-4-1-34 0,-1-3-98 0,-4-2-119 16,0 0 1-16,-2-2-107 0,0 1-96 15,0-3-441-15,-1 1-455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9:46:16.2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13975 6136 1 0,'0'0'105'16,"0"0"-4"-16,0 0-18 0,0 0 17 0,0 0-14 15,0 0 5-15,0 0-16 0,0 0-9 0,0 0-17 16,0 0-9-16,0 0-8 0,0 0-7 0,0 0-9 16,0 0 4-16,0 0-12 0,0 0 4 0,0 0-9 15,0 0 2-15,0 0-5 0,0 0 6 0,0 0-4 16,0 0 4-16,0 0-10 0,0 0 4 0,0 0 0 15,0 0 7-15,0 0-1 0,0 0 6 0,0 0-5 16,0 0 8-16,9 5 3 0,-9-5 20 0,0 0 3 16,0 0-3-16,11 1 0 0,-11-1-7 0,0 0 17 0,0 0 3 15,16 0 9-15,-16 0-12 0,0 0 3 0,11-1-23 16,-11 1 12-16,12-3-3 0,-12 3-8 0,13-4-3 16,-13 4 8-16,19-6-7 0,-6 1 18 15,3 0 0-15,1 1 18 0,6-1-6 0,6-4-9 0,5 3-11 16,6-3-1-16,6 2 5 0,2-2 7 0,8 1-30 15,10 0 24-15,4-1-35 0,4 1 31 0,1 0-30 16,1 1 35-16,-1 0-30 0,4 0 31 0,-3 3-40 16,1-2 35-16,-1 1-41 0,-1 2 34 0,-11 2-32 15,0 1 38-15,-1 0-42 0,-1 0 35 0,-1 2-4 16,-3 0-7-16,0 1 3 0,0 0-6 0,-2 2-1 16,1-2-2-16,3 1-2 0,1 0-2 0,12 0-1 15,0 1 5-15,1 0-6 0,2-3-3 0,-1 2 3 16,1-2 0-16,-2 0 0 0,-10 0-3 0,0-1 6 15,-1 0-2-15,-1-1-1 0,-1 0-7 0,-3 0 3 16,-1 0 3-16,-3 0-3 0,-4 0 0 0,-6 0-5 16,-3 0-28-16,-2 0 34 0,-1 0-2 0,-7 0 1 15,-1 0 2-15,-2 0-4 0,-1-1-2 0,-4 1-5 16,0-2 7-16,0 2-3 0,-2-1 2 0,0-1 1 16,0 1-4-16,-3 0 6 0,2 1-2 0,-3-2-1 15,-2 1 2-15,-2 0-1 0,1 0 1 0,-2 0-2 16,1 1-2-16,-13 0 3 0,22-3-2 0,-22 3-1 0,18-2 2 15,-18 2 3-15,16-1-4 0,-16 1 3 0,12-2 7 16,-12 2 4-16,0 0-3 0,15-2 3 16,-15 2-5-16,0 0-2 0,13-1 0 0,-13 1-1 15,0 0-24-15,0 0 27 0,12-1-4 0,-12 1 2 0,0 0-4 16,0 0-3-16,0 0-1 0,0 0-5 0,13-2 8 16,-13 2 0-16,0 0-2 0,0 0 3 0,0 0-2 15,0 0 0-15,0 0-6 0,0 0 5 0,0 0 0 16,0 0 3-16,11-3 0 0,-11 3 0 0,0 0-4 15,0 0-4-15,0 0 7 0,0 0-1 0,0 0 4 16,0 0-1-16,0 0-1 0,0 0 0 0,0 0-10 16,0 0 9-16,0 0 1 0,0 0-2 0,0 0 1 15,0 0 6-15,0 0-8 0,0 0-13 0,0 0 11 16,0 0 7-16,0 0-6 0,0 0 3 0,0 0-2 16,0 0 1-16,0 0-9 0,0 0 10 0,0 0-3 0,0 0 2 15,0 0 1-15,0 0-2 0,0 0-7 16,0 0-1-16,0 0 23 0,0 0-15 0,0 0 0 15,0 0-1-15,0 0 2 0,0 0-9 0,0 0 0 16,0 0 9-16,0 0-6 0,0 0 9 0,0 0 0 0,0 0-2 16,0 0-3-16,0 0-3 0,0 0 7 15,0 0 4-15,0 0-2 0,0 0-1 0,0 0-4 16,0 0 3-16,0 0-10 0,0 0 11 0,0 0-2 0,0 0-1 16,0 0 3-16,0 0-2 0,0 0-4 0,0 0-5 15,0 0 10-15,0 0-7 0,0 0 8 0,0 0-1 16,-4-8-2-16,4 8 1 0,0 0-9 15,0 0 4-15,0 0 4 0,0 0 2 0,0 0-3 0,0 0 0 16,0 0 0-16,0 0-4 0,0 0 8 0,-8-5-9 16,8 5 13-16,0 0-3 0,0 0-1 0,0 0 0 15,0 0-5-15,0 0 5 0,0 0 7 0,0 0-8 16,0 0-3-16,0 0 1 0,0 0-4 0,0 0 7 16,0 0-1-16,-8-6 4 0,8 6-6 0,0 0-1 15,0 0 1-15,0 0-2 0,0 0 4 0,0 0-2 16,0 0-2-16,0 0 2 0,0 0-1 0,0 0-1 15,-8-6-1-15,8 6 1 0,0 0 3 0,0 0-4 16,0 0 3-16,0 0-2 0,0 0 1 0,0 0-3 16,0 0 3-16,0 0-1 0,0 0 4 0,0 0-2 0,0 0 0 15,0 0-5-15,0 0 1 0,0 0 5 16,0 0-26-16,0 0 33 0,0 0-2 0,0 0-2 16,0 0-5-16,0 0-1 0,0 0 4 0,0 0-13 15,0 0 13-15,-8-4 2 0,8 4-2 0,0 0-3 0,0 0-4 16,0 0 4-16,0 0-7 0,0 0 13 15,0 0-5-15,0 0 2 0,0 0 0 0,0 0-2 16,0 0 0-16,0 0-5 0,0 0 5 0,0 0 1 0,0 0-1 16,0 0-1-16,0 0 0 0,0 0 0 0,0 0-8 15,0 0 13-15,0 0-3 0,0 0-1 0,0 0 3 16,0 0 1-16,0 0-9 0,0 0-2 16,0 0 8-16,0 0-3 0,0 0 3 0,0 0 1 0,0 0-1 15,0 0 5-15,0 0-17 0,0 0 10 0,0 0 0 16,0 0 0-16,0 0 4 0,0 0-3 0,0 0-3 15,0 0-8-15,0 0 15 0,0 0-5 0,0 0 1 16,0 0 2-16,0 0-2 0,0 0-11 0,0 0 4 16,0 0 7-16,0 0 3 0,0 0-4 0,0 0 2 15,0 0 0-15,0 0-2 0,0 0-9 0,0 0 9 16,0 0-3-16,0 0 7 0,0 0-1 0,0 0-2 16,0 0-1-16,0 0-10 0,0 0 12 0,0 0 2 15,0 0-2-15,0 0-1 0,0 0 0 0,0 0-1 16,0 0-5-16,0 0 4 0,0 0 3 0,0 0-2 15,0 0 3-15,0 0-6 0,0 0 6 0,0 0-13 16,0 0 12-16,0 0-6 0,0 0 9 0,0 0 0 16,0 0-2-16,0 0 1 0,0 0-9 0,0 0 5 15,0 0-3-15,0 0 5 0,0 0-4 0,0 0 1 0,0 0 1 16,0 0-6-16,0 0 9 0,0 0 0 0,0 0-4 16,0 0 3-16,-6-6-2 0,6 6-2 0,0 0 3 15,0 0-1-15,0 0 0 0,0 0 0 0,0 0 3 16,0 0-1-16,0 0-4 0,0 0 3 0,0 0 2 15,0 0 1-15,0 0-6 0,0 0 0 0,0 0 1 16,0 0 0-16,0 0 1 0,0 0 4 0,0 0-7 16,0 0 3-16,0 0-1 0,0 0 2 0,0 0-1 15,0 0-2-15,0 0 4 0,0 0 1 0,0 0-4 16,0 0-1-16,0 0-1 0,0 0-5 0,0 0-12 16,0 0-40-16,0 0 4 0,0 0-45 0,-6-9-6 15,6 9-46-15,0 0-10 0,0 0-23 0,0 0-43 16,0 0-67-16,0 0-164 0,0 0 62 0</inkml:trace>
  <inkml:trace contextRef="#ctx0" brushRef="#br0" timeOffset="6190.7121">21808 6159 64 0,'0'0'133'0,"0"0"-19"16,0 0-12-16,0 0-18 0,0 0-8 0,0 0-4 0,0 0-9 15,0 0-9-15,0 0-8 0,0 0-8 16,0 0 1-16,0 0-2 0,0 0-5 0,0 0 12 16,0 0 4-16,0 0-3 0,0 0 3 0,0 0-10 15,0 0 1-15,0 0 0 0,0 0-4 0,0 0-9 16,0 0 10-16,0 0-10 0,0 0 2 0,0 0-10 16,0 0 3-16,0 0-12 0,0 0 9 0,0 0-10 15,0 0 6-15,0 0-25 0,0 0 22 0,0 0-7 16,0 0 4-16,0 0-6 0,0 0 1 0,0 0-3 15,0 0 4-15,0 0-6 0,0 0 9 0,0 0-14 16,0 0 12-16,16 0-8 0,-16 0 10 0,0 0-7 0,14 1 4 16,-14-1-4-16,14-1 3 0,-14 1-8 15,21 0 14-15,-7-2-9 0,0 2 5 0,4 0-3 0,1-1 5 16,2 0-5-16,1 0 4 0,0 1-4 16,5 0 8-16,1-1-27 0,2 1 27 0,0 0-8 0,3-1 4 15,6 1-2-15,0-1 2 0,2 0-6 0,-1 1 11 16,3 0-10-16,-2 0 9 0,2 1-15 0,0 0 17 15,4 0-11-15,-3 0 7 0,4 1-5 16,1-1 11-16,1 1-15 0,0-1 14 0,2 0-8 16,1 3 14-16,0-2-22 0,3 0 15 0,3 1-9 0,0-2 7 15,0 2-6-15,1 0 4 0,0 0-11 0,0-1 13 16,0 0-10-16,0 0 9 0,-1 1-16 0,0-2 16 16,-2 1-10-16,1 1 11 0,-1-2-12 15,0 0 6-15,-1 2-5 0,-1-2 9 0,-2 0-12 16,1 1 12-16,0-2-12 0,-3 1 11 0,1-1-11 15,-3 2 14-15,-6-2-19 0,1 0 19 0,-1 0-13 0,-1 0 12 16,2 1-12-16,-2-1 15 0,2 0-17 0,-1 1 11 16,-1-1-10-16,3 2 10 0,-4-2-9 15,1 1 9-15,0 0-14 0,-1 1 17 0,1-2-11 0,-3 2 13 16,0-1-17-16,-1 1 19 0,0-1-14 0,-3 0 19 16,-3 0-18-16,-2 1 12 0,3-1-16 15,-4-1 13-15,1 1-14 0,-1 0 16 0,0-1-19 0,-2 1 19 16,1-1-14-16,1 0 14 0,-2 1-18 0,3-1 17 15,-3 0-15-15,2 2 17 0,0-2-17 0,1 0 10 16,2 0-11-16,1-2 16 0,-2 2-14 0,3 0 16 16,-2 0-28-16,5 2 28 0,-3-2-18 0,2 0 14 15,-2 0-10-15,-3 1 11 0,1-1-17 0,0 1 16 16,-1-1-17-16,0 2 17 0,-1-2-16 0,-1 0 17 16,0 1-22-16,-2-1 13 0,1 0-5 0,-2 1 14 15,2 0-13-15,-5-1 14 0,4 1-13 0,-2-1 8 16,-3 0-13-16,1 0 16 0,0 1-18 0,1 1 18 15,-2-2-14-15,1 1 2 0,-2 0-3 0,3-1 4 16,-4 1 1-16,3-1-7 0,-3 1 7 0,2-1 3 0,-1 1-5 16,1-1 2-16,0 2 5 0,-1-2-1 15,3 0-7-15,-3 1 6 0,-1-1-1 0,2 0 1 16,-1 0 0-16,-2 1-3 0,0-1 2 0,-2 1-5 16,2 1 11-16,-6-2-7 0,3 0 2 0,-1 0 0 0,-1 2-2 15,1-2 1-15,-3 0 0 0,1 0 0 0,-13 0 1 16,25 1-1-16,-25-1 0 0,23 0 0 0,-23 0 0 15,19 0-1-15,-19 0-5 0,17 1 6 0,-17-1 0 16,15 0 4-16,-15 0-4 0,14 0 2 0,-14 0-1 16,0 0-8-16,19 0 27 0,-19 0-20 0,0 0 15 15,19-1-16-15,-19 1 12 0,0 0-16 0,18-1 16 16,-18 1-37-16,0 0 55 0,13 0-12 0,-13 0 24 16,0 0-19-16,0 0 28 0,14 0-28 0,-14 0 20 15,0 0-24-15,0 0 21 0,0 0-28 0,0 0 23 16,15 0-22-16,-15 0 27 0,0 0-36 0,0 0 44 15,0 0-30-15,0 0 28 0,0 0-37 16,0 0 29-16,0 0-44 0,0 0 36 0,0 0-35 0,11-2 26 16,-11 2-27-16,0 0 38 0,0 0-45 0,0 0 37 15,0 0-38-15,0 0 33 0,0 0-40 0,0 0 48 16,0 0-38-16,0 0 31 0,0 0-38 0,0 0 41 16,0 0-37-16,0 0 38 0,0 0-36 0,0 0 40 15,0 0-38-15,0 0 39 0,0 0-38 0,0 0 29 16,0 0-30-16,0 0 38 0,0 0-42 0,0 0 40 15,0 0-40-15,0 0 37 0,0 0-39 0,0 0 31 16,0 0-29-16,0 0 36 0,0 0-39 0,0 0 35 16,0 0-33-16,0 0 34 0,0 0-39 0,0 0 39 0,0 0-38 15,0 0 39-15,0 0-37 0,0 0 32 0,0 0-47 16,0 0 49-16,0 0-32 0,0 0 34 0,0 0-39 16,0 0 43-16,0 0-39 0,0 0 38 15,0 0-40-15,0 0 30 0,0 0-30 0,0 0 42 0,0 0-36 16,0 0 29-16,0 0-33 0,0 0 32 0,0 0-36 15,0 0 38-15,0 0-32 0,0 0 35 0,0 0-36 16,0 0 34-16,0 0-37 0,0 0 32 16,0 0-45-16,0 0 55 0,0 0-39 0,0 0 40 0,0 0-41 15,0 0 37-15,0 0-40 0,0 0 12 0,0 0-2 16,0 0 37-16,0 0-44 0,0 0 38 0,0 0-37 16,0 0 37-16,0 0-24 0,0 0 23 15,0 0-43-15,0 0 43 0,0 0-39 0,0 0 38 0,0 0-41 16,0 0 43-16,0 0-39 0,0 0 36 0,0 0-37 15,0 0 39-15,0 0-36 0,0 0 38 0,0 0-41 16,0 0 39-16,0 0-35 0,0 0 33 0,0 0-35 16,0 0 39-16,0 0-38 0,0 0 48 0,0 0-46 15,0 0 45-15,0 0-46 0,0 0 41 0,0 0-43 16,0 0 38-16,0 0-37 0,0 0 32 0,0 0-35 16,0 0 42-16,0 0-41 0,0 0 37 0,0 0-36 15,0 0 34-15,0 0-39 0,0 0 45 0,0 0-44 16,0 0 44-16,-4-9-42 0,4 9 38 0,0 0-42 15,0 0 46-15,0 0-45 0,0 0 41 0,0 0-39 0,0 0 40 16,0 0-42-16,0 0 35 0,0 0-67 0,0 0-8 16,-5-7-49-16,5 7-11 0,0 0-42 0,0 0-33 15,-10-6-47-15,10 6-272 0,-7-5-15 16</inkml:trace>
  <inkml:trace contextRef="#ctx0" brushRef="#br0" timeOffset="10593.5448">21163 6084 93 0,'0'0'70'0,"0"0"2"0,0 0-32 16,0 0 12-16,0 0-30 0,0 0 8 0,-8-5-20 15,8 5-10-15,0 0 13 0,0 0 41 0,0 0-12 16,-8-5 15-16,8 5-16 0,0 0 0 0,0 0-15 16,0 0 2-16,0 0-16 0,-11-5 3 15,11 5-10-15,0 0 7 0,0 0-8 0,0 0 4 0,-9-3-15 16,9 3 14-16,0 0-6 0,0 0 3 15,0 0-9-15,0 0 20 0,-13-1-23 0,13 1 12 0,0 0-12 16,0 0 10-16,0 0-4 0,0 0 6 0,0 0-8 16,0 0 5-16,0 0-8 0,-14 1 8 15,14-1-5-15,0 0 11 0,0 0-12 0,0 0 10 0,0 0-8 16,0 0 12-16,0 0-7 0,0 0 3 0,0 0-7 16,0 0 5-16,0 0 1 0,0 0 8 0,0 0-7 15,9 7 7-15,-9-7-4 0,12 2 9 0,-12-2-8 16,18 3 3-16,-3-3-15 0,3 0 20 0,5 1 0 15,5-1 5-15,5 0-3 0,9-1-5 16,1 1-5-16,11 1 6 0,0-1-8 0,4 0 5 0,2 0-7 16,0 0 0-16,1 0 7 0,-1 0-5 0,3 0-2 15,0 0 4-15,0 1-10 0,0 0 4 0,2-1-2 16,0 1 2-16,-2-1-17 0,0 2-36 0,0-2-44 16,-1 1-16-16,-1-1-127 0,-1 0 76 0</inkml:trace>
  <inkml:trace contextRef="#ctx0" brushRef="#br0" timeOffset="14339.5435">2178 6704 116 0,'0'0'91'16,"0"0"47"-16,0 0-58 0,0 0 44 0,0 0-7 16,0 0-51-16,6-6 35 0,-6 6-11 0,0 0-11 15,0 0-7-15,0 0-8 0,0 0-6 0,0 0-6 16,0 0-5-16,0 0-5 0,0 0-6 0,0 0-7 15,9-5-1-15,-9 5-8 0,0 0-1 0,0 0-8 16,0 0 1-16,0 0-3 0,0 0-8 0,0 0 0 16,0 0-4-16,0 0-7 0,0 0 8 0,0 0-2 15,0 0 1-15,3 11-4 0,-3-11 6 0,0 0-1 16,1 15-4-16,-1-15 1 0,0 15 8 0,0-15 0 16,3 19-3-16,-2-8 4 0,1 1-6 0,-2 0 0 15,2 0 2-15,-1-1 4 0,0 3-4 0,1-1 1 0,-1-1-1 16,0-1 3-16,1 1-6 0,-1 1 7 15,1-2-27-15,-1-1 33 0,-1-10-30 0,4 18 38 16,-4-18 7-16,6 15 39 0,-6-15 31 0,11 12-3 0,-11-12-6 16,19 1-12-16,-3-6-11 0,10-5-14 0,9-9 22 15,15-7-41-15,8-6 23 0,9-5-37 0,19-12-8 16,6-4-13-16,4-3-68 0,3-1-105 0,3-5-134 16,2 1-195-16,2 3-3 0</inkml:trace>
  <inkml:trace contextRef="#ctx0" brushRef="#br0" timeOffset="16633.5408">2431 7532 67 0,'0'0'123'0,"0"0"-26"0,0 0-19 0,0 0-22 15,0 0-15-15,0 0 0 0,0 0-3 0,0 0 5 16,0 0-3-16,0 0-4 0,0 0-7 0,0 0 3 15,0 0 4-15,0 0-1 0,0 0-1 0,0 0-5 16,0 0 5-16,0 0-6 0,0 0-3 0,0 0-1 16,0 0 0-16,0 0-4 0,0 0-3 0,0 0-5 15,0 0-4-15,0 0 1 0,0 0-2 16,0 0-2-16,0 0-4 0,0 0 1 0,0 0-2 0,0 0-6 16,0 0 4-16,0 0 2 0,8 9 4 0,-8-9-2 15,0 0-3-15,0 13 7 0,0-13 1 0,1 18 12 16,-1-18 26-16,-1 24-11 0,1-10-1 0,-2 4-8 0,1-2-5 15,0 1-12-15,-1 1 4 0,0 0 2 16,2 0-4-16,-1-1 2 0,-1 1 0 0,2-2 3 16,0-1-2-16,0-3-5 0,0 1 3 0,0-1 9 15,2-2 25-15,-2-10-5 0,1 21 20 0,-1-21 21 0,8 14 23 16,-8-14-15-16,13 7 8 0,-13-7-7 16,26-7-6-16,-2-5 24 0,8-7-56 0,14-10 30 0,4-5-58 15,7-5 41-15,5-5-69 0,17-11 50 0,4-4-48 16,1-3 10-16,6-1-128 0,2-3-159 0,3 1-372 15,1-1-159-15</inkml:trace>
  <inkml:trace contextRef="#ctx0" brushRef="#br0" timeOffset="20995.5498">17070 7272 24 0,'0'0'189'16,"0"0"-35"-16,0 0-16 0,0 0-22 0,0 0-1 16,0 0-11-16,0 0-3 0,0 0-4 0,0 0-18 15,0 0-7-15,0 0-3 0,0 0 2 0,-2-12-11 16,2 12 9-16,0 0-12 0,0 0 18 0,0 0-34 15,0 0 18-15,0 0-10 0,0 0 18 0,0 0-21 16,0 0 21-16,-2-10-33 0,2 10 18 0,0 0-27 0,0 0 23 16,0 0-21-16,0 0 12 0,-5-9-38 0,5 9 39 15,0 0-23-15,-8-6 28 0,8 6-30 0,0 0 30 16,-13-7-45-16,13 7 38 0,-13-3-37 0,13 3 29 16,-17-1-33-16,17 1 33 0,-20-3-41 0,20 3 37 15,-24 0-43-15,10 1 39 0,1-1-36 0,0 2 18 16,-1-1-15-16,-2 2 34 0,0 1-38 0,2-1 35 15,-1 0-41-15,1 1 42 0,1 1-44 0,1-1 44 16,2 1-36-16,-2 0 34 0,2 0-36 0,0 1 35 16,1 1-32-16,1 0 29 0,-1 1-34 0,1 0 42 15,1-1-40-15,1 1 36 0,0 2-38 0,1-1 43 16,1-1-13-16,0 1 3 0,2 1 2 0,2-10-9 16,-2 20 2-16,5-9 1 0,0 1-1 0,4-1-7 15,1 1 5-15,3 0-2 0,3 0 2 0,2 1-26 16,2 0 32-16,1-1-27 0,1 0 21 0,5 0-21 0,-1 0 26 15,1-1 0-15,-4 0-3 0,0-1-4 16,0 0 1-16,-3 0-7 0,1 0 5 0,-3 0-2 16,-2-1 3-16,-1 1 2 0,-1 0-6 0,-1 0 1 15,-2-1-10-15,-1 1 8 0,0 1 0 0,-3-2 1 0,-1 0-2 16,-2 2 2-16,-1 0 2 0,-2 0-8 0,-1 1 13 16,-4 0-6-16,-1 1 1 0,-4-1 1 15,-2 2-3-15,-3-1 10 0,-2-1-2 0,-5 2 2 0,-2 0-5 16,-1-2 1-16,-4-2-2 0,-1 2 3 0,-2-2-2 15,-1-1-1-15,-1-2-2 0,-2 1 1 0,1-2-1 16,-2-2-1-16,2 0 1 0,1-2 3 0,4 0-4 16,1-1-25-16,2-2 34 0,0-1-4 0,2 1-4 15,3-3-1-15,2 1 0 0,2-1 4 0,2 1-10 16,1-2 10-16,3 0-2 0,-1 0-2 0,5 0-4 16,2 0 3-16,7 5 1 0,-8-11-27 0,8 11-39 15,0-12-51-15,0 12-60 0,13-13-73 0,-2 6-85 16,6-4-209-16,2 3-51 0</inkml:trace>
  <inkml:trace contextRef="#ctx0" brushRef="#br0" timeOffset="21528.0933">17259 7467 344 0,'-16'-4'347'0,"2"1"-102"0,1-1-21 15,3 1-28-15,-1-1 8 0,11 4-38 0,-16-3-31 16,16 3-28-16,-13-4-20 0,13 4-15 0,0 0-9 16,0 0-10-16,0 0-21 0,15-10 14 0,0 7-8 15,5 1-41-15,7-1 35 0,2-1-45 16,6 0 42-16,3 1-46 0,0-1 43 0,1 1-3 0,-1 0-6 15,-1 0-6-15,-2 0 3 0,-4 1-2 0,-2 1-11 16,-1-1 5-16,-5 1-2 0,-2 0 3 0,-3 1-5 16,-2-2 2-16,-3 2 0 0,-13 0-10 0,22 0 6 15,-22 0 3-15,12-2-5 0,-12 2 2 0,0 0 1 16,0 0 1-16,0 0-6 0,0 0 10 0,-14 0-5 16,14 0-4-16,-23-1-1 0,10 1-29 0,-2-2 45 15,0 2-49-15,-1 0 49 0,1-1-37 0,-1 1 42 16,2-1-39-16,-2 0 34 0,3 0-32 0,0 0 44 15,13 1-24-15,-22 0 41 0,22 0-8 0,-18 0-10 16,18 0-7-16,-15 0-1 0,15 0-1 0,-11 5-2 16,11-5 30-16,-7 9-4 0,7-9 33 0,-4 18-2 15,4-18 6-15,2 24-11 0,0-8 35 0,0 1-20 16,1 2-8-16,0 3-20 0,1 1-19 0,0 0-2 16,1 1-3-16,0 1-13 0,0 0 4 0,0-1-5 0,2 2 1 15,1 3-11-15,-1-3 3 0,1 2 0 0,-2-5-4 16,0 0 4-16,1 1-1 0,0-2-11 0,-1-3-75 15,1 1-62-15,-2-3-58 0,1-2-96 0,-1 0-74 16,0-2-374-16,0 0-251 0</inkml:trace>
  <inkml:trace contextRef="#ctx0" brushRef="#br0" timeOffset="21963.5478">17852 7722 212 0,'0'-12'479'0,"0"12"-85"0,-2-19-73 16,2 19-22-16,0-17-26 0,0 17-27 0,-2-13-30 15,2 13-48-15,0 0-23 0,-2-14-45 0,2 14-3 16,0 0-36-16,0 0 10 0,0 0-10 0,0 0 3 16,0 0 12-16,0 0 8 0,9 9-21 0,-5-1-19 15,2 2-2-15,1 2-8 0,1 2-5 0,1 1-4 0,1 1-3 16,2 0-4-16,0 0-9 0,0 1 6 0,4-1-4 15,-2-1-1-15,3 0 0 0,-1-2-3 16,2 1-1-16,0-4-5 0,0 1 6 0,0-3-3 16,0 2 3-16,-1-3-1 0,-2-4-2 0,2 1 0 0,-4-3-6 15,2 1 7-15,-2-4-1 0,0-1-1 0,0-2 3 16,-2-2-5-16,0-4 2 0,-2 0-9 0,-2-3 7 16,1-1 0-16,-3-1 1 0,-2-2 0 0,0 0 10 15,-2-1-8-15,-1 1 8 0,-1-2 8 0,-1 2 20 16,0 0-18-16,-2 0 40 0,1 0-12 0,-2 2 5 15,0 0-25-15,0 1-3 0,1 2-7 0,0 2 1 16,0 1-3-16,1 0-6 0,3 10-9 0,-7-15 1 16,7 15 2-16,-4-12-9 0,4 12 4 0,0 0 1 15,0 0-1-15,0 0 14 0,0 0-18 0,0 0-1 16,0 0-131-16,16 0-80 0,-7 5-88 0,1 1-176 16,4-2-479-16,0 2-543 0</inkml:trace>
  <inkml:trace contextRef="#ctx0" brushRef="#br0" timeOffset="22591.8539">18573 7663 198 0,'-6'-6'511'0,"-1"-1"-130"0,-1 1-11 15,1-2-69-15,0 1-54 0,-1 0 37 0,1 0-41 16,0 0-30-16,0 0-22 0,7 7-4 0,-12-10-38 0,12 10-16 15,-11-10-36-15,11 10-8 0,-7-7-28 0,7 7 4 16,0 0-16-16,0 0-1 0,0 0 24 0,-10 8 32 16,10-8-31-16,0 17 4 0,0-17-29 0,2 23 14 15,0-9-28-15,0 3 18 0,0 1-11 0,0 0-2 16,-1 0-4-16,2 5-13 0,0-2 2 0,0 0-7 16,0 1-5-16,1 0-5 0,0-2 4 0,-1-1-1 15,0-2-3-15,0 2-1 0,0-3 1 0,1 1-6 16,-2-1-1-16,1-1 4 0,0-2 1 0,0-2-1 15,0 0 0-15,-3-11 0 0,3 17-2 0,-3-17-1 16,4 15 8-16,-4-15 27 0,2 10 17 0,-2-10 7 16,0 0-31-16,0 0-5 0,0 0-7 0,0 0-2 15,0 0-3-15,-2-10-4 0,0-1-2 0,0-3-6 16,-1-3 2-16,0-2-3 0,-2-3 1 0,1-3 0 0,0-1 20 16,-1-4-23-16,1 0 18 0,-1-1-22 15,1 0 19-15,-1 5-21 0,2-4 21 0,0 4-24 16,2-1 20-16,-1 5-20 0,2 2 3 0,-1 4-1 15,2-2 4-15,0 1 4 0,0 2-3 0,1 2 1 0,0 2 3 16,1 2-6-16,3 0 3 0,-6 9-3 0,12-10 4 16,-12 10 18-16,15-3-23 0,-3 6 22 15,1 1-21-15,3 2 15 0,2 3-16 0,0 4 29 0,5 2-23 16,-1 1 17-16,2 2-26 0,2 4 25 0,-3-3-25 16,2 4 4-16,-5-2 1 0,1 0 0 0,-2-1-1 15,-1 1 5-15,0-1-7 0,-3 0 2 0,-2-3 4 16,-2 0 0-16,-2-2-2 0,-2-1 0 0,-2 1 2 15,-4-3 0-15,0 1-2 0,-3-2 6 0,-2 2-3 16,-6-2 3-16,-2 3 1 0,-4-3-1 0,-4 2-2 16,-5-2 3-16,-3 0 0 0,-4 0-2 0,0-1 0 15,0-1-3-15,-1-2-2 0,3 0-30 0,5-1-77 16,2-1-54-16,5-1-86 0,4-2-64 0,14-2-93 16,-20 1-118-16,20-1-410 0,0 0-513 0</inkml:trace>
  <inkml:trace contextRef="#ctx0" brushRef="#br0" timeOffset="22913.162">19245 7552 123 0,'5'-11'463'0,"-1"0"-96"0,-4 11-32 15,4-17-37-15,-4 17-46 0,0-16-20 0,0 16-27 16,-5-18-45-16,5 18-42 0,-10-13-15 15,10 13-21-15,-15-9-18 0,15 9 19 0,-18 0-3 0,5 3 9 16,0 3-4-16,-4 3-8 0,1 2 23 0,-3 4-8 16,-1 3 43-16,1 1-6 0,1 3-17 0,2 1-40 15,2 1 1-15,2 0-1 0,1 2-2 0,2-4 0 16,5 2 5-16,1-1-12 0,2-2-1 0,4 1-9 16,1 1-11-16,5-2-7 0,3 2-3 0,4-2-5 15,2 0-5-15,4-2-3 0,2-3-5 0,1 0-4 16,3-2-6-16,0-3 2 0,2 0-3 0,-1-2-1 15,0-2-2-15,-2-2-31 0,-1 0-80 0,-1-2-70 16,-4 0-82-16,-1-3-64 0,-1-2-137 0,-3 0-545 16,0-3-614-16</inkml:trace>
  <inkml:trace contextRef="#ctx0" brushRef="#br0" timeOffset="23121.6001">19244 7803 212 0,'-24'-4'489'0,"1"-1"-108"0,4 2-36 16,1 0-15-16,2-3-21 0,0 5-46 0,4-2-36 16,0-1-22-16,2 2-24 0,10 2-23 0,-17-5-36 0,17 5-21 15,-8-6-17-15,8 6-20 0,0 0-9 0,11-9-14 16,0 6-7-16,3 1-13 0,5-1 2 0,2 2-10 16,1-1-4-16,5 2-7 0,-1 0-60 0,3 0-75 15,-2 2-44-15,0-1-99 0,0 0-94 0,-2 1-89 16,-3 0-236-16,0-1-205 0</inkml:trace>
  <inkml:trace contextRef="#ctx0" brushRef="#br0" timeOffset="23731.3619">19675 7713 171 0,'0'0'414'0,"-2"-14"-31"16,2 14-72-16,-5-17 1 0,0 9-43 0,1 0 3 16,-1-2 4-16,0 1-52 0,-1 0-11 0,1 1 24 15,-2 0-33-15,2 1 15 0,5 7-41 0,-8-12-11 16,8 12-55-16,-8-10-4 0,8 10-43 0,-6-7 4 15,6 7-22-15,0 0 33 0,0 0-12 0,0 0 32 16,-7 10-35-16,7-10 11 0,6 17 0 0,-2-2 4 16,1-1-30-16,1 1 11 0,2 5-31 0,0 0-3 15,3 7-9-15,-2-6 0 0,2 4-3 0,0 0-4 0,-1-4-1 16,1-1-3-16,-1 0 0 0,-1-1-4 16,0 0 3-16,1-2-4 0,-2-3 2 0,-1-1-2 15,1 0 2-15,-3-1-3 0,0-3-2 0,0-2 3 16,-5-7 3-16,9 15-2 0,-9-15 6 0,7 9-1 0,-7-9-3 15,0 0-2-15,0 0 2 0,0 0-2 0,11-6-1 16,-11 6-1-16,2-21-4 0,-3 8 2 0,1-1-3 16,-3-6 0-16,-1-2 1 0,0-1 17 0,-3-1-20 15,0-4 18-15,0-1-21 0,0 1 18 0,0 4-17 16,2 1 17-16,-1-1-19 0,2 4 20 0,0 2-20 16,0 1 14-16,1 2-21 0,-1 3 22 0,2 1-13 15,0 1 16-15,2 10-19 0,-3-16 19 0,3 16-19 16,0 0 19-16,3-9-19 0,-3 9 15 0,11 2-10 15,-3 2 19-15,2 5-21 0,3-1 18 0,2 3-16 16,2 1 15-16,0 2-15 0,4 2 1 0,2 1-2 16,0 0 4-16,5 4-1 0,1 0 2 0,1-2-6 15,2-1 8-15,-4-4 1 0,0 1 0 0,-1-3-2 16,1 0 4-16,-5-5-1 0,-3 0-1 0,1 0-3 16,-4-3 6-16,-1 0 16 0,-2-4-20 0,-2 0 12 15,-1-2-17-15,0-2 20 0,-4-1-26 0,0-3 16 16,-3-2-11-16,-3-2 15 0,-2-2-20 0,-3-3 22 15,-3-3-19-15,-3-4 21 0,-3 0-26 0,0-1 22 0,-3 2-19 16,2 0 15-16,-1 0-14 0,2 6 19 0,1-1-26 16,1 1 9-16,1 5 1 0,1-2 1 15,2 3 1-15,0 0 1 0,1 3-2 0,1 0 1 16,-2-1-6-16,7 9-1 0,-5-10-10 0,5 10-73 0,0 0-87 16,-1-11-79-16,1 11-76 0,0 0-101 0,16-4-189 15,-16 4-340-15,22-2-555 0</inkml:trace>
  <inkml:trace contextRef="#ctx0" brushRef="#br0" timeOffset="24208.3012">20530 7486 618 0,'-14'-5'462'0,"1"0"-77"0,1 3-59 0,2-4-24 15,0 1-36-15,-1 1-43 0,1-2-10 0,2 2 8 16,-1-3-16-16,9 7-23 0,-13-10-6 0,13 10-24 16,-10-7-26-16,10 7-25 0,-5-8-19 0,5 8-20 15,0 0-11-15,8-13-8 0,-1 9-10 0,4-1-7 16,3 1-6-16,2 1-2 0,2 0-9 0,3 0-3 16,-1 0-2-16,4 2-5 0,2-2-30 0,0 2-62 15,0-1-25-15,-4 2-41 0,0 0-21 0,1 0-9 0,-3 0-6 16,-1 0-16-16,-1 2-25 0,-4-1 22 15,0 0 14-15,-3 1 39 0,-11-2 10 0,17 3 40 16,-17-3 13-16,0 0 29 0,11 5 5 0,-11-5 20 16,0 0 4-16,0 0 21 0,-14 4 2 0,14-4 53 0,-14 2 3 15,14-2 47-15,-16 2-19 0,16-2 30 0,-16 1 1 16,16-1-4-16,-16 2 4 0,16-2-12 0,-12 2-33 16,12-2 4-16,-12 3-11 0,12-3-8 15,-11 5 31-15,11-5 29 0,-11 13 21 0,6-4 5 0,0 1-25 16,0 3 47-16,1 1-30 0,2 1-7 0,0 3-11 15,1 0-6-15,1 3-29 0,0 2-12 0,1 4-9 16,1-2-7-16,2 0-10 0,1 6-5 0,2-1-1 16,-2-1-7-16,2-1-1 0,1-2-7 0,0-2 1 15,-1-2-4-15,2-3-8 0,-1 2-113 0,2-5-70 16,-1 0-82-16,0-2-129 0,0-3-532 0,-1-1-507 16</inkml:trace>
  <inkml:trace contextRef="#ctx0" brushRef="#br0" timeOffset="24648.0504">21301 7499 19 0,'5'-13'573'16,"0"3"-146"-16,-2 0-28 0,-1 1-69 0,-2 9-37 15,3-18-7-15,-3 18-65 0,-1-19-19 0,1 19 24 16,-5-17-51-16,5 17-34 0,-7-15-26 0,7 15-21 15,-8-12-21-15,8 12-19 0,-11-7-5 0,11 7-10 16,-13-1-12-16,13 1-1 0,-19 6-3 0,9 0-5 0,-2 2-3 16,1 1-6-16,1 0 5 0,0 4 7 15,1-1-17-15,2 1 16 0,0 3-11 0,2 0 9 16,0 1-16-16,4 0 12 0,0 2-15 0,2 1 15 16,2 2-15-16,4 0 2 0,0 0 0 0,4 3-1 15,4 1-7-15,2-3 9 0,4 4 1 0,2 0-5 0,2-2 6 16,-1-2-2-16,1-1 0 0,2 0-3 0,-4-3 3 15,1-1 22-15,0-2-6 0,0 0 7 0,1-1 17 16,-2 1-7-16,-1-2 5 0,-3-3 10 0,-1 0-8 16,-2-1 10-16,-2-3-6 0,-2 2 5 0,-1-2 4 15,-2-1 5-15,-1 0-5 0,-1 0-5 0,-7-6 2 16,11 7 3-16,-11-7 21 0,9 9 17 0,-9-9 25 16,0 0-12-16,-2 11-26 0,2-11-6 0,-20 4-22 15,3 0-8-15,-4-3-10 0,-8 1-4 0,-6-1-16 16,-5 3 5-16,0-4-15 0,-3-1-29 0,0 0-141 15,0 1-140-15,2-2-129 0,3 2-293 0,2-3-465 16,8-1-804-16</inkml:trace>
  <inkml:trace contextRef="#ctx0" brushRef="#br0" timeOffset="25371.5512">22858 7643 278 0,'-15'-14'475'0,"-4"0"-103"15,-2-2-90-15,1 0-18 0,-2 1-23 16,3 4-39-16,2-2 15 0,0 1-42 0,1 2-7 16,3 1 2-16,1 0-26 0,2 2-12 0,0 0-28 0,2 2-20 15,8 5-15-15,-11-7 1 0,11 7 33 0,0 0 28 16,0 0 0-16,9 8 26 0,4 0-14 15,6 4 14-15,10 7-14 0,6 5-40 0,3 1 14 0,12 4-40 16,2 3 5-16,1 2-32 0,4 1-11 0,0 1-4 16,-1-2-6-16,0-1-7 0,-4 1-3 0,-1-1-4 15,-2-1 0-15,-4-4 10 0,-8-5-21 0,-3 1 14 16,-1-2-20-16,-5-1 18 0,-3-4-25 0,-4-1 20 16,-5-4-24-16,0 0 17 0,-5-2-90 0,1 0-67 15,-3-3-96-15,-2 1-87 0,-7-8-92 0,9 6-153 16,-9-6-429-16,0 0-615 0</inkml:trace>
  <inkml:trace contextRef="#ctx0" brushRef="#br0" timeOffset="25624.484">23524 7549 425 0,'-9'-8'492'16,"0"1"-110"-16,1 2-82 0,8 5-75 0,-17-7-45 15,17 7-3-15,-17 0-20 0,6 2 21 0,-3 4-43 16,-1 2 54-16,-3 4-33 0,-2 5-26 0,0 2-12 16,-6 6-16-16,-1 2 8 0,0 4-24 0,-1 1-13 15,-2 2-10-15,-4 5-14 0,0-2-11 0,0 3-3 16,-1-3-8-16,5-6-5 0,0 2-5 0,1-2-4 0,1-1 10 16,1-2-17-16,3-1 9 0,5-5-38 0,1-1-65 15,2 0-88-15,2-4-97 0,4-2-82 16,1-1-172-16,1-2-259 0,2-2-308 0</inkml:trace>
  <inkml:trace contextRef="#ctx0" brushRef="#br0" timeOffset="37085.2325">24883 7324 83 0,'-6'-7'67'0,"6"7"2"0,0 0-31 0,0 0 17 16,0 0-22-16,0 0 0 0,0 0-17 0,0 0 19 0,0 0-21 15,0 0 16-15,0 0-18 0,0 0 16 0,0 0-20 16,0 0 20-16,0 0-9 0,0 0 5 0,0 0-12 16,0 0 22-16,0 0-7 0,0 0 6 15,0 0-8-15,0 0 10 0,0 0-1 0,0 0 6 16,0 0-4-16,0 0-3 0,0 0-2 16,0 0 3-16,0 0-4 0,0 0-1 0,0 0-7 0,0 0 4 0,0 0-4 15,0 0 3-15,0 0-2 0,0 0-3 0,0 0 2 16,0 0 1-16,0 0 7 0,0 0-20 0,0 0 22 15,0 0-3-15,0 0 0 0,0 0-2 16,0 0 8-16,0 0-13 0,0 0 14 0,0 0-8 16,0 0 5-16,0 0-13 0,0 0 20 0,0 0-14 0,0 0 14 15,0 0-14-15,0 0 21 0,0 0-18 16,0 0 17-16,0 0-15 0,0 0 23 0,0 0-28 16,0 0 24-16,0 0-22 0,0 0 21 0,0 0-27 15,0 0 27-15,0 0-34 0,0 0 26 0,0 0-33 16,0 0 32-16,0 0-40 0,0 0 34 0,0 0-33 0,0 0 40 15,0 0-37-15,0 0 35 0,0 0-41 0,0 0 32 16,0 0-30-16,0 0 33 0,0 0-39 16,0 0 41-16,0 0-44 0,0 0 41 0,0 0-36 15,0 0 36-15,0 0-41 0,0 0 40 0,0 0-41 16,0 0 36-16,0 0-36 0,0 0 45 0,0 0-43 16,0 0 34-16,0 0-31 0,0 0 47 0,0 0-5 0,-11-4-7 15,11 4-3-15,0 0-2 0,0 0-8 16,0 0-2-16,0 0 0 0,0 0-31 0,0 0 24 15,0 0 7-15,-4-10-3 0,4 10 11 0,0 0-39 16,0 0 42-16,0 0-45 0,0 0 50 0,-4-9-44 16,4 9 44-16,0 0-46 0,0 0 34 0,0 0-30 0,0 0 44 15,0 0-49-15,0 0 42 0,0 0-53 0,0 0 48 16,0 0-48-16,0 0 46 0,0 0-43 0,0 0 38 16,2 12 2-16,2-2 0 0,2 2-4 15,1 3 1-15,1 3-6 0,2 3-6 0,2 3 14 16,-1 2-2-16,3-2-4 0,-3 2 2 0,0 0 17 0,2 1-8 15,-2-1 0-15,0 2-4 0,0-2-4 0,-1 1 4 16,-1-1 6-16,1-1-7 0,-2-4-1 0,-1 0 1 16,0 1-2-16,0-1-3 0,-1 0-4 15,-1-6 2-15,-1 2-5 0,0-4-3 0,0 1 4 16,-2-2 0-16,4-2-3 0,-6-10 5 0,3 19 7 0,-3-19 20 16,4 12 27-16,-4-12 25 0,4 11-5 0,-4-11-10 15,0 0 4-15,0 0-5 0,0 0-19 16,0 0-5-16,0 0-10 0,0 0-7 0,-11-4-3 15,11 4-6-15,-10-16-7 0,6 7 2 0,-3-4-7 16,1 1-4-16,-3-3 2 0,0-2 0 0,0-1-2 0,0-1 0 16,-1-2 0-16,1 0 9 0,-1-4-11 0,-2 1 7 15,3 0-10-15,0-3-6 0,0 2 1 0,2 3 5 16,3-3-1-16,-2 0 0 0,2 1 0 16,2-2-5-16,1 2 8 0,1-1-16 0,1 0 18 15,1 0-22-15,2 2 23 0,2-2-24 0,-1 3 25 0,3-2-21 16,2 4 21-16,-1 1-18 0,3-1 15 0,1 3-13 15,2 0 17-15,3 0-17 0,0 4 15 0,0-1-16 16,2 3 22-16,3 1-21 0,-1 2 17 0,1 1-16 16,0 4 16-16,0-2-6 0,0 5 4 15,-1 0-12-15,1 4 10 0,1-1-1 0,-1 4 4 0,0 0-4 16,-3 2 4-16,0 2-5 0,-2-2-1 0,-2 4-6 16,0-2 6-16,-3 3 3 0,-2-2-2 0,-2 2-3 15,0-3 3-15,-5 4 2 0,1-1-2 0,-2-1 4 16,-3 0-7-16,-2 0 3 0,-2 1 8 0,0 0-7 15,-4 1 2-15,1-1 0 0,-1 0 0 0,-4 1 12 16,2-1-12-16,0-1 7 0,0-2-9 0,0 0 7 16,1 1-8-16,1-2 6 0,-1 1-7 0,3-4 9 15,0 2-15-15,0-2 14 0,2 1-8 0,4-8 10 16,-7 16-11-16,7-16 6 0,-2 15-5 0,2-15 0 16,0 15 1-16,0-15-16 0,4 18 20 0,0-7-3 15,4-1 2-15,-2 3-1 0,3-1-5 0,4 0 4 16,1 4 5-16,0-3-5 0,2 2-4 0,4 2 5 15,-3 1-1-15,4-2-1 0,-3 2 0 0,-2-3-6 16,1 0 7-16,-3-1 0 0,0 3-3 0,-1-1 1 16,-2-1 2-16,-2-1 1 0,0-1 0 0,-2 0-3 15,-1-1 0-15,1 0-3 0,-5 0 4 0,-2-12 3 16,1 19 1-16,-4-9-2 0,-1-1 7 0,-5 0-3 16,-1-1 5-16,-3 0-3 0,-6 1-3 0,-2-3 5 15,-4 1 0-15,-6-1 2 0,-2 0-8 0,-3-2-1 16,0 0 5-16,-5-1 3 0,0 1-1 0,1-3-2 15,-1-1-6-15,2 0 6 0,1 0-2 0,2-1 1 16,6-1-7-16,3-1 8 0,2 0 1 0,3 0 3 16,4 0-2-16,2-2-5 0,0 2-1 0,7-3-21 15,9 6-35-15,-11-11-62 0,11 11-34 0,7-16-41 16,4 8-54-16,7-2-89 0,6-3-135 0,4 2-295 16,10-2-279-16</inkml:trace>
  <inkml:trace contextRef="#ctx0" brushRef="#br0" timeOffset="37968.521">25962 7782 500 0,'-4'-14'392'0,"-2"2"-60"15,3-1-82-15,-2-1-39 0,-1 0-25 0,3 0-46 16,-1-1-2-16,0 1-8 0,0-1-11 16,3 0-6-16,-1 2-4 0,2-1-21 0,0 0-20 15,0 2-15-15,2 1-8 0,-2-3-16 0,3 4-5 16,1 0 3-16,0 1-6 0,1 1-2 0,1 0-10 0,2 2 1 16,2 0-4-16,-1 2-3 0,3 1 4 15,1 2-11-15,1 1 12 0,3 2-3 0,0 2-2 16,2 1 10-16,4 2-8 0,-2 3 6 0,2 4-11 15,2 2 13-15,-2-1-20 0,0 2 6 0,-3 1-11 16,0 1 14-16,0 0-4 0,-4 2 0 0,0-1 0 0,-1 1 1 16,-3-2 2-16,-1 0-3 0,-3-1-4 0,-1 3 8 15,-2-2-11-15,-2-1 8 0,-1-3 4 16,-2 3-1-16,-2-4 3 0,-1 0-2 0,-4 3 8 16,2-5-7-16,-1 4 0 0,-1-5-4 0,-4 1 14 15,2-2-2-15,-2 0 5 0,-1-2-2 0,-1-1-2 0,0-1 10 16,-1-2-5-16,-1 0-3 0,-1-3-1 0,1-1-9 15,-2-3 4-15,-3 0-4 0,0-3 8 16,-2-1-7-16,1-2-2 0,-5-2 5 0,1-3-6 16,-2-1 1-16,-3-6 2 0,1 1-8 0,2-3 3 15,0 0 0-15,2-1 5 0,1-1 5 0,4 3 4 16,2-1 10-16,4 0-17 0,0-1 9 0,5 4-19 0,3-1-8 16,2-1 6-16,4 3 2 0,2-4-2 15,4 2 1-15,3-5-2 0,7 1 3 0,5-3-44 16,5 3 48-16,3 0-43 0,1 3 42 0,8 0-21 15,-2 3 28-15,4 0-35 0,0 3 39 0,2 1 1 0,2 3-7 16,-1 1-33-16,2 1 36 0,-1 1-35 0,0 3 35 16,-4 0-31-16,-3 4 30 0,3 0-30 15,-2 1 38-15,1 2-41 0,-3 1 43 0,-2 3-41 16,1 1 40-16,0 2-41 0,-5 2 40 0,1 1-44 16,-2 1 50-16,-3 5-13 0,4 1 7 0,-4 0 0 0,0 3-3 15,-6 1-1-15,0-1 12 0,-2 2-19 0,3 5-6 16,-8-3 3-16,-2 2 0 0,0-1 1 0,-4 2-5 15,-3-4-4-15,1 1 7 0,-5 1-14 16,2-3 19-16,-2 2-2 0,-2-1-3 0,1-2 2 0,-3 2-37 16,0-4 43-16,-3 0 3 0,1-1-4 0,-2-5 1 15,0 3 1-15,-3-2 0 0,-1-2-2 0,-3-1 7 16,-1-2-1-16,-2 0-1 0,-5-4 6 0,1-1 13 16,-5-2-10-16,1-1-8 0,-2-4 4 0,-1 2 4 15,-2-5-5-15,-1-1 5 0,1-3 5 0,2-1-7 16,2-2 4-16,2-2-6 0,2 0 4 0,5-2-3 15,2 0-3-15,5-1-4 0,3-1-2 0,2-1-5 16,4 1-3-16,0 1 11 0,4-2-12 0,6-2 6 16,-2 0-9-16,9 1 0 0,-1-2-4 0,4 2-9 15,2 2-12-15,3 0-47 0,-1 2-37 0,5 1-15 16,0 0-54-16,2 2-65 0,1 1-93 0,1 1-109 16,0 0-222-16,1 2-175 0</inkml:trace>
  <inkml:trace contextRef="#ctx0" brushRef="#br0" timeOffset="38673.506">27277 7404 153 0,'-2'-13'436'0,"2"13"-110"0,-2-11 0 0,2 11-108 16,-4-12-8-16,4 12-61 0,-2-10 34 0,2 10-71 15,0 0 33-15,-4-11-41 0,4 11-23 0,0 0-19 0,0 0-11 16,0 0-16-16,0 0 0 0,0 0-6 0,-9 9-13 16,9-9-17-16,-2 22 47 0,2-9-2 15,0 5-6-15,0 2 8 0,-2 4-8 0,2 1-6 0,0 3-5 16,2 7 4-16,-2-8-2 0,0 2 2 0,4 4 13 16,-2 0-8-16,2-2-2 0,-1 3 11 0,4-5-14 15,-2 0 0-15,-1-2-11 0,3-4-1 0,-3 2 3 16,2-4 4-16,0 0 5 0,-2-3-2 0,1-3-5 15,-1 0-11-15,2-1 5 0,-4-4 20 0,1 0 19 16,-3-10 25-16,4 18 28 0,-4-18 13 0,5 10-12 16,-5-10 12-16,0 0-26 0,0 0-16 0,0 0-18 15,0 0-14-15,9-3-11 0,-4-7-8 0,1-2-6 16,3-4-11-16,1-5 2 0,4-2-5 0,5-6-1 16,3-2-6-16,1-2 3 0,3 1-7 0,1-2 20 0,1 1-24 15,1 0 2-15,3 0-1 0,-2-1 0 16,0 2-4-16,-1 2 4 0,1 0-8 0,-2 2 8 15,-2 0 0-15,1 6-2 0,-7 2 2 0,-2 2 1 16,-1 3-2-16,-3 2-4 0,-3 3 5 0,1 0-5 0,-2 2-7 16,-2 1 2-16,-2 2-5 0,-6 5 0 15,12-6-30-15,-12 6 14 0,0 0 2 0,0 0 1 16,-2 11-1-16,-6-4-11 0,-3 4-5 0,-4 3-22 0,-3 2 12 16,-5 3 4-16,-4 2 1 0,0 1 18 0,1 0 1 15,-2-2 5-15,-1 1 4 0,2 0 5 0,2-2 4 16,-4 0 6-16,0 0-8 0,0 0 11 0,2-2 4 15,-3 0-6-15,4-4 8 0,1 2 1 0,0-2 0 16,4-1-9-16,2-3 12 0,1 0-5 0,5-2 0 16,1 0 4-16,1-1-1 0,4 0-2 0,-2 0-6 15,9-6 8-15,-9 10 4 0,9-10-5 0,0 0 9 16,9 15-8-16,2-9 0 0,3-2-3 0,6 3 7 16,5-2-1-16,1 1-19 0,7 1 19 0,2-3-17 15,1 1 22-15,0 1-24 0,-1-2 22 0,2 0 4 16,-1 1-5-16,-2-2 1 0,3 3-1 0,-1-3-2 15,-2 3-5-15,2-2 3 0,-1 2 2 0,0-1-5 16,-3 1-9-16,2-2-111 0,-3 2 3 0,-4-2-89 16,-1 1-61-16,1-2-109 0,0 0-428 0,-2 0-336 15</inkml:trace>
  <inkml:trace contextRef="#ctx0" brushRef="#br0" timeOffset="39168.546">29066 7336 67 0,'9'-19'415'0,"-1"2"-92"0,-2 2-71 0,0 0 12 15,-3 0-79-15,0-1 4 0,-1 1-37 0,-1 1 5 16,-1 1-27-16,-2 0 22 0,-2-1-64 0,0 1 18 15,-4 1-59-15,-1 2 28 0,-2 1-50 0,-2 2 34 16,-3 2-44-16,-4 2 23 0,0 3-48 0,-5 2 41 16,-3 4-38-16,-3 3 16 0,0 3-19 0,-5 3 41 15,0 2-41-15,3 5 36 0,1 0-49 0,6 0 48 16,-1 1-38-16,7-1 42 0,1 1-42 0,3-1 44 16,3 0-9-16,4-1-13 0,2 0-1 0,3 0 15 15,2 0-4-15,4-1-4 0,1 4-3 0,3 1-1 16,5 1-2-16,2 1-11 0,2-1-32 0,5 3 49 15,0-2-44-15,2 1 48 0,2-1-48 0,0-2 49 16,2 0-44-16,1-2 41 0,1-4-39 0,2 3 48 16,-1 0-48-16,1-1 47 0,-1-1-45 0,-3-2 42 15,-1-3-42-15,-4 1 48 0,0-1-47 0,-3-2 55 0,-1-2-54 16,-2 2 55-16,-4-3-51 0,0-1 52 0,-1 1-25 16,-4-3 53-16,-1 2-15 0,-5-9 45 15,4 16-14-15,-4-16 8 0,-12 15-28 0,-1-6 10 0,-8 0-16 16,-10 0-10-16,-14 0-9 0,-10 1-7 0,-19 0-7 15,-10 0-10-15,-7-1 0 0,-12 0-5 0,-24 1-28 16,-2-1-93-16,0 1-42 0,0 2-71 0,3-1-137 16,25-1-540-16,1-2-467 0</inkml:trace>
  <inkml:trace contextRef="#ctx0" brushRef="#br0" timeOffset="53297.5177">17028 9128 183 0,'0'0'252'0,"12"5"-37"0,-12-5-29 0,16 4-23 0,-16-4-19 16,19 1-17-16,-19-1-16 0,25 0-20 15,-11-1-17-15,2-1-10 0,3-1-7 0,-1 1-9 16,1 0-4-16,2-1-3 0,2-2-12 0,1 1-5 0,1 0-6 15,0 1 2-15,0-1-4 0,-1 0-2 0,1 0 0 16,-1 1-3-16,-2 2-3 0,2-3 2 16,-1 2-6-16,-1-1-1 0,-1 1 2 0,-1 2 3 0,2-1-4 15,-1-1 0-15,-1 2-3 0,3-1 4 0,-2 2-2 16,2-2 0-16,0 2 7 0,3-1-7 0,1 1 1 16,3 0 2-16,1 0 0 0,5 1 2 15,3 0 2-15,4-1 2 0,9 0-4 0,1 0 7 0,5 1 1 16,2-2-1-16,2 0 2 0,2 0-43 0,14-1 52 15,0-1-38-15,3 2 46 0,2-2-6 0,1-1 2 16,1 1 3-16,1 0-11 0,0-1 7 0,-2 2-4 16,1 0-37-16,-1-1 40 0,0 1-9 0,0 1-2 15,2 0 0-15,0 0-1 0,1 0-3 0,0 1-3 16,-1 1-34-16,0-2 38 0,2 1-32 0,1 0 31 16,1 1-24-16,2-2 28 0,0 1-32 0,3 0 36 15,-1-1-35-15,1 1 33 0,-1-2-34 0,1 1 40 16,1-1-38-16,1 0 31 0,2-1-28 0,0 2 31 15,0-1-31-15,1 1 31 0,-2-1-24 0,3 1 21 16,-1-2-21-16,1 2 33 0,3 2-29 0,-1-2 29 0,1-2-30 16,2 2 25-16,-1-1-19 0,1 1 4 0,1 0-7 15,2 0 20-15,1-1-13 0,1 0 13 16,-1 0-19-16,0 1 15 0,-1-2-15 0,-2 0 16 0,-1 1-16 16,1 1 22-16,-3-1-10 0,1 0 5 15,-3 0-8-15,-2 0 0 0,-2 0-7 0,-1 0 7 0,-3 1 9 16,-2 0-17-16,-2-1-9 0,-2 1 10 0,0-2-2 15,-3 1-4-15,1-1-4 0,-3 0 9 0,-3 2-8 16,2 0 10-16,-4-3-11 0,1 2 7 0,-1 0-7 16,1 0 4-16,0 0-5 0,-1 1 7 0,-1-2-5 15,1 0 6-15,-1 1 1 0,-1-1-1 0,-4-1-11 16,-10 2 6-16,1-2-4 0,-2 0 11 0,3 2-13 16,-3-2 9-16,1 1 7 0,-2 0-8 0,4-1-1 15,-1 1 0-15,-1-2 2 0,-1 1-2 0,0-1 0 16,-1 2-2-16,-2-2 2 0,1 2 2 0,-1-3-1 15,-2 4-2-15,-1-2-6 0,3 1 8 0,-5 1 7 16,3-1-33-16,-1 1 31 0,-1-1-1 0,0 1 0 16,-1 0-3-16,1-1 3 0,0 1-4 0,-2-1-14 0,2 1 18 15,0 1 3-15,-2-1-6 0,-1 0-1 16,0 1 0-16,-8 0 0 0,0 0-6 0,0 0 7 16,-3 1 2-16,3 0-1 0,-5-1-2 0,0 0 0 15,1 1 1-15,-1 0-8 0,-1 0 9 0,-2 0 2 0,0 2-2 16,-2-2 0-16,-3-1 4 0,1 2-1 15,-1-1 16-15,-1-1-20 0,0 1 8 0,0 0 7 16,-1-1 9-16,1 0 1 0,-1 0-2 0,0-1-1 16,1 0-9-16,-1 0 3 0,1 1-6 0,-2-2 6 15,1 1-13-15,-1 0 14 0,2-1 2 0,-2 1-5 0,1 0-1 16,0 0 0-16,0 0-1 0,-1-1-1 0,0 1-12 16,3-1-10-16,-3 2 16 0,1-1 0 15,0-1-8-15,0 1 17 0,-1-1-3 0,-1 1 0 16,-1 0-3-16,0-1 14 0,-2 0-2 0,2 2-1 15,0-2 11-15,0 0-12 0,-3 0 1 0,-1 1-6 0,2 0-1 16,0-1 1-16,-3-1-3 0,3 3-1 0,-2-1-4 16,-2-3 1-16,2 3-10 0,-1-2 9 15,0 0-9-15,-1 3 6 0,0-2-1 0,-1-1 1 16,0 0 0-16,-2 0-1 0,-1 1 3 0,0-1-2 16,-1 0-1-16,-1 1-3 0,-2 0-1 0,2-1 4 15,-2 0 3-15,1-1-4 0,-1 1 1 0,0 0-1 0,1-2 0 16,-1 1-2-16,0-2 1 0,2 0-6 0,0-2-24 15,1 1 36-15,-2-1-26 0,1-1 29 16,3-1-31-16,-4 0 31 0,3-3-26 0,-1 3 29 16,-1-2-26-16,0-1 41 0,1 0-35 0,-1-1 21 15,0 1-19-15,2 0 25 0,-1-3-25 0,0 0 24 0,-1 1-22 16,1-2 32-16,-1-1-18 0,3-3 31 0,-1 0-7 16,1-1-11-16,0-1 2 0,0-2-5 15,0 2 14-15,1-3-4 0,0-4-11 0,1 0-4 16,-2-1-18-16,1-3 18 0,1 2-7 0,-4-3 30 15,0-1-19-15,0-3 8 0,-1 0-16 0,1 0 7 16,-2 0-13-16,1-1 18 0,-1 1-8 0,0 1 22 0,0 0-20 16,-1 1 11-16,1 0-2 0,-2 6-8 0,0 1 0 15,-1 0-1-15,1 2-4 0,-1-2-9 16,0 4 3-16,1-1-1 0,-1 2-14 0,-1 3 14 16,0 0-16-16,-1 2 17 0,-1-2-14 0,1 3 12 15,-1-1-12-15,0 3 13 0,-2 1-15 0,1 1 18 0,-1-1-13 16,0 2 12-16,0 0-14 0,-1 1 14 0,0 1-15 15,1 2 11-15,-1-2-10 0,-3 12 14 16,3-19-15-16,-3 19 10 0,4-15-9 0,-4 15 14 16,4-15-15-16,-4 15 15 0,1-10-16 0,-1 10 11 15,0 0-11-15,3-13 12 0,-3 13-14 0,0 0 14 0,2-12-19 16,-2 12 19-16,0 0-16 0,0 0 16 16,1-10-15-16,-1 10 15 0,0 0-13 0,0 0 11 15,0 0-8-15,0 0 12 0,0-12-14 0,0 12 13 16,0 0-12-16,0 0 16 0,-4-9-17 0,4 9 16 15,0 0-15-15,-7-8 13 0,7 8-12 0,0 0 15 16,-7-7-12-16,7 7 12 0,0 0-14 0,-10-8 13 0,10 8-13 16,-8-6 14-16,8 6-17 0,-9-8 17 15,9 8-15-15,-11-8 6 0,11 8-3 0,-12-9 13 16,12 9-16-16,-14-11 6 0,4 5-7 0,1 0 15 16,-3-1-15-16,-2 0 17 0,1-1-17 0,-3 0 10 15,2 0-9-15,-2 0 16 0,1 2-16 0,0-3 13 0,-1 3-16 16,0-2 17-16,-1 0-16 0,0 1 12 0,3 0-9 15,-4 0 14-15,0-2-13 0,0 2 12 16,-2-2-14-16,1 0 16 0,-2 1-21 0,-1-1 13 16,-1 1 7-16,-3-3-4 0,-2 0 1 0,-2 0-4 15,-6-3 2-15,-3 2-2 0,0-2-1 0,-3 1 2 16,-1-1-1-16,0 3-5 0,-1-3 5 0,1 3-1 0,0-1 0 16,0 1 1-16,0 0-3 0,0 0 0 15,2 3-2-15,6-1 3 0,1 3 0 0,-1-1 0 16,1 0-5-16,0 2 7 0,0-1 0 0,2 0-1 15,0 1-2-15,-1 0 2 0,2-1 0 0,-1 0-3 16,-1 0 3-16,2 0 2 0,-3 0-3 0,2 0-8 0,-2-1 10 16,-3 1-1-16,3-1 0 0,-9-1-16 15,1-1 19-15,-1 0-15 0,1 1 12 0,-1-1-12 16,1 1 16-16,0-1-17 0,1 0 15 0,-1 0-12 16,6 1 16-16,2 1-18 0,-1 0 19 0,1 1-17 15,1 0 13-15,0 0-5 0,0 0 8 0,-1 1-14 16,3 0 13-16,4 1-17 0,-1-1 18 0,-4-1-15 0,5 4 15 15,-1-4-17-15,1 3 18 0,0-2-16 16,0 2 15-16,-1-1-11 0,0 0 12 0,-1 1-22 16,1 0 16-16,1-1-9 0,-2 2 15 0,-1-3-16 15,-3 2 15-15,-1 0-12 0,-1 1 10 0,0-1-12 16,1 0 18-16,-2-1-18 0,7 2 10 0,-2-1-14 0,1 1 19 16,-5 0-15-16,-1 0 14 0,2 0-15 15,3 0 16-15,-5 0-14 0,-1 0 13 0,-1 1-16 16,2-1 13-16,-1 0-16 0,-2 0 5 0,0 1 2 15,0 1 15-15,1-2-18 0,-3-1 16 0,3 3-18 16,-1-2 14-16,0 1-15 0,0-2 22 0,1 2-22 0,0 0 13 16,0-1-8-16,-3 0 15 0,3 0-17 15,-2 1 17-15,-2-1-19 0,2 0 18 0,0 1-15 16,-3 0 17-16,1-3-16 0,1 3 13 0,-8-1-20 16,2-1 21-16,-1 2-18 0,6 0 19 0,-6-2-17 15,6 0 17-15,1 1-16 0,-1-1 12 0,1 2-12 16,-1-2 16-16,3 0-16 0,-1 1 14 0,-3 1-14 0,3-2 19 15,0 0-20-15,-2 0 18 0,3 2-22 16,-1-2 19-16,0 1-15 0,0 0 15 0,0 0-14 16,0 0 14-16,1 1-17 0,-1-1 18 0,2-1-19 15,0 2 20-15,-1 0-20 0,1 1 20 0,1-3-18 16,1 2 17-16,-1 0-16 0,5 0 18 0,2 1-17 0,-3-1 12 16,2-1 2-16,-2 2-18 0,2-1 21 15,1 0-20-15,-1 1 19 0,1-1-18 0,2 1 13 16,-1 0-14-16,0 0 20 0,0 0-20 0,1 0 14 15,1 0-13-15,-2 0-3 0,1 1 9 0,1-1 15 16,0 1-21-16,0 0 15 0,2-1-11 0,2 2 15 16,0-1-17-16,0-1 15 0,1 1-18 0,0 1 13 15,-3 1-9-15,2-3 17 0,3 1-18 0,-3 0 17 16,2 2-18-16,0-3 17 0,0 2-13 0,-2-1 14 16,2 2-22-16,-1-1 22 0,-3-1-17 0,3 1 15 15,-3 1 0-15,1-2-19 0,-2 2 15 0,1-1-13 16,1 0 18-16,-2 1-19 0,1-2 12 0,-1 1-14 0,0 0 23 15,0 1-18-15,-1-2 14 0,0 2-15 16,-1-1 15-16,2 0-15 0,-2 0 17 0,0 0-16 16,0 0 11-16,0 0-16 0,-1 0 24 0,-1 0-18 15,1 0 16-15,0 1-18 0,-1-2 18 0,0 1-17 16,0 0 14-16,-1-1-10 0,-4 2 17 0,5 0-26 0,-2-2 23 16,-3 0-3-16,0 2-19 0,1-1 20 15,-3-1-18-15,2 2 10 0,-1-1-9 0,1-2 15 16,-1 2-17-16,5-1 15 0,-5 1-11 0,0-1-4 15,-2 0 6-15,3 0 16 0,-1 1-18 0,4-2 15 16,-1 2-12-16,-3-2 14 0,-2 1-22 0,5-1 17 0,1 1-12 16,0-1 16-16,-1 0-17 0,-3 0 19 15,3 0-16-15,-3 0 15 0,3 2-20 0,-3-2 15 16,3 0-14-16,-4 1 17 0,-1-1-18 0,1 1 15 16,0 0-12-16,-2 0 14 0,2-1-16 0,-1 0 16 15,-1 0-18-15,2 2 20 0,-3-2-18 0,1 1 16 0,0-1-19 16,-2 2 17-16,1-2-11 0,0 0 12 15,-1 1-17-15,1 0 22 0,-1-1-20 0,-1 2 19 16,0-1-13-16,0 0 5 0,-6 0-10 0,6 1 17 16,-8-1-20-16,1 1 8 0,0-2-6 0,-2 1 17 0,2 0-16 15,-2 1 16-15,0-1-15 0,1 1 16 0,-1-1-18 16,-1-1 17-16,1 2-19 0,-1 0 19 0,0-1 1 16,0 0-4-16,-1-1-16 0,0 2 17 15,0-1-18-15,-1 1 23 0,0-2-22 0,-1 1 14 0,2 1-13 16,-2-1 16-16,1 1-16 0,-1-1 19 0,1 0-19 15,1-1 14-15,0 0 5 0,0 2-5 0,1-1-9 16,-2 1 9-16,1-2-18 0,0 1 21 0,0 0-16 16,-1 0 16-16,0 0-20 0,-1 1 14 0,2-2-12 15,-1 1 18-15,0 1-18 0,0 1 19 0,1-3-17 16,1 1 17-16,-1 0-3 0,3 1-4 0,-1 0 4 16,0-2-4-16,2 1 1 0,-1 0-15 0,1-1 17 15,0 2-17-15,-1-1 13 0,7-1-9 0,-7 1 15 16,1 1-16-16,0-2 14 0,1 2-13 0,5-1 16 15,-6 1-19-15,7-2 19 0,0 3-13 0,-1-2 15 16,2 0-8-16,0 0 6 0,0 0-3 0,1 0-5 16,1-1 5-16,1 1-16 0,-1 0 16 0,2-1-16 15,4 2 17-15,1-2-17 0,0 0 12 0,0 0-11 16,2 0 22-16,0 1-22 0,0-1 14 0,2 0-12 16,2 1 18-16,-1-1-23 0,4 0 21 0,0 2-17 0,0-2 18 15,3 0-14-15,-2 1 12 0,2-1-15 16,0 0 17-16,0 0-20 0,0 1 18 0,2 0-15 15,-1 0 12-15,2-1-4 0,0 0 5 0,-1 3-10 0,1-2 13 16,1 0-20-16,2 0 24 0,-1 0-10 0,1 2 5 16,-3-2-1-16,1 0-2 0,0 1-2 15,-1 1 0-15,0-1-2 0,0 1-6 0,-1 0 12 16,-1-1-9-16,1 1 8 0,-2 0-4 0,2 0 3 0,-2 0-4 16,-1 0 0-16,1-1 1 0,-3 3-6 0,-1-2 4 15,1 0 2-15,1 3-2 0,-2-5-5 0,3 2-6 16,1 1 1-16,-3-2-3 0,2 1 3 0,0 0 5 15,2 0 0-15,-1 0-2 0,2-2 5 0,-1 1 0 16,1 1-3-16,0-2 2 0,0 2 4 0,1 0-3 16,-1-1 0-16,2 0 3 0,-2 0 3 0,1 1-7 15,-1-2 2-15,1 1 7 0,0 0-4 0,1 0-8 16,0-1 7-16,-1 1 1 0,0 0-2 0,1-1 2 16,2 0 0-16,-1 1 1 0,-1-1-6 0,-1 1 5 15,1-1-1-15,-1 2-3 0,0-1 5 0,1-1-4 16,-1 3 3-16,2-2-5 0,-2 1 5 0,2-1 1 15,-2 0-14-15,2 1 15 0,0 0-3 0,0 1 2 16,1-2-7-16,2 1 6 0,-1 0 1 0,0 0-2 0,-1 1 3 16,1-1-4-16,2 1 2 0,0 0-6 15,-1 0 7-15,2-1-1 0,-2 3 0 0,2-3-2 16,-1 2 3-16,0-1-2 0,1 2-16 0,1-2 18 16,-1 2-4-16,2 0 5 0,0-2 0 0,1 2-4 0,-1-1 2 15,2 2-2-15,-1-1-1 0,1 0-1 16,1 2 3-16,-2-1 1 0,2 2 1 0,1-1-4 0,-2 1 2 15,3 2 0-15,-1 1-21 0,0 1 26 0,-1 1-19 16,2 2 19-16,0 0-16 0,-1 2 19 0,2 1-18 16,-1 3 14-16,1 0-10 0,0 3 16 0,0 0-18 15,0 2 16-15,-1 2-14 0,0 5 20 0,-1-2-7 16,1 2 4-16,0 2-2 0,0 1 17 0,0 7-21 16,-1 0 2-16,2 0 1 0,-1 4-6 0,-1-3 5 15,1 5-4-15,0-2 1 0,1 1-5 0,-2 0 4 16,1-2 0-16,-1 2-2 0,0-3 4 0,2-1 1 15,-2-1 0-15,1 0 14 0,-2 0-18 0,2-2 20 16,-2-1-25-16,1-5 19 0,0 0-16 0,-1 0 0 16,1-2-5-16,-2 2 3 0,2-4 3 0,0 0 1 15,-3 2-3-15,3-4 2 0,-1-4 0 0,1-1-5 16,0-1 7-16,0-1-1 0,0-1 0 0,2-6-2 16,0 2 3-16,-1-3-3 0,1 0-9 0,0-2 11 15,1-1-4-15,-1-1 4 0,0 0 1 0,2-11-1 0,-5 20 0 16,5-20-2-16,-2 15 2 0,2-15-6 0,-2 12 7 15,2-12 1-15,-2 11 0 0,2-11 3 16,0 0-3-16,-1 14 1 0,1-14-7 0,0 0 6 0,-3 10 0 16,3-10 0-16,0 0-7 0,0 0 9 0,-2 10-1 15,2-10-7-15,0 0 7 0,0 0-1 0,0 0-12 16,0 0 8-16,0 0 4 0,-2 11-3 0,2-11-5 16,0 0 7-16,0 0 0 0,0 0-5 0,0 0-3 15,0 0 3-15,0 0-1 0,0 0-5 0,0 0 5 16,0 0-2-16,0 0 2 0,0 0-3 15,0 13 9-15,0-13-6 0,0 0-4 0,0 0 7 0,0 0 1 16,5 10 2-16,-5-10-5 0,0 0 7 0,9 9-1 16,-9-9-16-16,15 8 20 0,-5-3 0 0,5 1-4 15,5 1-2-15,6-1 4 0,9 2 19 0,11-1-23 16,8 0 21-16,17-1-18 0,14-3 22 0,10-1-19 16,11-3 30-16,30-3-30 0,7-4 39 0,9-1-17 15,9-2 2-15,3-1 21 0,2 1-35 0,2-1 19 16,1-1-33-16,-2-1 4 0,-3 5-2 0,-6-2 20 15,-7 1-25-15,-5 2 19 0,-7 1-38 0,-6 1-41 16,-24 1-44-16,-5 1-52 0,-5 1-70 0,-5 2-73 16,-7-1-58-16,-2 1-137 0,-7 0-370 0,-15 0-411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9:49:36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13279 8351 271 0,'0'0'259'0,"0"0"-15"0,0 0-52 0,0 0-22 0,-2-10-9 16,2 10-8-16,0 0-5 0,-5-11-11 0,5 11-46 15,0 0 27-15,-6-9-46 0,6 9 38 0,0 0-30 16,-5-9 32-16,5 9-40 0,0 0 4 0,0 0-9 16,-9-9-4-16,9 9-12 0,0 0 6 0,0 0-10 15,0 0-5-15,0 0 0 0,-4-9-3 0,4 9 3 16,0 0-9-16,0 0 11 0,0 0-24 0,0 0 26 16,0 0-11-16,0 0 17 0,0 0-8 0,0 0 14 15,0 0-13-15,0 0 6 0,-5-7-12 0,5 7 10 16,0 0-22-16,0 0 14 0,0 0-14 0,0 0 6 15,0 0-20-15,0 0 13 0,0 0-15 0,0 0 24 0,0 0 23 16,0 0 26-16,0 0-21 0,2 14 15 0,-2-14 1 16,7 13 32-16,-7-13-37 0,4 21 37 15,4-7-27-15,-6 0 28 0,0 2-37 0,0 1 10 0,0 2-22 16,1-1 23-16,-1 5-35 0,0 0 16 0,0-1-33 16,0 3 20-16,0-1-25 0,-1 0 13 0,1-1-26 15,-2 1 16-15,0-2-24 0,-2 0 17 0,1-1-21 16,-1 0 17-16,2 0-21 0,-4 0 20 0,-3 1-23 15,1-2 20-15,-4 1-8 0,1-2-2 0,-4-1 4 16,-3 2-3-16,-3-1 1 0,-2 0-3 0,-4-2 0 16,-8 2-8-16,1-2-1 0,-4-2 7 0,1-2 1 15,-6-1 16-15,3-1-20 0,2-4 17 0,-2-1-22 16,2-4-10-16,-1 0 11 0,6-2-2 0,-5-3-5 16,3-2 2-16,1-2-2 0,3-2-27 0,2-2 17 15,2-2 20-15,3-1-20 0,1-3 23 0,6 1-21 16,1-1 19-16,2 1-19 0,2-2 26 0,5-1-22 15,-1 3 27-15,1-1-27 0,3 0 24 0,0 1-26 16,2 0 20-16,0 0-13 0,2 1 20 0,2-1-22 0,1 0 22 16,2-1-18-16,4 0 17 0,2 1-18 15,4-3 25-15,4 1-24 0,8-1 25 0,5 0-5 16,7 0-16-16,13-1 19 0,8 1-17 0,6 0 25 0,6 2-3 16,5 0 1-16,4 3 9 0,5 0 16 0,4 3 5 15,4 1-1-15,0 2 6 0,0 1-7 0,0 2-6 16,-4 1-14-16,-2 1 4 0,-7 0 42 0,-4 1-42 15,-14 2 37-15,-3 0-47 0,-7 0-4 0,-2 2-3 16,-12-1-5-16,1 1 1 0,-6-1 6 0,-4-1 1 16,-3 3-2-16,0-1-8 0,-4-1 6 0,-3 0-5 15,-4 1-2-15,3 0-1 0,-3-2-4 0,-1 2 4 16,-2 0-12-16,-3-2 10 0,-1 2 2 0,-11-2-4 16,21 0 2-16,-21 0-1 0,18 1-2 0,-18-1-1 15,13 0-6-15,-13 0 0 0,11 1-10 0,-11-1-30 16,0 0-53-16,14 0-76 0,-14 0-104 0,0 0-75 15,0 0-73-15,11-1-124 0,-11 1-96 0,0 0-450 16,0 0-711-16</inkml:trace>
  <inkml:trace contextRef="#ctx0" brushRef="#br0" timeOffset="1390.5155">14177 9150 305 0,'-6'-7'507'0,"-1"0"-94"16,0-1-85-16,-2 1-29 0,0-2-1 0,1 0-17 15,-4 0-16-15,3 0-49 0,0 0-2 0,0 1-3 0,-2-1 6 16,4 3-51-16,-1-1 20 0,0 1-45 0,8 6-8 16,-11-9-44-16,11 9 5 0,-9-7-43 15,9 7 10-15,0 0-14 0,0 0 24 0,-8 4-24 0,8-4 22 16,2 17-7-16,0-5 0 0,4 3-13 0,-1 5-3 15,2 1-35-15,-1 2 14 0,2 4-19 0,0 1 21 16,-1 0-26-16,3 0 22 0,-2 0-29 0,-1 0 25 16,-1-1-26-16,1-4 21 0,0 0-21 0,-2 0 21 15,1-3-22-15,-1 1 22 0,-1-4-25 0,-2 0 28 16,3-1-27-16,-2-2 22 0,-2 0-21 0,0-4 21 16,1 0-26-16,-2-10 23 0,2 18-16 0,-2-18 24 15,0 12-25-15,0-12 21 0,0 0-24 0,-7 7 24 16,7-7-22-16,-11-5 20 0,11 5-22 0,-13-12 18 15,6 3-17-15,-3-4 18 0,0-4-23 0,-1-2 15 16,-1-2-15-16,1-5 26 0,-1-2-26 0,3-2 22 16,-1-2 0-16,1 1 0 0,1-1-8 0,0-2 5 15,5 0-23-15,-3 1 26 0,4-1-25 0,1 1 26 16,1 4-27-16,0 1 26 0,1 2-22 0,1 1 21 0,2 1-22 16,0 0 6-16,1 4-3 0,1 0 5 15,2 2 1-15,1 0-4 0,2 3 2 0,1 4 3 16,-2 0-2-16,3 1 23 0,2 3-37 0,0 2 14 0,-1 2 24 15,1 2-24-15,-1 1 22 0,1 2-25 0,1 3 25 16,-3 1-29-16,2 1 27 0,-3 2-23 0,-1 0 20 16,-1 3-20-16,-1-2 22 0,0 2-31 0,-2 0 26 15,-5-1 2-15,0 1 1 0,-2 1 0 0,-4-1-3 16,-2 1-1-16,-2 2 4 0,-3 0-12 0,-3-1 6 16,-1 1 0-16,-1-1-2 0,-2 0-19 0,-1-2 23 15,-1 1-23-15,3-1 5 0,-2-2 1 0,2 0 25 16,3-1-28-16,1-1 13 0,1-2-70 0,3-1-37 15,1-1-80-15,8-4-40 0,-14 8-55 0,14-8-62 16,0 0 2-16,0 0-46 0,0 0-19 0,0 0-395 16,0 0-332-16</inkml:trace>
  <inkml:trace contextRef="#ctx0" brushRef="#br0" timeOffset="2861.5124">14476 9028 143 0,'7'-7'516'0,"-1"-1"-81"0,-6 8-48 0,8-12-77 16,-8 12-26-16,2-13 1 0,-2 13-16 0,2-12-39 16,-2 12 24-16,-4-12-36 0,4 12-6 15,-4-9-41-15,4 9-11 0,0 0-49 0,-10-9 2 16,10 9-34-16,0 0 32 0,-9 4-26 0,9-4 5 0,-7 8-33 16,7-8 11-16,-6 16-1 0,6-16-14 0,-6 17-7 15,6-17-10-15,0 22-6 0,0-22-3 0,1 22 5 16,1-12-6-16,3 1-10 0,-1-1 2 0,-1 0-30 15,3 0 33-15,0-2-3 0,1-1 0 0,1 2-6 16,1-1-4-16,-1-2 6 0,4-2-6 0,-1 0 3 16,-1-2-10-16,3 0 1 0,-13-2 1 0,24-1-9 15,-12-1 8-15,0-1 1 0,-2-1-4 0,3-3 0 16,-2 0-2-16,-1-4 1 0,0 2-26 0,-3-4 27 16,2 0-23-16,-4-2 27 0,2 1-24 0,-3-2 23 15,0 1-20-15,-1 0 24 0,-1 0-22 0,0 2 25 16,-2 1-24-16,0 12 26 0,0-23-28 0,0 23 4 15,0-17 28-15,0 17-27 0,0-14 26 0,0 14-27 16,0 0 21-16,0-13-23 0,0 13 20 0,0 0-14 0,0 0 23 16,0 0-23-16,6 9 22 0,-6-9-23 15,5 14 24-15,-2-3-25 0,2-1 29 0,1 3-26 16,2-3 22-16,-2 5-3 0,3-2 1 0,1 1-5 16,2-1-7-16,-1 2 11 0,0-2-5 0,3 0 1 0,-3-3-5 15,1 1 5-15,0-3-5 0,0 0-1 0,1 0-1 16,-4-3-3-16,3-1 3 0,-12-4-5 15,16 6 5-15,-16-6-14 0,16 0 14 0,-16 0 3 0,13-6-4 16,-13 6 2-16,9-13-3 0,-9 13-24 0,3-19 23 16,-3 6-15-16,-2-4 23 0,0-1-22 0,-4-4 21 15,2-3-21-15,-5-5-5 0,1 2 9 0,0-3 5 16,-3-5 4-16,-1 0-3 0,3 5 3 0,0 0 23 16,-1 4-26-16,2-1 17 0,1 4-15 0,-1 3 23 15,3 1-25-15,-2 3 20 0,3 2-22 0,0 1 24 16,1 3-27-16,-1 0 27 0,4 11-25 0,-5-14 24 15,5 14-24-15,0 0 27 0,0 0-24 0,0 0 19 16,0 0-21-16,0 0 5 0,0 14 3 0,3-1 2 16,-1 2-5-16,3 1 4 0,-1 5 1 0,2 1-1 0,1 0 3 15,-2 1 18-15,5 3-22 0,-3-3 20 16,3 3-25-16,-2-3 25 0,0-3-26 0,0 2 24 16,1-4-24-16,-1 3 20 0,-1-4-24 0,0-1 18 15,1-2 7-15,-3-2-4 0,1 1-5 0,-2-3 1 0,0-2 1 16,0 0 0-16,-4-8-11 0,7 15 13 0,-7-15-2 15,5 7-1-15,-5-7-24 0,0 0 24 16,0 0-25-16,0 0 21 0,9-7-22 0,-9 7 29 0,4-12-24 16,-4 12 19-16,3-17-20 0,-3 17 27 0,5-17-25 15,-5 17 25-15,6-17-26 0,-6 17 24 0,3-15-21 16,-3 15 24-16,2-12-26 0,-2 12 22 0,5-9-23 16,-5 9 27-16,6-6-25 0,-6 6 24 0,0 0-26 15,17 0 22-15,-17 0-16 0,15 7 23 0,-9-2-22 16,4 2 23-16,-2-1-25 0,1 3 23 0,1 1-24 15,-1 1 25-15,-1-1 0 0,0 0-5 0,0 2-3 16,-2 0-2-16,0 0-1 0,-2-1-9 0,0 0 11 16,-2 0-3-16,-2 0 0 0,0-11-4 0,0 21 6 15,-2-10-8-15,-2-1-2 0,-3 0 9 0,-1-2-28 16,-4 1 27-16,2 0-20 0,-4-2 22 0,-1 0-30 16,0-2 28-16,-1-1-34 0,1 1 24 0,1-4-25 15,0 0 26-15,14-1-24 0,-24 1 21 0,24-1-24 0,-18-1 18 16,18 1-32-16,-12-2 28 0,12 2-20 15,0 0 30-15,0 0-25 0,0 0 38 0,0 0-27 16,3-11 25-16,-3 11-9 0,16-3 1 0,-5 0-3 16,0 1-7-16,2-1-1 0,0 1-18 0,2-1 23 0,0 0-42 15,4 0 21-15,-3-1-19 0,4-1 15 0,-3 0-12 16,1 0 24-16,1-3-16 0,-1 1 17 0,-1-1-10 16,0-3 24-16,-2-2-21 0,-2 1 28 0,-1-3-13 15,-3-3 16-15,-1-1-21 0,-2-2 20 0,-2-2-11 16,-1-3 1-16,-3 0 5 0,0-2 14 0,-4-6-16 15,0 2 18-15,-2-1-17 0,-4 0 16 0,5 2-15 16,-4 1 18-16,1 0-13 0,1 8 51 0,0-1-14 16,-1 4 12-16,2 1-32 0,0 3 35 0,1 1-25 15,0 3 13-15,0 0-30 0,5 11 19 0,-6-12-20 16,6 12 18-16,0 0-16 0,0 0 20 0,-11 3-7 16,11-3 24-16,-5 21-17 0,4-7-2 0,0 6 1 15,1 1 1-15,0 4 1 0,1 2-3 0,1 4 19 16,3 1-29-16,0 0 26 0,0 1-39 0,4-1 29 0,-1-1-22 15,2-1 20-15,2-1-5 0,4 3-3 16,2-2-4-16,-3-5-22 0,3-3 20 0,1 0-2 16,1-2-4-16,1-2-2 0,-2-2-28 0,0-2 29 15,0-4-27-15,-2 0 25 0,-1-2-23 0,-2-3 24 0,3 1-24 16,-4-3 25-16,-1-1-10 0,-12-2 5 0,23-2 1 16,-12-1-2-16,-2-3-7 0,-2 1-18 15,0-3 25-15,-2 0-27 0,0-1 30 0,-2-1-26 0,-1 0 28 16,-2 10-25-16,3-20 24 0,-3 20-25 0,2-18 23 15,-2 18-18-15,0-14 25 0,0 14-27 0,0-13 23 16,0 13-23-16,0 0 21 0,-2-12-24 0,2 12 29 16,0 0-25-16,0 0 25 0,0 0-24 0,-3 11 28 15,3-11-25-15,0 14 22 0,0-14 0 0,3 19 0 16,0-8-2-16,0 0-5 0,3 2 2 0,-1 0-28 16,4 0 28-16,-2 1-23 0,0-1 24 0,2-1-25 15,0-1 20-15,0 1-66 0,0-2-22 0,0 1-94 16,-2-2-68-16,1-2-76 0,-2 0-135 0,-6-7-69 15,12 11-410-15,-12-11-513 0</inkml:trace>
  <inkml:trace contextRef="#ctx0" brushRef="#br0" timeOffset="3067.5528">15523 8853 366 0,'-5'-13'449'0,"1"1"-32"0,0-1-59 15,-1 3-43-15,2-1-64 0,0 2-53 0,3 9-28 16,-5-17-26-16,5 17-29 0,-5-15-23 16,5 15-19-16,0-12-28 0,0 12-4 0,6-9-3 15,-6 9-13-15,17-4-5 0,-17 4-37 0,21-2-50 0,-7 6-54 16,0-2-58-16,2 3-82 0,-1 1-33 0,2 0-53 16,-2 1-224-16,1-2-88 0</inkml:trace>
  <inkml:trace contextRef="#ctx0" brushRef="#br0" timeOffset="4042.087">15847 8847 385 0,'0'0'408'16,"10"4"-68"-16,-10-4-56 0,0 0-73 0,0 0 8 16,0 0-9-16,0 0-19 0,0 0-26 0,0 0-14 15,0 0 4-15,-16 0-7 0,16 0-11 0,-19 0 3 16,5 2-17-16,4-1-11 0,-2 1-25 0,1-1-12 16,1 4-13-16,10-5-16 0,-19 7 3 0,12-2 12 15,1 2-24-15,6-7 9 0,-7 15-16 0,7-15 23 16,-1 17-14-16,3-6 16 0,1-1-28 0,4 3 14 15,2 0-27-15,2 2 20 0,2 0-24 0,3 1 18 0,-2 0-24 16,6 2 17-16,-1-1-23 0,0 0 18 0,-4-2-20 16,2 0 21-16,-3-1-23 0,1 0 20 15,-2 0-21-15,-1-3 19 0,-2 0-22 0,-2-1 22 16,1 0-27-16,-4 1 29 0,0-3-23 0,-5-8 21 0,3 15-21 16,-3-15 21-16,-2 12-21 0,2-12 22 0,-11 11-25 15,2-7 26-15,-2-2-25 0,-3 1 20 0,0-1-17 16,-1-3 20-16,-4-1-29 0,0-2 30 0,2 0-21 15,1-2 20-15,2-1-23 0,-1 0 24 0,6-3-26 16,0-1 13-16,2-1-27 0,3-2 12 0,3-2-35 16,1-2-15-16,3-5-12 0,3-1 9 0,1-4-1 15,1-2 5-15,3-5 9 0,1-1 8 0,-1-1 2 16,1-1 13-16,-3 1 10 0,0-1 8 0,-3 6 3 16,1-1 3-16,-3 1 17 0,0-1-27 0,0 2 67 15,-3 3 0-15,-1 3 52 0,0-1-9 0,0 2 30 16,-1 5 35-16,0 0 16 0,0 0-54 0,0 3 0 15,0 1-21-15,0 3 15 0,0-1-38 0,1 13 1 16,-1-19-34-16,1 19 18 0,0-12-9 0,0 12 2 0,0 0 4 16,0 0-2-16,0 0-10 0,9 9-12 0,-5 0 15 15,-1 4-8-15,3 3 5 0,1 3-5 16,-1 4-1-16,1 4 0 0,1 2-9 0,1 3 3 16,-2-1-8-16,1 1 0 0,-1 0-8 0,0 1 1 0,0-1-15 15,-1 0 6-15,0 0-2 0,0-3 0 0,1 0 37 16,0-2-49-16,-2-2 25 0,2-2-24 0,-1-1 33 15,1-1-41-15,0-2 44 0,-2-3-48 0,1-1 44 16,-1-2-52-16,2-1 42 0,-1-3-37 0,0-1-3 16,1 0-11-16,-7-8 33 0,15 8-46 0,-15-8-5 15,15 1-39-15,-15-1-4 0,18-5 8 0,-9 0-4 16,-1-2 7-16,2-1-15 0,0-1-8 0,-1 0 45 16,2 0-20-16,-4 2 43 0,0 1-14 0,0-1 34 15,-7 7-20-15,12-11 28 0,-12 11-18 0,10-7 23 16,-10 7-17-16,0 0 25 0,14-5-22 0,-14 5 25 15,10 4-22-15,-10-4 29 0,9 7-31 0,-9-7 36 16,13 9-30-16,-6-4 27 0,1 1-4 0,0 0 4 16,2 1-4-16,0 1-1 0,1-1 1 0,3 2 1 0,-1-2 5 15,4-1-7-15,-1 2 3 0,4-2-7 16,0-1-21-16,-2 1 27 0,1-2 0 0,-1-1-3 16,1 0-3-16,-2-1 1 0,-2-1-10 0,0-1 6 0,0-1 1 15,-3 0 1-15,2-1-5 0,-2-2 2 0,1-1 0 16,-2-3-6-16,-2 0-21 0,-1-1 27 0,-3-1-25 15,-1 0 26-15,-1-2-23 0,-1 0 30 16,-2-1-31-16,0 1 30 0,-2-1-24 0,-1 1 26 0,0 0-26 16,-1 2 28-16,-3 0-35 0,2 1 3 0,-2 1 37 15,0 1-26-15,-1 3 24 0,8 4-27 0,-18-4 26 16,18 4-22-16,-19 1 24 0,10 2-14 0,0 2 32 16,0 3-17-16,1 0 22 0,0 2-22 0,1 0 45 15,0 3-2-15,3-2 11 0,2 0-6 0,0 1 3 16,3 0-3-16,-1 1-8 0,4-1-8 0,3 1-4 15,0-1-10-15,2 1-2 0,4-3-4 0,2 1-7 16,3-1-7-16,0 0-10 0,4-3-14 0,2 1-41 16,-1-4-60-16,4 2-84 0,-1-1-107 0,2-2-78 15,-1 0-81-15,-1-3-185 0,-3 1-420 0,-3-2-682 0</inkml:trace>
  <inkml:trace contextRef="#ctx0" brushRef="#br0" timeOffset="4423.5468">16889 8911 480 0,'-6'-10'509'0,"1"2"-52"0,5 8-55 16,-8-14-8-16,8 14-25 0,-6-13-38 0,6 13-1 0,-4-13-59 15,4 13 1-15,0 0-46 0,5-14 4 0,-5 14-51 16,10-4-8-16,-10 4-7 0,16 1-18 0,-2 1-22 15,0 3-18-15,2 1-7 0,2 1-15 0,1 3-13 16,1 0 1-16,-2 2-13 0,1 0-3 0,3 4-18 16,-2 0-3-16,-4-1-7 0,-1 1 2 0,-1 0 34 15,-2 1-54-15,0-1 37 0,-2 0-47 0,-2-1-1 16,-2-2-1-16,1 0 1 0,-3 0-1 0,-1-2 0 16,-1-1-8-16,-2-10 11 0,-1 18-2 0,1-18 1 15,-5 13 3-15,5-13 2 0,-10 10-2 0,10-10-8 16,-13 5 6-16,13-5 3 0,-14-2 40 0,14 2-47 0,-13-7 42 15,13 7-49-15,-10-14 41 0,8 6-50 16,0-3-2-16,3-1-17 0,2-3-21 0,3-2-33 16,4-1-53-16,2-1-10 0,4-1-62 0,3 0-18 0,0 2-74 15,3-1-45-15,0 1-124 0,-1 1-143 0,2 2-380 16,-1 0-602-16</inkml:trace>
  <inkml:trace contextRef="#ctx0" brushRef="#br0" timeOffset="9322.3524">17767 8729 26 0,'0'0'405'0,"0"0"-96"0,0 0-45 0,0 0-16 0,0 0-22 16,11-3-19-16,-11 3-39 0,0 0-13 0,0 0-13 15,0 0-11-15,0 0-14 0,0 0-17 0,8-4-21 16,-8 4-1-16,0 0-6 0,0 0-4 0,0 0 0 15,0 0-5-15,0 0 13 0,0 0-5 0,0 0 23 16,0 0-17-16,0 0-1 0,0 0 7 16,0 0-24-16,0 0 14 0,0 0-18 0,0 0 10 0,0 0-27 15,0 0 8-15,0 0-19 0,0 0 7 0,0 0-18 16,0 0 9-16,0 0-26 0,0 0 26 0,7-6-15 16,-7 6 13-16,0 0-18 0,0 0 19 0,0 0-13 15,0 0 14-15,0 0-15 0,0 0 19 0,0 0-20 16,0 0 7-16,0 0-9 0,0 0 17 0,0 0-17 15,0 0 12-15,0 0-20 0,0 0 16 0,0 0-18 16,0 0 17-16,0 0-24 0,0 0 7 0,0 0 18 0,0 0-21 16,0 0 16-16,0 0-15 0,0 0 16 0,0 0-25 15,0 0 27-15,0 0-20 0,0 0 19 16,0 0-21-16,0 0 21 0,0 0-17 0,0 0 16 0,0 0-20 16,0 0 19-16,0 0-17 0,0 0 13 0,0 0-14 15,0 0 20-15,0 0-21 0,0 0 23 16,0 0-14-16,0 0 18 0,0 0-24 0,0 0 26 15,0 0-22-15,0 0 21 0,0 0-21 0,0 0 20 0,0 0-23 16,0 0 17-16,0 0-13 0,0 0 19 0,0 0-24 16,0 0 23-16,0 0-22 0,0 0 20 15,0 0-23-15,0 0 23 0,0 0-30 0,0 0 28 0,0 0-21 16,0 0 21-16,0 0-23 0,0 0 22 0,0 0-20 16,0 0 18-16,0 0-19 0,0 0 23 0,0 0-26 15,0 0 20-15,0 0-18 0,0 0 20 0,0 0-25 16,0 0 26-16,0 0-18 0,0 0 17 0,0 0-23 15,0 0 27-15,0 0-23 0,0 0 19 0,0 0-20 16,0 0 21-16,0 0-22 0,0 0 19 0,0 0-18 16,0 0 21-16,0 0-34 0,0 0 36 0,0 0-20 0,0 0 17 15,0 0-19-15,0 0 19 0,0 0-18 16,0 0 23-16,0 0-24 0,0 0 22 0,0 0-22 16,0 0 12-16,0 0-10 0,0 0 23 0,0 0-24 0,0 0 20 15,0 0-18-15,0 0 19 0,0 0-21 16,0 0 18-16,0 0-26 0,0 0 30 0,0 0-23 0,0 0 22 15,0 0-23-15,0 0 21 0,0 0-19 16,0 0-4-16,0 0 27 0,0 0-23 0,0 0 21 0,0 0-24 16,0 0 25-16,0 0-17 0,0 0 15 0,1-11-21 15,-1 11 20-15,0 0-20 0,0 0 20 16,0 0-17-16,0 0 16 0,0 0-24 0,0 0 26 0,0 0-20 16,0 0 21-16,0 0-25 0,0 0 26 0,0 0-22 15,0 0 21-15,0 0-21 0,0 0 19 0,0 0-22 16,0 0 21-16,0 0-20 0,0 0 22 0,0 0-21 15,0 0 24-15,0 0-26 0,0 0 26 0,0 0-25 16,0 0 23-16,0 0-27 0,0 0 8 0,0 0 23 16,0 0-23-16,0 0 20 0,0 0-21 0,0 0 22 15,0 0-30-15,0 0 30 0,0 0-23 0,0 0 22 16,0 0-26-16,0 0 26 0,0 0-22 0,0 0 19 16,0 0-18-16,0 0 22 0,0 0-15 0,0 0 22 15,0 0-20-15,0 0 22 0,0 0-28 0,0 0 29 16,0 0-25-16,0 0 23 0,0 0-27 0,0 0 24 15,0 0-24-15,0 0 23 0,0 0-33 0,0 0 32 16,0 0-22-16,0 0 20 0,0 0-22 0,0 0 24 16,0 0-26-16,0 0 20 0,0 0-17 0,0 0 24 0,0 0-25 15,0 0 25-15,0 0-29 0,0 0 29 16,0 0-27-16,0 0 27 0,0 0-27 0,0 0 24 16,0 0-27-16,0 0 21 0,0 0-21 0,0 0 25 0,0 0-23 15,0 0 20-15,0 0-21 0,0 0 26 0,0 0-33 16,0 0 31-16,0 0-24 0,0 0 24 0,0 0-24 15,0 0 21-15,0 0-22 0,0 0 19 0,0 0-19 16,0 0 25-16,0 0-25 0,0 0 23 0,0 0-24 16,0 0 26-16,0 0-31 0,0 0 32 0,0 0-27 15,0 0 25-15,0 0-26 0,0 0 27 0,0 0-26 16,0 0 25-16,0 0-24 0,0 0 22 0,0 0-23 16,0 0 16-16,0 0-15 0,0 0 21 0,0 0-19 15,0 0 21-15,0 0-24 0,0 0 25 0,0 0-26 16,0 0 25-16,0 0-28 0,0 0 29 0,0 0-23 0,0 0 23 15,0 0-25-15,0 0 23 0,0 0-24 16,0 0 22-16,0 0-22 0,0 0 24 0,0 0-22 16,0 0 20-16,0 0-21 0,0 0 25 0,0 0-31 15,0 0 28-15,0 0-18 0,0 0 20 0,0 0-24 0,0 0 26 16,0 0-26-16,0 0 21 0,0 0-19 16,0 0 19-16,0 0-19 0,0 0 18 0,0 0-20 15,0 0 26-15,0 0-27 0,0 0 28 0,0 0-27 0,0 0 23 16,0 0-24-16,0 0 27 0,0 0-25 0,0 0 23 15,0 0-26-15,0 0 27 0,0 0-26 0,0 0 25 16,0 0-23-16,-12 2 19 0,12-2-20 0,0 0 24 16,0 0-22-16,0 0 24 0,0 0-27 0,0 0 28 15,0 0-33-15,0 0 30 0,0 0-23 0,0 0 26 16,0 0-29-16,0 0 25 0,0 0-21 0,0 0 19 16,0 0-20-16,0 0 25 0,0 0-28 0,0 0 22 15,0 0-19-15,0 0 25 0,0 0-29 0,0 0 28 16,0 0-25-16,0 0 28 0,0 0-28 0,0 0 26 15,0 0-27-15,0 0 10 0,0 0-5 0,0 0 23 16,0 0-22-16,0 0 13 0,0 0-16 0,0 0 22 16,0 0-19-16,0 0 23 0,0 0-28 0,0 0 26 15,0 0-28-15,0 0 3 0,0 0 23 0,0 0-23 16,0 0 26-16,0 0-24 0,0 0 24 0,0 0-26 16,0 0 29-16,0 0-34 0,0 0 30 0,0 0-23 15,0 0 20-15,0 0-22 0,0 0 23 0,0 0-27 16,0 0 1-16,0 0 31 0,0 0-25 0,0 0 21 0,0 0-24 15,0 0 27-15,0 0-27 0,0 0 22 0,0 0-21 16,0 0 22-16,0 0-23 0,0 0 21 0,0 0-24 16,0 0 28-16,0 0-31 0,0 0 31 0,0 0-26 15,0 0 27-15,0 0-28 0,0 0 28 0,0 0-26 16,0 0 20-16,0 0-27 0,0 0 31 0,0 0-25 16,0 0 23-16,0 0-23 0,0 0 26 0,0 0-25 15,0 0 24-15,0 0-26 0,0 0 24 0,0 0-24 16,0 0 26-16,0 0-31 0,0 0 32 0,0 0-25 15,0 0 22-15,0 0-22 0,0 0 22 16,0 0-25-16,0 0-2 0,0 0 32 0,0 0-29 0,0 0 27 16,0 0-26-16,0 0 28 0,0 0-28 0,0 0 22 15,0 0-22-15,0 0 25 0,0 0-21 0,0 0 17 16,0 0-17-16,0 0 21 0,0 0-28 0,0 0 27 16,0 0-22-16,0 0 23 0,0 0-25 0,0 0 26 15,0 0-25-15,0 0 10 0,0 0-7 0,0 0 23 16,0 0-24-16,0 0 19 0,0 0-21 0,0 0 3 15,0 0 24-15,0 0-25 0,0 0 25 0,0 0-27 16,0 0 15-16,0 0-14 0,0 0 18 0,0 0-17 0,0 0 23 16,0 0-23-16,0 0 22 0,0 0-25 15,0 0 19-15,0 0-24 0,0 0 31 0,0 0-26 0,0 0 25 16,0 0-26-16,0 0 26 0,0 0-25 0,0 0-2 16,0 0 29-16,0 0-23 0,0 0 22 15,0 0-25-15,0 0 26 0,0 0-26 0,0 0 19 0,0 0-19 16,0 0 25-16,0 0-25 0,0 0 23 0,0 0-24 15,0 0 27-15,0 0-30 0,0 0 29 0,0 0-26 16,0 0 26-16,0 0-25 0,0 0 22 0,0 0-22 16,0 0 24-16,0 0-24 0,0 0 22 0,0 0-22 15,0 0 20-15,0 0-22 0,0 0 3 0,0 0 24 16,0 0-25-16,0 0 28 0,0 0-26 0,0 0 19 16,0 0-21-16,0 0-3 0,0 0 29 0,0 0-25 15,0 0 26-15,0 0-27 0,0 0 24 0,0 0-24 16,0 0-2-16,0 0 28 0,0 0-25 0,0 0 24 15,0 0-25-15,0 0 23 0,0 0-27 0,0 0 3 16,0 0 24-16,0 0-19 0,0 0 21 0,0 0-24 0,0 0 23 16,0 0-23-16,0 0 21 0,0 0-20 15,0 0 21-15,0 0-24 0,0 0 24 0,0 0-24 16,0 0 3-16,0 0 20 0,0 0-19 0,0 0 22 0,0 0-26 16,0 0 25-16,0 0-23 0,0 0 2 0,0 0 22 15,0 0-22-15,0 0 21 0,0 0-22 16,0 0 20-16,0 0-23 0,0 0-2 0,0 0 32 0,0 0-28 15,0 0 26-15,0 0-27 0,0 0 25 0,0 0-24 16,0 0 0-16,0 0 25 0,0 0-26 0,0 0 26 16,0 0-25-16,0 0 28 0,0 0-29 0,0 0 19 15,0 0-16-15,0 0 22 0,0 0-25 0,0 0 21 16,0 0-19-16,0 0 22 0,0 0-27 0,0 0 31 16,0 0-27-16,0 0 26 0,0 0-29 0,0 0 27 15,0 0-23-15,0 0 16 0,0 0-19 0,0 0 26 16,0 0-27-16,0 0 24 0,0 0-24 0,0 0 6 15,0 0 23-15,0 0-27 0,0 0 26 0,0 0-26 16,0 0 22-16,0 0-22 0,0 0 24 0,0 0-25 0,0 0 24 16,0 0-25-16,0 0 25 0,0 0-24 0,0 0 25 15,0 0-29-15,0 0 31 0,0 0-26 16,0 0 25-16,0 0-25 0,0 0 25 0,0 0-25 16,0 0-4-16,0 0 32 0,0 0-27 0,0 0 24 0,0 0-23 15,0 0 24-15,0 0-30 0,0 0 2 0,0 0 32 16,0 0-27-16,0 0 22 0,0 0-26 0,0 0 26 15,0 0-24-15,0 0 18 0,0 0-18 0,0 0 25 16,0 0-25-16,0 0 19 0,0 0-21 0,0 0 24 16,0 0-28-16,0 0 30 0,0 0-24 0,0 0 24 15,0 0-25-15,0 0 23 0,0 0-25 0,0 0 27 16,0 0-27-16,0 0 23 0,0 0-21 0,0 0 19 16,0 0-22-16,0 0 26 0,0 0-24 0,0 0 24 15,0 0-23-15,0 0 23 0,0 0-23 0,0 0 24 16,0 0-29-16,0 0 28 0,0 0-23 0,0 0 25 15,0 0-27-15,0 0 24 0,0 0-21 0,0 0-3 16,-1-12 28-16,1 12-20 0,0 0 20 0,0 0-26 16,0 0 24-16,0 0-24 0,0 0 22 0,0 0-24 15,0 0 26-15,0 0-22 0,0 0 20 0,0 0-22 16,0 0 27-16,0 0-32 0,0 0 33 0,0 0-29 16,0 0 24-16,0 0-26 0,0 0 28 0,0 0-26 15,0 0 25-15,0 0-25 0,0 0 26 0,0 0-27 0,0 0 22 16,0 0-22-16,0 0 27 0,0 0-28 0,0 0 26 15,0 0-24-15,0 0 24 0,0 0-24 16,0 0 26-16,0 0-33 0,0 0 31 0,0 0-24 0,0 0 25 16,0 0-23-16,0 0 23 0,0 0-25 0,0 0-4 15,0 0 33-15,0 0-27 0,0 0 23 16,0 0-24-16,0 0 25 0,0 0-28 0,0 0-2 0,0 0 33 16,0 0-28-16,0 0 26 0,0 0-26 0,0 0 25 15,0 0-23-15,0 0 18 0,0 0-19 0,0 0 24 16,0 0-25-16,0 0 23 0,0 0-24 0,0 0 1 15,0 0 25-15,0 0-23 0,0 0 24 0,0 0-24 16,0 0 22-16,0 0-22 0,0 0 17 0,0 0 32 16,0 0-24-16,0 0 19 0,0 0-22 0,0 0 15 15,0 0-28-15,0 0 29 0,0 0-31 0,0 0 21 16,0 0-25-16,0 0 24 0,0 0-28 0,0 0 27 16,0 0-31-16,0 0 30 0,0 0-24 0,0 0 22 15,0 0-24-15,0 0 23 0,0 0-27 0,2-10 1 16,-2 10 28-16,0 0-25 0,0 0 25 0,0 0-26 0,0 0 25 15,0 0-26-15,0 0 21 0,0 0-24 16,0 0 30-16,0 0-29 0,0 0 26 0,0 0-25 16,0 0 28-16,0 0-32 0,0 0 31 0,0 0-26 0,0 0 24 15,0 0-24-15,0 0 27 0,0 0-29 16,0 0 28-16,0 0-27 0,0 0 24 0,0 0-23 0,0 0 24 16,0 0-28-16,0 0 34 0,0 0-30 0,0 0 23 15,0 0-21-15,0 0 24 0,0 0-24 0,0 0 24 16,0 0-32-16,0 0 33 0,0 0-26 0,0 0 25 15,0 0-25-15,0 0 24 0,0 0-27 0,0 0 22 16,0 0-19-16,0 0 25 0,0 0-25 0,0 0 21 16,0 0-26-16,0 0 28 0,0 0-27 0,0 0 30 15,0 0-24-15,0 0 20 0,0 0-21 0,0 0 23 16,0 0-26-16,0 0 20 0,0 0-19 0,0 0 27 16,0 0-26-16,0 0 22 0,0 0-24 0,0 0 26 15,0 0-30-15,0 0 32 0,0 0-28 0,0 0 28 16,0 0-25-16,0 0 21 0,0 0-25 0,0 0 31 15,0 0-28-15,0 0 25 0,0 0-29 0,0 0 22 16,0 0-21-16,0 0 23 0,0 0-21 0,0 0 27 16,0 0-28-16,0 0 29 0,0 0-28 0,0 0 28 15,0 0-32-15,0 0 28 0,0 0-23 0,0 0 25 16,0 0-27-16,0 0 27 0,0 0-29 0,0 0 24 16,0 0-21-16,0 0 27 0,0 0-26 0,0 0 23 15,0 0-24-15,0 0 25 0,0 0-30 0,0 0 30 0,0 0-24 16,0 0 26-16,0 0-26 0,0 0 23 0,0 0-23 15,0 0 18-15,0 0-18 0,0 0 28 0,0 0-29 16,0 0 22-16,0 0-23 0,0 0 24 16,0 0-22-16,0 0 24 0,0 0-25 0,0 0 24 0,0 0-23 15,0 0 22-15,0 0-33 0,0 0 15 0,0 0 21 16,0 0-22-16,0 0 23 0,0 0-27 0,0 0 27 16,0 0-30-16,0 0 31 0,0 0-28 0,0 0 25 15,0 0-24-15,0 0 22 0,0 0-27 0,0 0 23 16,0 0-19-16,0 0 25 0,0 0-22 0,0 0 20 15,0 0-22-15,0 0 24 0,0 0-29 0,0 0 30 16,0 0-25-16,0 0 27 0,0 0-28 0,0 0 23 16,0 0-19-16,0 0 16 0,0 0-19 0,0 0 24 15,0 0-24-15,0 0 22 0,0 0-25 0,0 0 27 16,0 0-31-16,0 0 31 0,0 0-23 0,0 0 25 16,0 0-27-16,0 0 29 0,0 0-29 0,0 0 25 15,0 0-26-15,0 0 28 0,0 0-27 0,0 0 16 16,0 0-18-16,0 0 21 0,0 0-16 0,0 0 24 0,0 0-26 15,0 0 23-15,0 0-26 0,0 0 28 0,0 0-29 16,0 0 26-16,0 0-24 0,0 0 26 0,0 0-27 16,0 0 25-16,0 0-29 0,0 0 2 0,0 0 32 15,0 0-24-15,0 0 21 0,0 0-26 0,0 0 27 16,0 0-26-16,0 0 19 0,0 0-18 0,0 0 26 16,0 0-27-16,0 0 24 0,0 0-25 0,0 0 27 15,0 0-30-15,0 0 30 0,0 0-25 0,0 0 23 16,0 0-24-16,0 0 28 0,0 0-28 0,0 0 27 15,0 0-27-15,0 0 25 0,0 0-26 0,0 0 18 16,0 0-17-16,0 0 25 0,0 0-25 0,0 0 25 16,0 0-25-16,0 0 23 0,0 0-23 0,0 0 27 15,0 0-32-15,0 0 30 0,0 0-24 0,0 0 23 16,0 0-22-16,0 0 23 0,0 0-27 0,0 0 23 0,0 0-19 16,0 0 23-16,0 0-24 0,0 0 22 15,0 0-29-15,0 0 32 0,0 0-28 0,0 0 28 16,0 0-24-16,0 0 21 0,0 0-21 0,0 0 24 15,0 0-25-15,0 0 18 0,0 0-18 0,0 0 29 0,0 0-29 16,0 0 24-16,0 0-26 0,0 0 30 0,0 0-30 16,0 0 27-16,0 0-25 0,0 0 25 0,0 0-27 15,0 0 26-15,0 0-23 0,0 0 22 0,0 0-24 16,0 0 26-16,0 0-27 0,0 0 28 0,0 0-30 16,0 0 22-16,0 0-19 0,0 0 25 0,0 0-26 15,0 0 27-15,0 0-28 0,0 0 27 16,0 0-30-16,0 0 29 0,0 0-26 0,0 0 27 0,0 0-27 15,0 0 25-15,0 0-29 0,0 0 0 0,0 0 37 16,0 0-30-16,0 0 25 0,0 0-26 0,0 0 27 16,0 0-26-16,0 0 22 0,0 0-22 0,0 0 22 15,0 0-22-15,0 0 22 0,0 0-24 0,0 0 28 16,0 0-32-16,0 0 36 0,0 0-31 0,0 0 26 16,0 0-23-16,0 0 20 0,0 0-21 0,0 0 24 15,0 0-26-15,0 0 25 0,0 0-24 0,0 0 19 16,0 0-23-16,0 0 24 0,0 0-17 0,0 0 22 15,0 0-26-15,0 0 26 0,0 0-26 0,0 0 25 16,0 0-30-16,0 0 30 0,0 0-24 0,0 0 24 0,0 0-27 16,0 0 25-16,0 0-25 0,0 0 18 0,0 0-16 15,0 0 26-15,0 0-25 0,0 0 22 16,0 0-21-16,0 0 21 0,0 0-27 0,0 0 31 0,0 0-28 16,0 0 28-16,0 0-28 0,0 0 28 0,0 0-25 15,0 0 20-15,0 0-21 0,0 0 24 0,0 0-22 16,0 0 23-16,0 0-26 0,0 0 27 15,0 0-25-15,0 0 24 0,0 0-23 0,0 0 23 0,0 0-22 16,0 0 22-16,0 0-24 0,9-7 27 0,-9 7-29 16,16-4 26-16,-2 1-28 0,2 1 23 0,4-1-23 15,5 1 1-15,3 0 7 0,7-2-1 0,4 2 5 16,1-1-2-16,10 1-1 0,-2 1 1 0,4 0-1 16,0 1 28-16,-2-2-26 0,2 2 21 0,-8 0-25 15,-1 0 24-15,-1 0-32 0,0 0 4 0,-3 2 5 16,-2-2 2-16,-5 1 1 0,-2 0 0 0,-1-1 1 15,-2 2-2-15,0 0-2 0,-4-1 4 0,-3 0 1 16,-1 0 2-16,-4-1-4 0,0 2-2 0,-2-2-2 16,0 1-2-16,-13-1 4 0,19 1 1 0,-19-1-7 0,0 0-36 15,17 1-40-15,-17-1-34 0,0 0-47 16,0 0-24-16,0 0-28 0,0 0-22 0,0 0-54 16,-14 0-72-16,14 0-107 0,-13 2-310 0,13-2-307 0</inkml:trace>
  <inkml:trace contextRef="#ctx0" brushRef="#br0" timeOffset="9690.5036">18029 8899 260 0,'-16'4'402'0,"1"-1"-103"0,3-2-37 0,0 2-26 16,0 0-7-16,12-3-37 0,-18 3-10 0,18-3-42 16,-16 3-15-16,16-3-32 0,-11 3 3 0,11-3 21 15,0 0-15-15,0 0 37 0,0 0-4 0,0 0 0 16,19 6-25-16,1-6-7 0,7 0-29 0,6-2 13 16,9 2-13-16,10-1 9 0,1 1-9 0,3-1 12 15,0 1-27-15,-1-3 5 0,0 3-22 0,-2-2 25 16,-3 1-30-16,-6 1 12 0,-4-2-22 0,0 0 19 0,-2 1-29 15,-7 0 20-15,0 0-34 0,-2-1 26 16,-3 0-26-16,1 2 18 0,-4-1-23 0,-2 0 21 16,-2 0-24-16,-1 0 19 0,-4 1-21 0,1-2 19 0,-3 2-25 15,-12 0 18-15,23-2-38 0,-23 2-63 0,18-2-97 16,-18 2-53-16,14-2-149 0,-14 2-86 0,11-2-434 16,-11 2-484-16</inkml:trace>
  <inkml:trace contextRef="#ctx0" brushRef="#br0" timeOffset="10434.473">19371 7855 212 0,'9'-9'377'0,"-1"-1"-59"16,-3 5-30-16,-5 5-65 0,9-14-13 15,-9 14-10-15,5-13-31 0,-5 13-16 0,3-9-28 0,-3 9-30 16,0 0-21-16,1-13-16 0,-1 13-9 0,0 0-2 16,0 0-5-16,-13 6 25 0,7 2-3 0,-4 3 11 15,0 1-6-15,-1 5 1 0,-3 3-11 16,0 2-7-16,-3 2-7 0,2 2 21 0,0-2-15 0,0 2-15 15,0 0 8-15,2-1-10 0,1-1-5 0,2 2 11 16,3-4-21-16,1-1 10 0,2 0-23 0,1-3 13 16,5 2-6-16,1-2 3 0,3 1-9 0,3-2 1 15,2 1-21-15,4-1-43 0,3 0-80 0,1 0-107 16,3-1-61-16,0-1-127 0,0-1-324 0,-1-3-264 16</inkml:trace>
  <inkml:trace contextRef="#ctx0" brushRef="#br0" timeOffset="11328.2558">19844 8482 253 0,'-6'-7'472'16,"1"0"-72"-16,5 7-84 0,-8-13-14 0,8 13-19 15,-5-10-36-15,5 10-27 0,-7-8-41 0,7 8-19 16,0 0-27-16,-7-8 18 0,7 8-8 0,0 0 19 16,0 0-17-16,0 0 17 0,1 20-29 0,2-11 8 15,1 5-24-15,2 2-1 0,1 3-27 0,-1 3-9 16,0 0-13-16,1 7 19 0,1-2-36 0,-1 3 10 16,0-2-27-16,-1 0 15 0,2 1-31 0,-2-2 13 0,0-2-23 15,0-2 24-15,-1-1-30 0,2 0 19 0,-3-1-23 16,1-1 25-16,-1-3-5 0,-1-3-2 0,1 1-3 15,-2-3-4-15,1-2-2 0,-3-10 2 16,5 19 4-16,-5-19-10 0,4 12 9 0,-4-12-2 0,0 0-8 16,0 0-16-16,0 0 21 0,0 0-21 0,0 0 24 15,-8-14-25-15,3 1 22 0,-1-3-20 0,-2-3 20 16,0-7-19-16,-2-3 20 0,-1-6-25 0,0-2 26 16,0-2-25-16,0-2 28 0,-1-2-23 0,3 2 22 15,-1-2 2-15,1 2-26 0,0 0 20 0,3 1-19 16,0 8 23-16,1 0-21 0,-1 1 21 0,3 6-20 15,0 1-5-15,2 4 10 0,-1 0-1 0,2 4 0 16,-2 2 2-16,2 0 0 0,0 14-1 0,2-19 1 16,-2 19 4-16,6-10 0 0,-6 10 1 0,0 0 19 15,18 4-22-15,-10 4 34 0,1 0-38 0,4 7 25 16,-2 0 1-16,1 3-26 0,-2 1 21 0,2 6-21 16,1-1 20-16,-3 1-24 0,3 0 23 0,-3 1-23 15,1-1 23-15,0 0-23 0,-1 0 1 0,-1-4 2 16,0 0-1-16,-1-3 1 0,0 1 25 0,-3-6-24 0,1-1 1 15,0 0-2-15,-2-2 7 0,0-1 3 0,-4-9 21 16,7 12-24-16,-7-12 23 0,0 0-28 16,7 6 22-16,-7-6-20 0,5-8 16 0,-5 8-24 0,7-18 28 15,-3 4-30-15,1-3 22 0,0-3-25 0,0 0 19 16,1-3-13-16,1-2 23 0,0 3-23 0,0 0 18 16,-1 0-18-16,2 2 19 0,-2 1-20 15,-1 4 13-15,0 1-12 0,-1 3 23 0,-1 0-26 0,0 3 18 16,-3 8-22-16,7-11 27 0,-7 11-21 0,9-4 20 15,-9 4-21-15,9 6 23 0,-4 1 1 0,2 2-26 16,-1 4 26-16,1 2-22 0,1 2 21 0,2 4-22 16,0 4 21-16,1 2-19 0,0-1 20 0,3 7-23 15,2 0 21-15,0 1-22 0,0-1 21 0,-1-1-23 16,1 1 25-16,-3-6-68 0,1-1-46 0,-2 0-87 16,-1-1-67-16,-1-4-84 0,-1-2-162 0,-1 0-591 15,-1-5-712-15</inkml:trace>
  <inkml:trace contextRef="#ctx0" brushRef="#br0" timeOffset="11683.5127">20869 8699 449 0,'-3'-12'488'15,"-2"1"-112"-15,2 1-87 0,-2 0-8 0,-1-3-41 16,0 2-16-16,-2 1-16 0,0-1 11 0,-1 0-2 16,0 3-54-16,-3-1-7 0,0 1-19 0,-1 2 4 15,0 0-43-15,1 5 24 0,-2-3-26 0,1 4 2 16,-1 2-36-16,-1 3 21 0,0 1-24 0,-1 4 37 16,0 2-28-16,1 1 27 0,0 3-25 0,0 4 22 15,2-1-39-15,3 0 19 0,1 1-28 0,-1 1 14 16,4 1-26-16,1-2 19 0,3-1-26 0,1 0 16 15,2-1-16-15,1 1 17 0,2-3-4 0,4 2-10 16,3-2-5-16,1-1-4 0,4-2-9 0,4-3-1 16,6 2-14-16,2-3-22 0,3-3-62 0,1 0-40 15,-2-4-59-15,3 0-38 0,-3 1-64 0,0-3-34 16,-2-2-43-16,0 0-103 0,-2-3-494 0,-2-1-553 16</inkml:trace>
  <inkml:trace contextRef="#ctx0" brushRef="#br0" timeOffset="12235.1631">21268 8281 420 0,'0'-21'498'0,"0"4"-104"0,-1-1-47 0,-2 2-38 15,1 0-6-15,-1-1-23 0,-1 2-10 0,-1 3 18 16,0-1-23-16,0 1-29 0,-2 4-43 0,1-1-35 16,-1 3-28-16,7 6-13 0,-14-6-6 0,14 6-10 15,-17 5-18-15,7 1-2 0,-1 4 16 0,0 3-20 16,0 5 17-16,-3 6-30 0,2 2 12 0,-1 3 1 16,1 7-8-16,5-5-23 0,-4 7 4 0,4 0-14 15,2-4 8-15,1 1-7 0,2 1-1 0,1-1-2 16,2-1-2-16,3-1 7 0,-1-2-17 0,3 4-8 15,1-7 8-15,2 1-8 0,-1-7-9 0,0-2 5 16,2 0 2-16,-1-2-7 0,1-2 6 0,0-3 1 16,0-1-5-16,-1-1-7 0,3-3-2 0,-1 0 5 0,0-2 0 15,1-3-5-15,-1-1 0 0,-11-2-3 16,21-1-8-16,-10-1-1 0,-1-3-1 0,3-2-10 16,-1-4 10-16,2-2-10 0,-3-2 16 0,1-1-16 15,1-1 17-15,-2 0-7 0,1 0 12 0,-2 1-10 0,-1-1 13 16,-1 3-9-16,0 0 10 0,-2 1-7 0,0 1 17 15,-2 3-12-15,0-1 15 0,0 2-14 16,-4 8 11-16,7-14-17 0,-7 14 15 0,4-9 6 0,-4 9-9 16,0 0-8-16,0 0 13 0,0 0-12 0,8 6 6 15,-8-6-3-15,5 14 0 0,-2-4-1 0,1 1 6 16,1 2-9-16,0 0 5 0,2 1-7 0,-1 3 11 16,4 0-3-16,-1-1 5 0,1 2-18 0,2 0 15 15,0-4-28-15,-1 3-64 0,2-1-94 0,-1-2-57 16,-1 1-115-16,0-3-97 0,0-1-105 0,1-2-589 15,-3 0-758-15</inkml:trace>
  <inkml:trace contextRef="#ctx0" brushRef="#br0" timeOffset="12626.5172">21707 8735 290 0,'-4'-11'628'0,"1"1"-93"0,3 10-43 0,-7-15-31 15,7 15-67-15,-3-12-58 0,3 12-61 16,-4-11-53-16,4 11-44 0,0 0-20 0,0 0 13 16,0 0 14-16,0 0-55 0,0 0 1 0,0 0-46 15,19 8 7-15,-9 1-31 0,0 2 5 0,4 2-29 16,-1 2 7-16,0-1-24 0,-2 1 14 0,1 0-28 16,0 2 23-16,-2-1-29 0,1-1 19 0,-3-1-20 15,0-1 18-15,-1-1-23 0,1 0 20 0,-3-2-28 16,0-1 23-16,0 0-16 0,-5-9 21 0,7 13-19 0,-7-13 21 15,4 10-22-15,-4-10 20 0,0 0-18 0,0 0 19 16,0 0-24-16,0 0 23 0,0 0-21 0,0 0 18 16,-4-16-21-16,2 6 20 0,0-2-16 0,1-1 18 15,0-3-20-15,1 0 15 0,0-3-13 0,0 1 15 16,2 0-21-16,1 0 25 0,0 1-22 0,3 0 20 16,-2 1-19-16,2 2 16 0,0 1-22 0,1 0 23 15,2 1-26-15,0 2 22 0,0 2-35 0,3 1-16 16,0 1-69-16,-2 1-25 0,4 2-92 0,-3 2-22 15,-11 1-61-15,24 1-108 0,-13 2-59 0,1 2-488 16,-1-1-560-16</inkml:trace>
  <inkml:trace contextRef="#ctx0" brushRef="#br0" timeOffset="13500.4052">22293 8722 384 0,'0'0'468'0,"4"-13"-78"0,-4 13-79 16,-2-10-10-16,2 10-20 0,-4-15 15 0,4 15-33 15,-11-15-3-15,11 15 12 0,-12-13-19 0,6 6 2 16,6 7-46-16,-15-11-14 0,15 11-65 0,-14-9-5 16,14 9-51-16,-14-1 13 0,14 1-20 0,-13 3 15 15,13-3-22-15,-14 10 6 0,6-2 4 0,3 0 16 16,-1 4-22-16,1 0 3 0,1 2-21 0,0-1 11 16,0 3-16-16,2-2 2 0,1-1-14 0,0 2-7 0,2-2 10 15,1 1-3-15,3 0-1 0,-1 0-9 0,1 0-2 16,-1 0-6-16,3-3 0 0,0 0 3 0,1-1 1 15,1-1-6-15,0-2-4 0,1 0 2 16,0-2-9-16,0-1 5 0,1-1-8 0,-11-3 9 0,20 3-4 16,-20-3 0-16,20-1-7 0,-20 1 11 0,17-10-12 15,-8 5 4-15,-2-3-1 0,0-2 6 0,0-1-9 16,-1-1 11-16,-2-1-15 0,0-3 5 0,-1 1 9 16,0 0 3-16,-1 0-8 0,0 1 8 0,0 0-8 15,-1 1 12-15,0 1-17 0,-1 12 16 0,1-22-12 16,-1 22 10-16,2-17-6 0,-2 17 4 0,3-14-11 15,-3 14 14-15,0 0-14 0,-2-13 8 0,2 13-3 16,0 0 11-16,0 0-12 0,0 0 8 0,0 0-4 16,0 13 2-16,0-13 1 0,3 15-4 0,-3-15 6 15,4 16-1-15,-1-7-5 0,1 1 4 0,0-1-7 16,1 1 11-16,0-1-10 0,3 2 12 0,-2-3-13 16,0 0 8-16,-1-1-7 0,1 0 9 0,1 1-12 15,-1-2 7-15,-6-6-4 0,13 11 4 0,-13-11-5 16,12 7 5-16,-12-7-4 0,12 5 3 0,-12-5 0 15,0 0-1-15,18 0 3 0,-18 0 0 0,9-6-7 16,-9 6 7-16,9-13-7 0,-9 13 6 0,6-16-6 16,-3 6 1-16,-1-2-2 0,-1 1 5 0,1-2-3 15,-2 2 7-15,0 11-5 0,1-22-1 0,-1 22 0 16,1-21 2-16,-1 21 0 0,1-16 7 0,-1 16-8 0,0-15 1 16,0 15-6-16,2-10 10 0,-2 10-3 15,0 0 0-15,3-11-6 0,-3 11 10 0,0 0-7 16,0 0-2-16,10 5 4 0,-10-5 6 0,12 9-8 0,-12-9 7 15,10 14-3-15,-4-6 6 0,0 0-9 0,2 4 5 16,0-2-2-16,0 1 4 0,1 0-7 0,1 0 8 16,0-1-7-16,1 1 4 0,1-2-6 15,-1 0 3-15,2-1 22 0,-2-2-21 0,2 1 0 0,-1-1 1 16,-1-1-3-16,0-1-7 0,1-1 9 0,-1 0 3 16,-11-3-5-16,24 1 4 0,-24-1 1 0,22-3-3 15,-11 0 0-15,-1-3-1 0,2-1-8 0,-2 0 6 16,-1-5-1-16,0-1 1 0,-3 0 0 0,0-4 4 15,-2 0-7-15,-2-1 6 0,0-2 3 0,-1 0-2 16,-1 1 5-16,-1 0 10 0,-1 0 2 0,0 0-5 16,-1 1 1-16,-1 1-3 0,0 1 1 0,-1-1 2 15,-2 3-3-15,2 0-8 0,-1 2 6 0,0 0 2 16,1 2-5-16,-1 2-4 0,-1 0 0 0,1 1-5 16,1 0 4-16,5 7-9 0,-11-8 6 0,11 8-3 15,-10-7-7-15,10 7-26 0,0 0-41 0,0 0-40 16,0 0-77-16,0 0-51 0,0 0-90 0,0 0-67 15,3 13-95-15,-3-13-141 0,14 12-378 0,-5-8-625 16</inkml:trace>
  <inkml:trace contextRef="#ctx0" brushRef="#br0" timeOffset="14079.2285">22900 8582 536 0,'0'0'396'0,"-8"-8"-55"15,8 8-36-15,-7-9-23 0,7 9-19 0,-6-10-11 16,6 10-48-16,-6-9 6 0,6 9-15 0,-7-9 15 16,7 9-20-16,-4-8 7 0,4 8-46 0,0 0-3 15,-7-10-47-15,7 10-1 0,0 0-30 0,0 0 36 16,0 0-15-16,0 0 10 0,0 0-22 0,-8 7 42 16,8-7-31-16,-2 15 6 0,2-15-24 0,-3 19 5 0,3-7-15 15,-2 1 2-15,2-1-19 0,0 3 10 0,0-2-19 16,1 4 14-16,0-2-5 0,0 2-2 15,2-3-5-15,0 2 4 0,2-1-8 0,1-1-4 16,0 0-7-16,2 0-1 0,2-1 2 0,0-3-8 0,3 1 2 16,0-2-4-16,2 0-11 0,0-3 7 0,2 1-10 15,-1-2 8-15,1-1-1 0,0-1-6 0,-1-3 0 16,-1 0 4-16,4 0-5 0,-2-3 2 0,-2-1 3 16,2-2-6-16,-3-1 2 0,2-4-5 0,-2-2 5 15,-1-2-2-15,-2-2 2 0,-3-2-11 0,-1-2 9 16,-3-1 2-16,0-2-1 0,-3-1 3 0,-1 2 0 15,-3-1 0-15,1 1-3 0,-1 0 3 0,-1 2 3 16,0 3-8-16,0-2 5 0,-1 3 36 0,2 3-43 16,-3-1-3-16,3 3-7 0,0 2 11 0,0 0-10 15,0 1 6-15,3 9 0 0,-7-15 0 0,7 15-2 16,-5-10-49-16,5 10-57 0,0 0-69 0,0 0-63 16,0 0-63-16,0 0-80 0,0 0-174 0,0 0-630 15,0 0-804-15</inkml:trace>
  <inkml:trace contextRef="#ctx0" brushRef="#br0" timeOffset="14337.4496">23447 8693 57 0,'0'0'712'0,"0"0"-185"0,-15-2-56 0,15 2-4 0,0 0-35 15,-10-4-37-15,10 4-38 0,0 0-9 0,-6-9-35 16,6 9-3-16,0 0-50 0,0 0-56 0,4-15-24 16,-4 15-42-16,12-8-23 0,-12 8-27 0,16-8-11 15,-5 4-24-15,-1 1-10 0,1 0-9 0,4-2-3 16,-3 2-9-16,1 0-14 0,-1 1-30 0,2 0-92 16,1-1-67-16,2 0-134 0,-4 1-69 0,1 1-102 15,3-2-204-15,-4 0-388 0,1 2-693 0</inkml:trace>
  <inkml:trace contextRef="#ctx0" brushRef="#br0" timeOffset="14688.4944">23817 8274 537 0,'-3'-23'488'0,"1"2"-105"16,-1-2-41-16,2 4-29 0,0-3 8 0,1 0-16 15,0 2 5-15,-1-3-18 0,0 3-10 0,0 0 21 16,0 2 5-16,1-1-57 0,-1 2-42 0,0 3 0 0,1 1-32 16,-1 1-15-16,1 12-37 0,-1-19-11 0,1 19-40 15,-2-16 14-15,2 16-28 0,0 0 19 16,0 0-33-16,0 0 23 0,0 0-28 0,-9 5 44 16,7 7-26-16,0 3 36 0,0 3-51 0,-1 5 50 0,1 3-44 15,0 7-8-15,-1 2-9 0,2 1 22 0,1 3-33 16,2 6 2-16,0 1 0 0,0 0-4 0,3-1-4 15,-1-1 31-15,3 1-43 0,-1-3 34 0,1-2-42 16,-1-6 4-16,1-2 1 0,1-1-3 0,-2-2 4 16,-1-4-7-16,1-3 3 0,-1-1-8 0,0-4-2 15,0 0-93-15,-1-3-66 0,0-2-76 0,-1-1-118 16,1-1-74-16,1-1-87 0,-5-9-174 0,9 10-582 16,-9-10-890-16</inkml:trace>
  <inkml:trace contextRef="#ctx0" brushRef="#br0" timeOffset="14966.0727">24141 8457 170 0,'0'-21'698'0,"0"3"-178"0,1 1-12 0,-1-1-21 16,0 2-38-16,1 0-26 0,-1 3-9 0,0 0-26 15,0 1-22-15,0 12-27 0,0-20-90 0,0 20-26 0,0-15-68 16,0 15 23-16,0 0-39 0,0 0 29 0,0 0-51 15,0 0-7-15,11 7-2 0,-7 2-14 16,1 7-21-16,1 3-29 0,0 3 7 0,1 6 27 16,-1 0-55-16,2 3 35 0,-2 0-49 0,0 1 33 0,0 0-47 15,-1 2 35-15,2-2-45 0,-2 0 34 0,1-1-60 16,-1-2-86-16,-1-4-51 0,1-2-38 0,0-1-86 16,-1-1-33-16,-1-4-54 0,1-1-32 0,0-2-30 15,-1-3-94-15,0-2-105 0,-3-9-306 0,4 13-542 16</inkml:trace>
  <inkml:trace contextRef="#ctx0" brushRef="#br0" timeOffset="15151.571">24075 8676 157 0,'-19'-10'535'0,"1"0"-118"16,-1-2-51-16,1 3-27 0,3 2-5 0,0 0 13 16,3-1-21-16,0 2 26 0,2 0-39 0,2 1 8 15,8 5-68-15,-16-8-27 0,16 8-72 0,-5-8-10 16,5 8-50-16,7-6-1 0,-7 6-44 0,19-6 11 15,-4 4-33-15,3 1-1 0,4-1-64 0,1 2-55 16,4 0-90-16,0 2-79 0,1-1-42 0,-2 1-84 16,0 0-28-16,-2 0-69 0,-2 0-385 0,-3 0-423 15</inkml:trace>
  <inkml:trace contextRef="#ctx0" brushRef="#br0" timeOffset="15348.5237">24402 8587 367 0,'10'-5'504'0,"-10"5"-65"16,0 0-50-16,8-8 29 0,-8 8 0 0,0 0-30 15,5-8 32-15,-5 8-35 0,0 0-24 0,0 0-76 0,5-10-54 16,-5 10-57-16,0 0-25 0,0 0-16 0,0 0-18 16,0 0-15-16,10 7-15 0,-10-7-16 15,5 13-16-15,0-2-5 0,-1-2-11 0,2 2-3 0,0 3-14 16,1-1 27-16,0 2-40 0,-1-2-3 0,0 0-7 16,2 0 0-16,-1-1-1 0,-1 0-29 0,0 0-110 15,-1-4-95-15,-1 1-141 0,-4-9-99 0,9 15-139 16,-9-15-573-16,4 8-801 0</inkml:trace>
  <inkml:trace contextRef="#ctx0" brushRef="#br0" timeOffset="15550.3872">24484 8455 662 0,'-7'-12'543'16,"1"1"-130"-16,1 3 1 0,-1-2-29 0,2 2-28 15,1-1-68-15,3 9-34 0,-8-15-63 0,8 15-8 16,-5-12-56-16,5 12-7 0,-5-10-44 0,5 10 3 16,0 0-38-16,0 0 8 0,0 0-33 0,2-10-19 15,-2 10-142-15,0 0-116 0,12 7-143 0,-12-7-658 16,11 9-677-16</inkml:trace>
  <inkml:trace contextRef="#ctx0" brushRef="#br0" timeOffset="15792.5392">24720 8392 716 0,'0'0'545'0,"1"-16"-39"0,-1 16-16 0,0-13-5 16,0 13-34-16,1-12-19 0,-1 12-61 0,0 0-68 16,0-14-92-16,0 14-30 0,0 0-9 0,0 0-17 15,0 0-27-15,0 0-10 0,0 0-20 0,9 14-15 16,-6-2-12-16,1 4-15 0,-1 2-8 0,6 3-12 15,-4 1-14-15,3 6 19 0,0 1-28 16,3 0 12-16,-1 1-24 0,-1-1 5 0,0-1-17 0,0 2-78 16,0-2-81-16,-2-2-62 0,0-4-102 0,-2 0-53 0,0-6-82 15,0 1-155-15,-4-5-453 0,1-2-693 16</inkml:trace>
  <inkml:trace contextRef="#ctx0" brushRef="#br0" timeOffset="16041.5183">25028 8407 595 0,'-2'-13'636'0,"0"1"-124"0,2 12-54 0,0-15-80 16,0 15-30-16,-5-12-36 0,5 12 14 0,0 0-30 16,0 0-7-16,0 0-11 0,0 0-36 0,0 0-35 15,5 9-30-15,1 3-23 0,3 3-31 0,0 3-21 16,5 5-5-16,1 1-43 0,3 4 15 15,0 3-30-15,1-2 1 0,3 1-17 0,-4-1 7 0,2 0-20 16,-1 0 9-16,-4-5-24 0,-1-1-1 0,-3 1-3 16,-2-5-3-16,-1-2-84 0,-1-2-122 0,-3-1-99 15,-1 0-120-15,-3-14-146 0,0 20-726 0,0-20-912 16</inkml:trace>
  <inkml:trace contextRef="#ctx0" brushRef="#br0" timeOffset="16358.4045">25130 7767 102 0,'-5'-16'576'0,"1"3"-151"15,1 1-91-15,3 12-76 0,-2-16-21 0,2 16-3 16,2-10 10-16,-2 10 1 0,0 0 8 0,14 4-25 15,-6 3-17-15,4 6-11 0,1 4-9 16,4 8-13-16,1 5 15 0,1 2-21 0,1 3-22 0,-2 4-1 16,-1-1-17-16,-2 1 4 0,0 1-31 0,-4-1-8 15,0 0-10-15,-1-2-14 0,-6-4-13 0,1-1-9 16,-3-5-12-16,0-2-8 0,-4 2-12 0,2-4 7 16,-4 1-10-16,0-2-11 0,-1-1 3 0,-2-1-13 15,0-2 13-15,-1 0 2 0,0-5-13 0,-3-1-111 16,2-3-131-16,-2 1-159 0,-2-4-155 0,4-2-757 15,9-4-920-15</inkml:trace>
  <inkml:trace contextRef="#ctx0" brushRef="#br0" timeOffset="19587.5444">26226 8153 264 0,'0'0'332'0,"0"0"-63"0,-8-11 10 0,8 11-18 0,0 0-20 16,-6-11-25-16,6 11-21 0,0 0-27 0,-3-11-14 15,3 11-17-15,0 0 2 0,-4-9-10 0,4 9-8 16,0 0-14-16,0 0-11 0,-4-8-11 0,4 8-9 16,0 0-24-16,0 0 13 0,0 0-6 15,0 0-5-15,0 0-4 0,0 0 4 0,-12 3 2 0,12-3 14 16,-7 16 8-16,1-3 19 0,-3 3-30 0,-1 4 37 15,-2 4-20-15,-1 3 30 0,-2 6-27 0,-5 3 28 16,3 1-38-16,-2 1 18 0,0 2-33 0,0-3 9 16,-2 4-30-16,2 0 23 0,-1-3-24 15,1 3 2-15,-1-2-13 0,0-1 12 0,3-1-19 0,0 0 12 16,-1-2-25-16,1-1 18 0,0-3-6 0,5-4-3 16,2-2-8-16,-1 0 8 0,2-6-4 0,1 1-3 15,3-4 0-15,-2-2-2 0,2-1-3 0,1-2 2 16,0-1 3-16,1-2 2 0,3-8 15 0,-4 13-4 15,4-13 8-15,0 0 18 0,0 0-38 0,0 0-4 16,0 0-2-16,-4-10-6 0,4 10 7 0,4-20-2 16,0 7-15-16,-1-4 12 0,3-4-10 0,-2 1 9 15,0-5-12-15,4-4 9 0,-1-1-6 16,-1-3 0-16,1 2 1 0,4-8 8 0,-1 3-9 0,2-2 14 16,2 0-16-16,0 1 12 0,1 0-4 0,3 0 10 15,-2 1-19-15,4 1 16 0,-2-1-6 0,0-1-10 16,0 5 9-16,0 1-12 0,0 0 11 0,2 2-10 15,-4 4 13-15,0 2-10 0,0 3 6 0,-1 0-1 16,-1 4 12-16,-1-1-14 0,-2 3 3 0,1 3-3 16,-3-1 3-16,0 2-1 0,2 1 3 0,-6 2-1 15,1-1 3-15,-6 8-1 0,11-10-5 0,-11 10 5 16,10-8 0-16,-10 8 3 0,0 0 2 0,15-2-13 16,-15 2 16-16,12 8-12 0,-4-3 12 0,-3 2-15 15,3 4 17-15,-1 2-14 0,1 1 10 0,2 4-7 16,-1 1 11-16,1 2 1 0,1 4-3 0,-1 2 2 15,4 2 3-15,-1 5-4 0,4 1 17 0,-2 1-2 16,1 2 15-16,1 0 5 0,0 0 5 0,0 1 3 16,1-2-6-16,-1 1 16 0,-2-2-23 0,1 0 27 15,-1-1-31-15,0-2 32 0,-2-5-36 0,-1 0-3 16,0-2-2-16,-1-1-3 0,1 0-5 0,-3-5 4 16,0 0-9-16,-1-2 5 0,2 0-3 0,-4-3-2 15,1-2 0-15,-1 0-4 0,-3-3-1 0,4-1-4 16,-3 0-2-16,-4-9 8 0,7 15-2 0,-7-15 0 15,4 13-3-15,-4-13 5 0,5 9 0 0,-5-9 1 16,0 0-3-16,6 12 6 0,-6-12-2 0,0 0-4 0,6 8 1 16,-6-8-4-16,0 0 0 0,0 0 0 0,0 0-7 15,6 6-4-15,-6-6 7 0,0 0 0 16,0 0-12-16,0 0-9 0,0 0-68 0,0 0-61 16,0 0-76-16,0 0-95 0,0 0-46 0,0 0-68 15,0 0-109-15,0 0-83 0,0 0-444 0,-2-11-687 0</inkml:trace>
  <inkml:trace contextRef="#ctx0" brushRef="#br0" timeOffset="21198.5607">27751 8289 207 0,'0'0'251'15,"0"0"-44"-15,0 0-25 0,0 0-42 0,4-7-10 16,-4 7-7-16,0 0 4 0,0 0-4 0,0 0 1 0,0 0-2 15,2-12-13-15,-2 12-9 0,0 0-14 16,0 0-2-16,0 0-2 0,0 0-4 0,0 0-16 0,0 0 3 16,0 0-1-16,0 0-3 0,0 0-3 0,0 0-3 15,0 0-2-15,-2-11-4 0,2 11-3 16,0 0-1-16,0 0-3 0,0 0-3 0,0 0-2 0,0 0-2 16,0 0-5-16,0 0-3 0,0 0-3 0,0 0-5 15,0 0-5-15,0 0-9 0,0 0 6 0,0 0 1 16,0 0-6-16,0 0 0 0,0 0 1 0,0 0-10 15,0 0 0-15,0 0 8 0,0 0-3 0,0 0 1 16,0 0 1-16,0 0 2 0,0 0-9 0,-7-5-5 16,7 5 10-16,0 0 4 0,0 0-2 0,0 0 1 15,0 0 0-15,0 0-6 0,0 0-2 0,0 0 8 16,0 0-5-16,0 0 3 0,0 0-3 0,0 0 0 16,0 0 1-16,0 0-5 0,-2-12 6 0,2 12 1 15,0 0 1-15,0 0-3 0,0 0-2 0,0 0-4 16,0 0 1-16,2-13 4 0,-2 13 0 0,0 0 1 15,0 0 0-15,0 0-3 0,0 0 6 0,2-11-8 16,-2 11 5-16,0 0 2 0,0 0-4 0,0 0 4 16,0 0-5-16,0 0 4 0,2-10-16 0,-2 10 18 0,0 0-1 15,0 0 0-15,0 0-2 0,0 0-4 0,0 0 7 16,0 0-5-16,0 0 3 0,0 0-1 0,0 0 0 16,0 0-4-16,0 0 3 0,2-11 10 15,-2 11 2-15,0 0 2 0,0 0-3 0,0 0 1 0,0 0 4 16,0 0-5-16,0 0 5 0,0 0 6 0,0 0 2 15,0 0 1-15,0 0-1 0,0 0-3 16,0 0-9-16,0 0 4 0,0 0 11 0,0 0 4 0,0 0 15 16,0 0 5-16,1 14 8 0,-1-14 6 0,2 18 22 15,-2-6-7-15,0 4 32 0,-1 2 3 0,-1 0 10 16,-1 7-6-16,-2 0-15 0,-1 3 0 0,-2 2-12 16,-1 0 0-16,1 1-13 0,-3 4-6 0,-1 0-12 15,1-5-6-15,-1-1-11 0,1 1-2 0,2-2 2 16,-2-1-18-16,0 0 7 0,2-1-16 0,2-4 7 15,-2 1-16-15,3-3 10 0,-1 1-17 0,3-4 9 16,-1 0-8-16,0-3 12 0,3-1-14 0,0 0 13 16,-1-1-14-16,3-12 10 0,-2 20-14 0,2-20 12 15,-2 16-14-15,2-16 11 0,0 12-11 0,0-12 5 16,0 0-81-16,0 13-73 0,0-13-100 0,0 0-72 16,0 0-89-16,0 0-144 0,0 0-531 0,-9-9-708 15</inkml:trace>
  <inkml:trace contextRef="#ctx0" brushRef="#br0" timeOffset="21513.5529">27258 8200 409 0,'0'-17'452'16,"2"5"-69"-16,-2-1-32 0,0 13-42 0,1-22-27 15,-1 22-40-15,-1-16-32 0,1 16-36 16,0-14-31-16,0 14-33 0,-2-11-21 0,2 11-11 16,0 0-8-16,0 0-12 0,0 0 11 0,0 0-8 15,3 11 0-15,-1 0 5 0,2 1-7 0,2 3 4 0,0 2-9 16,3 3 21-16,-1 0-21 0,6 5 10 16,1-1-21-16,4 5 12 0,2 0-25 0,2 1-6 0,0-2-1 15,4 0-11-15,0-1 2 0,2-1-5 16,-1-1 1-16,3-1-5 0,0-2-5 0,-1-2-5 15,-1-2-21-15,-5-2-67 0,1-1-83 0,-3-5-34 0,-4 0-70 16,1-3-101-16,-4 1-110 0,-1-4-316 0,-3-1-334 16</inkml:trace>
  <inkml:trace contextRef="#ctx0" brushRef="#br0" timeOffset="22487.5248">28180 8632 116 0,'0'0'488'0,"0"0"-103"0,3-8-53 0,-3 8-43 0,0 0-26 15,-3-11-22-15,3 11-47 0,0 0-40 0,-8-10-10 16,8 10-10-16,0 0-21 0,-9-9-23 0,9 9-17 15,0 0-20-15,0 0-5 0,-8-6-18 0,8 6 3 16,0 0-6-16,0 0-8 0,0 0-4 0,0 0 4 16,0 0-3-16,0 0 1 0,0 0 6 0,2 15-7 15,-2-15 7-15,0 0 0 0,12 7 2 0,-12-7-6 16,9 3 0-16,-9-3-5 0,10 3-2 0,-10-3-2 16,14 2-1-16,-14-2-2 0,13 0-3 0,-13 0 4 15,15-5-3-15,-15 5 1 0,10-6 1 0,-10 6-4 16,9-6 1-16,-9 6 0 0,4-10-2 0,-4 10 1 15,4-15-5-15,-4 15 1 0,-4-14 6 0,4 14-4 16,-4-17 6-16,0 8-7 0,-3 1 4 0,1 1 0 16,-4 0-1-16,1 2-1 0,-2-1-2 0,1 3-5 15,-2 0 2-15,-1 0 13 0,-1 2-9 0,0 1-1 16,-4 1 8-16,1 2 13 0,-2 1 8 0,-1 5 3 16,0 0 18-16,-1 2 11 0,-1 3-12 0,0 1-3 15,4 2 27-15,2 0 0 0,2-1-10 0,3 1 21 16,0 1 0-16,2 1-6 0,4 0-8 0,1-1-5 15,4 0 7-15,0 1 1 0,3-2-11 0,3 3 12 16,4-1-29-16,5 2 11 0,2-1-22 0,4-1 14 16,3-2-25-16,8 1 10 0,1 0-25 0,3-3 14 15,3-2-22-15,2-1-10 0,-1-1 11 0,1-2 7 16,-5-3-15-16,2 1 22 0,-2-4-26 0,-1 2 14 16,-4-4-24-16,0 0 26 0,-3-2-32 15,1-1 18-15,-1-2-24 0,-1-2-1 0,3-1-10 0,-7 0 7 16,3-4 12-16,-4 1-3 0,0-3 2 0,-2 1 6 15,-2-1 3-15,-3 1 0 0,1-1 8 0,-3 0 2 16,-3 1 0-16,0 0 1 0,-2 0 4 0,-2 1 0 16,0 0-7-16,-3 1 6 0,-3 10-1 0,1-18 0 15,-1 18 2-15,-8-17-1 0,2 11 0 0,-2 0 4 16,-1 1-1-16,-4 3 0 0,0 0 0 0,-1 0 0 16,-1 4 4-16,-1 0 1 0,2 2 1 0,-3 2-2 15,4-1 0-15,-1 3 0 0,1 0-1 0,2-1 4 16,-1 3-3-16,3-1 4 0,2 1 4 0,2-1-3 15,1 1-1-15,4-10-3 0,-7 20 0 0,7-20-2 0,2 17 2 16,-2-17-3-16,7 17 4 0,-7-17-3 0,8 16-1 16,-3-9 0-16,1 0-1 0,0-1 0 0,-6-6 1 15,15 9-1-15,-15-9 2 0,14 6-3 16,-14-6 2-16,13 4-6 0,-13-4 3 0,13-4 2 0,-13 4-1 16,12-6-2-16,-12 6 2 0,11-10-6 0,-11 10 3 15,7-17 2-15,-3 8 1 0,-1-1-2 0,0-1 1 16,0 2 1-16,-3 9-3 0,3-21 1 0,-3 21 2 15,2-16 0-15,-2 16 0 0,1-13 0 0,-1 13 1 16,1-13-3-16,-1 13-2 0,0 0 3 0,1-12-2 16,-1 12 1-16,0 0 0 0,0 0 0 0,0 0 1 15,0 0-3-15,0 0 8 0,0 0-1 0,0 0 0 16,4 9 0-16,-4-9-4 0,7 11 6 0,-7-11-2 16,13 14 1-16,-4-6 0 0,3 1-3 0,1 0-2 15,4 0-8-15,2 0-33 0,1 0-65 0,1-2-85 16,1 0-83-16,1 0-59 0,-2-1-118 0,0-1-148 15,-2-1-252-15,-3-1-396 0</inkml:trace>
  <inkml:trace contextRef="#ctx0" brushRef="#br0" timeOffset="22900.5153">29146 8626 496 0,'-3'-8'509'15,"3"8"-83"-15,-3-17-67 0,3 17 12 16,-3-13-44-16,3 13-39 0,-1-12-44 0,1 12-47 0,0 0-37 16,-2-11-30-16,2 11-15 0,0 0-18 0,0 0 14 15,0 0-10-15,11-2-18 0,-11 2-16 0,17 11-12 16,-6-4-10-16,2 3-11 0,2 2-5 0,1 1-5 16,-2 0-14-16,2 2 9 0,-2 2-7 0,2-2-1 15,-2 2-2-15,0-1 1 0,-1 1-4 0,-2 0-2 16,1-2 1-16,-3 2-4 0,-1-4-4 0,-2 0-4 15,1-1 6-15,-4 0 0 0,0-2-1 0,-3-10-3 16,3 16 3-16,-3-16 1 0,0 15-5 0,0-15 8 16,-4 10-2-16,4-10 6 0,-7 7-3 0,7-7 2 15,0 0-2-15,-14 2-6 0,14-2 5 0,-10-4 2 16,10 4 0-16,-8-9-2 0,8 9 1 0,-5-15 1 16,5 15-9-16,0-19 11 0,3 7-10 0,2-2 7 15,1-2-6-15,3-2 6 0,3 1-2 0,0-1-4 0,1 1 2 16,2 0 3-16,-1 1-2 0,2 1-4 15,-2 0 1-15,1 1-4 0,-1 2-11 0,1-1-41 16,-5 2-64-16,1 3-62 0,1-1-39 0,-2 3-64 16,-1 1-92-16,1-1-106 0,-10 6-330 0,17-7-351 0</inkml:trace>
  <inkml:trace contextRef="#ctx0" brushRef="#br0" timeOffset="23737.6528">30799 8234 13 0,'0'0'365'0,"0"0"-60"0,0 0-52 15,0 0 10-15,0 0-57 0,0 0 6 16,0 0-58-16,0 0 13 0,0 0-71 0,0 0 44 0,0 0-58 15,0 0 26-15,0 0-55 0,0 0 38 0,0 0-56 16,0 0 44-16,0 0-48 0,0 0 44 16,0 0-49-16,0 0 44 0,0 0-55 0,0 0 56 15,0 0-47-15,0 0 39 0,0 0-14 0,0 0 8 0,0 0-33 16,0 0 27-16,0 0-27 0,0 0 22 0,0 0-24 16,0 0 23-16,0 0-17 0,0 0 23 15,0 0-24-15,0 0 22 0,0 0-14 0,0 0 13 0,0 0-12 16,0 0 18-16,0 0-22 0,0 0 13 0,0 0-26 15,0 0 15-15,0 0-19 0,0 0 9 0,0 0-13 16,0 0 19-16,0 0-15 0,0 0 17 0,0 0-19 16,-12 7 15-16,12-7-3 0,-16 8 12 0,7-3 20 15,-5 0 12-15,2 4-6 0,-6-1-6 0,0 3-4 16,-6 3-7-16,-1-1 1 0,-5 5 0 0,-3 1-7 16,0 2-2-16,-3 2-4 0,-1 0-9 0,-1 2-3 15,-1 0 4-15,1 0-6 0,1 0-2 0,2-2 0 16,3 1-1-16,1-2-5 0,3-2 4 0,5-1-8 15,2-2 8-15,5-2 2 0,-1-1 0 0,4 1-3 16,1-3-2-16,1-3-2 0,2 1 17 0,2-2 9 16,0 1 3-16,1-2 14 0,6-7 6 0,-9 13 2 15,9-13 2-15,-4 11 6 0,4-11-2 0,3 9 3 16,-3-9-2-16,10 8-9 0,-1-3-4 0,4-1 15 16,2 0 12-16,3 0-16 0,2-1-6 0,5 1-7 0,2-1 18 15,2 0 8-15,5 2 4 0,0-2 3 0,3 2-13 16,-2-2 3-16,1 1 15 0,-1 2 11 0,0-2-6 15,0 0 7-15,-2 0-10 0,-3-1-12 0,-1-1-10 16,-2 1-6-16,0 1 3 0,-6-3 4 0,0 1 1 16,-1 0-11-16,0-2-10 0,-5 1 0 0,0 0-7 15,-3 0-4-15,2 0 0 0,-14-1 3 0,19 0-22 16,-19 0-5-16,17 2 0 0,-17-2-9 0,14 0-1 16,-14 0 6-16,0 0-3 0,17 2-18 0,-17-2 0 15,0 0-9-15,13-1-29 0,-13 1-150 0,0 0-124 16,0 0-111-16,8-6-172 0,-8 6-67 0,0 0-162 15,0-13-638-15,0 13-1087 0</inkml:trace>
  <inkml:trace contextRef="#ctx0" brushRef="#br0" timeOffset="24584.2082">31122 8262 175 0,'-8'-13'393'0,"1"2"-87"0,0 1-33 0,1-2-31 15,-2 2-35-15,3 1 9 0,0-2-11 0,0 1 28 16,0 2-65-16,2 0 35 0,3 8-14 0,-8-15 0 16,8 15-23-16,-6-11-40 0,6 11-21 0,-5-8 4 15,5 8 4-15,0 0-8 0,0 0 6 0,0 0-6 16,-8 10 12-16,8-10-4 0,-2 20-15 0,1-8-7 15,0 3-15-15,0 3-12 0,-1 1-12 0,-1 4-6 16,1 0-2-16,1 1-12 0,-1 0-4 0,0 2-7 0,0-1-1 16,1-1-6-16,0 2 0 0,1-3-7 0,1 2 2 15,0-1-1-15,1-2 0 0,0-3-3 16,0 2 0-16,-1-4-3 0,2 0-4 0,1 0-26 0,-1-3-79 16,1 1-81-16,1-1-89 0,0-3-96 0,1-2-96 15,2 0-581-15,-1-2-668 0</inkml:trace>
  <inkml:trace contextRef="#ctx0" brushRef="#br0" timeOffset="25194.1175">31610 8319 196 0,'5'-12'360'16,"-1"1"-41"-16,-3 1-64 0,-1 10-63 0,2-20-36 15,-2 20 24-15,-1-19-22 0,1 19-29 0,-6-18-21 16,6 18-5-16,-9-14-14 0,9 14 2 0,-13-10-13 16,13 10 34-16,-17-4-49 0,17 4 60 0,-19 3-36 15,6-1 15-15,2 3-49 0,-4 2 51 0,2 0-43 0,-1 5 35 16,0-2-19-16,1 0 13 0,0 5-17 16,2-2 14-16,2 1-30 0,-1-1 8 0,4 0-9 15,1 0 8-15,1 3-7 0,1-2 4 0,2 0-17 16,2-2-3-16,0 1-7 0,1-1 12 0,2 0-22 0,0-2 11 15,2 0-14-15,0-1 13 0,3-2-20 16,-2 0-5-16,2-2-2 0,1-2 1 0,-10-3-4 0,16 6 1 16,-16-6-2-16,18 0-2 0,-18 0 1 0,16-7 9 15,-7 2-11-15,-1-1 8 0,0-1-12 0,1-2 11 16,-1-2-10-16,1 0 6 0,-2 0-8 0,1-2 11 16,0 2-6-16,-1-1 3 0,-1 1-12 0,1-1 3 15,-2 1 2-15,2 3 1 0,-2-2-2 0,0 3 0 16,-5 7 9-16,8-14-8 0,-8 14 2 0,7-11 2 15,-7 11-6-15,7-8 4 0,-7 8 0 0,0 0-1 16,9-2 3-16,-9 2 3 0,0 0 8 0,10 6-11 0,-10-6 11 16,6 13-9-16,-6-13 11 0,8 18-11 0,-4-8 3 15,1 5 3-15,0-1-3 0,0 1 5 0,2 4-6 16,0 2 0-16,0 0 1 0,0-1-1 0,-1 1 1 16,2 2 4-16,-1-2-7 0,0 1 4 15,-1-1-2-15,2-1-2 0,-4-4-1 0,1 1 7 0,-2-2 7 16,0 0 0-16,-2-3-1 0,1 0-1 0,-2-12-2 15,0 21 1-15,0-21 3 0,-4 18-4 0,4-18 2 16,-12 14-6-16,2-9 1 0,-3 0 1 0,-3-1-3 16,-1-2 0-16,-3 1-2 0,0-2-2 0,-3-1 3 15,-1 0 0-15,1-1-7 0,2 0-6 0,-1-1-23 0,2 0-64 16,2 0-94-16,1 0-51 0,2-1-95 0,2-3-115 16,4 3-537-16,9 3-583 0</inkml:trace>
  <inkml:trace contextRef="#ctx0" brushRef="#br0" timeOffset="25832.5216">32176 8334 248 0,'0'0'365'16,"0"-18"-76"-16,0 18-54 0,-3-15-31 0,3 15-12 15,-8-14-35-15,8 14-25 0,-11-12-22 0,11 12-11 16,-13-9-21-16,13 9-9 0,-16-7-8 0,16 7-7 16,-14-2-2-16,14 2-7 0,-16 2-3 0,16-2 19 15,-13 5-6-15,13-5-9 0,-13 11 34 0,13-11-46 16,-11 10 40-16,11-10-56 0,-7 12 48 0,7-12-56 16,-3 13 45-16,3-13-47 0,-1 14 47 15,1-14-60-15,2 13 50 0,-2-13-44 0,4 12-4 0,-4-12 4 16,6 10 3-16,-6-10 1 0,6 9-4 0,-6-9-4 15,7 7 13-15,-7-7-3 0,0 0 1 0,10 7 1 16,-10-7-5-16,0 0 0 0,0 0-4 0,15 0 30 16,-15 0-24-16,0 0 30 0,14-8-45 0,-14 8 38 0,8-10-45 15,-8 10 4-15,8-13 1 0,-8 13-2 16,7-13 7-16,-7 13 2 0,9-14 1 0,-9 14 18 16,5-11 11-16,-5 11 8 0,5-12 0 0,-5 12-6 15,4-8-1-15,-4 8 5 0,0 0-21 0,4-11-4 0,-4 11 9 16,0 0-10-16,0 0-2 0,0 0 5 0,0 0 6 15,0 0-2-15,0 0 0 0,0 0 6 16,-2 15 47-16,2-15-19 0,-2 15 7 0,2-15-2 16,1 21-10-16,0-9-2 0,-1 2-13 0,2 2 0 0,0 2 17 15,-1-1-4-15,1 3-5 0,1-1-4 0,-1 1-10 16,0-1-3-16,-1 1-5 0,1 0 1 0,-1 1-4 16,0-2-1-16,0 0 2 0,0-1 2 0,-1 1 1 15,-1-3 4-15,0 0 0 0,-1-1 5 0,1-2 1 16,-1 0-5-16,-2-3 2 0,-1 2-2 0,1-3 8 15,-2 1 3-15,0-2-4 0,-3 0 4 16,-1-1 5-16,-1 0-9 0,-3-3 11 0,0 0-20 0,-2-1 0 16,-1-1-5-16,-2-2-1 0,0 0 2 0,-2-1-6 15,0-1-2-15,-1-1 1 0,1-1-3 0,1 1 0 16,3-2-3-16,-1 2 0 0,4-1-9 0,2 1-76 16,3-1-145-16,9 4-84 0,-10-8-73 0,10 8-116 15,4-9-427-15,3 3-504 0</inkml:trace>
  <inkml:trace contextRef="#ctx0" brushRef="#br0" timeOffset="26345.5527">32669 8512 134 0,'7'-13'403'0,"-1"2"-37"0,1-2-45 0,1 0-56 0,-1 0-6 16,1-1-47-16,0 1-13 0,2-2-15 0,-2 2 43 16,1 0 13-16,0-1-79 0,0 3 85 0,0-1-87 15,-1 1 23-15,2 2-84 0,-1 0 34 16,-1 1-75-16,1 2 45 0,-2-1-63 0,1 4 59 0,-8 3-69 16,16-6 60-16,-16 6-67 0,13-2 70 0,-13 2-55 15,15 5 66-15,-8 0-75 0,1 3 1 0,-1 4 4 16,2 0 65-16,-2 1-78 0,1 6 60 15,0 0-75-15,0 4 65 0,-2-2-72 0,1 6 64 0,-3-2-77 16,1 0 66-16,-3-1-70 0,1 2 70 0,-2-3-78 16,-1 1 71-16,-1 0-73 0,-1-1 70 0,-1-1-72 15,-1-2 71-15,-1 0-68 0,1-3 67 0,-3-1-68 16,0-1 91-16,-2-3-51 0,0 0 54 0,-2-1-53 16,-1-3 88-16,-2-2-80 0,-2 0 83 0,-1-5-75 15,-2 1 61-15,-2-3-53 0,-3-2 22 0,1-2-3 16,-3-2 6-16,-1-4-9 0,0 0-9 0,1-3 4 15,2-1-3-15,2-3 0 0,2 1 10 0,2-2-8 16,1-1-4-16,6 1-7 0,1-1-1 0,4-2-5 16,2 2-10-16,3-1-4 0,2 1-4 0,2-2-36 15,2-1 37-15,2 3-6 0,3 1 1 0,0 1-15 16,3 0-13-16,0 4-21 0,1-1-69 0,2 3-56 16,0 1-35-16,2 2 5 0,-4 1-89 0,2 2-28 15,0 2-66-15,-4 1-14 0,-12 3-36 0,22-1-111 16,-22 1-426-16,16 1-554 0</inkml:trace>
  <inkml:trace contextRef="#ctx0" brushRef="#br0" timeOffset="27178.0021">29443 9287 216 0,'5'-12'519'0,"-2"1"-89"0,0 2-84 15,-3 9-40-15,2-19-34 0,-2 19-11 0,0-18-10 16,0 18-4-16,-5-18-9 0,1 9-42 0,-1 1 7 15,-1 1-11-15,-1 0-40 0,-1 2 15 0,-2 2-56 16,-2-1 35-16,-2 4-20 0,-4 2 13 0,-4 3 8 0,-2 3-3 16,-6 3-14-16,-5 7 4 0,-3 2-1 15,1 3-17-15,-8 8 29 0,1 1-61 0,-1 6 19 16,2 1-24-16,2 3 25 0,1 1-44 0,2 3 34 16,2 2-40-16,2 2-9 0,2 2 4 0,4 3-1 0,3 1-7 15,3 1 38-15,6 3-54 0,3 0 31 0,8-6-40 16,3-3 27-16,5 3-45 0,6 8 4 0,5-3-3 15,7-4-2-15,4-1-12 0,6-5 1 0,4-3-65 16,6-4-30-16,3-5-35 0,5-4-38 0,1-7-52 16,3-2-25-16,4-5-52 0,-8-5-9 0,1-3-26 15,1-4-40-15,-3-3-30 0,1-2-42 0,-7-2-107 16,5-5-257-16,-3 0-360 0</inkml:trace>
  <inkml:trace contextRef="#ctx0" brushRef="#br0" timeOffset="28101.5515">29977 9911 100 0,'-6'-20'649'0,"-1"0"-175"16,1 5-102-16,0-1-55 0,1 1-5 0,-1 2-7 16,0 1 2-16,1 2-21 0,1 1-30 0,4 9-37 15,-10-16-35-15,10 16-29 0,-6-10-15 0,6 10 27 0,0 0 3 16,0 0-9-16,-15 6 2 0,8 2-8 0,2 4-4 16,0 2-20-16,-1 5-13 0,0 4-5 15,1 0 4-15,-2 5-33 0,1 2 23 0,0 2-48 0,1-1 17 16,1 1-39-16,-1 0 25 0,0-2-36 0,3-4 21 15,0-1-35-15,0 0 23 0,0-1-30 0,1-5 25 16,0-1-33-16,1 0 33 0,0-5-30 0,-1 1 45 16,2-2-43-16,-1-12 46 0,0 19-25 0,0-19 41 15,0 13-46-15,0-13 34 0,0 0-44 0,0 0 34 16,0 0-45-16,0 0 34 0,0 0-43 0,7-15 38 16,-6 1-41-16,1-4 30 0,-2-3-35 0,2-5 32 15,-1-2-35-15,2-5-1 0,-1-3 12 0,0 0-1 16,3-6 42-16,0 1-65 0,1 0 7 0,2-2-28 15,3 4 39-15,1 0-7 0,2 2-3 0,2 2 5 16,2 2 9-16,1 2-10 0,3 2 9 0,3 2-3 16,0 4 4-16,2 2-5 0,-3 4-7 0,3 3 2 15,1 1 5-15,0 1 2 0,1 3 2 0,-2 3 6 16,0 2-4-16,0 1 0 0,-2 3 2 0,0 2-1 0,-2-1 0 16,-1 5 7-16,-2-2 2 0,0 4-9 0,-4-1 7 15,-2 0-10-15,-2 1 3 0,-1 2 11 16,-2-2-8-16,-2 1 2 0,-2-1-13 0,0 2 17 0,-5-10-13 15,4 17 16-15,-4-17-14 0,-3 17 26 0,-3-8-21 16,1 1 13-16,-1-1-12 0,-5 1 15 0,-1-1-14 16,-2 2 15-16,-3 0-18 0,1 0 22 0,-1-2-19 15,1 2 14-15,0 1-16 0,1-1 9 0,0 0-2 16,3-1 14-16,0 0-19 0,1 0 6 0,2 1-2 16,1 1 11-16,0-3-23 0,1 2 29 0,2-1-20 15,1 0 12-15,1 1-12 0,2-1 13 0,1-10-14 16,-1 21 16-16,3-10-20 0,-1-2 21 0,2 3-11 15,1 0 8-15,2 0-15 0,-1-2 23 0,3 2-24 16,1 0 22-16,-1 1-26 0,1-1 17 0,2 1-33 16,0 2 40-16,2-2-22 0,-2 0 22 0,2 1-15 15,-3-2 15-15,3 2-16 0,-3-3 15 0,1 1-17 16,-1 0 15-16,-1 0-21 0,0-3 18 0,-2 2-10 0,-1-3 9 16,-1 1-11-16,-5-9 17 0,7 16-18 15,-7-16 23-15,4 14-11 0,-4-14-13 0,-4 14 18 16,4-14-18-16,-9 14 18 0,0-9-19 0,-2 2 40 15,-4 0-28-15,-4-2-9 0,-2 1 15 0,-2-1-21 0,-2-1 21 16,-1 0-14-16,-2 0 15 0,1-1-15 0,-8 1 20 16,5-2-25-16,-3 3 16 0,3-4-21 0,0 4 32 15,1-4-24-15,2 0 16 0,0 2-13 0,1-2 15 16,3 0-17-16,4-1 15 0,0 1-16 0,3-1 17 16,3 0-14-16,13 0 0 0,-23 0-62 0,23 0-112 15,-14-6-79-15,14 6-69 0,-4-7-70 0,4 7-62 16,7-12-143-16,3 4-511 0,3-1-729 0</inkml:trace>
  <inkml:trace contextRef="#ctx0" brushRef="#br0" timeOffset="29764.3119">30594 10099 205 0,'9'-9'603'0,"-2"0"-149"0,-2-1-76 0,1 1 6 15,-1 0-42-15,2-2-29 0,0 0-8 0,0-1-17 16,-1 2-21-16,2 0 3 0,1 0-75 0,-1 0-6 16,2 2-37-16,1 0-8 0,0 1-48 0,2 1 2 0,1 0-39 15,2 2 10-15,-1 1-35 0,2 0-8 16,-2 3 8-16,2 0-11 0,-1 3 1 0,1-1-2 0,-1 3 5 16,0 1 1-16,-1 0-2 0,2 4-2 0,-2 0-1 15,-1 4 1-15,-2 0-6 0,-1 0 2 0,0 1-3 16,-3 1-2-16,-2-2-1 0,2 5-3 0,-4-2 30 15,-1-4-35-15,-1 3 2 0,0-3-3 0,-3 0 2 16,0-1 1-16,-2 0-2 0,-1-1 10 0,-2 1-3 16,-1-1-1-16,-1-2 1 0,-3 0-2 0,-2-2-3 15,0-1 1-15,-2 0 3 0,-1-2-3 0,-1-2 0 16,-1-1-3-16,-1-3 0 0,-2-1 3 0,3 1-6 16,0-4 6-16,1 1-1 0,1-1 1 0,1-2-1 15,1-1-4-15,4-1 1 0,2-1-3 0,1-1 3 16,3-1-5-16,3 1-1 0,3-2 1 0,2-1 3 15,5 0-10-15,2 1 7 0,2-3-6 0,7 0 8 16,1 2-6-16,0-1 5 0,3 1-8 0,2 3 8 16,-1-1-9-16,2 1 10 0,0 2-9 0,-2 0 11 0,0 4-10 15,-1-1 11-15,0 1-12 0,0 1 7 16,-2 3 4-16,-1 0-8 0,0 1-2 0,-1 0 5 16,0 4-5-16,0 0 2 0,0 3 9 0,1 1-7 0,-1 0 0 15,-1 3 2-15,-1-2 1 0,0 4-2 0,-2-1-1 16,-1 1 5-16,1 1-3 0,-3-1 0 0,-1 1-2 15,-3-3 1-15,-1 2-1 0,-2-1 0 0,3 0 1 16,-6 0-4-16,1-1 5 0,-4-10 0 0,1 20 1 16,-1-20 3-16,-3 20-5 0,0-11 0 0,-1 2 2 15,-2-3-1-15,0-1-2 0,0 1 2 0,-1-1 6 16,0 1-3-16,-1-2-4 0,8-6 2 0,-15 8 5 16,15-8-5-16,-15 6 6 0,15-6 0 0,-13 2-3 15,13-2 1-15,-11-2 1 0,11 2-3 0,-10-7-2 16,10 7-1-16,-5-13 4 0,5 13-7 0,0-17 1 15,2 5-4-15,2-1-3 0,2 0-1 0,2-4-7 16,2 1 1-16,1-2-1 0,4-4-4 0,-1 2-1 16,4 0 4-16,-1 0-4 0,3 0 5 0,-1-1-9 15,-1 1 1-15,3 0 3 0,-1 1-1 0,0-1 26 0,1 0-21 16,0 1 17-16,-1-2-12 0,1 1 14 0,0-1-14 16,-2 1 18-16,1 0-2 0,-1 1-1 0,-3-1 4 15,1 1 3-15,-4 2-7 0,1 1 0 0,-2 0 2 16,0 0 2-16,-1 1 23 0,-1 2-28 0,-1 1 1 15,-1 0 2-15,0 2 5 0,-1-3 7 0,-1 5 18 16,-1 0 4-16,-5 8 1 0,11-13-6 0,-11 13-4 16,6-10-7-16,-6 10 3 0,0 0 3 0,8-5 1 15,-8 5-29-15,0 0 40 0,4 8-31 0,-4-8 48 16,3 17-27-16,-3-17 67 0,2 24-41 0,-2-7 44 0,0 0-48 16,-2 4 16-16,1 0 14 0,1 4-12 15,-1 1-7-15,0 2-11 0,1 1-7 0,0 2-6 0,0 2 32 16,1 0-58-16,0 1 34 0,2-1-40 0,-1-2 28 15,0-4-40-15,0 1 44 0,-1-3-51 0,1-1 41 16,-1-1-42-16,0-3 41 0,0-2-45 0,0 0 37 16,0-1-32-16,-1-4 32 0,1-1-35 0,-1-12 40 15,1 20-36-15,-1-20 44 0,1 16-23 0,-1-16 59 16,1 12-40-16,-1-12 25 0,0 0-35 0,6 8 23 16,-6-8-39-16,0 0 29 0,13-10-39 0,-7 2 32 15,3-3-36-15,5-2 35 0,-2-3-45 0,6-3 30 0,0-2-32 16,2-1 6-16,4-3-3 0,-1 1 2 0,-2 3 0 15,0 0 7-15,0 1-1 0,0 0 0 0,0 3-1 16,-2-1-2-16,-1 4 5 0,-1 0-3 0,-1 1 32 16,0 2-60-16,-3 1 39 0,-3 2-35 0,2-2 37 15,-2 3-36-15,-2 0 34 0,-8 7-36 0,14-10 37 16,-14 10-40-16,8-8 44 0,-8 8-44 0,0 0 45 16,0 0-33-16,0 0 6 0,0 0 2 0,-11-3 6 15,11 3 2-15,-23 6 26 0,5 0-21 0,-1 2 7 16,-2 0-8-16,-6 3 8 0,1 0-1 0,-3 3 0 0,2-1-4 15,0 2 10-15,-1 0-7 0,2 0 9 0,1 1 28 16,2-1-41-16,2 2 37 0,1-3-41 0,3-1 41 16,2 2-38-16,2-2 37 0,2-1-43 0,2 1 43 15,0-2-32-15,2 0 35 0,4 0-33 0,1 1 33 16,3 0-38-16,2-1 51 0,5 0-35 0,1 0 38 16,3 2-38-16,4 0 38 0,3-2-40 0,5 1 31 15,2 1-39-15,2-4 30 0,1 2-38 0,1-3 34 16,0 1-32-16,0-2 32 0,-3-1-41 0,0-1 40 15,-2-4-8-15,3 2-1 0,-2-1-4 0,1-2-3 16,-1-1-5-16,1-2-3 0,-1 1-1 0,-1-3 2 0,0-2-4 16,0-1-2-16,1-3 0 0,-1-1-2 0,-3-2-2 15,0-2-4-15,-2-1 1 0,-2 0 3 0,-4 1-2 16,-1 0-3-16,0 0-4 0,-4-2 2 0,-1 5-7 16,-1-1-18-16,0 2 42 0,-3-2-40 0,0 3 44 15,-1 0-42-15,-1 1 39 0,-2 10-36 0,4-19 37 16,-4 19-35-16,1-13 41 0,-1 13-44 0,1-12 39 15,-1 12-36-15,0 0 39 0,0-14-39 0,0 14 39 16,0 0-38-16,0 0 37 0,-2-13-42 0,2 13 42 0,0 0-38 16,0 0 41-16,0 0-39 0,0 0 44 15,0 0-40-15,-5-7 45 0,5 7-43 0,0 0 41 0,0 0-41 16,0 0 42-16,0 0-5 0,-3 12 0 0,3-12-4 16,0 0-1-16,1 13-2 0,-1-13 1 0,2 12-4 15,-2-12 1-15,7 14 1 0,-3-4-3 0,3-1-3 16,0 3 2-16,3 0 0 0,2 2 2 0,1 2-4 15,0-2 1-15,2 2-1 0,0-1 5 0,2-1-6 16,-3 2 1-16,2-2 1 0,-1 1 0 0,0 0 4 16,-2-2-5-16,0 0-2 0,-3 0 1 0,-1-2-2 0,0 0 2 15,-1-1-1-15,-3 0 4 0,1-1-6 0,-3 1-1 16,-3-10 1-16,6 16 3 0,-6-16-5 0,1 15 1 16,-1-15 4-16,-6 13-1 0,0-6 4 0,-1-2-4 15,-2 0 3-15,-2-2-4 0,-1 2 6 0,-2-4-8 16,-2 2-1-16,-1-1 2 0,0-1-43 0,0-1-54 15,1 0-79-15,0 0-45 0,2-1-106 0,0 1-63 16,2-3-76-16,12 3-18 0,-22-3-99 0,22 3-587 16,-13-6-786-16</inkml:trace>
  <inkml:trace contextRef="#ctx0" brushRef="#br0" timeOffset="30218.6024">33019 9363 303 0,'0'0'217'0,"-2"-17"32"0,2 17-49 16,0-11 28-16,0 11-41 0,0 0 20 0,2-16-27 16,-2 16-10-16,0 0-12 0,0-12-31 0,0 12-13 15,0 0-12-15,0 0 6 0,0 0 39 0,0 0 38 16,10-2 59-16,-10 2-45 0,11 11 73 0,-2-1-69 16,0 2 79-16,5 4-80 0,0 5 57 0,4 3-85 15,3 5 83-15,1 2-63 0,3 4-11 0,6 9-8 0,1 0-6 16,0 3-1-16,1 0-13 0,-1 5-20 15,-1-1-12-15,-3 2 37 0,-2 0-47 0,-2 1 14 16,-5 0-45-16,-4-5 23 0,-5-3-28 0,-5 3 4 0,-5 0-10 16,-4-1-15-16,-7-1 4 0,-9 6-50 0,-7-1 37 15,-7-5-39-15,-7-1 32 0,-10-4-39 0,-7-3 24 16,-8-4-40-16,-8-2 39 0,-7-4-41 0,-22 4 33 16,-5-3-47-16,-4-4-89 0,-6-3-123 0,-1-2-177 15,-3-2-182-15,0 0-68 0,0-4-178 0,0-1-555 16,-2 0-1006-16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9:51:50.8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15288 7772 117 0,'0'0'318'0,"0"0"-54"0,0 0-29 0,0 0-22 16,1-13-31-16,-1 13-25 0,0 0-20 0,0 0-14 15,0 0-21-15,0 0-5 0,0-12-25 0,0 12-7 16,0 0-9-16,0 0-9 0,0 0 6 0,0 0 0 16,3-11 6-16,-3 11-18 0,0 0 32 0,0 0-3 15,0 0 7-15,0 0-2 0,0 0-21 0,1-12 27 16,-1 12-5-16,0 0 14 0,0 0-18 15,0 0 16-15,0 0-13 0,0 0 14 0,0 0-16 0,0 0 8 16,0 0-23-16,0 0 6 0,1-13-10 0,-1 13 13 16,0 0-16-16,0 0 13 0,0 0-23 0,0 0 22 15,0 0-24-15,0 0 14 0,0 0-36 0,0 0 23 16,0 0-27-16,0 0 21 0,0 0-21 0,0 0 30 16,0 0 1-16,0 0 35 0,0 19-13 0,-1-6 41 15,0 0-18-15,1 5 27 0,-3 2-19 0,2 4-5 0,-1 1 0 16,0 1-6-16,0 2-28 0,-1 3 10 0,2-3-11 15,-2 2-12-15,0-2-9 0,0 0-4 16,1-2-12-16,0 0-6 0,0-1 36 0,1-1-38 0,0 0 27 16,-1-3-34-16,1-2 18 0,0 0-30 0,0-1-5 15,0 0 13-15,1-4-5 0,-1 1-1 0,0-2-5 16,-1-1 6-16,2 0-4 0,-2-2-63 0,0 1-70 16,2-11-107-16,-6 18-120 0,2-10-141 0,4-8-137 15,-7 13-439-15,7-13-703 0</inkml:trace>
  <inkml:trace contextRef="#ctx0" brushRef="#br0" timeOffset="366.2585">15646 7874 464 0,'6'-13'529'16,"-3"5"-126"-16,-3 8-89 0,7-17-57 16,-7 17-14-16,5-11 3 0,-5 11-14 0,0 0 2 15,6-11-6-15,-6 11-17 0,0 0 19 0,13 2 24 0,-13-2-52 16,15 12 1-16,-7-2-39 0,2 3-5 16,1 2-43-16,1 3 19 0,0 2-31 0,0 4 4 15,-1-1-18-15,-1 2-4 0,-2 3-10 0,-1-1-10 0,-1-2-11 16,-1-1-18-16,0 0-7 0,-1 1 6 0,-1 0 26 15,1-3-42-15,-2 3 28 0,1-1-48 0,-1-2 2 16,0-1-7-16,0-3 8 0,-1 1-1 0,1-2 0 16,-1-1-3-16,1-3-7 0,-1 1 8 0,0-3 0 15,2 0-1-15,-3-11 2 0,2 17-4 0,-2-17 3 16,0 13-65-16,0-13-107 0,0 0-121 0,0 0-91 16,0 0-91-16,0 0-204 0,-15-7-437 0,9-2-733 15</inkml:trace>
  <inkml:trace contextRef="#ctx0" brushRef="#br0" timeOffset="786.0672">14868 7574 86 0,'-19'-10'367'0,"4"3"-85"16,1-1-38-16,1 1 21 0,-1 1-7 0,5 2-12 15,-2-1-17-15,2 0-33 0,9 5-44 0,-15-9-22 16,15 9-28-16,-12-6-18 0,12 6-17 0,-11-4-14 16,11 4 5-16,0 0 26 0,-9-6 41 0,9 6 21 15,0 0 37-15,0 0-20 0,15 8 7 0,-1-3-29 16,9-2 29-16,3 1-39 0,17 3 9 0,6 0-45 15,8-2 10-15,12 1-19 0,8 1-15 0,3-2-38 16,1 1 15-16,3 0-29 0,-1 0 21 0,-3-2-32 16,-1 2 21-16,-3 0-27 0,-4-1 22 0,-14-1-10 15,-1 2-19-15,-3-2 24 0,-3 0-27 0,-4 0 23 16,-7 0-26-16,-3-1 26 0,-3 3-30 0,0-4 33 16,-7 1-30-16,-1-1 27 0,-3 1-27 0,-2-1 21 15,-2 1-22-15,-2-1 14 0,-2 0-18 0,-1-2 21 16,0 2-64-16,-3-1-67 0,-11-1-104 0,21 2-70 15,-21-2-91-15,15 1-146 0,-15-1-461 0,0 0-601 0</inkml:trace>
  <inkml:trace contextRef="#ctx0" brushRef="#br0" timeOffset="3555.9307">16271 8403 301 0,'1'-15'372'0,"-1"15"-136"0,0 0 23 0,1-13-78 15,-1 13 35-15,0 0-31 0,1-16 22 0,-1 16-18 16,3-10-22-16,-3 10-34 0,2-11-41 0,-2 11 2 16,3-12 0-16,-3 12 9 0,2-10-24 0,-2 10 1 15,0 0-21-15,3-13 6 0,-3 13-13 0,0 0 13 16,3-10-21-16,-3 10 4 0,0 0-19 0,0 0 4 16,3-11-6-16,-3 11 26 0,0 0-4 0,0 0 16 15,0 0-11-15,-5 9 16 0,5-9-18 0,-4 10 23 16,4-10 13-16,-6 20-27 0,1-10 26 0,1 3-26 15,-1 0 10-15,-1 2-33 0,0 1 23 0,-2 0-26 16,1 4 36-16,0-3-38 0,-1 2 19 0,-1-1-31 16,1 1 22-16,0 0-34 0,0-2 20 0,-2 1-17 15,1-1 28-15,1 0-33 0,0-3 22 0,-1-1-27 16,1 0 24-16,1-1-29 0,1-2 25 0,-1 0-29 16,2-2 27-16,5-8-26 0,-9 14 28 0,9-14-38 15,-7 10 38-15,7-10-26 0,-7 10 23 0,7-10-26 16,0 0 26-16,0 0-30 0,0 0 22 0,0 0-19 15,-12-5 24-15,12 5-29 0,1-15 23 0,0 4-24 0,1-1 26 16,2-3-30-16,0-1 30 0,5-3-3 0,-2 0-4 16,2 0 0-16,1-2-4 0,1 0 0 0,0-1-5 15,3 0 7-15,-2 0-2 0,2 0-3 0,-2 2-23 16,0 2 30-16,1 0-27 0,-2 2 21 0,3 0-17 16,-3 1 28-16,2 2-26 0,-2 1 20 0,0 1-20 15,0 0 29-15,0 1-29 0,-1 3 28 0,-1 0-25 16,0 0 25-16,0 4-30 0,0-1 32 0,-9 4-32 15,16-1 33-15,-16 1-24 0,17 5 29 0,-8 0-29 16,-1 4 33-16,0-1-32 0,0 5 36 0,0 1 11 16,-1 1-2-16,-1 4-9 0,1 1 27 0,-3 1-29 15,2 1 21-15,-2 2-26 0,0-1 16 0,0 0-25 16,-1 1 21-16,0 0-28 0,0-2-3 0,1 1 2 16,1-1 11-16,-3-4-13 0,1 0 18 0,0-1-24 15,0 0 21-15,0 0-27 0,0-2 28 0,0-3-28 16,-1-2 20-16,1 0-21 0,-3-10 24 0,5 18-26 15,-5-18 22-15,3 12-82 0,-3-12-70 0,0 0-114 16,0 0-64-16,4 9-90 0,-4-9-127 0,0 0-532 16,0 0-687-16</inkml:trace>
  <inkml:trace contextRef="#ctx0" brushRef="#br0" timeOffset="3821.1785">16239 8585 183 0,'-13'-4'492'0,"0"-1"-99"16,4 1-122-16,-1 1 6 0,-1-3 0 0,3 2-2 15,-1-1-20-15,1 1-49 0,-1-2 2 0,2 1-51 16,7 5 4-16,-13-9-19 0,13 9 15 0,-10-8-32 16,10 8 8-16,-8-6-42 0,8 6 4 0,0 0-34 15,0 0 10-15,0 0-40 0,3-12 22 0,-3 12-29 16,17-3 15-16,-17 3-38 0,25-2 27 0,-7 2-24 15,3-2 17-15,5 2-26 0,3-3 20 0,1 2-25 16,7 0 2-16,1-1-80 0,2 0-54 0,1-1-80 16,-2 0-95-16,-2 2-56 0,-1-2-115 0,-5 0-331 0,-4 2-354 15</inkml:trace>
  <inkml:trace contextRef="#ctx0" brushRef="#br0" timeOffset="4557.8596">16894 8368 141 0,'0'0'637'0,"-8"-11"-172"0,8 11-124 0,-8-10-41 16,8 10-31-16,-9-9-8 0,9 9-43 0,-10-7-14 15,10 7-38-15,-9-5-18 0,9 5-25 0,0 0 25 16,-13-1 9-16,13 1-5 0,-8 7-24 0,8-7 29 15,-6 17-25-15,4-8-37 0,0 3 15 0,1 2-46 16,-1 2 24-16,2 2-24 0,0 1 13 0,0 0-39 16,0 0 18-16,1 3-19 0,0-1 17 0,-1-1-36 15,2 5 24-15,-2-6-33 0,0 2 23 0,0-2-32 16,0 0 29-16,0-2-40 0,-1 1 29 0,0-1-24 16,1-3 27-16,-1-1-28 0,0-1 25 0,0-1-29 15,1-11 26-15,-1 20-23 0,1-20 30 0,-2 13-30 0,2-13 27 16,0 0-28-16,-1 14 25 0,1-14-27 0,0 0 28 15,0 0-28-15,0 0 20 0,0 0-21 16,-4-12 22-16,4 12-29 0,-1-18 23 0,1 5-18 16,1-1 29-16,-1-3-32 0,1-2 28 0,0 1-24 0,0-1 26 15,0 0-13-15,-1-1 11 0,1-1-4 0,0 2 1 16,-1 0-22-16,0 0 23 0,1 0-6 0,0-1-3 16,-1 4 2-16,1-2 4 0,0 3-7 0,0 0 5 15,0 3 1-15,0-1-3 0,1 1-9 0,-2 12 9 16,2-17 1-16,-2 17-1 0,4-12-3 0,-4 12 0 15,0 0 3-15,11-7 2 0,-11 7 1 0,9 5-4 16,-9-5 3-16,14 13 1 0,-7-3 0 0,2 1-9 16,-1 1 8-16,1 2 0 0,1 3 2 0,0 0-26 15,1-1 28-15,-2 2-29 0,2 0 25 0,3-1-9 16,-2-1 24-16,4 1-17 0,-2-3 23 0,2 0-21 16,-2-1 17-16,3-2-12 0,-4-2 20 0,1-1-21 15,1-2 19-15,-1 0-25 0,0-4 21 0,-1 3-18 16,-13-5 17-16,24 0-15 0,-13-5 18 0,0 1-16 0,-1-2 18 15,-1-4-8-15,0 0 2 0,-3-4-19 0,-2-1 18 16,0-2-4-16,-3-2-2 0,-1-1-4 16,-1-4-7-16,-2-1 5 0,-1 0-2 0,0 1-4 15,0 1-1-15,-2 0 8 0,2 3 13 0,0 2 3 0,1 2-5 16,0 2 5-16,-1 2-4 0,2 0-6 0,-1 2-6 16,3 10 0-16,-3-19-19 0,3 19 8 15,-3-12 9-15,3 12-2 0,0 0-5 0,0 0 3 0,-5-10-2 16,5 10-2-16,0 0-9 0,0 0 3 0,1 14-61 15,-1-14-67-15,2 11-72 0,-2-11-71 0,3 17-63 16,-3-17-44-16,3 19-124 0,-3-19-31 0,6 18-435 16,-3-8-566-16</inkml:trace>
  <inkml:trace contextRef="#ctx0" brushRef="#br0" timeOffset="6597.2328">17595 8563 452 0,'0'0'378'0,"0"0"-40"16,8-7-85-16,-8 7-7 0,0 0-54 0,5-9 10 16,-5 9 15-16,0 0-13 0,2-11-8 0,-2 11-59 15,0 0-8-15,1-14-37 0,-1 14 52 0,0 0-4 16,-1-15-7-16,1 15-46 0,-3-10-1 0,3 10-22 16,-5-12 50-16,5 12-26 0,-10-10 20 0,10 10-35 15,-13-9 29-15,13 9-30 0,-18-6 25 0,18 6-24 16,-19-4 8-16,19 4-25 0,-19 0 40 0,19 0-2 15,-22 6-26-15,10-1 18 0,-2 3 5 0,2-1-15 16,1 4 0-16,-1-1-4 0,0 5 0 0,1-1-1 16,0 3-6-16,4-3 3 0,0 1-15 0,2 0-2 15,-1-1-6-15,4 3 3 0,1-4-1 0,1-1-5 16,0 2-6-16,2-2 1 0,2 1 0 0,2-1-7 16,1 1-4-16,0-4-4 0,2 1-4 0,1-1-2 0,2-1-5 15,1-2-5-15,0-1-4 0,0-1-2 0,0 0-4 16,0-2 0-16,-1-1 1 0,-12-1-5 15,23 0-4-15,-23 0 1 0,23-5-1 0,-14 1 1 16,0-3-7-16,1-1-14 0,-2 0 3 0,0-3 4 0,-3 0-18 16,0-2 22-16,-1-1-7 0,-1 0 8 0,0 0 1 15,-1 1 5-15,-1-1 4 0,0 3 1 0,0-3-3 16,0 3 6-16,-1 11 3 0,1-23 0 0,-1 23 0 16,1-16-6-16,-1 16 10 0,0-13-1 0,0 13-2 15,2-12-3-15,-2 12 2 0,0 0 1 0,0 0-7 16,0 0 9-16,0 0 2 0,0 0-4 0,0 0 3 15,-13 6-1-15,13-6 4 0,-3 15-6 0,3-15 1 16,-1 16 4-16,1-16 0 0,1 21 1 0,1-10 0 16,1-1 1-16,1 2-2 0,3 0-6 0,-1 1 7 15,2-1-2-15,1-1 0 0,2-3-2 0,0 3 0 16,0-3-1-16,2-1-8 0,0 1-3 0,0-3-14 16,-1 0-11-16,0 0-11 0,0-2-3 0,-2 0 5 15,-10-3-13-15,20 0-5 0,-20 0 24 0,19-5-32 0,-9-1 11 16,-2 1-15-16,-1-3 22 0,0-4-20 0,1 1 33 15,-4-3-18-15,1 0 39 0,-2-1-24 16,0-1 33-16,0 1-26 0,-1 0 36 0,-1 2-21 0,-1 1 29 16,1 1-4-16,-1 11 8 0,1-21-1 0,-1 21-4 15,0-18 15-15,0 18 10 0,0-12 8 0,0 12 2 16,0 0 8-16,-1-15 10 0,1 15-10 0,0 0 29 16,0 0 8-16,0 0 14 0,0 0-12 0,0 0-16 15,0 0 14-15,-3 14 17 0,3-14-17 0,1 15-18 16,-1-15-9-16,1 21-11 0,1-10-3 0,0 1-7 15,2-1-8-15,-1 1-18 0,1 0 12 0,0 2-15 16,0-2 7-16,0-1 0 0,0 1-6 0,-1-2-2 16,1 0-4-16,-1-1 3 0,-3-9-11 0,6 16 11 15,-6-16-3-15,4 12-3 0,-4-12 0 0,5 11 4 0,-5-11-3 16,0 0 1-16,6 7 0 0,-6-7-5 16,0 0 0-16,10-7-4 0,-10 7 2 0,7-12-6 15,-3 3 3-15,0-1-3 0,0-1-8 0,0 1-16 16,2-2 20-16,-1-1 4 0,0 1-4 0,-1 2 10 0,0 1 6 15,0 0-4-15,-4 9 1 0,6-14-1 16,-6 14-1-16,5-14 4 0,-5 14-6 0,4-10 9 16,-4 10 1-16,0 0-4 0,6-7 6 0,-6 7-5 0,0 0 4 15,0 0 5-15,10 6-2 0,-10-6 4 0,7 8 1 16,-7-8-1-16,7 12 0 0,-7-12 4 0,9 16-1 16,-5-7 1-16,0 2-2 0,-1-3-9 0,3 2 3 15,-2-1-1-15,0 0-2 0,0 0-3 0,0 0 1 16,0 0-1-16,-4-9 1 0,7 14-11 0,-7-14 9 15,5 13-3-15,-5-13-7 0,4 10 11 0,-4-10-2 16,0 0-3-16,6 12-1 0,-6-12-7 0,0 0 11 16,0 0 2-16,0 0-2 0,0 0-3 0,0 0-6 15,4-10-9-15,-4 10-16 0,1-13-24 0,-1 13-15 16,4-18-8-16,-1 8 3 0,2-1 3 0,-1-3 12 16,1 1 10-16,0 1 1 0,0 1 18 0,0 0 9 15,-1 2 5-15,2-1 2 0,-3 3 1 0,-3 7 8 16,8-15 2-16,-8 15 1 0,5-12 0 0,-5 12 1 0,5-7 0 15,-5 7-4-15,0 0-1 0,0 0 15 16,11-3-6-16,-11 3 0 0,0 0-1 0,10 6 1 16,-10-6-2-16,6 9-7 0,-6-9 18 0,10 11 1 0,-10-11-2 15,10 15 6-15,-4-7 18 0,0 0 1 0,2 1-5 16,-1 1-24-16,1 1 23 0,1-2-1 0,1 1-6 16,-1 0 0-16,0 0 8 0,1-1-9 15,0 1-23-15,0-1 24 0,2 0-8 0,-2 0-3 0,0 0-4 16,4-2 5-16,-3 1-1 0,1 0 1 0,3-1-3 15,-2 0 4-15,2-3-6 0,0 0-8 0,0 1 4 16,0-1 2-16,-1-2-3 0,1-1 3 0,-1-1-8 16,0 0 4-16,2-1 2 0,-4-2-3 0,4 0-2 15,-3-3 4-15,-1-1-6 0,0-1-5 0,-1-2 8 16,-1-2 2-16,1-1 0 0,-3 0-5 0,-1-2-1 16,-2 1-2-16,1-1 8 0,-2 2-4 0,-1-1 1 15,-1 1 6-15,-1 1-3 0,-1 12 4 0,0-21-12 16,0 21 1-16,-5-19 11 0,5 19-4 0,-10-13 5 15,10 13-4-15,-13-7-4 0,13 7 4 0,-16-2-3 16,4 4 6-16,1 0 0 0,-3 5-2 0,1 0 6 16,-1 2 15-16,-1 3-16 0,1 0 28 0,0 2 7 15,2 0 27-15,0 3 4 0,1-1-7 0,4 1 10 0,0-1 21 16,3-1 8-16,1 2-19 0,3-4 5 0,3 4 14 16,1 0 4-16,6 2-1 0,-1-3-11 0,2 0-13 15,5 0 4-15,1-2-33 0,4 1 6 0,3-1-25 16,3-2 9-16,6 4-27 0,-5-7 7 0,-3-2-12 15,-1 1 10-15,2-3-20 0,-2 0 14 0,0 1-21 16,0-4 1-16,-5 1 15 0,-1-1-23 0,0-2-4 16,-3 1-31-16,-1-1-98 0,-2-1-89 0,-1-1-45 15,-11 2-59-15,18-6-114 0,-18 6-51 0,9-8-63 16,-9 8-185-16,0 0-521 0,0-15-878 0</inkml:trace>
  <inkml:trace contextRef="#ctx0" brushRef="#br0" timeOffset="9088.512">19230 7756 268 0,'0'0'258'0,"0"0"-36"15,0 0-25-15,0 0 0 0,0 0-18 0,0 0-32 0,-1-11-2 16,1 11-23-16,0 0-13 0,0 0-5 0,0 0-11 16,0 0-14-16,0 0-5 0,0-13-6 15,0 13 0-15,0 0 11 0,0 0-9 0,0 0-1 0,0 0-8 16,0 0-11-16,-1-10 3 0,1 10-8 0,0 0-3 16,0 0-4-16,0 0-1 0,0 0-3 15,0 0-3-15,0 0-11 0,0 0 2 0,0 0-1 0,0 0-5 16,0 0-2-16,0 0-2 0,0 0-4 0,0 0-8 15,0 0 8-15,0 0-2 0,0 0-7 0,0 0 6 16,0 0-4-16,0 0 2 0,0 0-7 0,-4-9 8 16,4 9-1-16,0 0-2 0,0 0 3 0,0 0-5 15,0 0 5-15,0 0-5 0,0 0 2 0,0 0 2 16,-2 12-1-16,2-12 5 0,0 0-1 0,0 0 7 16,-2 13-2-16,2-13-3 0,0 0 1 0,-5 12 9 15,5-12 4-15,-6 13-8 0,6-13 5 0,-6 11-4 16,6-11-7-16,-9 12 2 0,9-12 1 0,-10 14-4 15,4-7-5-15,0 2 0 0,-1-1 1 0,0-1 2 16,0 0 1-16,0 1 0 0,-2-1 2 0,0 0-10 0,1 1 4 16,2-1 6-16,-6 0-3 0,1 0 4 0,-1-1-3 15,3-1 1-15,-2 2-3 0,-3-1 4 16,4-2 7-16,-2 0-1 0,-3 2-2 0,1-4 1 0,-1 2 3 16,0-1-18-16,-2 0 18 0,0-1 2 0,-1 0-3 15,-1-1-3-15,1-2 1 0,-1 2-1 0,1-2-3 16,-1 1-2-16,1-2 0 0,1 0 2 0,0-1-3 15,1 1-2-15,1-1 7 0,0 0-2 0,2-3 1 16,0 2-1-16,0-1 2 0,0-1-2 0,2-1-2 16,0 2-2-16,3-1 4 0,0-1 1 0,1 1-3 15,0-1 1-15,1-1-3 0,6 8-3 0,-8-14-3 16,8 14 4-16,-5-15 2 0,5 15-6 0,-3-15 4 16,3 15 8-16,3-17-11 0,-3 17 9 0,6-18-10 15,-2 11 8-15,1-1-13 0,2 0 14 0,-1 0-10 16,1 0 8-16,2 1-14 0,-2 0 12 0,3 0-6 15,0-1 12-15,1 1-14 0,2 0 9 0,-1 0-9 16,3 0 9-16,1 2-8 0,3-2 11 0,4 1-8 16,0 1 18-16,4-1-1 0,7 1 7 0,6 0-13 0,6 1 20 15,5 1-13-15,4 1 17 0,1 0-10 16,3 1 21-16,1 2 7 0,1-1 27 0,1 2-13 16,-1 0 29-16,-1 0-26 0,-1 1 16 0,-3-1-23 0,-3 1 17 15,-2 0-27-15,-2-1 22 0,-10 0-28 0,-1 1 24 16,-2 1-29-16,-6-2 11 0,-1 0-22 0,-3 0 17 15,-1 0-32-15,-4 0 9 0,-3-1-13 0,1 1 13 16,-1-1-22-16,-4 0 13 0,0 1-19 0,-2-1 19 16,-12-1-21-16,22 2 22 0,-22-2-22 0,18 2 17 15,-18-2-19-15,15 0 18 0,-15 0-19 0,12 2 15 16,-12-2-16-16,0 0 19 0,17 3-19 0,-17-3 16 16,0 0-24-16,11 1 17 0,-11-1-10 0,0 0 18 15,0 0-20-15,12 1 18 0,-12-1-18 0,0 0 18 16,0 0-19-16,0 0 22 0,0 0-19 0,0 0 18 15,13 1-20-15,-13-1 23 0,0 0-28 0,0 0 19 16,0 0-12-16,0 0 17 0,0 0-25 0,0 0-29 16,0 0-83-16,0 0-49 0,0 0-65 0,0 0-43 15,0 0-46-15,0 0-118 0,-9-5-117 0,9 5-303 16,-13-3-422-16</inkml:trace>
  <inkml:trace contextRef="#ctx0" brushRef="#br0" timeOffset="11997.2376">18813 7030 298 0,'-2'-14'237'16,"0"1"-13"-16,0 2-41 0,0 0-10 0,-2-1 10 0,2 2-33 15,0-2 7-15,0 1-22 0,-1 0-15 16,0 1 7-16,0 0-16 0,0 1-17 0,-1-1-18 0,-1 2-10 15,5 8 1-15,-9-15-13 0,9 15 0 0,-9-11-14 16,9 11-21-16,-9-8 11 0,9 8-23 0,-13-2 16 16,13 2 19-16,-19 5 7 0,6 2 1 0,-2 3 4 15,-3 4 3-15,-2 4 19 0,-6 5-8 0,0 5 15 16,-2 1-2-16,-1 5 12 0,-4 8-16 0,-1 2 54 16,-1 3-12-16,1 2-11 0,-1 0-17 0,1 2 2 15,3 4 41-15,0 1-39 0,1 1-7 0,5 0 3 16,-1 4-8-16,4-1-12 0,3 2-5 0,4-2-13 15,4 1-8-15,4-8-5 0,3 0 16 0,5-1-30 16,2 0 10-16,5-1 7 0,5 9-33 0,4-3 20 16,3-2-26-16,5-2 21 0,4-1-29 0,4-3 21 15,2-1-21-15,3-5 20 0,3-1-29 0,2-4 22 16,1-4-24-16,1-1 21 0,-1-5-18 0,-3-7-43 0,0-1-136 16,2-3-97-16,2-2-88 0,-1-2-124 0,2-4-589 15,-1-3-707-15</inkml:trace>
  <inkml:trace contextRef="#ctx0" brushRef="#br0" timeOffset="21681.2332">20419 8234 197 0,'0'0'238'0,"-3"-12"-31"0,3 12-32 15,0 0 15-15,-4-14 7 0,4 14-28 16,-3-11-26-16,3 11-8 0,-2-9 0 0,2 9-2 0,-2-12-23 16,2 12-5-16,-3-12-8 0,3 12 1 0,-3-10-19 15,3 10-10-15,-1-10-15 0,1 10-10 16,0 0-1-16,-3-13-8 0,3 13-3 0,0 0-10 0,0 0-6 16,-3-12-2-16,3 12-5 0,0 0-3 15,0 0 0-15,0 0-9 0,0 0 2 0,-7 9 11 0,7-9 2 16,-4 16 9-16,1-4-8 0,-1 1 13 0,-2 3 8 15,2 0-22-15,-2 5 37 0,0 0-15 0,0 2 5 16,-2-1-12-16,1 5 6 0,-1 1 4 0,1-2 4 16,-2 1-6-16,2-5-6 0,2 3-6 0,-2-2-7 15,1-1 3-15,0-3-14 0,1-1 7 0,0 0-3 16,2-4-3-16,-1 3 1 0,-1-4-7 0,3-4 5 16,-3 2-5-16,3 0 3 0,2-11 6 0,-5 17-3 15,5-17 21-15,-4 12 34 0,4-12 27 0,0 0-7 16,-3 13-23-16,3-13-12 0,0 0-8 0,0 0-5 0,0 0-12 15,-8-11 0-15,8 11-4 0,0-20-8 16,0 9 4-16,1-6-5 0,1 1 10 0,1-2-17 16,0-4 12-16,1-1-15 0,1 0 17 0,0-2-16 0,2 1 8 15,-1-4-14-15,1-1 8 0,-1 1-6 0,2 1 1 16,-1 2-4-16,-1 2 6 0,1 0-1 0,-1 1-1 16,1-1-3-16,-1 4 7 0,1-1-3 15,-2 5-4-15,1 1 7 0,0 1-1 0,-1 1 0 0,0 3-8 16,-1 0 9-16,-4 9 0 0,10-11-9 0,-10 11 6 15,11-3 0-15,-11 3 1 0,10 4-3 0,-10-4 7 16,11 15-1-16,-6-6-2 0,0 5 3 0,1 1 8 16,-2 3-9-16,2 1 13 0,-1 3-10 0,1 0 7 15,-1 0-14-15,0 3 10 0,-1-1-7 0,1 0 0 16,0 0 1-16,2 0-6 0,-2-1 2 0,0 0 6 16,0-3-4-16,1 2 1 0,-1-1 6 0,0-5-7 15,-1 0-6-15,0 1 7 0,0-2-1 0,-1-1-2 16,0-3 5-16,-1 1-4 0,-1-3 1 0,-1-9-9 15,3 17 7-15,-3-17-6 0,-1 15-109 0,1-15-52 16,-5 13-61-16,5-13-93 0,-7 8-97 0,7-8-390 16,-10 6-343-16</inkml:trace>
  <inkml:trace contextRef="#ctx0" brushRef="#br0" timeOffset="21921.5267">20362 8567 282 0,'-9'-11'421'0,"9"11"-70"0,-7-9-30 0,7 9-43 16,-9-9-71-16,9 9-18 0,-7-10-25 15,7 10-6-15,-6-9-15 0,6 9-32 0,-5-7-9 0,5 7-35 16,0 0 1-16,-4-11-36 0,4 11 13 0,0 0-16 16,5-8 1-16,-5 8-15 0,11-5 4 0,-11 5-12 15,20-6 5-15,-8 5-6 0,2-1 4 16,1-1-10-16,4 2-1 0,0 0-4 0,1-1-33 0,1 0-66 15,0 1-25-15,1 0-71 0,-1-1-57 0,0 1-61 16,-1-1-316-16,0 1-146 0</inkml:trace>
  <inkml:trace contextRef="#ctx0" brushRef="#br0" timeOffset="22383.5291">20826 8343 97 0,'7'-12'365'15,"0"2"-86"-15,-2 0 17 0,0-2-55 0,1 0-41 16,-1 1 9-16,2-1-25 0,-4 2-14 0,1 0 14 15,0 0-34-15,0 1-1 0,-1 0 9 0,-3 9-6 16,5-15-18-16,-5 15-25 0,4-11-21 0,-4 11-14 0,5-9-19 16,-5 9-17-16,0 0-2 0,0 0-4 0,0 0 8 15,0 0-6-15,0 0-3 0,7 10 7 16,-7-10 15-16,4 19 19 0,-2-7-24 0,1 1 9 16,0 2-22-16,0 2 9 0,0 0-16 0,2 0 27 0,-1 4-22 15,1 0-6-15,-1-1-10 0,1 0 4 0,1 1-5 16,1 0-3-16,-1 1-3 0,0-2 0 0,0 0-4 15,0-1-7-15,0-3 8 0,-1 0-3 0,-1-3 0 16,0 2-4-16,0-3 3 0,0-1 0 0,-1 0-7 16,-3-11 9-16,5 16-3 0,-5-16 1 0,4 13-3 15,-4-13 2-15,0 0 3 0,3 12-5 0,-3-12 2 16,0 0 1-16,0 0 0 0,-10-6-3 0,10 6 1 16,-12-11 1-16,5 5-5 0,-4-5 3 0,2 3 2 15,-2-3 2-15,-3 3-6 0,2-2 0 0,-1 2 0 16,-3-1-6-16,1 1 6 0,-2 1 2 0,0 1-2 15,1 2-5-15,-2 1 5 0,2 2 0 0,1-1-4 16,1 4 5-16,1-1 0 0,1 2 1 0,1 1-3 16,1 2 7-16,2 1-1 0,2-1-2 0,6-6 1 0,-7 15 0 15,7-15 3-15,1 15-9 0,4-8 8 16,2 1-1-16,4 2-1 0,5-3 1 0,3 2-5 16,3-2-7-16,5 4-62 0,-1-5-87 0,4-1-34 15,-3 1-55-15,0 0-97 0,1-3-76 0,-4 0-424 0,1-1-388 16</inkml:trace>
  <inkml:trace contextRef="#ctx0" brushRef="#br0" timeOffset="22843.4057">21585 8365 57 0,'5'-15'518'0,"-1"2"-105"0,0-2-61 15,-3 3-49-15,0 1-25 0,-1-2-44 0,0 1-37 16,-1 1-19-16,-1 1 1 0,2 10-1 0,-3-19-36 15,3 19-18-15,-3-15-26 0,3 15-18 0,-2-9-19 16,2 9-9-16,0 0-7 0,0 0-10 0,0 0 7 16,0 0 0-16,0 14 2 0,0-14 11 0,3 22-6 15,0-9 12-15,0 3-19 0,1 0-3 0,2 0-21 16,-2 5 3-16,2 0-3 0,0-2-4 0,0 2-7 16,0 0 4-16,0 0 2 0,1-1-12 0,-1-1 5 15,0-1-2-15,1 0 1 0,-2-5-5 0,0 2 3 16,-1-2-1-16,1-3-5 0,-1-1 4 0,-1 0 1 0,-3-9 3 15,7 14-6-15,-7-14 5 0,4 10-1 16,-4-10-3-16,0 0 2 0,0 0 0 0,0 0-2 16,0 0-2-16,-2-11 5 0,2 11-2 0,-9-16-6 15,3 7 3-15,-1-1 2 0,-2 0 14 0,-2 1-24 0,0-1 21 16,-2 1-19-16,-2 1 17 0,-4 0-28 16,3 2 26-16,-2 1-12 0,0 1 10 0,-3 1-14 15,0 3 16-15,1 1-14 0,-1 1 15 0,-2 3-16 0,1 1 16 16,0 0-14-16,2 4 0 0,3-2-1 0,0 1 6 15,4 1 2-15,1-1 3 0,4 1-3 0,1 1 0 16,3-1 0-16,4-10-3 0,2 19 8 0,3-9-2 16,5-1-3-16,3 1-5 0,6-1-1 0,5-1-27 15,7 0-86-15,3-2-80 0,2 0-98 0,4-3-135 16,0 0-494-16,-1-2-496 0</inkml:trace>
  <inkml:trace contextRef="#ctx0" brushRef="#br0" timeOffset="24177.0983">21979 8494 474 0,'0'0'407'0,"-10"-10"-39"0,10 10-59 0,-8-9-48 0,8 9-43 16,-6-9-12-16,6 9-29 0,-5-9 5 15,5 9-36-15,0 0-9 0,-4-12-34 0,4 12-12 16,0 0-28-16,0 0 2 0,7-8-22 0,-7 8 9 15,0 0-19-15,14 3 8 0,-14-3-21 0,14 7 20 0,-6-1-16 16,-1 1 12-16,1 1-5 0,2 0 6 16,-2 4-14-16,0-3-3 0,1 3-7 0,-1 0-3 0,-1-1 2 15,-1 1-3-15,1 0-3 0,-1 1 2 0,-1-1-1 16,-1-2-5-16,0-1-1 0,-4-9 3 0,7 14-2 16,-7-14 3-16,7 12 2 0,-7-12 24 0,3 12 21 15,-3-12 18-15,0 0 30 0,5 11-8 0,-5-11-15 16,0 0-20-16,0 0-6 0,0 0-10 0,0 0-12 15,0 0-1-15,0 0-2 0,-7-6-10 0,7 6-1 16,-5-11-6-16,5 11 21 0,-1-11-33 0,1 11 24 16,0-15-25-16,0 15 17 0,5-18-35 0,-2 8-16 15,1 1-38-15,2 0-13 0,0 0-24 0,2-1-4 16,2 1-4-16,-1 2 9 0,2-1-13 0,1 1 29 16,-1 0 1-16,0 3 28 0,0-1 7 0,-1 0 16 15,2 1 1-15,-2 0 18 0,0 1-2 0,0 0 14 16,-10 3-7-16,16-5 6 0,-16 5 4 0,15-3-2 15,-15 3-4-15,12-4 20 0,-12 4-9 0,0 0 1 0,14-2 2 16,-14 2-2-16,0 0 3 0,16-2-6 0,-16 2 5 16,0 0 5-16,13-2-1 0,-13 2 0 0,0 0-7 15,15 0 7-15,-15 0-9 0,0 0 11 16,16-3 1-16,-16 3-2 0,12-3-1 0,-12 3-4 0,12-5 3 16,-12 5 13-16,12-6-13 0,-12 6 9 0,10-8-12 15,-10 8 13-15,7-11-20 0,-7 11 19 0,5-14-37 16,-5 14 41-16,2-14-13 0,-2 14 5 0,0-15-8 15,0 15 10-15,-3-15-21 0,3 15 18 0,-4-12-12 16,4 12 1-16,-5-9 4 0,5 9 1 0,-8-7 9 16,8 7-20-16,0 0 18 0,-16-1-3 0,16 1 37 15,-14 8-4-15,6-3 33 0,1 3-38 0,-2 0 48 16,2 3 0-16,-1 0 0 0,2 1 16 0,0 0-11 16,1 3-16-16,1-2 3 0,1-1 4 0,2 1-19 15,0-1 11-15,2 1 0 0,0-1-9 0,2-1-6 16,1 1 1-16,2 1-7 0,1-2-7 0,3-1 0 15,1-1-9-15,1-2-6 0,2 1-6 0,2-3-2 16,2 1-6-16,1-3-3 0,0-1 3 0,1-1-4 0,-1-1 0 16,1 0-1-16,-1-2-2 0,0-1-2 0,0-2-9 15,1-1 10-15,-1-3 1 0,1 0 18 16,-3-1-26-16,1 0 23 0,-1-3-25 0,-3 1 18 16,0-2-19-16,0 2 18 0,-4 0-19 0,1 1 18 0,-3-1-20 15,0 2 22-15,-1 3-32 0,-1-1 34 0,0 0-24 16,-6 8 19-16,9-14-25 0,-9 14 21 0,8-9-21 15,-8 9 22-15,0 0-16 0,10-7 20 0,-10 7-23 16,0 0 15-16,9 5-9 0,-9-5 17 0,7 7-19 16,-7-7 23-16,9 12-22 0,-2-4 21 0,-1 1-20 15,1 1 22-15,0 1-30 0,1 0 30 0,-1 0-25 16,1 0 23-16,-1 0-24 0,-1 1 24 0,2-2-24 16,-2 1 1-16,-1 0 4 0,0-2 2 0,-1 1 2 15,-4-10-3-15,7 16 3 0,-7-16 0 0,2 14-5 16,-2-14 8-16,-2 13 20 0,2-13-27 0,-9 8 4 15,9-8 3-15,-11 8 0 0,11-8-4 0,-13 4 5 16,13-4 5-16,-15 2-4 0,15-2 3 0,-11-2-2 16,11 2 2-16,-10-4-9 0,10 4 6 0,0 0-3 0,-4-15-2 15,4 15 17-15,6-14-22 0,0 5 16 16,2-3-38-16,1 0 15 0,4-2-37 0,-1-2 11 16,2 1-17-16,0-1 33 0,0-1-13 0,2 1 30 15,-3 0-19-15,0-1 18 0,-1 2-10 0,-1-2 14 0,0 4-11 16,-3-1 17-16,-1 2-16 0,1-1 13 0,-3 1-11 15,-1 0 1-15,-1 2-2 0,0 0 2 16,-3 10-3-16,1-19 8 0,-1 19-3 0,-3-17 3 0,3 17-4 16,-6-15 5-16,6 15 4 0,-10-11-7 0,10 11 2 15,-11-9 4-15,11 9 1 0,-11-6-2 0,11 6 3 16,-15-2 15-16,15 2-20 0,-14-1 18 0,14 1-13 16,-13 3 8-16,13-3-9 0,-11 5 12 0,11-5-16 15,-7 10 21-15,7-10-20 0,-4 12 18 0,4-12-14 16,0 16 14-16,0-16-16 0,5 19 17 0,0-8-18 15,2 1 18-15,3 1-18 0,3 2 14 0,1 1-19 16,5 1 18-16,3 0-16 0,0 0-9 0,2 1 14 16,5 3 3-16,0-2 0 0,-4-3-10 0,0 1 10 15,-1 1-3-15,-1-3 4 0,-1 2-1 0,-1-1 1 16,-5-3 1-16,0 0-3 0,-2 0 4 0,-1 1-8 16,-4-3 8-16,-1 1 0 0,-2-2-1 0,-3 2 0 15,-3-12 0-15,1 20 1 0,-5-9-6 0,-3 1 5 16,-3-1 2-16,-7 0-1 0,-1 0-7 0,-7 3 6 0,-3-3-1 15,-1 1-6-15,-2-1-51 0,-3-1-142 16,-4 0-195-16,3-1-209 0,-1-1-293 0,-1-1-455 16</inkml:trace>
  <inkml:trace contextRef="#ctx0" brushRef="#br0" timeOffset="35843.8863">23929 8326 175 0,'12'0'184'0,"-12"0"-31"0,0 0-10 16,0 0-23-16,0 0-21 0,0 0-13 0,0 0-18 0,0 0-11 15,0 0-12-15,0 0-5 0,0 0-7 0,0 0-1 16,2-11-4-16,-2 11 13 0,0 0-1 15,0 0 6-15,0 0 0 0,0 0-1 0,0 0 2 16,0 0-5-16,0 0-7 0,0 0 3 0,0 0-6 0,0 0 0 16,0 0 4-16,0 0-3 0,0 0 0 15,0 0 4-15,0 0 10 0,0 0 4 0,0 0 7 0,0 0 9 16,0 0-27-16,0 0 52 0,0 0-34 0,7-8 24 16,-7 8-35-16,0 0 7 0,0 0-32 0,0 0 16 15,0 0-28-15,9-6 20 0,-9 6-30 0,0 0 22 16,9-4-23-16,-9 4 18 0,12-4-21 0,-12 4 17 15,14-3 0-15,-14 3-6 0,22-3-2 0,-10 2 1 16,2 0-1-16,0 0 0 0,3 0 1 16,1 1-29-16,2 0 20 0,0 0-15 0,0 1-20 0,0 0-64 15,1 0-25-15,-1 0-66 0,1 1-59 0,-2 0-67 16,1 0-171-16,-2-1 20 0</inkml:trace>
  <inkml:trace contextRef="#ctx0" brushRef="#br0" timeOffset="36107.1171">24056 8476 127 0,'0'0'301'0,"-13"3"-54"0,13-3-21 16,0 0-11-16,-14 3-6 0,14-3-43 0,0 0-27 15,0 0-23-15,-13 0-22 0,13 0-17 0,0 0-10 16,0 0-15-16,0 0-24 0,0 0 4 0,0 0-6 16,0 0-4-16,0 0-8 0,14-2-2 0,-14 2 2 0,21-1-6 15,-9 1-3-15,4-1-4 0,-1 1-8 16,2 0-44-16,0 1-78 0,2-1-66 0,0-1-81 16,0 1-208-16,0-2 29 0</inkml:trace>
  <inkml:trace contextRef="#ctx0" brushRef="#br0" timeOffset="36481.9037">24750 7981 124 0,'0'0'360'0,"0"-16"-82"0,0 16-34 0,0-14-50 0,0 14-22 16,-2-15-41-16,2 15 4 0,-3-9-42 16,3 9 7-16,0 0-58 0,-4-14 25 0,4 14-40 15,0 0 20-15,0 0-35 0,0 0 24 0,-10-2-31 16,10 2 20-16,0 0-53 0,-9 10 55 0,9-10-24 15,-6 11 19-15,6-11-27 0,-8 12 29 0,8-12-38 16,-6 16 28-16,6-16-24 0,-4 15 30 0,4-15-28 16,-4 16 21-16,4-16 0 0,-3 16 2 0,3-16-2 15,-1 17-9-15,1-17 4 0,0 15 1 0,0-15-1 0,0 15-9 16,0-15-73-16,1 15-87 0,-1-15-75 16,1 14-310-16,-1-14-55 0</inkml:trace>
  <inkml:trace contextRef="#ctx0" brushRef="#br0" timeOffset="36787.2182">24929 7968 282 0,'0'0'280'0,"0"0"-50"0,-4-14-55 0,4 14-13 16,0 0-44-16,-3-8-16 0,3 8-38 0,0 0 0 16,0 0-21-16,0 0 1 0,-7-6-19 0,7 6 4 15,0 0-16-15,-6 6 5 0,6-6-7 0,-6 7 4 16,6-7-20-16,-6 10 18 0,6-10-12 0,-2 11 11 16,2-11-17-16,-5 12 15 0,5-12-12 0,-4 14 11 15,4-14-13-15,-2 11 14 0,2-11-16 0,-1 13 14 16,1-13-11-16,-1 12 15 0,1-12-23 0,1 13-9 15,-1-13-68-15,3 12-78 0,-3-12-288 0,5 10 69 16</inkml:trace>
  <inkml:trace contextRef="#ctx0" brushRef="#br0" timeOffset="37665.2178">25207 8360 327 0,'5'-9'333'15,"-5"9"-83"-15,0 0-52 0,0 0-45 0,0 0-33 16,0 0-24-16,0 0-5 0,0 0 6 16,0 0 29-16,0 0-26 0,0 0 18 0,7 8-52 0,-7-8 39 15,2 15-10-15,-2-15-19 0,3 20-12 0,0-8 9 16,0 2-42-16,0 1 19 0,1-1-10 0,1 0-5 15,-1 2-3-15,0-2-11 0,1 0 0 0,-1 1-13 16,-1-1 9-16,1 0-3 0,1-2-2 0,-2-2-5 16,0 0-1-16,-1 1-2 0,-2-11-4 0,7 16 6 15,-7-16-2-15,2 13-2 0,-2-13 2 0,5 10 1 16,-5-10 17-16,0 0 13 0,2 11-6 0,-2-11-1 16,0 0-7-16,0 0-9 0,0 0-7 0,0-18 7 15,-4 7-2-15,1 0 1 0,1-5-4 0,-2-2 4 16,-2-2 1-16,1-3 6 0,-2-2-7 0,2-1 5 0,-3-3-13 15,3 1-2-15,-1-5 0 0,0 7-8 16,4 1 15-16,-3 1 0 0,2 0 19 0,1 2 4 16,1 2-7-16,-1 2-5 0,2 0-10 0,-2 3-2 15,2 0 5-15,0 3-1 0,0 0-6 0,0 12 5 0,4-20-5 16,-4 20-4-16,4-16-4 0,-4 16 7 0,10-9-3 16,-10 9 3-16,15-2-2 0,-5 5-6 0,4 3 10 15,0 0-7-15,3 4 4 0,0 3 5 0,4 3 14 16,0 2-20-16,0 2 19 0,1 0-19 15,-1 1 11-15,3 5-17 0,-4 0 15 0,1 0-16 0,-4-2-1 16,0 0-5-16,-2-2 6 0,-1 1 4 0,-3 1-3 16,1-4 0-16,-4 0 1 0,1-1-3 0,-4 0-4 15,-1-2 10-15,-2-1-4 0,1 0 2 0,-6-3 1 16,1 1-2-16,-2 0 4 0,-1-3-11 0,-3 1 10 16,-1 0 5-16,-3-3-4 0,-1 1 5 0,-1-3-4 15,-1 0-1-15,0 0-8 0,0-3 3 0,-1 1 5 16,1-3-2-16,1 0-28 0,3 0-55 0,11-2-49 15,-23 0-54-15,23 0-77 0,-15-4-61 0,15 4-385 0,-8-6-216 16</inkml:trace>
  <inkml:trace contextRef="#ctx0" brushRef="#br0" timeOffset="38565.9203">25860 8547 351 0,'6'-9'388'0,"-2"1"-76"0,-4 8-42 0,2-16-41 16,-2 16-15-16,-2-15-8 0,2 15-54 0,-4-17 4 16,-1 9-42-16,-1-1-21 0,-1 1-19 0,0 2-11 15,-1 1-8-15,1-1-15 0,7 6-4 0,-19-7-7 16,19 7-7-16,-18-1-6 0,18 1 3 0,-21 4-7 16,10-2-1-16,3 4-1 0,-1 0 0 0,-2 5-3 15,4-4 1-15,1 1-13 0,3 1 12 16,-1 1 11-16,1-1-2 0,3-9 2 0,1 22-2 0,1-12-3 15,4 1-9-15,1 0 7 0,0 0-4 0,4 0 1 16,0-2-5-16,1 1-1 0,1-2 2 0,0-3-23 16,1 2 26-16,-1-2 0 0,1 0 0 0,-3-2-4 15,0 0-7-15,-11-3 9 0,18 2 1 0,-18-2-4 16,19-6-2-16,-19 6 1 0,15-10 0 0,-9 2-4 16,2 1 4-16,-4-3 2 0,1-1-1 0,1 0 0 0,-4-1-2 15,0 0 4-15,1 0 7 0,-3 0-20 16,2-1 18-16,-2 13-9 0,0-21 8 0,0 21-8 15,4-20 5-15,-4 20-10 0,0-15 7 0,0 15-5 16,0-12 8-16,0 12-11 0,0 0 7 0,0 0-12 0,-2-10 19 16,2 10-19-16,0 0 16 0,0 0-7 0,5 9 1 15,-5-9 0-15,3 13 0 0,-3-13-4 16,6 17-4-16,-2-9 10 0,1 1 1 0,1 0-2 0,0 3 3 16,2 0-2-16,1-3 2 0,0 2-8 0,3-1 6 15,-1-1 1-15,-1 0-1 0,2 0-4 0,1-2 0 16,-3-1 5-16,1 0-12 0,-3-1 15 0,4-1-1 15,-12-4 2-15,16 4 1 0,-16-4-13 0,16 0 9 16,-16 0 0-16,15-7-2 0,-15 7 0 0,14-12 1 16,-10 5 0-16,1-4-3 0,-1 4 4 0,0-5 7 15,1-1-12-15,-3 1 12 0,3 1-13 0,-3 0 11 16,1 0-13-16,-3 11 13 0,2-18-5 0,-2 18 2 16,2-15-7-16,-2 15 8 0,4-12-10 0,-4 12 13 15,0 0-23-15,2-13 19 0,-2 13-11 0,0 0 12 16,0 0-9-16,0 0 9 0,0 0-13 0,0 0 10 15,0 0-4-15,0 0 3 0,3 14-4 0,-3-14-1 16,4 11 1-16,-4-11 2 0,4 13-8 0,-4-13 3 16,6 15 5-16,-6-15 5 0,8 14-4 0,-5-5 2 0,-3-9-1 15,10 12-8-15,-10-12 14 0,12 12-5 16,-12-12 0-16,13 9-2 0,-13-9-3 0,14 6 4 16,-14-6-9-16,16 7 8 0,-16-7 5 0,16-1-3 0,-16 1-3 15,19-7 0-15,-10 2 3 0,-1-1-21 0,2-3 35 16,-1 0-11-16,-1-1 8 0,0 0-15 0,-1-2 18 15,0 0-19-15,0 4 12 0,-3-3 6 0,1 3 23 16,1 0-22-16,-6 8 33 0,7-15-6 0,-7 15 7 16,6-11-17-16,-6 11 6 0,5-10-26 0,-5 10 15 15,0 0-15-15,7-7 20 0,-7 7-21 0,0 0 13 16,0 0-16-16,6 6 13 0,-6-6-8 0,5 9 7 16,-5-9-32-16,6 14 19 0,-6-14 0 0,8 18-1 15,-6-7-1-15,2-1 0 0,1 0-4 0,-1 3-1 16,3-1 1-16,-2 0-5 0,1 1 3 0,-1-1-3 15,-1-1 3-15,0 0-4 0,-1-2 1 0,3 1-11 16,-2 0-23-16,-4-10-88 0,6 17-63 0,-6-17-121 16,2 13-144-16,-2-13-353 0,0 0-333 0</inkml:trace>
  <inkml:trace contextRef="#ctx0" brushRef="#br0" timeOffset="38799.2596">26335 8237 352 0,'-4'-13'452'0,"2"2"-67"0,2 11-55 15,-3-20-47-15,-1 10-48 0,4 10-34 0,-2-16-30 16,2 16-34-16,-5-14-28 0,5 14-29 0,-2-12-20 16,2 12-3-16,0 0-12 0,-1-12-9 0,1 12-5 15,0 0-7-15,0 0-10 0,0 0-6 0,17 5 6 16,-17-5-6-16,13 13-18 0,-4-3-78 0,0-1-61 15,0 1-45-15,3 4-41 0,1-1-41 0,-2 0 3 16,5 0-45-16,1 1-151 0,1-3 50 0</inkml:trace>
  <inkml:trace contextRef="#ctx0" brushRef="#br0" timeOffset="39169.2164">26670 8351 31 0,'15'5'338'0,"-1"-3"-44"0,-3 0-42 0,-11-2-21 16,19 3-3-16,-19-3-13 0,15 0-24 0,-15 0-50 15,14 0 7-15,-14 0-10 0,0 0 2 0,13-4-27 16,-13 4-20-16,0 0-17 0,0 0-12 0,10-5-17 15,-10 5-11-15,0 0-6 0,0 0-38 0,0 0 37 0,0 0-16 16,-10-4 2-16,10 4 0 0,0 0-4 16,-13 3-3-16,13-3 0 0,0 0-7 0,-12 6 5 15,12-6-2-15,-4 8-1 0,4-8 0 0,0 0 0 0,-3 14 0 16,3-14-8-16,0 12-2 0,0-12 12 0,5 11-4 16,-5-11 3-16,12 16-1 0,-6-10-2 15,1 3-1-15,1-1-6 0,2 2-2 0,1-2 9 0,-2 1 2 16,4 0-1-16,-4 0 3 0,3 0-7 0,-3-2-1 15,2 2 6-15,1 0 0 0,-4 0-1 0,3-1 0 16,-1 2-3-16,-1-3 0 0,1 0-5 0,-3 2 9 16,0-3-1-16,0 1-1 0,-7-7-1 0,11 11-6 15,-11-11 9-15,9 11-25 0,-9-11 18 0,7 9 8 16,-7-9-3-16,0 0 3 0,7 10-8 0,-7-10 7 16,0 0-28-16,-7 11 26 0,7-11 7 0,-10 4-3 15,10-4 0-15,-17 2-4 0,17-2 1 0,-23 0 6 16,10 0-7-16,-1 0 1 0,1 1-5 0,-1-2-22 15,3 1-74-15,0-2-87 0,11 2-83 0,-20-7-153 16,20 7-175-16,-16-9-110 0</inkml:trace>
  <inkml:trace contextRef="#ctx0" brushRef="#br0" timeOffset="39503.1644">27175 8010 227 0,'0'-10'392'15,"0"10"-87"-15,5-19-13 0,-5 19-83 0,2-15 4 0,-2 15-46 16,2-14 16-16,-2 14-8 0,1-13-30 0,-1 13-32 16,0 0-30-16,2-14-11 0,-2 14-14 0,0 0-7 15,0 0-13-15,0 0-4 0,0 0-6 16,0 0-2-16,2 10-6 0,-2-10-3 0,0 14 2 0,0-14-10 15,0 16-4-15,0-5 7 0,0-11 1 0,-2 24-4 16,2-11-2-16,0-1-2 0,0 1-2 0,2 0-7 16,-2 0 13-16,2-1-5 0,-2 2-4 0,2-1 3 15,0 0 4-15,-1-4-10 0,-1-9 11 0,2 22-8 16,-2-22 6-16,2 16-5 0,-2-16-1 0,0 13-1 16,0-13-34-16,0 0-71 0,2 15-96 0,-2-15-86 15,0 0-113-15,0 0-204 0,0 0-117 0</inkml:trace>
  <inkml:trace contextRef="#ctx0" brushRef="#br0" timeOffset="39757.2953">27273 7971 272 0,'6'-8'389'0,"-6"8"-121"0,0 0-34 0,9-7-56 0,-9 7 19 15,0 0-37-15,0 0 40 0,8 4 15 0,-8-4-43 16,5 8-28-16,-5-8-25 0,7 11-16 0,-7-11-5 15,6 18-7-15,-3-8-18 0,-1 1-10 0,2 0-15 16,-1 1-10-16,-1 0-5 0,2 3-13 0,-1-1 1 16,-1 1 1-16,0 1-4 0,-1 0-2 0,1-1-9 15,-2 1 18-15,2-2-33 0,-2 0 30 0,0-1-21 16,0 1 14-16,-2 0-15 0,0-2 17 0,1 1-21 16,-3 0 11-16,-1-2-48 0,2 1-76 0,-3-2-53 15,2 0-91-15,-1-1-89 0,5-9-392 0,-11 13-250 16</inkml:trace>
  <inkml:trace contextRef="#ctx0" brushRef="#br0" timeOffset="55841.1353">14508 5986 156 0,'0'0'214'16,"0"0"-49"-16,8 9-23 0,-8-9 13 0,10 3-17 15,-10-3-22-15,16 4 10 0,-16-4-1 0,22 1-4 16,-7-1 3-16,6 0 9 0,0-1-27 0,5-1 5 0,3 0 2 16,6 0-8-16,2-2-9 0,8-2-17 0,3 1-12 15,4-2-8-15,1 0-3 0,3 0-10 16,15-3-8-16,2-1-4 0,4 1-12 0,3-2 24 16,5 2-12-16,1-1 6 0,4 0-37 0,3 0 60 0,5 1-9 15,2 1-37-15,3 1 31 0,21-1-43 0,-17 3 44 16,19-4-45-16,-21 5 37 0,2 3-6 15,0 0-48-15,0 0 37 0,-3 2-34 0,-1 2 39 0,-4-2-42 16,-5 3 38-16,-6-2 1 0,-5 4-7 0,-4-3-12 16,-17 2 9-16,-3 0-6 0,-6-1-2 0,-3 0-2 15,-11 0-5-15,-2 1 4 0,-8-2-6 0,-1 1 1 16,-4 0 3-16,-3-2-1 0,-2 1-3 0,-1 1-3 16,-3-2 8-16,-1 0-4 0,-1 2 1 0,2 0 0 15,-4 0-1-15,-11-3 0 0,21 3 2 0,-21-3-1 16,18 4-4-16,-18-4 3 0,15 2 1 0,-15-2 0 15,12 2-1-15,-12-2 0 0,12 3-3 0,-12-3-1 16,0 0 7-16,12 2 1 0,-12-2-4 0,0 0 0 16,0 0 1-16,14 2-17 0,-14-2 17 0,0 0 3 15,0 0 1-15,0 0-3 0,0 0 2 0,0 0-2 16,0 0 0-16,0 0-18 0,0 0 18 0,0 0 1 16,0 0-1-16,0 0 0 0,0 0 2 0,0 0-3 15,0 0 0-15,0 0-5 0,0 0 6 0,0 0-2 16,0 0 1-16,13 1 2 0,-13-1-3 0,0 0-6 0,0 0 4 15,0 0 4-15,0 0 1 0,0 0 1 16,0 0-3-16,0 0-2 0,12 0-2 0,-12 0 6 16,13 1-4-16,-13-1 3 0,14 1 2 0,-14-1 1 0,18 0-1 15,-18 0-10-15,18 0 11 0,-18 0-7 0,18 0 6 16,-18 0-3-16,18-1 2 0,-18 1-5 0,14 0-1 16,-14 0 7-16,0 0-2 0,19-1-1 0,-19 1 1 15,0 0 1-15,13 0-5 0,-13 0 1 0,0 0 2 16,0 0 2-16,16 0-1 0,-16 0-4 0,0 0 2 15,0 0-2-15,0 0-4 0,13-1 7 0,-13 1-4 16,0 0 5-16,0 0-1 0,0 0-2 0,0 0 3 16,0 0-1-16,0 0-7 0,0 0 1 0,0 0 11 15,13 0-4-15,-13 0-1 0,0 0 0 0,0 0-1 16,0 0 2-16,0 0-1 0,0 0-6 0,0 0 7 16,0 0 0-16,0 0-2 0,0 0 1 0,0 0 3 15,0 0-10-15,0 0 1 0,0 0 8 0,0 0-2 16,0 0 0-16,0 0 1 0,0 0-1 0,0 0 0 15,0 0-4-15,0 0-1 0,0 0 5 0,0 0-2 16,0 0 2-16,0 0-1 0,0 0 1 0,0 0-3 16,0 0 2-16,0 0-8 0,0 0 8 0,0 0-2 15,0 0 1-15,0 0-2 0,0 0-3 0,0 0 4 16,0 0-6-16,0 0 10 0,0 0-1 0,0 0-4 0,0 0 3 16,0 0-4-16,0 0 0 0,0 0 0 15,0 0 9-15,0 0-1 0,0 0-4 0,0 0 1 16,0 0 2-16,0 0-7 0,0 0 0 0,0 0 2 15,0 0 4-15,0 0 0 0,0 0 3 0,0 0-4 0,0 0-2 16,0 0 3-16,0 0 0 0,0 0-1 16,0 0 5-16,0 0-7 0,0 0-1 0,0 0 3 15,0 0-9-15,0 0 11 0,0 0 3 0,0 0-7 0,0 0 0 16,0 0-1-16,0 0 3 0,0 0-3 0,0 0 3 16,0 0-6-16,0 0 7 0,0 0 3 0,0 0-1 15,0 0-1-15,0 0-7 0,0 0 6 16,0 0-11-16,0 0 12 0,0 0-2 0,0 0 3 0,0 0-2 15,0 0-1-15,0 0 4 0,0 0-13 0,0 0 11 16,0 0-2-16,0 0 1 0,0 0 2 0,0 0-7 16,0 0 5-16,0 0-11 0,0 0 10 0,0 0 0 15,0 0 3-15,0 0-5 0,0 0 0 0,0 0-2 16,0 0 5-16,0 0-9 0,0 0 8 0,0 0 2 16,0 0-2-16,0 0 1 0,0 0-7 0,0 0 7 15,0 0-14-15,0 0 15 0,0 0 3 0,0 0-3 16,0 0-2-16,0 0-7 0,0 0 9 0,0 0-2 15,0 0-7-15,0 0 10 0,0 0-3 0,0 0-4 16,0 0 6-16,0 0-2 0,-8-4-9 0,8 4 6 0,0 0 0 16,0 0-5-16,0 0-18 0,0 0-50 0,0 0-47 15,-9-5-81-15,9 5-58 0,0 0-68 16,0 0-370-16,-12 7-207 0</inkml:trace>
  <inkml:trace contextRef="#ctx0" brushRef="#br0" timeOffset="58014.805">14958 9171 128 0,'0'0'158'0,"0"0"-38"0,-10 4-36 0,10-4-13 15,0 0-14-15,0 0-15 0,0 0-10 0,0 0-5 16,0 0-2-16,0 0-10 0,0 0-5 0,-12 1 12 16,12-1-21-16,0 0 5 0,0 0-4 0,0 0 3 15,0 0-5-15,0 0 3 0,0 0 1 0,0 0-4 16,0 0 0-16,0 0-2 0,0 0 5 0,0 0-4 15,0 0 1-15,0 0 9 0,0 0-2 0,0 0 15 0,0 0 15 16,0 0 14-16,0 0 10 0,0 0 13 0,0 0 10 16,0 0-1-16,0 0-2 0,0 0 0 15,0 0 2-15,0 0-3 0,0 0 2 0,0 0-4 0,0 0 4 16,0 0-45-16,0 0 53 0,0 0-42 0,0 0 51 16,0 0-44-16,0 0 25 0,0 0-29 0,0 0 28 15,0 0-32-15,0 0 22 0,0 0-22 16,0 0 11-16,0 0-12 0,0 0 2 0,0 0-9 0,0 0 2 15,0 0-3-15,0 0-5 0,0 0-5 0,0 0 1 16,0 0-2-16,0 0 16 0,0 0 20 0,0 0-23 16,0 0 12-16,14 0-4 0,-14 0 16 0,14-1-20 15,-14 1 1-15,15-1 3 0,-15 1 11 0,19-2-26 16,-19 2 16-16,20-1-16 0,-20 1 24 0,24 0-17 16,-10 0 5-16,1 0-14 0,3 0 13 0,1 0-19 0,3 0 16 15,1 0-17-15,4 0 16 0,2 0-20 16,2 0 17-16,7 1-20 0,-2 1 16 0,4-2-17 15,-1 1 16-15,-1 0-21 0,4 1 12 0,0-1-19 16,-1 1 19-16,1-1-28 0,0 1 27 0,5 1-21 0,-5-2 26 16,0 2-17-16,-1-1 28 0,7 0-25 15,1 2 28-15,0-3-20 0,2 2 19 0,2-1-19 16,1 0 17-16,2 1-23 0,3-1 22 0,2-1-42 0,3 2 38 16,11-1-17-16,-1 1 26 0,0 0-28 0,1-1 27 15,0 1-31-15,0-1 21 0,-1 2-25 16,-1-1 21-16,-8 0-29 0,-3 0 19 0,0 0-21 0,-3 0 22 15,-1 0-23-15,-2 1 26 0,-3-1-27 0,-4 0 32 16,-8-1-37-16,-3 1 29 0,-2-1-31 0,-1 2 26 16,-6-3-22-16,-1 0 24 0,0 2-26 0,-2-1 25 15,0-1-27-15,-1 2 22 0,-4-1-20 0,1-1 25 16,0 1-25-16,-1 1 24 0,0-3-25 0,0 2 29 16,-1-1-35-16,0 2 33 0,0-2-27 0,-1 0 27 15,0-1-27-15,-1 2 24 0,-1-1-23 0,-1 1 20 16,-2-1-21-16,-1-1 26 0,1 1-25 0,-2 0 22 15,-12-1-26-15,21 2 2 0,-21-2 5 0,17 2 27 16,-17-2-27-16,14 0 26 0,-14 0-28 0,14 1 27 16,-14-1-28-16,17 2 25 0,-17-2-25 0,20 2 26 0,-20-2-25 15,23 2 20-15,-9-1-21 0,-1 2 22 16,2-3-22-16,0 2 27 0,2-2-26 0,-1 3 27 16,-1-1-35-16,-1-1 36 0,0 0-29 0,0 1 41 0,-1-1-23 15,-1 0 27-15,-12-1-31 0,22 1 23 0,-22-1-26 16,16 1 23-16,-16-1-15 0,14 2 29 0,-14-2-25 15,0 0 16-15,17 2-25 0,-17-2 26 16,0 0-33-16,14 0 26 0,-14 0-26 0,0 0 22 0,0 0-27 16,12 1 26-16,-12-1-30 0,0 0 6 0,0 0-2 15,0 0 20-15,0 0-25 0,14 1 21 0,-14-1-24 16,0 0 27-16,0 0-29 0,0 0 24 0,0 0-91 16,0 0-26-16,0 0-66 0,0 0-39 0,0 0-56 15,11 2-50-15,-11-2-44 0,0 0-40 0,0 0-108 16,0 0-266-16,0 0-302 0</inkml:trace>
  <inkml:trace contextRef="#ctx0" brushRef="#br0" timeOffset="67483.0343">28131 6991 49 0,'0'0'85'0,"0"0"-15"16,0 0-15-16,0 0-9 0,12-3-3 0,-12 3-18 15,0 0-1-15,0 0 8 0,0 0-8 0,0 0-24 0,0 0 15 16,0 0 7-16,7-6-1 0,-7 6-15 16,0 0 7-16,0 0-5 0,0 0 3 0,0 0 7 15,0 0 5-15,0 0-3 0,0 0 0 0,0 0-4 16,0 0-5-16,0 0 6 0,0 0 2 0,0 0-3 15,0 0 5-15,0 0 3 0,0 0 4 0,0 0-2 16,0 0-2-16,0 0 12 0,0 0-1 0,0 0-1 0,0 0-3 16,0 0-3-16,0 0-2 0,0 0 0 15,0 0 0-15,0 0-2 0,0 0-6 0,0 0-5 0,7-6 0 16,-7 6-8-16,0 0 4 0,0 0 0 0,0 0 0 16,0 0-3-16,0 0-5 0,0 0 5 0,0 0 14 15,0 0-2-15,0 0-2 0,4-9-5 0,-4 9 3 16,0 0-3-16,0 0-4 0,0 0-1 0,0 0-3 15,0 0 0-15,8-7 0 0,-8 7-1 0,0 0 6 16,0 0-8-16,0 0 3 0,0 0-2 0,4-6 1 16,-4 6-2-16,0 0 0 0,0 0-2 0,0 0 5 15,0 0-4-15,0 0 0 0,8-7-3 0,-8 7 7 16,0 0-2-16,0 0 3 0,0 0-3 0,0 0 0 16,0 0-1-16,0 0 2 0,9-5-3 0,-9 5 3 15,0 0-6-15,0 0 6 0,0 0 0 0,0 0 12 16,0 0 1-16,0 0 1 0,0 0-2 0,0 0 1 15,0 0-7-15,0 0 3 0,0 0-6 0,0 0 0 16,7-4-8-16,-7 4 10 0,0 0-3 0,0 0 1 0,0 0-3 16,0 0 2-16,0 0-4 0,0 0 5 15,0 0-5-15,0 0 3 0,0 0-6 0,0 0 7 16,0 0-6-16,0 0 7 0,0 0-4 0,0 0 6 16,0 0-6-16,0 0 4 0,0 0-6 0,0 0 1 15,0 0 0-15,0 0 0 0,0 0-5 0,0 0 8 0,0 0-8 16,0 0 9-16,0 0-6 0,0 0 3 15,0 0-5-15,0 0 8 0,0 0-4 0,0 0 1 0,0 0-7 16,0 0 8-16,0 0 0 0,0 0 2 0,0 0-12 16,0 0 13-16,0 0-5 0,0 0 2 0,0 0-4 15,0 0 2-15,0 0-3 0,0 0 6 0,0 0-7 16,0 0 11-16,0 0-8 0,0 0 7 0,0 0-8 16,0 0 3-16,0 0-2 0,0 0 3 0,0 0-16 15,0 0 21-15,0 0-6 0,0 0 6 0,0 0-8 16,0 0 4-16,0 0-7 0,0 0 8 0,0 0-6 15,0 0 1-15,0 0-2 0,0 0 6 0,0 0-3 16,0 0 3-16,0 0 0 0,0 0 3 0,0 0-8 16,0 0 4-16,0 0 22 0,0 0 12 0,0 0-14 15,0 0 8-15,0 0-22 0,0 0 20 0,0 0-12 16,0 0 11-16,0 0-18 0,0 0 9 0,0 0-9 16,0 0 6-16,0 0-12 0,0 0 17 0,0 0-16 15,0 0 16-15,0 0-8 0,0 0 11 0,0 0-13 16,0 0 16-16,0 0-17 0,0 0 30 0,0 0-19 15,0 0 23-15,0 0-23 0,0 0 23 0,0 0-26 16,0 0 28-16,0 0-26 0,0 0 30 0,0 0-41 16,0 0 28-16,0 0-33 0,0 0 26 0,0 0-29 15,0 0 25-15,0 0-34 0,0 0 29 0,0 0-24 0,0 0 21 16,0 0-30-16,0 0 34 0,0 0-30 16,0 0 27-16,0 0-32 0,0 0 15 0,0 0-13 15,0 0 26-15,0 0-28 0,0 0 12 0,0 0-10 0,0 0 27 16,0 0-33-16,0 0 36 0,0 0-28 0,0 0 25 15,0 0-29-15,0 0 31 0,0 0-31 0,0 0 26 16,0 0-28-16,0 0 30 0,0 0-28 16,0 0 31-16,0 0-34 0,0 0 37 0,0 0-36 0,0 0 14 15,0 0-22-15,0 0 38 0,0 0-24 0,0 0 25 16,0 0-28-16,0 0 29 0,0 0-33 0,0 0 37 16,0 0-31-16,0 0 26 0,0 0-29 0,0 0 26 15,0 0-27-15,0 0 33 0,0 0-44 0,0 0 40 16,0 0-27-16,0 0 27 0,0 0-26 0,0 0 29 15,0 0-30-15,0 0 24 0,0 0-21 0,0 0 25 16,0 0-23-16,0 0 20 0,0 0-24 0,1 10 28 16,-1-10-41-16,0 0 41 0,0 0-28 0,0 0 25 15,0 0-27-15,0 0 28 0,0 0-30 0,0 0 36 16,0 0-48-16,0 0 44 0,2 11-30 0,-2-11 30 16,0 0-31-16,0 0 34 0,0 0-33 0,0 0 25 15,0 0-23-15,0 0 28 0,0 0-32 0,0 0 28 16,0 0-28-16,0 0 34 0,0 0-37 0,0 0 32 15,0 0-25-15,0 10 28 0,0-10-28 0,0 0 28 16,0 0-33-16,-2 12 29 0,2-12-22 0,0 0 25 0,-4 13-31 16,4-13 29-16,-3 17-26 0,3-17 31 15,-3 23-27-15,3-10 34 0,-2 3-39 0,1 5 50 16,-1 1-21-16,0 1 35 0,-1 3-34 0,-2 4 28 16,1 2-43-16,-2 2 39 0,1-1-11 0,-3 8 2 0,2 1-3 15,-1 1-5-15,0 1-6 0,0 3-5 0,1 1-32 16,-1-3 40-16,4 3-39 0,-3-1 39 0,3-1-39 15,1-2 41-15,2-5-43 0,0-4 44 0,0 0 2 16,2-2-7-16,0-1-7 0,2-6-4 0,-1-1 7 16,0-1-11-16,1-3 8 0,-1-2-5 0,1-4 0 15,0 2-2-15,0-1 0 0,4-1 0 0,-2-2-22 16,1 0-43-16,2-2-72 0,2-1-120 0,0 1-162 16,1-3-162-16,1-1-92 0</inkml:trace>
  <inkml:trace contextRef="#ctx0" brushRef="#br0" timeOffset="68098.1967">28507 7743 301 0,'1'-14'330'0,"0"3"-95"0,-1 11-35 16,1-17-29-16,-1 17-15 0,2-15-44 0,-2 15-10 0,0-12-36 15,0 12 2-15,0 0-25 0,2-17 3 0,-2 17-23 16,0 0 24-16,0 0-13 0,0 0 13 0,0 0-23 16,0 0 32-16,-5 7-35 0,5-7 18 0,-7 15-31 15,3-6 29-15,2 2-29 0,-1-3 20 0,-1 3-28 16,2 1 26-16,-1-1-35 0,0 1 48 15,1-2-32-15,0 2 28 0,-1-1-37 0,3-11 28 0,-3 21-25 16,3-21 23-16,0 17-1 0,0-17 41 0,-1 12-30 16,1-12 57-16,0 14-31 0,0-14 50 0,0 0-41 15,0 0 20-15,0 11-44 0,0-11 20 0,0 0-43 16,0 0 27-16,4-10-39 0,-4 10 29 0,5-16-42 16,-2 5 33-16,0-6-37 0,1 2 29 0,2-5 1 15,1-1-8-15,1-1 3 0,2-4-10 0,0-3-3 16,1 2-32-16,3-7 27 0,2 0-34 0,-2 2 44 15,2-2-38-15,-2 7 42 0,0 1-48 0,-1 0 49 16,3 5-35-16,-4-2 34 0,-2 4-30 0,2 2 31 16,-3 4-35-16,-1 0 39 0,-1 2-41 0,2 2 37 15,-2 1-38-15,-7 8 35 0,13-6-30 0,-13 6 32 0,18 3-37 16,-11 0 42-16,4 6-38 0,-2 2 31 0,-2 3-25 16,3 5 38-16,0 2 0 0,0 4-6 0,-2 1 3 15,3 2-7-15,-1 1-10 0,-1 2 6 16,0 0-4-16,-1 1-33 0,2 3 37 0,-2-2-35 0,2-3 40 15,0 2-42-15,-1 0 42 0,-1-2-40 0,1-1 42 16,-3-1-38-16,2 0 41 0,-2-5-40 0,-1 0 32 16,0-3-29-16,-1-3 35 0,-2 3-41 0,-1-2 37 15,0-1-34-15,-2-1-8 0,0-1-116 0,-1-5-77 16,-2 2-120-16,0-3-429 0,-2-1-285 0</inkml:trace>
  <inkml:trace contextRef="#ctx0" brushRef="#br0" timeOffset="68329.1682">28510 7874 83 0,'-16'-11'417'0,"4"3"-94"0,-1 0-27 16,2-1 8-16,3 3-93 0,0-1-2 0,-1 0-71 16,9 7 35-16,-9-12-43 0,9 12-14 0,-4-11-20 15,4 11-20-15,7-10-16 0,1 6-11 0,4 0-11 16,5 1-11-16,4-1 3 0,4 2-47 0,4 2 40 15,3 1-4-15,5 0-4 0,0 1-7 0,0 0-2 0,0 3-1 16,1-2-62-16,-1 3-1 0,-3-1-72 0,0 1-32 16,-3-1-40-16,-3 1-31 0,-2 0-31 15,-1-3-50-15,-2 2-133 0,-3-3 80 0</inkml:trace>
  <inkml:trace contextRef="#ctx0" brushRef="#br0" timeOffset="70327.2149">29139 7822 271 0,'9'-9'260'0,"-9"9"-48"0,7-10-20 0,-7 10 27 16,5-10-33-16,-5 10 1 0,4-11-26 0,-4 11 28 15,3-8-57-15,-3 8 19 0,0 0-65 0,4-11 19 16,-4 11-60-16,0 0 27 0,0 0-59 0,0 0 33 16,0 0-35-16,0 0 35 0,0 0-42 0,0 0 40 15,0 0-44-15,4 15 31 0,-4-15-43 0,1 14 20 16,-1-14-18-16,3 18 39 0,0-9-40 0,0 3 10 16,0 0-10-16,0-1 47 0,2 1-54 0,0 1 50 15,1 0-40-15,2-2 34 0,-1 0-42 0,0 2 42 16,2-4-47-16,-1-1 36 0,-1-1-31 0,0 0 40 15,0 0-40-15,2-3 38 0,-9-4-39 0,14 6 37 16,-14-6-44-16,0 0 48 0,19-3-45 0,-19 3 47 16,11-11-48-16,-5 3 44 0,0 1-51 0,1-4 52 15,-2-2-46-15,0 1 45 0,0-1-42 0,0 2 41 16,-1 2-42-16,1-2 44 0,-2 2-43 0,-3 9 36 16,6-14-34-16,-6 14 40 0,5-12-43 0,-5 12 39 15,4-9-40-15,-4 9 40 0,0 0-40 0,0 0 41 0,0 0-40 16,0 0 45-16,12 6-45 0,-12-6 44 0,6 15-47 15,-2-7 47-15,0 1-42 0,2 1 42 16,0 2-43-16,3 0 45 0,0 1-42 0,0-1 41 16,3 3-40-16,0 0 34 0,2-3-38 0,-3-1 46 0,0-1-44 15,1 1 45-15,-1-4-46 0,0 0 42 0,-1 0-42 16,-3-1 40-16,-7-6-38 0,15 5 40 0,-15-5-42 16,15-1 38-16,-15 1-38 0,13-11 40 0,-7 3-45 15,1-4 47-15,-1-2-43 0,-1-2 42 0,1-6-45 16,-1-1 41-16,2-6-43 0,-1 0 48 0,1-3-12 15,0 1 6-15,2 0-3 0,-1 0-5 0,-1 2-5 16,1 1-3-16,0 4-39 0,-2 2 62 0,0 3-28 16,-2 3 37-16,1 1-42 0,-2 4 23 0,0 0-30 15,0 1 46-15,-3 10-45 0,4-14 30 0,-4 14-33 16,0 0 37-16,0 0-34 0,0 0 44 0,0 0-7 16,0 0-13-16,-12 11 11 0,8-1-5 0,0 4-2 15,-1 0-43-15,0 5 46 0,-1 2-46 0,0 1 46 16,0 0-39-16,1 2 45 0,-3 2-49 0,2 2 49 15,-2-1-45-15,0 1 49 0,1-6-46 0,-3 3 39 16,2-2-42-16,0-3 47 0,0-1-47 0,1-2 47 16,1-4-47-16,0-1 44 0,2 0-39 0,-2-3 43 15,2-1-45-15,4-8 47 0,-10 11-46 0,10-11 46 16,-9 6-51-16,9-6 44 0,0 0-37 0,0 0 37 16,-8-9-37-16,8 9 43 0,2-11-43 0,-2 11 42 15,8-16-47-15,-2 6 47 0,3 0-49 0,-1-1 48 16,2 1-47-16,0-1 48 0,2 2-50 0,1-1 47 15,2-2-44-15,1 1 49 0,0-1-50 0,1 2 46 0,0-1-47 16,0 0 47-16,0-1-52 0,0 2 49 16,0-2-41-16,0-1 37 0,-2-2-38 0,2 1 43 15,-3 0-42-15,0-3 46 0,0-2-5 0,-1-1-12 16,-1 1-36-16,-2 1 44 0,0-2-43 0,-2 1 45 0,0 1-37 16,-1 2 42-16,-2 1 2 0,1 2 38 0,-2 0-13 15,0 2 13-15,0 2-29 0,-4 9 7 0,5-16-24 16,-5 16 11-16,4-11-19 0,-4 11 10 15,0 0-24-15,0 0 24 0,0 0-23 0,0 0 27 0,0 0-29 16,-4 9 30-16,1 1-4 0,0 3 5 0,0 2-9 16,-1 1-21-16,-1 1 18 0,0 4-19 0,2 0 11 15,-1 1-16-15,1 0 19 0,1 0-20 0,-1 2 28 16,1-3-21-16,1 0 19 0,1-2-21 0,0 2 19 16,0-2-16-16,1 0 18 0,1-1-20 0,1-2 19 15,-2 0-17-15,3-2 22 0,-2-2-18 0,1-2 17 16,2 0-16-16,-5-10 12 0,9 15-19 0,-9-15 22 15,11 7-24-15,-11-7 17 0,16 0-16 0,-16 0 14 16,17-9-16-16,-10 4 11 0,4-5-12 0,-2 2 19 16,-1-2-18-16,2-1 17 0,-2 2-19 0,-2 0 21 15,0 2-21-15,1 0 23 0,-7 7-21 0,9-13 12 16,-9 13-21-16,7-8 22 0,-7 8-16 0,0 0 12 16,0 0-13-16,9-3 19 0,-9 3-20 0,0 0 18 15,4 11-16-15,-4-11 21 0,2 12-22 0,-2-12 24 0,2 15-19 16,-2-15 19-16,4 17-20 0,-4-17 19 0,5 18-18 15,-2-9 22-15,2 0-24 0,0-1 26 0,1 0-19 16,-1 1 18-16,1 0-18 0,1-3 16 16,0 1-13-16,2-1 11 0,-1 0-19 0,1-2 20 0,2-1-17 15,-1 0 17-15,0 0-21 0,-10-3 17 0,23 0-13 16,-11 0-6-16,1-3 25 0,1-3-24 0,1 2 22 16,-1-3-26-16,3-5 24 0,-1 1-15 15,1-3 17-15,-2-1-23 0,4-3 18 0,-2 1-17 0,0 2 22 16,-3 2-21-16,2-1 16 0,-3 2-13 0,-1-1 17 15,-1 5-19-15,-2 0 17 0,2-1-20 0,-3 4 22 16,-8 5-26-16,17-6 21 0,-17 6-20 0,16 0 20 16,-16 0-17-16,18 7 18 0,-9-3-21 0,-2 4 21 15,2 0-19-15,-2-1 16 0,0 2-18 0,0 2 5 16,-2 0 0-16,2 0 8 0,-3 1-4 0,0-1-1 16,-1-1 3-16,-1 1 2 0,-1 0-2 0,-1-11 20 15,0 21-23-15,0-21 20 0,-3 17-23 0,3-17 21 16,-9 16-20-16,2-8 19 0,0-4 8 0,-2 2-28 15,-1-1 17-15,-2-2-17 0,-1-1 15 0,-1-2-15 16,0 0 23-16,-3-2-26 0,1-1 23 0,-1-1-14 0,3 0 15 16,0-2-20-16,2 0 22 0,3 0-12 15,0-1 8-15,3 0-22 0,2-2 21 0,4 9-18 16,-1-16 18-16,4 5-18 0,1 3 16 0,3-5-19 0,3 3 22 16,0-3-19-16,4 3 14 0,0-3-15 0,2 1 22 15,0 1-20-15,1-2 21 0,1 4-26 16,-1-4 23-16,1 5-21 0,0 0 19 0,-2 1-16 15,0 0 16-15,0 2-17 0,0-1 14 0,-2 3-22 0,-1 0 27 16,-1 0-23-16,-12 3 17 0,24 1-21 0,-12 2 23 16,0 1-21-16,0 3 1 0,1-1 10 0,-2 4-7 15,0 1 1-15,2 1 4 0,-3 1 0 16,1 2 1-16,-1-1 0 0,0 2 4 0,-2-2 3 0,0 0-2 16,-2 2 0-16,0-2-4 0,-1 0-1 0,-1-2-1 15,-2 1 6-15,1-3 1 0,-3-10-1 0,0 21-5 16,0-21 6-16,-3 18 0 0,3-18-3 15,-4 14 11-15,4-14-6 0,-6 9 0 0,6-9 1 16,-7 7 15-16,7-7-11 0,0 0-1 0,0 0 1 0,-12-3-2 16,12 3-2-16,0 0-1 0,0-17 0 0,4 9 0 15,1-3-4-15,1-1 2 0,3-1-4 0,4-3 4 16,0 0 0-16,0-1-5 0,5 0-1 0,1-3 2 16,0 1-1-16,1 0 19 0,1 1-22 15,0 0 15-15,0 0-14 0,1-1 16 0,-1 3-13 16,-1-1 16-16,1 1-27 0,-2-1 28 0,-2 3-29 0,-1 2 25 15,0-1-19-15,-3 1 16 0,-1 1-22 0,-2 2 25 16,-1-2-18-16,0 1 14 0,-1 0-18 0,-3 1 15 16,-1 1-17-16,-4 8 15 0,3-17-28 15,-3 17 8-15,-4-15 2 0,4 15 1 0,-11-13 4 0,11 13 4 16,-14-7 15-16,14 7-17 0,-14-3 25 0,14 3-21 16,-16 3 21-16,16-3-21 0,-12 5 26 0,12-5-30 15,-13 9 23-15,13-9-15 0,-10 14 17 0,10-14-19 16,-6 17 19-16,6-17-23 0,-1 19 20 0,2-8-25 15,1 2 7-15,3-1-1 0,1 4-1 16,3 1-1-16,1 0 4 0,1 2 6 0,1 1-1 16,2 1-3-16,2 2-1 0,-1 0 0 0,0-1 3 0,1 2 1 15,0-3 1-15,0 0 0 0,0 1 3 0,-1-3-7 16,-3 1-6-16,0-4 7 0,-3 1-3 0,1-1 15 16,-3-1-14-16,-1 0-2 0,-2-1 3 0,0-2-3 15,-1 0 6-15,-2 0-6 0,-4-2 27 0,-2 0-21 16,-1 0-2-16,-5 1 4 0,-2-3 17 0,-4 3-23 15,-5-3 18-15,-1-1-18 0,-4-2 17 0,-3 2-17 16,-3-3 20-16,0 0-28 0,3-1 21 0,-1-1-94 16,2-2-16-16,1 1-75 0,2-2-73 0,4 1-78 15,1-2-451-15,5-1-298 0</inkml:trace>
  <inkml:trace contextRef="#ctx0" brushRef="#br0" timeOffset="70729.1866">31366 7059 148 0,'-4'-8'269'0,"4"8"-74"0,-5-11-41 0,5 11-11 15,0 0 13-15,0 0 3 0,0 0-18 0,13-4-9 16,-4 10 4-16,5 2-6 0,4 5-18 0,6 6 10 0,4 5-10 16,3 5-5-16,7 8-12 0,-1 2-8 15,-1 3-3-15,-1 2-17 0,-3 1-14 0,-2 1 42 16,-3 2-60-16,-3 2 3 0,-2 0-5 0,-7-5 2 0,-1 2-5 16,-5-1-1-16,-3 1-2 0,-2-1 3 0,-4 1-5 15,-4 0 6-15,-4 1 1 0,-4-1 6 0,-3-2-10 16,-7 7 29-16,-1 0-34 0,-3-1 22 0,-3-1-32 15,0-2 21-15,-2-1-25 0,0-4 23 0,0 0-41 16,3-8 30-16,1-2-22 0,0-1-1 0,0-4-2 16,0 0 25-16,2-6-25 0,-2-2-1 0,4-2-3 15,-1-3 4-15,4-5 2 0,-2-1-2 0,0-3 22 16,4-3-109-16,-3-3-59 0,0-3-174 0,-2 1-549 16,1-7-426-16</inkml:trace>
  <inkml:trace contextRef="#ctx0" brushRef="#br0" timeOffset="71238.1367">31836 6272 24 0,'0'0'240'0,"9"-5"-33"0,-9 5-74 0,11 2 6 16,-1 3-62-16,1 2 13 0,2 1-29 16,3 6-4-16,5 4 44 0,5 8 22 0,0 4 0 15,10 8 22-15,0 6 7 0,1 4-20 0,2 5-7 0,0 4 0 16,3 5-15-16,5 18-12 0,-1 0-15 0,-3 3-3 16,-2 1-13-16,-10-9 19 0,3 14-21 0,-10-8 17 15,2 17-1-15,-8-13 52 0,-7 3-20 0,-5 1 0 16,-6 3-52-16,-6-3-1 0,-6 1 8 0,-10 16 42 15,-9-1-13-15,-7-5-3 0,-11 0 4 0,-10-4-3 16,-8-1-5-16,-10-3-10 0,-9-3-12 0,-7-3-6 16,-5-2-3-16,-7-4-10 0,-5-2-18 0,-3-5 5 15,-4-3-19-15,-1-6-1 0,2-4-3 0,-2-6-2 16,-2-5-86-16,-2-5-154 0,-1-5-20 0,-4-4-116 16,0-5-147-16,-4-5-414 0,0-5-497 0</inkml:trace>
  <inkml:trace contextRef="#ctx0" brushRef="#br0" timeOffset="79287.1928">13367 10417 259 0,'0'0'481'16,"-2"-10"-91"-16,2 10-67 0,0 0-17 0,-5-13-10 16,5 13-31-16,0 0-20 0,-4-13-29 0,4 13-4 15,0 0-17-15,-4-12 21 0,4 12-22 0,0 0 23 16,-6-8-29-16,6 8 20 0,0 0-32 0,0 0 5 15,-2-10-4-15,2 10 1 0,0 0-14 0,0 0-14 16,0 0-12-16,-7-6-11 0,7 6 19 0,0 0-18 0,0 0-38 16,0 0-4-16,0 0-4 0,0 0-10 0,-8-4-3 15,8 4-7-15,0 0-6 0,0 0 4 16,0 0-1-16,0 0 15 0,0 0-1 0,-5 8 3 16,5-8-9-16,0 0-7 0,-2 13 5 0,2-13 5 0,-3 14 4 15,3-14 3-15,3 23 0 0,-1-10 5 0,-2 1-1 16,0 3-7-16,0 2 7 0,0 0-15 0,0 1-1 15,1 5-3-15,1 0-4 0,-2 2-12 0,2 1-9 16,-2-2-5-16,2 2-3 0,-2-1-10 0,2-1-4 16,0 1 3-16,-2-2-11 0,0-1-1 0,2 1 1 15,-1-7-9-15,1 1 5 0,0 0-6 0,2-2-8 16,-2-3-14-16,2-1 3 0,-2-1-26 0,0-1-25 16,0-1-22-16,-2-10-28 0,2 17-21 0,-2-17-28 15,4 14-23-15,-4-14-29 0,1 11-27 0,-1-11-38 16,0 0-63-16,2 12-73 0,-2-12-29 0,0 0-22 15,0 0-136-15,-3 11-50 0,3-11-353 0,0 0-624 16</inkml:trace>
  <inkml:trace contextRef="#ctx0" brushRef="#br0" timeOffset="79603.2394">13625 10526 550 0,'5'-12'570'0,"-1"1"-124"16,-4 11-8-16,3-17-14 0,-3 17 5 0,4-17-46 0,-4 17 11 16,2-12-59-16,-2 12-18 0,0 0-63 0,2-16-42 15,-2 16-19-15,0 0-8 0,0 0 25 0,0 0 37 16,0 0-8-16,0 0-11 0,13 6-29 0,-13-6-21 16,6 20 3-16,-4-8-40 0,-2 2-9 0,4 1-38 15,-2 2 4-15,1 2-32 0,-1 2 5 16,2 1-25-16,0-2 4 0,2 3-24 0,-2-3 8 0,2 1-20 15,-1-1-2-15,1-1-6 0,-1-1 2 0,4 1-12 16,-4-4 4-16,1-1-13 0,1-1-21 0,-3 1-23 16,1-3-33-16,-2-3-38 0,-3-8-33 0,6 17-31 15,-6-17-28-15,5 10-50 0,-5-10-79 0,0 0-107 16,0 0-36-16,-3 9-53 0,3-9-197 0,0 0-405 16,-16-5-762-16</inkml:trace>
  <inkml:trace contextRef="#ctx0" brushRef="#br0" timeOffset="80000.2486">12906 10560 553 0,'-18'-6'439'0,"3"1"-127"15,1 0-8-15,-1 0 9 0,4 1-18 0,1 1-4 16,-1-3-48-16,11 6-19 0,-18-6-41 0,18 6-11 16,-13-5-38-16,13 5-2 0,-11-5-42 0,11 5 17 15,0 0-35-15,-10-5 3 0,10 5-17 0,0 0 34 16,0 0-8-16,0 0 19 0,8-5-25 0,-8 5 6 16,21-3-35-16,-4 0 14 0,7-2-23 0,2 3 24 15,9-4-35-15,3 1 22 0,9-2-25 0,4 0 11 16,4-1-30-16,3-1 23 0,9 0-35 0,1-1 21 0,3 2-27 15,-1-2 23-15,-2 2-32 0,-10 1 12 0,-1 1-22 16,-2 1 27-16,-1-1-23 0,-6 2 29 16,-6 1-30-16,-4 0 31 0,-3 0-25 0,-5 2 25 0,-3 0-32 15,-2-1 24-15,-2 1-43 0,-4 1 4 0,0-1-44 16,-3 2-13-16,-1-1-49 0,-4 1 2 16,-11-1-46-16,23 3-40 0,-23-3-51 0,14 2-105 0,-14-2-128 15,0 0-276-15,0 0-314 0</inkml:trace>
  <inkml:trace contextRef="#ctx0" brushRef="#br0" timeOffset="81102.1289">14162 10993 390 0,'0'0'439'16,"2"-15"-57"-16,-2 15-54 0,0 0-1 0,-2-13 17 15,2 13-44-15,0 0-21 0,-2-14-30 16,2 14-2-16,0 0-51 0,-2-10 2 0,2 10-55 0,0 0 1 15,0 0-37-15,0 0 22 0,0 0-8 0,0 0 30 16,0 0-19-16,0 0 20 0,0 0-14 0,2 12 3 16,-2-12-12-16,0 19 2 0,0-7-10 0,0 3-10 15,-2 0-6-15,2 1 0 0,-2 2 3 0,0 1-10 16,-2 0-20-16,2 0-11 0,0 0-13 0,0 0-12 16,0 0 20-16,-1 0-37 0,-1-2 20 0,2 1-34 0,0 0 3 15,1-2-5-15,-1 0 24 0,0-2-33 16,0-1 23-16,2-3-28 0,0-10 29 0,-2 22-34 15,2-22 27-15,0 15-28 0,0-15 27 0,-3 13-24 0,3-13 24 16,0 0-26-16,0 0 24 0,0 14-31 0,0-14 23 16,0 0-28-16,0 0 26 0,0 0-50 0,-1-14 19 15,1 14-64-15,-1-19 7 0,2 7-11 16,0-4-15-16,-1-3 17 0,3-3-2 0,-1-2-1 0,3-2-26 16,-1-5 31-16,0 1-17 0,3 1 46 0,-1 0-16 15,1 5 40-15,-2 0-17 0,3 2 35 0,-1 2-19 16,0 1 30-16,-2 3 5 0,2 1-7 0,-1 2 10 15,0 1 1-15,0 2 3 0,0 1-1 0,-1 3 4 16,-5 6 12-16,13-9-5 0,-13 9 17 0,16-1 15 16,-16 1 8-16,18 7 11 0,-7-1-1 0,0 3 15 15,1 2 8-15,-1 4 15 0,0 0 4 0,1 2 8 16,0 1-7-16,-1 2-2 0,2 3 4 0,-1 1 16 16,0-1-16-16,-1 0-8 0,-2 2 0 0,2-4 15 15,-1-2-26-15,-2 2 3 0,1-2-32 0,1 1 10 16,-2-1-29-16,-1-1 8 0,4-1-26 0,-6-2 13 15,2-2-25-15,-1-1 14 0,-1 1-22 0,0-5 16 16,-1 2-25-16,0-1 14 0,-4-9-30 0,5 15 5 0,-5-15-38 16,6 12-7-16,-6-12-70 0,4 7-12 15,-4-7-78-15,0 0-18 0,0 0-58 0,0 0-76 16,0 0-69-16,0 0-65 0,0 0-150 0,0 0-618 0,0 0-884 16</inkml:trace>
  <inkml:trace contextRef="#ctx0" brushRef="#br0" timeOffset="81375.3272">14187 11326 554 0,'-12'-3'515'0,"1"1"-99"0,11 2-26 16,-20-7-25-16,20 7 5 0,-18-7-41 0,18 7-5 15,-16-6-48-15,16 6 11 0,-11-6-57 0,11 6-14 16,-10-5-46-16,10 5-44 0,0 0-18 0,-8-7-20 15,8 7-26-15,0 0-25 0,0 0 13 0,12-4-7 16,-12 4-10-16,15-1-7 0,-15 1-5 0,21-3 1 16,-9 2-15-16,1 0-3 0,1 0-12 0,2 1 1 15,0-1-27-15,3 0-28 0,-2 0-16 0,3 0-33 0,-2 0-43 16,4-1-26-16,-1 1-32 0,-1-1-12 16,-2 1-17-16,3 0-68 0,-4 0-7 0,3-1-48 0,-6 1-49 15,1-1-335-15,-3 1-259 0</inkml:trace>
  <inkml:trace contextRef="#ctx0" brushRef="#br0" timeOffset="82620.3225">14819 11103 264 0,'0'0'519'0,"0"0"-93"0,-4-12-45 16,4 12-15-16,0 0 13 0,-4-13-58 0,4 13 6 0,-4-9-32 15,4 9 8-15,-5-9-45 0,5 9 7 0,-5-9-34 16,5 9-20-16,-4-8-36 0,4 8 4 0,0 0-16 16,-5-11-12-16,5 11 2 0,0 0-4 0,-4-8-13 15,4 8-10-15,0 0-31 0,0 0-14 0,-4-9-13 16,4 9-2-16,0 0 20 0,0 0-4 0,0 0 22 16,10 11 8-16,-10-11-3 0,7 17-5 0,0-7-6 15,-2 2 5-15,0 1-11 0,1 2-6 0,1-2-14 16,0 2-17-16,-3 0-8 0,3 0-10 0,-3 0-8 15,2 0 11-15,-2 0-24 0,3 0 12 0,-3-1-22 16,0 0 13-16,0-2-17 0,0 1 18 0,-1-3-21 16,1 0 16-16,0-1-22 0,-4-9 18 0,6 17-11 15,-6-17 9-15,2 12-17 0,-2-12 18 0,5 10-12 16,-5-10 7-16,0 0-15 0,0 0 18 0,0 0-19 0,0 0 14 16,0 0-20-16,0 0-4 0,-5-10-10 15,1 2-12-15,0-3-7 0,-2-2-1 0,-1-1-26 16,-1-4 0-16,-1-1 8 0,0-2 5 0,1 0 8 0,0-1 5 15,2 0-2-15,-2 0 0 0,2 0 10 0,1 3 13 16,1 2-1-16,0 1 10 0,1 2 6 0,-2 1 2 16,3 3-1-16,0-1 6 0,2 11-5 0,-3-15 3 15,3 15 3-15,0 0-3 0,2-12 6 0,-2 12-6 16,0 0 11-16,13 2-2 0,-13-2 4 0,14 10 2 16,-6-3-3-16,1 4 1 0,2-1 6 0,3 2-1 15,-1 1-7-15,2 1 4 0,1-1 2 0,3 0-1 16,-2 0-3-16,3-1 2 0,4 1 0 0,-1-1-5 15,-2-2 7-15,1-1-1 0,0-1-1 0,-1-1 5 16,1-2-3-16,-6 0-4 0,3-1 3 0,-4 0-5 16,0-3 3-16,-3 1 0 0,-12-2 2 0,23-1 8 15,-23 1-6-15,18-7 1 0,-18 7 9 0,14-12 1 16,-14 12-6-16,1-19 4 0,-1 7 0 0,-3-3-6 0,-2 0 4 16,-4-3 0-16,-1-2-2 0,-1 0 3 0,-5-1 4 15,2 1 0-15,0 2 0 0,2 2-6 16,-1 2-1-16,0 0 8 0,1 1-15 0,2 2 1 0,-1 0-6 15,3 3 3-15,1 0 1 0,-1 2-6 0,8 6-1 16,-11-13-8-16,11 13-8 0,-9-8-12 0,9 8-8 16,0 0-4-16,-8-5-13 0,8 5-41 0,0 0-44 15,0 0-13-15,3 11-26 0,-3-11-33 0,5 12-41 16,0-3-16-16,0-1-60 0,1 3-5 0,4 1-40 16,-2 0-63-16,3-1-12 0,1 2-46 0,3-1-456 15,0 0-533-15</inkml:trace>
  <inkml:trace contextRef="#ctx0" brushRef="#br0" timeOffset="83983.9783">15422 11109 582 0,'9'-3'457'0,"-9"3"-62"15,0 0-40-15,12-7 14 0,-12 7-25 0,5-7 4 16,-5 7-56-16,0 0-19 0,1-16-24 0,-1 16 4 16,-5-10-27-16,5 10-2 0,-6-9-33 0,6 9-5 15,-12-10-6-15,12 10-28 0,-16-7-21 0,16 7-10 16,-17-1 11-16,17 1 0 0,-17 1 11 0,17-1-12 15,-18 7-15-15,9-1-2 0,1 1 2 0,2 1 2 16,-1 2-3-16,-2 2 0 0,4-1-17 0,1 0 3 0,1-1-9 16,1 1-3-16,0 0-31 0,2-11 6 0,0 22-26 15,3-12 8-15,-1 1-23 0,2-1 13 16,0 0-22-16,4-2 8 0,-1-1-17 0,3 0 14 0,-1-1-28 16,4 1-1-16,-1-3-34 0,1 0-12 0,0-3-8 15,1 1-8-15,0 0 2 0,-2-1 3 0,2-1 14 16,-1-2 5-16,-1 1 1 0,-1-2 10 0,-1 0-1 15,1-1 0-15,-3-2-1 0,0-1 14 0,-1-1 2 16,0 0 1-16,-3-3 8 0,0 1 4 0,-1-1 3 16,0 1 2-16,-3-2 5 0,0 12 9 0,2-20 13 15,-2 20 11-15,-1-18 12 0,1 18 11 0,0-15 8 16,0 15 4-16,-1-13 0 0,1 13-5 0,0 0-10 16,0-16-13-16,0 16-5 0,0 0-6 0,0 0-4 15,-2-11 12-15,2 11 2 0,0 0-2 0,0 0-4 16,0 0-3-16,0 0-8 0,4 14-3 0,-4-14 0 15,3 11-5-15,-3-11-3 0,6 11-1 0,-6-11-2 16,8 14-3-16,-8-14 6 0,8 14-17 0,-8-14-7 16,10 12-13-16,-10-12-19 0,10 10-12 0,-10-10-12 0,10 11-21 15,-10-11-9-15,12 6-7 0,-12-6-14 0,15 5-16 16,-15-5 6-16,14 1 5 0,-14-1 20 0,15 0 10 16,-15 0 10-16,15-5 15 0,-15 5 16 0,13-10 2 15,-13 10 6-15,10-16 17 0,-10 16 9 0,6-16 4 16,-6 16-4-16,4-17 10 0,-4 17 8 0,4-18 6 15,-4 18 8-15,5-15 17 0,-5 15 23 0,2-13 15 16,-2 13 19-16,1-10-3 0,-1 10-8 0,0 0-4 16,4-13 9-16,-4 13 23 0,0 0-4 0,0 0 8 15,0 0 3-15,10 1-6 0,-10-1 6 0,9 9-10 16,-9-9-8-16,10 12-9 0,-5-4 0 0,1 1 4 16,-1 0-14-16,3 0-9 0,-2 2-5 0,1-1-21 15,1 1 4-15,-2-3-3 0,3 3-11 0,-2-2-1 16,-2 0-7-16,1 0-1 0,1 0-7 0,-1-3-2 15,-1 1 1-15,-5-7-7 0,8 12-4 0,-8-12 3 16,8 10-11-16,-8-10 1 0,7 7-14 0,-7-7-8 0,0 0-21 16,8 5 3-16,-8-5-24 0,0 0 0 0,0 0-44 15,7-6-17-15,-7 6 2 0,4-9-7 16,-4 9 10-16,3-11 9 0,-3 11 19 0,5-11 16 0,-5 11 5 16,4-13 17-16,-4 13 10 0,4-12 15 0,-4 12-3 15,6-12 15-15,-6 12 5 0,5-10 1 0,-5 10 7 16,0 0 1-16,6-11 3 0,-6 11 3 0,0 0 4 15,0 0 2-15,9-7 18 0,-9 7 15 0,0 0 2 16,0 0 10-16,9 9-1 0,-9-9 5 0,8 8-10 16,-8-8 9-16,3 8 0 0,-3-8-3 0,7 11-6 15,-7-11-4-15,6 8-6 0,-6-8-4 0,6 9-3 16,-6-9-2-16,5 8-4 0,-5-8 0 0,6 7-7 16,-6-7 5-16,8 7-9 0,-8-7 19 0,0 0-28 15,8 7 14-15,-8-7-21 0,0 0 12 0,0 0-40 16,11 3-7-16,-11-3-20 0,0 0-5 0,8-6-14 15,-8 6-8-15,6-8-15 0,-6 8-18 0,6-10 6 16,-6 10 13-16,8-15 20 0,-8 15-2 0,9-14 27 0,-9 14 11 16,10-14 16-16,-10 14 6 0,9-11 7 0,-9 11 5 15,8-11 0-15,-8 11 5 0,6-10 0 16,-6 10 9-16,7-6 1 0,-7 6 5 0,7-7 7 16,-7 7 20-16,0 0 10 0,11-2 6 0,-11 2 12 0,0 0 3 15,14 3 14-15,-14-3 7 0,11 6 9 0,-11-6-4 16,15 7 7-16,-8-3-3 0,2 1 1 0,0 0-2 15,3 1-11-15,-2-2-8 0,2 1-4 0,2-2-5 16,0 3-12-16,2-2-6 0,0-1-6 0,7 2-10 16,-6-2-3-16,2-1-6 0,0-1-5 0,0 0-5 15,0-1-3-15,1 0 4 0,-1-1-11 0,0-1-10 16,0 0 1-16,-2-1 0 0,0 0-1 0,-2-2-9 16,0 1-6-16,-2-3-5 0,0 1-10 0,-2-3-9 15,-1 0 3-15,0-2 3 0,-2 0-3 0,-1-1-3 16,-1-1-3-16,-1 0 7 0,1 1 12 0,-4 0 4 15,1-1 5-15,-2 3 5 0,-1 10 7 0,1-19-3 16,-1 19 4-16,-1-17 4 0,1 17 0 0,-5-11 1 16,5 11 4-16,-9-7 2 0,9 7 4 0,0 0 12 0,-17 1 8 15,17-1 15-15,-16 9 4 0,8-2 12 16,-1 1 13-16,0 2 11 0,1 1 10 0,1 3 16 16,0-1-3-16,1 0 0 0,0 2-4 0,2-1-1 0,1 1-13 15,1 0-7-15,1-2-10 0,1 0 5 0,2 0-25 16,2 1 27-16,1-1-28 0,2-1-9 0,1-1-2 15,3 0-11-15,2-2-3 0,0-1-10 0,3-2-5 16,-1-1-7-16,4 0-17 0,-2-3-18 0,3 0-18 16,0-2-50-16,-2 0-14 0,2-2-60 0,-1 1-14 15,-1-3-68-15,1 0 7 0,-3-1-68 0,1 0-46 16,-2-2-84-16,-1 1-69 0,-2-1-58 0,-3-1-54 16,-1 1-660-16,-8 7-894 0</inkml:trace>
  <inkml:trace contextRef="#ctx0" brushRef="#br0" timeOffset="84798.097">17711 10191 255 0,'2'-15'413'0,"-1"1"-84"15,1 3 32-15,-2 0-28 0,2-1-24 0,-2 12-14 16,-1-21-32-16,1 21-3 0,-1-18-27 0,1 18 9 16,0-15-36-16,0 15 16 0,-2-13-47 0,2 13 11 15,-4-10-49-15,4 10 38 0,0 0 20 0,0 0 8 16,-14 2 12-16,5 4 16 0,0 6 6 0,-4 4 5 15,-4 7 32-15,-3 7 4 0,-1 4-6 0,-3 4 1 16,-3 10-21-16,-1 3-26 0,0 3-98 0,1 5 87 16,2 2-18-16,0 4-6 0,2 4-23 0,2 1-168 15,3 2 0-15,1-1 0 0,6 0 0 0,3-2 0 0,4-1 0 16,2-12 0-16,4-1 0 0,6 8 0 16,0-9 0-16,7 3 0 0,5-1 0 0,5-4 0 0,4-5 0 15,4-2 0-15,2-5 0 0,5-4 0 0,4-5 0 16,-4-8 0-16,5-5 0 0,2-4-148 0,3-4-298 15,2-6-58-15,2-4-114 0,-1-3-93 0,-1-2-150 16,-2-7-693-16,-3-1-1194 0</inkml:trace>
  <inkml:trace contextRef="#ctx0" brushRef="#br0" timeOffset="85895.2114">17944 10856 126 0,'1'-12'511'16,"-1"12"-59"-16,0 0-60 0,0-16-37 0,0 16 3 15,0 0-38-15,0-14-11 0,0 14-36 0,0 0 8 16,1-13-17-16,-1 13-22 0,0 0-27 0,0 0-23 15,1-12-26-15,-1 12-8 0,0 0 10 0,0 0-2 16,0 0 34-16,0 0-74 0,10 5 36 0,-10-5-54 16,5 9-8-16,-5-9 10 0,3 14 14 0,-3-14-7 15,3 15-21-15,-3-15-21 0,1 17-5 0,-1-17-9 16,-4 19-12-16,2-9-3 0,-1 1-1 0,-1-1-12 16,1-1-5-16,-3 1-7 0,-1 0-3 0,-1 1-3 15,0-1-4-15,-1-3 0 0,-1 2-8 0,1-3-1 16,0 1-3-16,-1-3-1 0,-1 1 3 0,2-2-13 15,-3 0-4-15,12-3-5 0,-20 0-44 0,20 0-6 16,-21-3 9-16,12 0-14 0,0-2-3 0,0-2 4 0,1 0 4 16,0 0 13-16,0-1 6 0,2-1 8 0,0 0 9 15,1 0-5-15,0 1 10 0,5 8 10 16,-6-17 41-16,6 17-42 0,-3-15 39 0,3 15-36 16,4-17 38-16,0 9-42 0,1 0 41 0,2-2-38 0,2 1 47 15,3 0-44-15,2 1 60 0,4-3-30 0,4 2 62 16,4-1-18-16,4 1 42 0,4-1-38 0,8 1 28 15,3-1-25-15,3 1 31 0,4 1-14 0,0 0 20 16,3 1-8-16,1-2 14 0,2 2 5 0,0 0 0 16,-1 1-14-16,1 0-5 0,-2 2 3 0,-2 0-22 15,-2-1 5-15,-3 1-5 0,-7 1-2 0,-4 1-4 16,-2-1-3-16,-6 3-6 0,-1-1-8 0,-5 1-1 16,-4 0-1-16,1 0-9 0,-2 0-2 0,-3 0-4 15,-2 0-6-15,-1 0-5 0,-1 1-4 0,-12-1-3 16,22 0-2-16,-22 0-1 0,17 0-1 0,-17 0-2 15,14 0 0-15,-14 0-10 0,0 0 2 0,18 0-3 16,-18 0 0-16,0 0 0 0,13 0 0 0,-13 0 0 16,0 0 0-16,0 0 0 0,15 0-10 0,-15 0-20 0,0 0-11 15,0 0-12-15,0 0-10 0,12 2-22 16,-12-2-3-16,0 0-32 0,0 0-14 0,0 0-50 16,0 0-4-16,0 0-62 0,0 0 25 0,0 0-54 0,0 0-43 15,0 0-42-15,0 0-40 0,0 0-54 0,-8 6-73 16,8-6-48-16,-12 3-612 0,12-3-800 0</inkml:trace>
  <inkml:trace contextRef="#ctx0" brushRef="#br0" timeOffset="87547.8912">18842 11098 45 0,'0'0'537'0,"0"0"-118"0,-6-8-76 15,6 8-16-15,0 0 3 0,0 0-28 0,-8-8-18 16,8 8-22-16,0 0 8 0,0 0-27 0,-8-8 12 0,8 8-38 16,0 0 7-16,0 0-53 0,-3-9-5 0,3 9-48 15,0 0 14-15,0 0-38 0,-3-9 8 16,3 9-20-16,0 0-15 0,0 0-14 0,0 0-10 0,0 0-1 15,0-14-3-15,0 14 2 0,0 0-3 16,0 0-3-16,0 0-6 0,0 0-8 0,0 0 1 0,1-12 0 16,-1 12-7-16,0 0-2 0,0 0-1 15,0 0-3-15,0 0-11 0,0 0 6 0,0 0 4 0,0 0-3 16,0 0-1-16,0 0-4 0,0 0 3 0,0 0 1 16,2-11-1-16,-2 11 1 0,0 0-3 0,0 0 2 15,0 0-7-15,0 0 8 0,0 0 2 0,5-10-3 16,-5 10 3-16,0 0 0 0,0 0 6 0,0 0-5 15,0 0 5-15,0 0 6 0,0 0-5 0,4-8 1 16,-4 8 5-16,0 0 6 0,0 0 12 0,0 0 45 16,3 17 15-16,-3-17 0 0,2 19 4 0,-2-7-2 15,0 1 5-15,0 3-5 0,-1 2-6 0,-1 0-11 16,0 0 22-16,0 1-13 0,-2 3 5 0,1 0-19 16,-1-1 4-16,0 0-18 0,1-1 1 0,-2-2-25 0,1 0 11 15,2-2-26-15,-1 0 14 0,-1-1-25 16,2 0 14-16,-1-4-21 0,1 1 14 0,0-3-18 15,2-9 13-15,-3 16-15 0,3-16 19 0,-3 14-17 0,3-14 14 16,0 0-18-16,-3 12 9 0,3-12-25 0,0 0 9 16,0 0-20-16,0 0 1 0,2-11-45 15,-2 11-7-15,3-20-31 0,-1 8 11 0,0-5-38 0,0 1 18 16,2-6 1-16,-1-2 17 0,2 1-2 0,-1-2 10 16,2-1 10-16,-1 0 18 0,0 1 4 0,0 0 13 15,0 2 3-15,0 1 11 0,1 3 1 0,-1 1 9 16,-1 1 11-16,1 3 2 0,0 1 0 0,-1 3-6 15,0 1 5-15,1 1 6 0,-5 8 0 0,9-8 6 16,-9 8 1-16,11-3-3 0,-11 3-4 0,15 6 1 16,-7-2 11-16,1 3 8 0,1 2-1 0,1 0 10 15,0 4 6-15,1 0 0 0,1 2 8 0,0 1 2 16,-1 0-1-16,-1 2-16 0,0 0 17 0,-1 0-12 16,-2 0 8-16,2 1 24 0,-2-2-48 0,-2 2 32 0,0-4-38 15,0 1 31-15,0-1-60 0,-1 0 10 16,0-1-75-16,-1 0-20 0,0-5-85 0,0 2-61 15,-1-2-63-15,-3-9-56 0,8 16-48 0,-8-16-119 0,5 11-77 16,-5-11-391-16,0 0-616 0</inkml:trace>
  <inkml:trace contextRef="#ctx0" brushRef="#br0" timeOffset="87780.0173">18866 11329 345 0,'0'0'570'0,"-12"-5"-111"0,12 5-40 0,-11-6-8 16,11 6 9-16,-7-7-49 0,7 7 7 0,-6-8-41 16,6 8-40-16,0 0-32 0,-2-13-34 0,2 13-44 15,0 0-28-15,4-12-23 0,-4 12-24 0,9-7-24 16,-9 7-17-16,13-7-15 0,-13 7-7 0,19-5-21 16,-8 2 2-16,3 1-11 0,-1 1-23 0,5-2-33 15,-1 2-42-15,3-1-81 0,0 2-45 0,2-1-82 16,1 1-44-16,3-2-61 0,1 2-100 0,0-1-28 15,0-2-400-15,0 2-490 0</inkml:trace>
  <inkml:trace contextRef="#ctx0" brushRef="#br0" timeOffset="88275.2099">19487 11098 286 0,'4'-9'529'0,"-4"9"-65"0,5-17-15 16,-5 17-2-16,6-15 5 0,-6 15-47 15,3-14 18-15,-3 14-27 0,3-13-20 0,-3 13-38 0,5-11-29 16,-5 11-22-16,3-10-42 0,-3 10-38 0,0 0-37 16,2-10-22-16,-2 10-10 0,0 0 15 0,0 0 12 15,0 0-14-15,12 8-9 0,-12-8-18 16,10 14-14-16,-3-6-2 0,0 3-6 0,0 2 3 0,0 2-7 16,1-1-9-16,-1 1-7 0,1 2-16 0,0 0-13 15,1 0-7-15,-2 1-8 0,0-1-7 0,0-3-4 16,1 3-14-16,-2-5 1 0,0 2-2 0,-1-1-2 15,1-1-7-15,0-2 6 0,-1-1-6 0,-1 0-7 16,-4-9-7-16,7 14 1 0,-7-14-10 0,7 11 13 16,-7-11-14-16,4 8 2 0,-4-8-19 0,0 0 13 0,0 0-26 15,0 0 14-15,0 0-21 0,0 0 7 16,0 0-13-16,0 0 1 0,-8-11-4 0,8 11 2 16,-11-14 11-16,5 7 11 0,-1 0 9 0,-1 1 5 0,-2-3 0 15,10 9 9-15,-18-13 0 0,8 8 2 0,-4 0 0 16,3 2 1-16,-1 0-1 0,-2 1 4 0,2 1 0 15,12 1 3-15,-26 1 5 0,14 1-3 16,-2 2 1-16,3-1 0 0,0 3 4 0,2 0 22 0,1 0-25 16,0 0 16-16,0 1-17 0,3 1 16 0,5-8-20 15,-5 14 23-15,5-14-19 0,1 15 17 0,-1-15-21 16,11 10 13-16,-1-6-39 0,1 1 9 0,6-3-63 16,0 0-2-16,2 0-77 0,3-2 13 0,-1-1-69 15,1 0-17-15,0-1-33 0,0-3-70 0,-2 3-17 16,-1-1-28-16,-2 0-121 0,0-1-45 0,-1-1-484 15,-1-1-658-15</inkml:trace>
  <inkml:trace contextRef="#ctx0" brushRef="#br0" timeOffset="88741.1888">20012 11034 411 0,'1'-10'571'0,"-1"10"-56"15,4-17-25-15,-4 17 27 0,2-14-54 0,-2 14-11 0,2-11-43 16,-2 11-23-16,2-13-50 0,-2 13-44 0,0 0-33 15,2-12-37-15,-2 12-22 0,0 0 9 16,0 0 18-16,0 0 0 0,0 0-11 0,10 5-18 0,-10-5-21 16,8 14-4-16,-4-4-22 0,1 1-7 0,1 1-14 15,2 1-19-15,-1 2-14 0,0-1-12 16,-1 1-25-16,4 1 4 0,-3 0-22 0,2 1-2 0,-1 0-11 16,0-2 3-16,-1-1-18 0,0 0 5 0,0 0-12 15,2 0 7-15,-3-3-9 0,1 1-1 0,-2-2-11 16,1 0-2-16,-3-3-17 0,3 2-2 0,-6-9 2 15,8 13-9-15,-8-13 11 0,6 10 1 0,-6-10 6 16,0 0-15-16,7 9 11 0,-7-9-13 0,0 0 4 16,0 0-14-16,0 0 5 0,0 0-22 0,0 0-1 15,-7-12-3-15,7 12-14 0,-10-12 11 0,2 6 12 16,0-1 15-16,0 1 1 0,-1 1 5 0,-3-1 1 16,-1 0 8-16,-1 1 7 0,0 1-3 0,-4 1 8 15,2 0 1-15,-2 2-1 0,0 1 2 0,-1 2 4 16,0 0 4-16,2 2-7 0,0 0 7 0,1 0 1 15,1 2 0-15,2 1 2 0,2-1 1 0,1 3-2 16,3-2 18-16,1 2-19 0,6-9 13 0,-5 15-18 16,5-15 13-16,5 13-34 0,2-7-11 0,3 0-72 0,5-2-21 15,3 0-69-15,3-2-14 0,3 2-38 0,3-2-31 16,1-1-16-16,0 1-31 0,1-2-53 0,-2 0-33 16,1 0-48-16,-1 0-113 0,0-2-414 0,-5 1-587 15</inkml:trace>
  <inkml:trace contextRef="#ctx0" brushRef="#br0" timeOffset="90051.3292">20417 11247 695 0,'0'0'562'0,"-3"-11"-96"0,3 11 14 0,-3-10-38 16,3 10 27-16,-2-10-64 0,2 10-24 0,0 0-51 15,0-15-44-15,0 15-40 0,4-8-29 0,-4 8-16 16,7-9-19-16,-7 9-12 0,13-6-17 0,-13 6-9 15,21-3-8-15,-21 3-16 0,24 0-20 0,-12 1-30 16,3 3 11-16,0 0-8 0,0 1-11 0,-1 0-16 16,1 1 3-16,-2 1-8 0,1 0-10 0,-2 1-5 15,0 1-2-15,0-1-4 0,-2 0-5 0,0 0-1 0,0 1-3 16,-2-2 17-16,-2 0-24 0,0 1 19 0,-6-8-25 16,12 12 16-16,-12-12-23 0,6 10 20 15,-6-10-23-15,0 0 10 0,2 14-30 0,-2-14 4 0,0 0-36 16,-7 8 15-16,7-8-45 0,0 0 18 0,-16 1-41 15,16-1 29-15,-13-3-45 0,13 3 16 0,-14-8 3 16,14 8 2-16,-14-11-1 0,8 5 5 0,-1-3 3 16,1 2-23-16,6 7 47 0,-8-16-15 0,8 16 36 15,-5-16-13-15,5 16 37 0,-3-14-22 0,3 14 38 16,0-13-22-16,0 13 35 0,5-13-25 0,-5 13 30 16,8-14-25-16,-8 14 23 0,15-11-15 0,-7 6 26 15,1-1-24-15,2 1 26 0,1-1-24 0,-1 0 26 16,3 1-30-16,0-1 33 0,0 0-28 0,1 1 30 15,0-2-29-15,0 2 28 0,-1-3-27 0,0 2 19 16,1-2-16-16,-2 0 26 0,0 0-24 0,-1 0 30 16,-1-1-24-16,1 0 29 0,-3-1-19 0,0 1 44 15,-2 1-24-15,0-1 29 0,-1 2-15 0,-6 7 13 0,8-14-26 16,-8 14 12-16,4-12-26 0,-4 12 25 0,0 0-19 16,-1-13 20-16,1 13-22 0,0 0 18 0,-8-4-2 15,8 4 6-15,-9 4 4 0,9-4-1 16,-10 8-3-16,10-8-5 0,-10 15 21 0,6-6 2 0,0 1-1 15,0 1 5-15,0 0-3 0,2 2 11 0,0 0 7 16,2 0-6-16,0 0-1 0,1 1-9 0,2 0-3 16,1 0-11-16,1-1 7 0,0 2-8 0,2-4-5 15,1 1-4-15,1-2-5 0,0 1-7 0,1-4-2 16,2 2-7-16,-2-3-11 0,0 0 7 0,2-2-3 16,-2-1-4-16,1 0-4 0,-11-3-1 0,23 1 0 15,-23-1-16-15,23-1 9 0,-12-2-12 0,0 1-2 16,-1-2-11-16,0-1-20 0,0-2-17 0,-2 0 3 15,0-1-22-15,0-3-4 0,0 1-11 0,-3-2 9 16,1 0 0-16,-3 0 6 0,-1 1 15 0,0 0 10 16,-2 11 0-16,-1-21-5 0,-2 8-15 0,0 4 26 15,-3-2-11-15,1 2 29 0,-1-1-11 0,2 3 28 16,4 7-34-16,-8-13 4 0,8 13-34 0,-5-11 17 0,5 11-11 16,0 0 38-16,0 0-16 0,0 0 33 0,0 0-23 15,7-7 35-15,-7 7-23 0,12 4 32 16,-12-4-21-16,17 9 25 0,-7-5-24 0,2 2 32 15,-1 1-30-15,3 1 35 0,-2-1-22 0,1 2 31 0,1-1-25 16,0 1 25-16,0-1-21 0,-1 3 22 0,1-3-13 16,-2 1 32-16,-1 0-22 0,0 0 22 0,-1-1-28 15,-1 1 17-15,0-3-26 0,-3 2 23 0,0-1-23 16,-6-7 19-16,11 11-3 0,-11-11-6 0,7 11 0 16,-7-11-14-16,0 0 13 0,2 13-5 0,-2-13-4 15,0 0-5-15,-10 9 0 0,10-9-1 0,-10 3-22 16,10-3 28-16,-12 2-5 0,12-2 1 0,0 0-2 15,-18-1-2-15,18 1 0 0,-10-3-8 0,10 3 5 16,-7-6-33-16,7 6 30 0,-5-8-26 0,5 8 25 16,0 0-38-16,3-15 31 0,-3 15-31 0,8-14 28 15,-2 5-22-15,0 1 29 0,2-2-28 0,2-1 29 16,-1 0-18-16,1 1 33 0,1-2-29 0,-1 0 27 16,2-1-19-16,-1 0 26 0,-1 1-29 0,1 0 36 0,-1 0-25 15,0 0 25-15,-1 0-17 0,1 0 27 16,-3 1-23-16,-2 0 14 0,1 0-10 0,-3 2 33 15,2-1-21-15,-2 1 21 0,-3 9-26 0,4-17 22 0,-4 17-29 16,-2-13 21-16,2 13-29 0,-1-13 23 0,1 13-25 16,-3-11 18-16,3 11-25 0,0 0 27 0,-5-12-28 15,5 12 28-15,0 0-26 0,0 0 22 16,0 0-24-16,0 0 18 0,0 0-13 0,0 0 23 0,0 0-24 16,-4 9 22-16,4-9-24 0,2 10 21 0,-2-10-22 15,4 14 21-15,-4-14-21 0,7 14 25 0,-2-5-23 16,0-1 23-16,1 0-29 0,0 3 25 0,3-3-16 15,0 2 26-15,1 1-26 0,2 2 28 0,0-3-18 16,1 0 19-16,0 0-14 0,2 0 19 0,1 1-12 16,-1 0 20-16,-2-3-17 0,2 2 12 0,0-1-12 15,-2 0 15-15,1 1 18 0,-1-2-2 0,0 1-2 16,-1-1-7-16,-2 0-13 0,0 0 2 0,-2-1-1 16,-1-1-5-16,-7-6-8 0,11 10 7 0,-11-10-2 15,7 12-7-15,-7-12-1 0,0 0-3 0,-4 15-2 16,4-15-3-16,-14 10-11 0,4-6-3 0,-2 2-26 15,-2-3-59-15,-2 1-53 0,1 1-114 0,-3-2-90 16,2 0-92-16,-3-2-224 0,4 0-534 0,0 0-810 0</inkml:trace>
  <inkml:trace contextRef="#ctx0" brushRef="#br0" timeOffset="91020.2291">22615 10801 209 0,'0'0'434'0,"-12"2"-92"0,12-2-11 16,-14 0-56-16,14 0-10 0,-13 0 13 0,13 0-30 16,-16 0-16-16,16 0-34 0,-17 0 0 0,17 0-29 15,-18-2 25-15,18 2-21 0,-14-1 19 0,14 1-32 16,-15-1 13-16,15 1-34 0,0 0 21 0,-16-3-27 16,16 3 9-16,0 0-10 0,-12 0-11 0,12 0-12 15,0 0-8-15,0 0-4 0,-15-2-7 0,15 2-10 16,0 0-5-16,0 0-7 0,0 0 3 0,0 0-4 0,-11-1 2 15,11 1-4-15,0 0-8 0,0 0-8 16,0 0-10-16,0 0 5 0,0 0-8 0,12-1-20 16,-12 1 13-16,19-3-9 0,-6 3-1 0,6-2-12 15,1 1 0-15,6-2-24 0,1 2-23 0,3-2-19 0,4 0 28 16,1 1-63-16,3 0-18 0,-3-2-24 0,2 1-21 16,-3 2-18-16,-3-1-51 0,-2-1-15 15,-2 2-49-15,-5 0-19 0,-2 0-27 0,-1 1-91 0,-5-1-4 16,-14 1-59-16,22 0-315 0,-22 0-331 0</inkml:trace>
  <inkml:trace contextRef="#ctx0" brushRef="#br0" timeOffset="91247.5424">22670 10931 320 0,'-11'6'439'0,"0"-2"-61"0,3 0-25 0,8-4 9 16,-14 6-13-16,14-6 1 0,-12 5-21 0,12-5 2 15,-8 5-49-15,8-5 13 0,0 0-53 0,0 0-33 16,0 0-23-16,0 0-7 0,0 0-44 0,18-1-3 16,-7-2-41-16,2 2-5 0,4-2-18 0,2 0-21 15,1-4 0-15,1 5-11 0,2-2-17 0,1 0-24 16,2 2-31-16,-2-1-73 0,1 0-36 0,0 0-78 16,-5 0-63-16,1 2-56 0,-1-2-132 0,-3 2-78 15,0-1-416-15,-3 1-556 0</inkml:trace>
  <inkml:trace contextRef="#ctx0" brushRef="#br0" timeOffset="99515.7623">22597 11231 471 0,'0'0'465'0,"0"0"-89"0,0 0-91 0,0 0-14 16,0 0-5-16,0 0-30 0,0 0-4 0,0 0-29 15,-10-5 6-15,10 5-25 0,0 0 1 16,0 0-32-16,0 0 11 0,0 0-42 0,0 0 9 0,6 10-33 16,-6-10 17-16,0 0-39 0,7 8 11 0,-7-8-32 15,6 6 17-15,-6-6-34 0,0 0 21 0,8 9-26 16,-8-9 29-16,0 0-2 0,11 7 9 16,-11-7-6-16,0 0-4 0,10 3-1 0,-10-3-9 0,11-1-7 15,-11 1-11-15,17-9-6 0,-7 1-12 0,3 0-13 16,1-3 17-16,2-3-22 0,0-1 18 0,3-2-25 15,-1-2 24-15,1-4-24 0,3-3 24 0,-2-1-28 16,0-3 16-16,-1-2-5 0,-1 0-2 0,-1-1-9 16,-1-2-8-16,-1 0 3 0,-2 0-7 0,-1 0 7 15,-2-2-3-15,-3 4 5 0,-1 0-18 0,-2-3 7 16,-2 0 7-16,-2-1 27 0,0-1-22 0,-4-8 25 16,-1 2-16-16,-2-1 33 0,-1 0-18 0,-1 0 22 15,-1 2-20-15,2-1 20 0,0 0-19 0,-2 2 18 0,1 3-4 16,1 1 9-16,0 4-3 0,0 3-20 0,0 2 20 15,0 2-20-15,0 3 12 0,1 3-14 16,1 2 22-16,1 4-14 0,0 0 11 0,0 3-20 16,1 2 16-16,1-1-21 0,3 11 7 0,-6-16-6 0,6 16 16 15,-5-13-19-15,5 13 14 0,-5-10-16 0,5 10 14 16,-6-5-14-16,6 5 6 0,0 0 3 16,-16-1 2-16,16 1-14 0,-17 5 16 0,8-2 0 15,0 4-7-15,-1 0 2 0,-1 2 11 0,0 0 6 0,0 3 14 16,0 4 1-16,0 0-4 0,-1 1-9 0,1 4 18 15,0 2 10-15,0 4 0 0,0 1 31 0,0 1-18 16,-1 7 48-16,2 0-37 0,0 0 34 0,0 2-44 16,3-5 39-16,1 2-47 0,2-2-1 0,1 3 3 15,2-1 9-15,1 3-12 0,2-3 23 0,0 2-31 16,3 4-3-16,2-2-5 0,2 2-8 0,2-1-1 16,1-3-12-16,3-1 3 0,0-1-6 0,3-2-2 15,0 1 0-15,1-5-3 0,2-1-3 0,-4-6 2 16,3 1-3-16,-1-3 2 0,2-2-3 0,1-1 1 15,-2-2-1-15,0-3-4 0,1-1 3 0,-2-2-1 16,1 0 1-16,0-2-1 0,-4-2-2 0,1-1-2 16,-1 0-1-16,-1-1-1 0,-2-1 0 0,1 0-2 15,-14-2 3-15,22-2-4 0,-22 2-10 0,21-3 1 16,-12-1-2-16,-9 4 2 0,16-6-7 0,-9 0 2 0,0-3-4 16,-1 1-5-16,0 0 6 0,-1-2-6 0,-1 1 3 15,-1-3 2-15,-1 0 4 0,0-1 4 0,0 2-4 16,-2-1 11-16,0-1-3 0,0 1 0 0,-1-1 2 15,0 1 4-15,-1 1 0 0,1-1-2 0,0 1 6 16,-1 0-2-16,-1-1 20 0,1 4-20 0,2 8 17 16,-4-20-21-16,4 20 17 0,-3-15-16 0,3 15 18 15,-5-13-23-15,5 13 21 0,-2-10-21 0,2 10 16 16,0 0-18-16,-3-13 24 0,3 13-21 0,0 0 18 16,0 0-15-16,0 0 1 0,0 0-1 0,0 0 7 15,-2 12 1-15,2-12 2 0,2 17 0 0,0-7 5 16,0 1 3-16,0 1-6 0,2 1 8 0,-1 2 4 15,-1 0-1-15,2 1 1 0,-1-1 0 0,0-1-6 16,1 1-1-16,0-1 1 0,0 1-3 0,1-2 0 16,0 1 1-16,1-2-3 0,0-1-4 0,-1-1 2 15,2-2 0-15,-1 1 1 0,0-1-6 0,1-1-3 16,0 0-12-16,0-2-19 0,-7-5-17 0,12 11-48 16,-12-11-44-16,11 6-36 0,-11-6-24 0,12 5-42 0,-12-5-25 15,8 5-92-15,-8-5-61 0,0 0-63 0,0 0-148 16,0 0-554-16,0 0-798 0</inkml:trace>
  <inkml:trace contextRef="#ctx0" brushRef="#br0" timeOffset="99775.1956">23189 10724 850 0,'5'-19'700'0,"-1"2"-170"16,-2 1-42-16,1-1-48 0,-1 0-9 0,1 1-93 16,-1 0-7-16,-1 0-23 0,0 0-52 0,0 2-49 15,-1 1-17-15,0 1-8 0,0 12-48 0,1-21-12 16,-1 21-42-16,0-17-15 0,0 17-19 0,1-14-27 16,-1 14-7-16,0 0-40 0,1-11-13 0,-1 11-45 0,0 0-31 15,0 0-94-15,8 4-42 0,-8-4-87 16,8 11-5-16,-2-2-81 0,-1-2-124 0,1 2-489 15,0 0-653-15</inkml:trace>
  <inkml:trace contextRef="#ctx0" brushRef="#br0" timeOffset="100676.0585">23470 10581 402 0,'3'-9'574'0,"-3"9"-110"15,3-18-45-15,-3 18-36 0,3-17 20 0,-3 17-19 16,1-17-14-16,-1 17-79 0,1-15 7 0,-1 15-22 15,1-15-16-15,-1 15-29 0,2-12-43 0,-2 12-39 16,0 0-29-16,1-15-25 0,-1 15-21 0,0 0 9 16,0 0 8-16,0 0-5 0,0 0-1 0,6 15 0 15,-4-6 3-15,-1 4-2 0,0 2-5 0,-1 4 32 16,1 1-25-16,0 4-2 0,-1 3-2 0,2-1-6 16,-1 2-9-16,1-2-2 0,3 6-7 0,-1 0-5 15,-2-5-14-15,2 0-6 0,-1-2-6 0,0 0-5 16,1-2-3-16,0 0-4 0,1-1 0 0,-1-4-6 15,-1-3-2-15,2 0-1 0,-1 0-4 0,-1-4 2 16,0 0 11-16,0-2-10 0,-3-9 3 0,5 16-2 0,-5-16 1 16,5 12-3-16,-5-12 1 0,0 0-6 15,11 4-2-15,-11-4-9 0,10-6-2 0,-4-1-18 16,1-3-7-16,1-2-17 0,1-6-37 0,2 0-30 16,2-7-27-16,1 0 1 0,4-5 42 0,1 1-24 0,2-2 40 15,0 1-28-15,2 2 20 0,-2 0 2 0,2 2 21 16,-3 5-11-16,-2 0 24 0,1 3 12 0,-4 3 6 15,-1 0 9-15,-1 2-12 0,-1 3 28 0,-3-1-14 16,0 4 24-16,-3-1-20 0,2 1 21 0,-8 7-14 16,10-10 16-16,-10 10-13 0,5-9 18 0,-5 9-17 15,0 0 24-15,0 0-3 0,0 0 1 0,-16-2-3 16,16 2-11-16,-21 5 12 0,6 1 2 0,0-2-1 16,-3 0-1-16,2 2-2 0,-3 2 1 0,1 1-6 15,-1-1 9-15,0 3-1 0,2-1 0 0,0 0-5 16,1 2 8-16,0 1-5 0,2 2-6 0,1-2 8 15,2 2 1-15,1-3 1 0,1 2-19 0,4 0 17 16,1 2-15-16,2-2 22 0,2-1-13 0,0 1 22 16,2 2-21-16,0-2 18 0,3 2-20 0,1-3 24 0,2 5-18 15,-1-5 16-15,2 0 0 0,3-1 5 16,1 0-5-16,2 0-8 0,0-3-11 0,2 1 16 16,-2-3-1-16,5-1-6 0,-2 0-9 0,1-2 8 0,2-1-16 15,-1-1 8-15,1-1-5 0,2-2 10 0,-2 1-12 16,2 0 11-16,-1-2-19 0,-1 0 19 15,-1-1-14-15,0 0 13 0,4-2-20 0,-7 0 16 16,0 0-17-16,-2-3 14 0,0 1-15 0,-1-3 8 0,-1 1-9 16,-2-2 21-16,0 1-2 0,-1-2 4 0,-2 2-3 15,-2-2 4-15,-1 1 1 0,-1 1-3 0,-2 0-1 16,-2 10 1-16,3-18 1 0,-3 18-1 0,-3-14-4 16,3 14 9-16,-7-13-1 0,7 13-6 0,-11-10 10 15,11 10 5-15,-14-5-6 0,14 5 14 0,-16 2 15 16,7 1 3-16,-1 3-3 0,1 0 13 0,0 5-2 15,-2-1 1-15,3 2 12 0,1 3 24 0,1-2-11 16,-1 1 11-16,4 3 8 0,-1-3 1 0,2 3 1 16,2-4-2-16,1 1 0 0,1 2-4 0,2-1 0 15,3-2 0-15,0 0-7 0,2 0-8 0,5 0-8 0,-1-1-11 16,4-1-17-16,-1-1 0 0,2-1-7 16,-2-3-5-16,1 1-7 0,-3-2-3 0,4 0-5 15,-1-1-7-15,1 0-3 0,-2-1-14 0,1-1-16 0,-4 0-39 16,1-1-52-16,-2-1-60 0,-12 0-44 0,24 1-46 15,-24-1-88-15,23-2-25 0,-23 2-74 16,17-2-52-16,-17 2-104 0,19-5-657 0,-19 5-878 0</inkml:trace>
  <inkml:trace contextRef="#ctx0" brushRef="#br0" timeOffset="103625.9813">31355 9418 164 0,'0'0'413'0,"-7"-7"-88"0,7 7-33 0,0 0-50 16,-5-8 29-16,5 8-48 0,0 0 39 0,-6-7-47 15,6 7 15-15,0 0-24 0,0 0 6 0,-7-9-35 16,7 9-10-16,0 0-23 0,0 0-12 0,0 0-32 15,-5-8-6-15,5 8-30 0,0 0-4 0,0 0-19 16,0 0 4-16,0 0 45 0,-10 8 55 0,10-8-50 16,-8 14 18-16,0-1-9 0,-2 3 10 0,-1 1-17 15,-4 5 11-15,-1 2-31 0,-5 4 25 0,0 0-39 16,3 1-9-16,0-6-2 0,2 2 6 0,2-1 34 16,2-2-8-16,1-1 52 0,2-3 46 0,3-3-30 15,2-1 62-15,1-1-14 0,3-13 68 0,3 19-51 16,4-10 75-16,6-5-123 0,6-1 44 0,4-3-111 15,12-2 57-15,9-5-112 0,4-3 66 0,0-2-105 16,13-5 84-16,2-2-109 0,2-3 70 0,1-3-43 16,1-3-24-16,0 0-97 0,2-3-5 0,0-1-82 15,-2-1 20-15,0 1-76 0,-2-1-20 0,0 2-59 16,-3 1-15-16,-3 2-11 0,-3 1-21 0,-4 4-34 16,-12 4-30-16,-1 0 26 0,-3 2-6 0,-8 4-30 0,-1 1-44 15,-5 2-419-15,-4 1-485 0</inkml:trace>
  <inkml:trace contextRef="#ctx0" brushRef="#br0" timeOffset="108114.8759">25673 10175 378 0,'-2'-17'397'16,"2"17"-56"-16,-6-13-48 0,6 13-62 0,-3-13-29 15,3 13-13-15,-5-11-33 0,5 11-17 0,-4-9-25 16,4 9-8-16,0 0 10 0,-7-4 22 0,7 4-8 16,-10 4 7-16,10-4-2 0,-12 12 7 0,5-4 11 15,0 3 0-15,-4 2-18 0,1 1 0 0,0 3-40 16,-4 0 12-16,3 1-33 0,-5 3 17 0,5-2-30 15,0 0 9-15,-3 0-32 0,3 0 16 0,0 0-33 16,0 0 19-16,2-1-28 0,1 1 18 0,2-4-29 16,2 1 24-16,1-1-30 0,3-2 15 0,0-1-38 15,2 1 12-15,0-2-40 0,3 0-55 0,2 1-23 16,2-2-55-16,-1 0-33 0,1-2-28 0,3 1-98 16,-1-2-30-16,3-1-79 0,-3 0-321 0,0 0-298 15</inkml:trace>
  <inkml:trace contextRef="#ctx0" brushRef="#br0" timeOffset="108521.843">26207 10389 425 0,'5'-7'486'16,"-5"7"-59"-16,10-8-47 0,-10 8-9 0,8-9-19 16,-8 9-47-16,5-7-305 0,-5 7 505 0,0 0-326 15,0 0-11-15,8-5-19 0,-8 5 50 0,0 0-23 16,-4 10 32-16,4-10-50 0,-7 18 16 0,1-6-20 15,0 2-6-15,-2 3-18 0,-1 2-18 0,2 1-6 16,-5 4 29-16,2 2-35 0,-1-1-20 0,-1 2-17 16,-1 0-14-16,1-1-4 0,-1 1-11 0,2 0-8 15,-1 0-2-15,1-2-9 0,-1 0-1 0,2 0 17 16,1-5-36-16,1 0 15 0,0-1-24 0,1-1-2 16,-1-3-54-16,1-1-50 0,0 0-13 0,0-1-64 0,3-1-30 15,-3 0-56-15,1-4-32 0,0 0-43 16,0-2-77-16,6-6-94 0,-13 8-481 0,13-8-615 15</inkml:trace>
  <inkml:trace contextRef="#ctx0" brushRef="#br0" timeOffset="108952.4464">25799 10706 89 0,'-5'-12'549'0,"2"0"-105"0,1 2-51 0,0 0-69 15,0-1 37-15,-1 0-51 0,2-1-37 16,1 12-22-16,0-21 6 0,0 21-9 0,1-22 2 0,2 11-59 16,-3 11-9-16,4-18-56 0,-4 18 6 0,5-15-49 15,-5 15 6-15,5-11-37 0,-5 11 16 0,7-8-26 16,-7 8 14-16,0 0-23 0,0 0 19 0,18 3-24 16,-18-3 14-16,8 8-27 0,-8-8 10 0,7 14 4 15,-7-14-4-15,4 15-10 0,-4-15 2 0,0 19-2 16,0-7-2-16,-2-2-6 0,0 2 1 0,-2-1-1 15,1 0-4-15,-1 1-18 0,-3-2 23 0,2 0-22 16,-1-1 25-16,1 0-21 0,-1 0 24 0,-2-2-31 16,2 0 31-16,6-7-18 0,-13 12 24 0,13-12-17 15,-12 6 9-15,12-6 1 0,0 0-5 0,-15 0 3 16,15 0-4-16,-9-4 2 0,9 4-3 0,-9-11 2 16,9 11-3-16,-5-13 0 0,5 13-9 0,-4-16 3 15,4 16 1-15,0-16 2 0,0 16-2 0,2-17-7 16,-2 17 3-16,4-14-14 0,-4 14-27 0,5-11 10 15,-5 11-44-15,9-10-24 0,-9 10-13 0,11-6 3 16,-11 6-31-16,14-3-21 0,-14 3-67 0,15 1-11 16,-4 2-35-16,-1-1-100 0,5 3 2 0,-1 2-106 15,1 0-274-15,3 2-264 0</inkml:trace>
  <inkml:trace contextRef="#ctx0" brushRef="#br0" timeOffset="109383.1921">26218 11000 370 0,'0'0'468'0,"0"0"-69"0,3-11-58 0,-3 11-24 16,5-11 12-16,-5 11-65 0,2-12-5 0,-2 12-6 15,4-15 24-15,-4 15-43 0,4-12-11 16,-4 12-51-16,7-13-8 0,-7 13-53 0,7-9 0 0,-7 9-41 15,11-8 6-15,-11 8-29 0,13-3 14 0,-13 3-33 16,14 0 20-16,-14 0-39 0,14 3 28 0,-14-3-23 16,16 8 22-16,-16-8-32 0,13 9 23 0,-7-2-28 15,-6-7 30-15,12 14-37 0,-12-14 30 0,5 14-26 16,-5-14 23-16,2 13-25 0,-2-13 21 0,0 13-23 16,0-13 26-16,-5 13-28 0,5-13 29 0,-7 11-26 15,7-11 25-15,-9 10-26 0,9-10 23 0,-9 7-25 16,9-7 27-16,-13 4-25 0,13-4 20 0,-13 3-24 15,13-3 25-15,-14-1-31 0,14 1 29 0,-18-6-26 16,9 3 32-16,0-2-34 0,0 0 27 0,0-1-26 16,9 6 29-16,-16-10-31 0,9 3 22 0,7 7-25 0,-10-13 19 15,10 13-33-15,-5-11-2 0,5 11-19 16,0-14 0-16,0 14-21 0,9-12-11 0,-3 4-41 16,5 0-25-16,1 1-37 0,1 0-12 0,3 0-12 15,2-1-82-15,2 1 15 0,3-1-82 0,-1 2-465 0,1-1-369 16</inkml:trace>
  <inkml:trace contextRef="#ctx0" brushRef="#br0" timeOffset="111028.3212">26794 10730 68 0,'0'0'611'0,"0"-21"-120"0,0 21-50 15,-3-21-49-15,1 11-12 0,-2-2-34 0,2-1-14 16,-6 0-30-16,4 1 21 0,-1-1-51 15,-1-1 15-15,-1 4-47 0,3 0-12 0,-1 1-31 0,0 0-21 16,1 2-31-16,4 7-27 0,-7-12-24 0,7 12-11 16,-6-7-16-16,6 7 6 0,0 0 3 0,0 0 9 15,-7 8-1-15,7-8 0 0,0 17-9 0,0-4 33 16,3 3-23-16,-1 1-10 0,2 3-11 0,1 1-11 16,-1 2-5-16,2 2-4 0,-1-1-7 0,2 4-4 15,0-3 23-15,-1 1-49 0,3-2 40 0,-2-1-42 16,-2-1 32-16,3 0-37 0,-3-1 33 0,1-1-41 15,0-2 33-15,-2-3-39 0,0 1 36 0,1-4-35 16,-3 0 34-16,2-2-34 0,0 0 37 0,-4-10-32 16,3 15 35-16,-3-15-34 0,5 11 39 0,-5-11-41 15,0 0 33-15,0 0-35 0,0 0 33 0,0 0-39 16,0 0 43-16,5-8-43 0,-5 8 31 0,-3-19-52 16,1 4 20-16,-1-1 2 0,-1-2-4 0,1-4 0 0,-1-1-4 15,0-1 0-15,-1-2-8 0,-1-3 4 0,-2 0 14 16,2 1-21-16,1 1 8 0,-1 2-2 15,0 1-5-15,0 0 10 0,2 1 6 0,1 1 36 16,-1-1-48-16,2 6 39 0,-2 0-37 0,2 1 31 0,1 1-37 16,-1 3 39-16,2 0-36 0,0 12 32 15,0-20-34-15,0 20 37 0,2-17-38 0,-2 17 42 16,7-11-32-16,-7 11 36 0,11-5-34 0,-11 5 35 16,20 3-31-16,-9 3 34 0,3 0-34 0,1 2 13 0,2 6 10 15,0 0-1-15,2 4-3 0,1 1 11 0,-2 2-1 16,0 1 0-16,-1 1 0 0,2 2-4 0,-4 0 6 15,3 5-10-15,-5-5 3 0,1 1-1 16,-1-1-2-16,-3 0 1 0,-1-2 4 0,-3-1 27 0,-1 0-46 16,2-2 12-16,-5-1-1 0,1-1 29 0,-3-4-41 15,0 3 6-15,0-2-16 0,-5-1 18 0,0 1 2 16,-2-4 7-16,-1 1-8 0,-1-2 0 0,-3-1-4 16,-1-1 27-16,-1-1-48 0,-1-2 29 0,-1-1-45 15,2-1 10-15,-2-1-43 0,3-2 25 0,-3-2-25 16,1 0 26-16,4-1-10 0,-3 1 4 0,3-2-15 15,1 1-11-15,2-2 10 0,8 5-10 0,-11-6 21 16,11 6-11-16,-7-6 25 0,7 6-8 0,0 0 22 16,0 0-13-16,3-11 26 0,-3 11-16 0,12-2 16 15,-12 2-23-15,19-4 21 0,-6 4-30 0,1-2 15 16,-1 1-16-16,5-1 24 0,0 0-28 0,0 1 33 16,0-2-31-16,2 1 17 0,1 0-31 0,-2-1 39 15,2 0-22-15,-1-1 31 0,2-1-20 0,1 0 28 0,-2 1-15 16,-2-3 22-16,2 1-19 0,-3-3 26 0,-1 1-19 15,2-1 19-15,-4-1-13 0,-1 1 25 16,-3-2-25-16,0 0 32 0,0 0-26 0,-2 1 32 16,-2 0-19-16,0-3 24 0,-2 5-19 0,-1-2 38 0,-4 10-15 15,2-15 21-15,-2 15-15 0,-2-14 19 0,2 14-25 16,-4-11 11-16,4 11 10 0,-10-11-5 16,10 11-4-16,-11-6-8 0,11 6-7 0,-15-2 1 0,15 2-5 15,-16 2 8-15,16-2 4 0,-15 8-2 0,5-2-2 16,3 0-3-16,1 1 1 0,-1 2-5 0,0 3 3 15,4-4 8-15,-1 3-5 0,0-1 0 0,1 1-4 16,1-1 6-16,0 2-15 0,2-12 3 0,3 21-8 16,-1-10 0-16,2-1-14 0,0-1 5 0,1 0 7 15,2-1 4-15,-1 0-12 0,-1-2 0 0,-5-6 12 16,13 12-17-16,-13-12 22 0,16 9-25 0,-16-9 11 16,13 5-12-16,-13-5 14 0,16 2-18 0,-16-2 23 15,14-2-16-15,-14 2 13 0,16-9-11 0,-10 3 11 16,1 1-14-16,-1-5 12 0,0 0-21 0,0-1 27 0,-2-3-25 15,-1 2 6-15,-1-1 0 0,0 2 3 0,0-1 2 16,-2-1-2-16,0 13 5 0,0-21 9 16,0 21 17-16,0-19 5 0,0 19-10 0,-2-14 2 0,2 14-6 15,0-13-4-15,0 13-5 0,0 0-2 0,-2-14-5 16,2 14-1-16,0 0 29 0,0 0-7 16,0 0 3-16,0 0-6 0,-9 7-1 0,9-7 2 15,-2 12 6-15,2-12-6 0,0 13 25 0,0-13-39 0,4 18 29 16,-4-18-37-16,5 18 44 0,-1-9-58 0,1 1 37 15,-1-2-40-15,3 2 37 0,0-2-38 0,-1-1 25 16,3 0-50-16,1 0 25 0,-1-2-42 0,-1 1 14 16,4-1-42-16,-3-2 28 0,-9-3-13 0,18 5 26 15,-18-5-11-15,18 0 23 0,-18 0-12 0,16-3 27 16,-16 3-15-16,13-10 21 0,-13 10-11 0,11-14 13 16,-6 3-11-16,-1 1 5 0,1-4 4 0,-1 2 6 15,-2 0-10-15,2-2 6 0,-1 1 9 0,-1 3-1 16,0-1 4-16,1 0 1 0,-3 11 4 0,2-18-1 0,-2 18-6 15,4-13 6-15,-4 13-1 0,1-12-2 0,-1 12 2 16,0 0-10-16,2-13 10 0,-2 13 1 16,0 0-1-16,0 0 8 0,0 0 20 0,0 0-4 15,0 0-12-15,0 0 5 0,0 0-3 0,4 13 8 0,-4-13 21 16,3 14-37-16,-3-14 26 0,3 18-37 0,-3-18 38 16,3 19-41-16,-3-19 30 0,4 20-37 0,1-11 34 15,-2 1-43-15,-1-1 43 0,-2-9-41 0,7 18 33 16,-7-18-33-16,6 15 32 0,-6-15-34 0,6 12 36 15,-6-12-38-15,8 11 33 0,-8-11-39 0,9 9 26 16,-9-9-28-16,10 5 29 0,-10-5-46 0,10 3 43 16,-10-3-43-16,13-1 18 0,-13 1-19 0,15-6 18 15,-7 2-27-15,1-2 25 0,-1-2-19 0,2-1 5 16,1-1 7-16,-1-1 2 0,1 1 10 0,-3-1 7 16,1 2 4-16,0-1 5 0,-2 2-1 0,1 2 10 15,-3 0 2-15,1-1 0 0,-6 7-2 0,11-10 10 16,-11 10 5-16,8-8 1 0,-8 8 1 0,6-7-7 15,-6 7 5-15,0 0 6 0,0 0 11 0,10-3 39 0,-10 3 0 16,0 0 5-16,7 10 8 0,-7-10 34 16,4 11-56-16,-4-11 28 0,5 14-48 0,-5-14 48 15,4 18-38-15,-4-18 27 0,7 18-43 0,-5-7 22 0,3-3-44 16,-3 3 29-16,2-1-41 0,-1 0 28 0,-1-1-46 16,2 1 29-16,0-1-87 0,-4-9-29 0,7 17-81 15,-7-17-38-15,5 13-31 0,-5-13-65 16,4 10-52-16,-4-10-109 0,0 0-64 0,-3 10-96 0,3-10-536 15,0 0-786-15</inkml:trace>
  <inkml:trace contextRef="#ctx0" brushRef="#br0" timeOffset="111237.2754">27808 10624 610 0,'0'0'510'0,"-1"-15"-102"0,1 15-32 0,0 0-65 16,0-16-37-16,0 16-81 0,0 0-10 0,2-14-45 16,-2 14-14-16,0 0-36 0,6-8-4 0,-6 8-32 15,0 0 0-15,16-2-40 0,-16 2-5 0,15 5-72 16,-15-5-54-16,17 7-47 0,-6-1-109 0,-2 0-24 0,2 1-102 16,0 0-261-16,0 2-172 0</inkml:trace>
  <inkml:trace contextRef="#ctx0" brushRef="#br0" timeOffset="111651.2101">28188 10744 313 0,'0'0'515'16,"18"-1"-70"-16,-18 1-71 0,13-2 0 0,-13 2-7 15,12-3 11-15,-12 3-30 0,9-4-1 0,-9 4-61 16,0 0-6-16,9-8-60 0,-9 8-14 0,0 0-47 16,0 0-3-16,-2-8-15 0,2 8-22 0,0 0-24 15,-12-6-12-15,12 6-14 0,0 0-16 0,-18 1-8 16,18-1-10-16,-13 5-7 0,13-5-8 0,-16 6 0 15,16-6-4-15,-11 10-4 0,11-10-2 0,-14 12 2 16,14-12-6-16,-6 14-6 0,6-14 0 0,-9 15 7 16,9-15-9-16,-4 18 4 0,4-18-4 0,-2 14 7 15,2-14 1-15,2 18-3 0,-2-18-6 0,4 18 8 16,-2-10-6-16,5 2-2 0,-3-2-1 0,6 1 10 16,-1 2-9-16,2-1 3 0,2-2-9 0,0 1 11 15,3 0-11-15,-2-2 2 0,4 3 0 0,0-2 4 16,-3-1-3-16,1 0 9 0,0-1-10 0,-3 0 3 15,1 1 0-15,-4-1 6 0,-1-2-8 0,2 2 7 16,-3-2-14-16,-8-4 16 0,13 9-8 0,-13-9 2 0,10 9 3 16,-10-9 3-16,0 0-6 0,4 11 10 15,-4-11-7-15,0 0 11 0,-9 11-8 0,9-11 6 0,-14 6-11 16,14-6 4-16,-20 7-7 0,9-4 8 0,-2 0-23 16,1-1 1-16,-1 2-27 0,-1-3 0 0,1 2-64 15,0-2-45-15,-1 0-46 0,14-1-49 0,-25 1-59 16,25-1-59-16,-19-3-128 0,19 3-130 0,-19-6-272 15,19 6-461-15</inkml:trace>
  <inkml:trace contextRef="#ctx0" brushRef="#br0" timeOffset="112034.1155">28916 10501 352 0,'7'-14'606'0,"-3"2"-116"15,1-1-40-15,1 2 2 0,-2 3-27 16,0-3-23-16,0 3-17 0,-4 8-23 0,7-17-27 16,-7 17-63-16,4-12-52 0,-4 12-46 0,3-8-23 15,-3 8-18-15,0 0 37 0,0 0-34 0,0 0 55 0,0 0-50 16,4 10 43-16,-4-10-57 0,-4 19 41 15,2-7-37-15,0 3-7 0,-1 2 2 0,-2 2-8 16,2 2-7-16,-2 3-3 0,0 1-20 0,-1 0-7 0,0 2-16 16,2 0-10-16,0-2-12 0,-1 0 40 0,3 1-62 15,-1-1 43-15,1 1-56 0,-1-3 37 0,-1 0-53 16,3 0 45-16,-1-4-55 0,0-2 42 0,0-1-61 16,0 1 29-16,0-4-71 0,0-1-5 0,2-1-86 15,0-11-18-15,-2 20-74 0,2-20-16 0,-2 13-34 16,2-13-95-16,0 0-65 0,-3 13-38 0,3-13-99 15,0 0-158-15,0 0-310 0,0 0-694 0</inkml:trace>
  <inkml:trace contextRef="#ctx0" brushRef="#br0" timeOffset="112435.1756">28748 10580 575 0,'-6'-17'464'15,"0"3"-69"-15,0 0-9 0,2 0-23 0,-1-1-57 16,-1 2 12-16,2-2-34 0,1 2-17 0,0 1-38 16,0 1 10-16,1 0-5 0,0 1-15 0,2 10-21 0,-4-17-36 15,4 17-35-15,-2-14-27 0,2 14-19 0,0 0-17 16,0 0-7-16,0 0-6 0,0 0-11 0,0 0-7 16,0 0-5-16,0 0-6 0,12 9-1 0,-12-9 0 15,3 16-8-15,-3-16 7 0,2 20-13 0,-2-20 12 16,-1 21-19-16,0-10 14 0,-2 0-13 0,0-1 5 15,0 3-6-15,-1-2 19 0,-1-2-8 0,-1 0-12 16,-1-1 10-16,0 0-11 0,-1-1 9 0,0-2 7 16,-3 0-2-16,3 0 1 0,8-5 2 0,-19 6 8 15,19-6 5-15,-17 1-9 0,17-1 14 0,-18-4-11 16,18 4-1-16,-19-8-8 0,13 2 0 0,0 0-7 16,0-1 19-16,6 7-27 0,-8-16 3 0,8 16-4 15,-7-15 4-15,7 15-9 0,-3-12 7 0,3 12-6 16,0-12-11-16,0 12-7 0,5-10-28 0,-5 10-27 0,9-9-17 15,-9 9-30-15,17-7-50 0,-6 6-53 16,1-2-67-16,1 2-29 0,2 1-53 0,2 1-108 16,1 2-556-16,2 0-662 0</inkml:trace>
  <inkml:trace contextRef="#ctx0" brushRef="#br0" timeOffset="112893.766">29229 11000 714 0,'0'0'599'16,"0"0"-112"-16,-3-11-25 0,3 11-35 0,-3-10-15 16,3 10-30-16,-3-14-18 0,3 14-53 0,-2-15-22 15,2 15-42-15,0-16-42 0,0 16-25 0,2-15-41 16,-2 15 4-16,3-13-43 0,-3 13 13 0,6-13-48 15,-6 13 3-15,7-9-27 0,-7 9 10 0,9-8-29 16,-9 8 22-16,0 0-34 0,14-1 26 0,-14 1-28 16,13 3 25-16,-13-3-30 0,15 9 26 0,-8-4-33 15,-1 2 47-15,1-1-28 0,-2 3-30 0,1-1 30 16,-1 1-26-16,-1-1 28 0,-1 2-30 0,-3-10 34 0,5 19-40 16,-5-19 30-16,2 16-27 0,-2-16 26 15,0 15-28-15,0-15 39 0,-4 13-27 0,4-13 28 16,-7 12-26-16,7-12 29 0,-12 7-33 0,12-7 34 0,-19 4-33 15,19-4 29-15,-24-1-36 0,11-1 54 0,-2-2-27 16,1 1 44-16,1-2-33 0,0 0 43 0,3-2-47 16,2 0 47-16,-1 0-54 0,3 0 30 15,2-4-49-15,2 2 39 0,2 9-45 0,0-22 27 0,4 11-52 16,2-1 22-16,3 0-61 0,1 1 8 0,1-1-47 16,3 0-25-16,0-1-8 0,-1 4-43 0,-1-1-17 15,0 0-70-15,4-2-54 0,-6 3-57 0,0 0-105 16,-1 0-170-16,-2 1-370 0,-1 0-647 0</inkml:trace>
  <inkml:trace contextRef="#ctx0" brushRef="#br0" timeOffset="113241.2913">29421 10013 573 0,'0'-14'449'0,"0"1"-65"0,0 1-39 0,1 0-6 16,1 0-28-16,0-1-1 0,1 2 8 0,0 0 17 16,-1 2-8-16,1-1-38 0,-3 10-54 0,5-15-47 15,-5 15-45-15,7-9-9 0,-7 9 13 0,0 0-8 16,16 2 5-16,-16-2 13 0,14 10-29 0,-7 0 43 15,2 0-54-15,-2 4 11 0,0 0-41 0,1 4 25 16,0 1-16-16,-1 0-18 0,0 2-19 0,0 0-3 16,1 0-20-16,-2 0-7 0,0 0-4 0,-1-1-5 15,1 0-9-15,-1-2-11 0,-2-1-17 0,-1-1-58 16,0 0-89-16,-1-3-83 0,-1 0-69 0,-2-1-92 16,-1 0-93-16,-2-3-206 0,0 0-552 0,-3-2-866 15</inkml:trace>
  <inkml:trace contextRef="#ctx0" brushRef="#br0" timeOffset="115417.7481">30139 10275 165 0,'0'0'302'15,"3"-11"-28"-15,-3 11 42 0,5-10-73 0,-5 10 10 16,5-11-67-16,-5 11 35 0,4-12-72 0,-4 12 40 16,5-12-56-16,-5 12 39 0,6-12-23 0,-6 12 25 0,3-8-38 15,-3 8-8-15,0 0-33 0,4-11 4 16,-4 11-14-16,0 0 60 0,0 0-6 0,0 0 11 15,-5 12 40-15,0-4-21 0,-1 5 15 0,-1 3-21 0,-3 3 1 16,-4 4-18-16,1 2-11 0,-4 6 0 0,0 2-14 16,-2 0 22-16,0 3-38 0,3-1 2 0,-2 2 16 15,3 1-50-15,0-1 25 0,3 3-51 0,1-4 27 16,2-3-46-16,4-1 32 0,1 0-12 0,2-4-10 16,2 1-7-16,1-2-5 0,4 3-15 0,2-2-15 15,3-2-21-15,3-1-44 0,2-1-62 0,1-5-34 16,4 0-57-16,-1-3-67 0,1-4-52 0,3 2-49 15,-1-6-58-15,-1-1-59 0,2-2-84 0,-3-3-391 16,-1-2-575-16</inkml:trace>
  <inkml:trace contextRef="#ctx0" brushRef="#br0" timeOffset="115963.8143">30458 10593 319 0,'-1'-19'473'0,"0"3"-33"0,-1 1-91 0,2 2 35 16,-2 0-18-16,2-1-40 0,-1 4-1 0,0-2 1 15,1 12-30-15,-1-18-53 0,1 18-45 16,-2-14-44-16,2 14-30 0,0 0 24 0,0 0 23 16,0 0-6-16,0 0 4 0,-8 8-21 0,6 3-19 0,-1 2-19 15,0 3 13-15,-1 5-29 0,-1 1 31 0,0 2-45 16,-2 5 18-16,2 2-50 0,-1-2 26 0,0 2-19 15,0-2 2-15,1 2-18 0,-1-3-9 0,1-3-10 16,2-1-1-16,1-2-2 0,-1-3-4 0,1-2-2 16,-1 0 1-16,2-4-5 0,0 0-1 0,0-3 0 15,1-10 2-15,-2 21 2 0,2-21 4 0,-3 14-11 16,3-14 1-16,0 0-1 0,0 0-4 0,0 0-1 16,0 0 1-16,0 0-3 0,0 0-7 0,6-12-6 15,-3 1 0-15,-2-2-14 0,1-4-48 0,1 0 29 16,0-5-29-16,-1-2 6 0,1-1 3 0,1 0-1 15,2-4 10-15,-1 0 4 0,0-2 5 0,0 1 10 16,2-1 10-16,2 4 3 0,-1-1 6 0,1 3 4 16,-1 3 4-16,5-2 2 0,-5 6-2 0,1 1 10 0,-1 3-3 15,1 1 1-15,-2 1-1 0,1 4 7 0,0 2-2 16,-8 6 3-16,14-6 10 0,-14 6-6 16,17 1 4-16,-8 5 3 0,1 2 10 0,1 3 8 0,1 3 15 15,-1 2-11-15,-1 1 16 0,0 3-8 0,0 0 16 16,-1 1-31-16,0 1 27 0,0 3-16 15,-1-3-6-15,1 0-5 0,1 3-10 0,-2-3 0 0,1 0 6 16,-1-1-14-16,-1 1 4 0,1-1-43 0,1-3-27 16,-3 1-51-16,1-2-77 0,-2-3-66 0,3 0-62 15,-3-1-114-15,-2-1-14 0,1-2-112 0,-1-1-582 16,-3-9-750-16</inkml:trace>
  <inkml:trace contextRef="#ctx0" brushRef="#br0" timeOffset="118264.321">30557 10845 547 0,'-11'-6'496'0,"3"1"-74"0,0-1-22 0,8 6 25 16,-11-10-59-16,11 10-41 0,-10-11-51 0,10 11-51 16,-7-10-46-16,7 10-35 0,-3-13-27 0,3 13-24 15,3-10-9-15,-3 10-14 0,11-12-17 0,-3 7-10 16,1-1-11-16,3 1-9 0,1 1-11 0,3-1 0 15,-1 0-10-15,2 2-4 0,0 0-13 0,1-1-2 16,-1 2-5-16,0 0-8 0,-1-2 6 0,1 2 0 0,-1-1 5 16,-3 1 3-16,0-1 5 0,0 2 2 0,-1-2 1 15,-12 3 7-15,20-3 8 0,-20 3 1 0,15-3-4 16,-15 3 7-16,14-1 1 0,-14 1-14 0,0 0 19 16,16-3-4-16,-16 3 14 0,0 0 27 0,12 3 35 15,-12-3 10-15,5 8-10 0,-5-8 28 0,4 11-8 16,-4-11-12-16,3 14-10 0,-3-14-7 0,3 18-1 15,-3-18-13-15,4 18-12 0,-4-18-12 0,4 20 2 16,0-9-4-16,-1-3-11 0,0 3 2 0,1-2-5 16,0 0-2-16,1 0-4 0,1-4-3 0,0 2-4 15,1 1-2-15,0-3 1 0,1 1-7 0,0-1-1 16,-8-5-8-16,16 6 1 0,-16-6 1 0,18 1-2 16,-18-1 3-16,16-1-8 0,-16 1 8 0,18-6-3 15,-9 1-2-15,-2-1-3 0,1-2-6 0,-2-1 12 16,0-2-1-16,0-1 0 0,-2 0 3 0,1-1-1 15,0 3 1-15,-2-3 3 0,0 4 3 0,0-1-1 16,-3 10-4-16,4-18 2 0,-4 18 0 0,3-13 5 16,-3 13-8-16,3-12 4 0,-3 12 1 0,0 0 0 15,0 0-3-15,2-11 1 0,-2 11-2 0,0 0 4 0,0 0 4 16,0 0 0-16,3 14 0 0,-3-14 1 0,3 11 2 16,-3-11-5-16,8 18 1 0,-4-9 1 15,2 0 1-15,1 3-3 0,0-1-2 0,2-1 33 0,1 0-40 16,0 0 31-16,2-2-32 0,1 0 32 0,0 0-41 15,-1 0 30-15,1-4-36 0,1 1 28 0,-3-1-35 16,2-1 28-16,-2 0-25 0,-11-3 28 16,21 0-21-16,-21 0 18 0,18-4-26 0,-18 4 32 0,15-11-23 15,-8 3 1-15,-2-1 3 0,-1-3 3 0,2-2-1 16,-3-2 3-16,-1 0 8 0,0-3-3 0,-1-2 0 16,1-2 1-16,-1-2 0 0,-1 0 20 0,0 0-25 15,1 0 29-15,0 2-28 0,-1 2 23 0,1 1-26 16,-1 3 28-16,1 2-23 0,-1 2 24 0,0 1-27 15,0 12 19-15,1-18-22 0,-1 18 28 0,0-11-11 16,0 11 36-16,0 0-23 0,0 0 47 0,0 0-46 16,0 0-1-16,0 0-1 0,-1 16 0 0,1-16-1 15,1 18 3-15,1-7-5 0,0 1-10 0,0 3 9 16,2 1-8-16,-1 0 6 0,1 2-1 0,0-2-8 0,0 3-6 16,0-2-7-16,0 3-12 0,1 1-15 15,-2-2-31-15,2-3-28 0,-1 1 1 0,-2 0-22 16,1-2-9-16,-1-3 3 0,0 1-2 0,-1-2 16 0,-1-11-11 15,0 18 11-15,0-18-29 0,-2 13 31 0,2-13-15 16,0 0 37-16,-7 8-2 0,7-8 35 0,0 0-9 16,-12-7 32-16,12 7-17 0,-6-12 29 15,2 4-16-15,0-1 28 0,2 0-15 0,-1-2 22 0,1 2 1 16,2 9 6-16,-1-18 9 0,1 18-1 0,3-19-8 16,0 8 5-16,1 3-3 0,0-2-1 0,2 2-1 15,0 0-2-15,3 0-5 0,-1-1 2 0,1 0-13 16,2 0 4-16,-1 1-4 0,2 1 19 0,-2-3-20 15,0 2 21-15,0-1-18 0,-1 0 16 0,-1-1-4 16,0 1 28-16,-1-3-21 0,1 0 13 0,-1 0-3 16,-1-1 0-16,-1 0 16 0,0 0 3 0,1-2 2 15,-2 0 13-15,-1 1 4 0,0 0 39 0,-1 3-13 16,0-1 3-16,0 1 2 0,-2 11 1 0,3-19-1 0,-3 19-6 16,2-15-13-16,-2 15-18 0,1-12 1 0,-1 12-41 15,0 0 16-15,0 0 13 0,0 0-13 0,0 0 33 16,0 0-8-16,0 0 52 0,-3 12-63 0,2-1 3 15,0 1 16-15,-1 4-1 0,1 1 4 0,-1 0-10 16,1 3-7-16,0 0-29 0,-1 0 23 0,2 1-1 16,-1 0-18-16,2 3 3 0,-1-1-13 0,2 1 2 15,0-2 1-15,1 0-7 0,0 1-7 0,0-4-10 16,0-2 5-16,1 1 7 0,0-3 24 0,-1-1-50 16,1 0 40-16,-1-3-48 0,0 0 3 0,1-3 35 0,0 1-57 15,-4-9-13-15,10 12 23 0,-10-12-41 0,11 4 42 16,-11-4-38-16,12-2 23 0,-12 2-27 0,16-10 12 15,-9 3-12-15,-1-1 17 0,2-2-22 0,-1-1 25 16,0-1 4-16,-1-1 8 0,1 0 10 0,0 1 26 16,-2 1-17-16,-1 0 14 0,1 2-6 0,-1 0 13 15,-4 9-8-15,6-14 15 0,-6 14-13 0,6-11 9 16,-6 11-6-16,5-7 11 0,-5 7-8 0,0 0 4 0,0 0-4 16,9-5 32-16,-9 5-22 0,0 0 2 0,9 6-10 15,-9-6 9-15,0 0-9 0,10 12 12 16,-10-12-13-16,9 9 16 0,-9-9-21 0,10 12 23 0,-10-12-17 15,13 11 9-15,-13-11-7 0,13 12 5 16,-13-12 9-16,14 11-11 0,-14-11 0 0,11 8 1 0,-11-8-2 16,12 5 5-16,-12-5-6 0,15 6 0 0,-15-6 1 15,15 2-5-15,-15-2 7 0,16 2-8 0,-16-2 3 16,16-1-1-16,-16 1 0 0,18-1 2 0,-18 1 4 16,15-2-12-16,-15 2 9 0,16-1 12 0,-16 1-24 15,14-2 10-15,-14 2 17 0,15-1-26 0,-15 1 10 0,14 0-5 16,-14 0 6-16,0 0 0 0,18 2 2 0,-18-2 2 15,10 3-3-15,-10-3 11 0,9 7-8 16,-9-7-3-16,9 8 25 0,-9-8-26 0,5 12 3 0,-5-12-3 16,8 11 0-16,-8-11 1 0,7 14-1 0,-7-14 7 15,5 13-8-15,-5-13 3 0,2 13 0 0,-2-13-4 16,1 10 6-16,-1-10-3 0,0 0-1 0,0 15 0 16,0-15 3-16,0 0 3 0,-6 10-7 0,6-10-1 15,-9 5 2-15,9-5 1 0,0 0-2 0,-17 0 0 16,17 0 2-16,-15-3-2 0,15 3 4 0,-16-8-2 15,16 8-4-15,-15-8 1 0,15 8-3 0,-11-14-1 0,6 7-4 16,5 7-29-16,-5-19-10 0,5 19-15 0,0-21 8 16,0 21 2-16,3-20 4 0,0 8 5 15,1 1 16-15,1 1 0 0,0 0 9 0,0 0-2 0,3 1 11 16,-1-1-3-16,1 1 9 0,0 0-6 0,1 1 1 16,-1 1 13-16,0 0-10 0,0 0 5 0,1 1-1 15,0 0 4-15,-9 6-3 0,15-10 2 0,-15 10 1 16,13-8-5-16,-13 8 3 0,9-6-4 0,-9 6 1 15,11-4 2-15,-11 4-6 0,0 0-7 0,12-2-23 16,-12 2 0-16,0 0-30 0,0 0-9 0,0 0-35 16,15 0 16-16,-15 0-17 0,0 0 36 0,0 0-11 0,0 0 33 15,12 3-27-15,-12-3 39 0,0 0-26 0,0 0 46 16,0 0-32-16,0 0 43 0,0 0-41 0,0 0 44 16,0 0-34-16,0 0 42 0,0 0-39 0,0 0 45 15,0 0-37-15,0 0 36 0,0 0-22 0,0 0 31 16,0 0-50-16,0 0 56 0,0 0-52 0,0 0 46 15,0 0-35-15,0 0 46 0,0 0-42 0,0 0 34 16,0 0-31-16,0 0 40 0,0 0-50 0,0 0 49 16,0 0-44-16,0 0 41 0,0 0-33 0,0 0 41 15,0 0-43-15,0 0 33 0,0 0-28 0,0 0 32 16,0 0-33-16,0 0 37 0,0 0-46 0,0 0 45 0,0 0-37 16,2-11 37-16,-2 11-36 0,0 0 40 0,0 0-33 15,0 0 40-15,0 0-29 0,0 0 29 0,0 0-27 16,0 0 24-16,11-3-24 0,-11 3 18 0,0 0-31 15,0 0 30-15,0 0-29 0,11-3 27 0,-11 3-28 16,0 0 27-16,0 0-15 0,0 0 22 0,0 0-16 16,11-4 23-16,-11 4-19 0,0 0 25 0,0 0-17 15,0 0 20-15,0 0-25 0,9 5 30 0,-9-5-22 16,0 0 11-16,0 0-15 0,12 6 1 0,-12-6-8 0,0 0 19 16,0 0-9-16,7 9 18 0,-7-9-1 15,0 0 23-15,5 9-10 0,-5-9 4 0,0 0-20 0,6 12-7 16,-6-12-2-16,4 7 6 0,-4-7-2 0,4 12 7 15,-4-12-1-15,1 11 1 0,-1-11 5 0,1 14-2 16,-1-14-11-16,1 14-3 0,-1-14-2 0,-1 17 0 16,1-17 0-16,0 16-2 0,0-16-3 0,-2 16-1 15,2-16-2-15,-5 18 1 0,5-18 1 0,-4 15 1 16,4-15-5-16,-7 15 1 0,2-7 5 0,5-8-3 16,-12 13-3-16,5-6-3 0,0 0-3 0,-1-3 0 15,-2 2-2-15,1-2 0 0,-2 0 0 0,0 0-6 0,0-1-1 16,-1 0-2-16,-1-2-1 0,0 0 6 0,13-1-8 15,-25 0 1-15,25 0 1 0,-25-1-3 0,14-3 7 16,-1 2-8-16,1-3 3 0,1 1 1 0,0 0-23 16,2-3 29-16,0 1-27 0,2-2 13 0,0-1-14 15,0 2 15-15,6 7-16 0,-7-18 7 0,7 18-19 16,-3-16-5-16,3 16-32 0,1-16-24 0,-1 16-22 16,4-16-35-16,-4 16-27 0,7-15-83 0,0 9 23 0,-1-1-52 15,2 1-24-15,0 1-68 0,2-1-68 16,0 1-353-16,0 1-330 0</inkml:trace>
  <inkml:trace contextRef="#ctx0" brushRef="#br0" timeOffset="118719.0462">32327 10621 197 0,'2'-11'500'0,"-2"11"-115"16,0 0-46-16,1-16 35 0,-1 16-14 16,0 0-39-16,0-16-36 0,0 16-24 0,1-10 1 0,-1 10-18 15,1-11-10-15,-1 11-16 0,0 0-8 16,4-14-16-16,-4 14-19 0,0 0-36 0,4-11-22 0,-4 11-10 16,0 0-9-16,9-4-20 0,-9 4 11 0,0 0-9 15,16 4-41-15,-16-4 36 0,12 9-45 0,-4-3 38 16,-1 1-31-16,0 1 41 0,1 4-45 0,0-2-10 15,0 3-3-15,0 0 47 0,-2 1-58 0,1-1 45 16,0 1-54-16,-1 0 43 0,-1 0-57 0,0 0 50 0,-1-1-8 16,0 0-7-16,0-1-6 0,0-1 1 0,-2 0 0 15,1-2-11-15,-3-9 1 0,3 17-2 16,-3-17-2-16,3 14 2 0,-3-14 1 0,2 11-1 0,-2-11 0 16,0 0-4-16,0 0 2 0,-1 12 2 15,1-12-4-15,0 0 4 0,0 0-46 0,-7-5 50 0,7 5-45 16,-4-10 51-16,4 10-47 0,-3-12 46 0,3 12-56 15,-1-14 35-15,1 14-57 0,3-18-31 0,0 10-46 16,1-3-17-16,2-1-65 0,1 4-6 0,2-4-29 16,1 2-43-16,-1 0-21 0,3 0 15 0,0 2-2 15,2-3 9-15,-1 3-32 0,-1 0-38 0,2-1 34 0,-1 1-34 16,1-1-175-16,0 1-53 0</inkml:trace>
  <inkml:trace contextRef="#ctx0" brushRef="#br0" timeOffset="119061.178">32794 10525 198 0,'10'-6'361'16,"-2"1"-94"-16,-8 5 20 0,13-8-54 0,-13 8-11 15,9-7-17-15,-9 7-3 0,8-7-15 0,-8 7-23 16,0 0-16-16,7-11-12 0,-7 11-11 0,0 0 38 16,0 0-68-16,0 0-14 0,-8-7 46 0,8 7-73 15,0 0-14-15,-19 1 9 0,19-1-8 0,-14 4 8 16,14-4-7-16,-16 8-8 0,16-8-4 0,-13 10 2 16,6-4-4-16,1 0-6 0,1 2 1 0,5-8-6 0,-9 13-2 15,5-5-2-15,4-8 2 0,-5 17-4 0,5-17 3 16,-3 17 1-16,3-17-10 0,0 18 3 0,0-18-4 15,2 19 1-15,0-9 5 0,-2-10-11 0,5 19 4 16,-2-8-1-16,2-3-1 0,-1 3 2 0,1-1-7 16,0-1 5-16,2 3 0 0,2-2-2 0,-1 2 1 15,1-1 49-15,1 0-63 0,0-1 52 0,-1 1-53 16,0-1 36-16,0 0-38 0,-1 0 50 0,-2-3-54 16,0 2 47-16,1-1-54 0,-7-8 55 0,8 13-53 0,-8-13 54 15,4 12-54-15,-4-12 53 0,-2 10-53 16,2-10 53-16,-5 9-53 0,5-9 51 0,-10 7-54 0,10-7 50 15,-15 7-58-15,5-5 21 0,-3 1-86 0,0-3-69 16,-2 1-27-16,0-1-22 0,-2-1-73 0,1-2-114 16,-1-1-364-16,2 0-289 0</inkml:trace>
  <inkml:trace contextRef="#ctx0" brushRef="#br0" timeOffset="119443.7039">32823 10094 222 0,'-1'-10'417'16,"1"10"-85"-16,-2-16-11 0,2 16-50 0,-1-14-27 15,1 14-38-15,2-10-21 0,-2 10-11 0,0 0-11 16,8-10 3-16,-8 10 4 0,0 0-5 0,15 3 49 15,-6 3-67-15,0 0 44 0,1 2-59 0,3 6 45 16,-1 2-61-16,2 0 68 0,0 5-75 0,0 2 60 0,-1 1-83 16,-3 1 54-16,2 3-87 0,-2 1 64 0,-2 1-76 15,1 4 62-15,-1 3-88 0,-1 2-1 16,0 0 3-16,-1 3-6 0,0-8 1 0,-3 3-1 0,0 0-1 16,0 0 68-16,-1 0-88 0,-1-1 68 0,0 0-78 15,-1-2 75-15,-1 0-83 0,-1-6 73 0,-1 2-72 16,-1-4 73-16,-1-1-85 0,-4-4 78 0,2 0-78 15,-1 0 79-15,-1-2-89 0,-2-3 60 0,0 0-120 16,-3-3-10-16,0-1-126 0,0-3-32 0,-1 0-106 16,-1-4-39-16,-1-1-127 0,0-1-439 0,0-2-584 15</inkml:trace>
  <inkml:trace contextRef="#ctx0" brushRef="#br0" timeOffset="119886.9164">32601 9526 191 0,'-5'-11'401'0,"4"1"-99"0,1 10-48 0,2-15-9 16,-2 15-18-16,14-9-21 0,-4 7-13 0,5-1 38 16,2 6-75-16,3 0 72 0,10 5-21 0,6 6-9 15,2 2 7-15,2 4 10 0,6 7-47 0,2 5 64 16,-4 3-40-16,-2 5 10 0,-2 1-20 0,-4 3-8 0,-4 4 19 15,-4 4 30-15,-5 4-83 0,-6 1 23 0,-5 3 51 16,-6-5-90-16,-4 1-37 0,-4 11 3 0,-8-1-4 16,-3 4-5-16,-6-3-10 0,-5 2-6 0,-5 0-2 15,-4-2-10-15,-5 2-8 0,-8 8-9 0,-5-2-4 16,-3-2-8-16,6-15-6 0,-14 9-42 0,-2-5 42 16,7-11-97-16,-4-4-85 0,-16 5-71 0,-1-3-106 15,8-10-72-15,-17 3-83 0,-2-2-61 0,10-8-173 16,-1-2-329-16,-3-3-677 0</inkml:trace>
  <inkml:trace contextRef="#ctx0" brushRef="#br0" timeOffset="121350.1731">30020 11943 231 0,'-1'-17'631'0,"0"6"-164"16,0-1-99-16,1 12-53 0,-4-19 3 0,4 19-10 15,-3-16-11-15,3 16-17 0,-2-12-24 0,2 12-26 16,-2-11-22-16,2 11-26 0,0 0-16 0,-4-9 12 15,4 9 2-15,0 0 5 0,-11 11-19 0,5-1 0 16,-1 3-16-16,0 1 5 0,-1 5-40 0,0 2 26 16,-2 1-35-16,1 4 11 0,0 1 5 0,-1 2 8 15,2-1-9-15,0 1-5 0,0 0 3 0,0 0-8 16,2-6-15-16,1 2-7 0,1-4 3 0,2-1-11 0,0 0 47 16,2-4-43-16,1 0 11 0,4-2 11 0,4-1-8 15,6-6-10-15,10-3-10 0,14-4-4 16,18-6-9-16,22-5-12 0,14-4-12 0,31-9-19 0,12-3 12 15,13-4-33-15,7-4 59 0,8-1-146 0,9-4 3 16,42-11-52-16,-41 8-3 0,2 2-67 0,-1 0 24 16,-5 3-20-16,-7 4-70 0,-8 3 19 0,-11 5 2 15,-12 3-57-15,-13 1-57 0,-28 8-40 0,-8-1-96 16,-8 0-33-16,-6 2-131 0,-7-1-423 0,-15 2-703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9:55:32.5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15430 8744 100 0,'0'0'194'0,"0"0"-41"0,0 0-18 16,0 0-13-16,-5-7 2 0,5 7 15 0,0 0-15 16,0 0 19-16,-5-11-13 0,5 11-15 0,0 0-3 15,0 0 9-15,-5-9 0 0,5 9 16 0,0 0 1 0,0 0-13 16,-6-11-22-16,6 11-22 0,0 0-8 15,-4-7-15-15,4 7 11 0,0 0-4 0,0 0-12 16,-5-11-4-16,5 11 8 0,0 0 25 0,0 0-6 16,-4-9-1-16,4 9-3 0,0 0-10 0,0 0-17 0,0 0 0 15,-6-7 0-15,6 7-9 0,0 0-8 16,0 0-1-16,0 0-6 0,0 0-10 0,0 0 6 0,0 0 47 16,-9 7 10-16,9-7 28 0,-3 15-6 0,1-3 29 15,-1 1-28-15,0 5 20 0,1-1-35 0,-1 5 28 16,1 3-26-16,-2 2 18 0,3 1-10 0,-3 4-15 15,1 1-9-15,1 2-18 0,0 0-1 0,-1-1-7 16,0 1-8-16,3-1-27 0,-1 0 23 0,0-5-29 16,0 0 15-16,1-1-16 0,0 1 23 0,0-4-26 15,1 1 21-15,-1-2-26 0,1-4 27 0,-1 0-28 0,1-2 24 16,-1 1-25-16,0-2 23 0,2-3-25 16,-2-2 24-16,1 1-25 0,-1-1 21 0,0-12-23 15,0 19 18-15,0-19-46 0,0 14-68 0,0-14-100 16,-3 12-59-16,3-12-84 0,0 0-145 0,-4 9-43 0,4-9-402 15,0 0-524-15</inkml:trace>
  <inkml:trace contextRef="#ctx0" brushRef="#br0" timeOffset="303.4739">15655 8888 260 0,'7'-13'499'0,"-3"3"-117"16,-1 1-54-16,-3 9-46 0,6-16-45 0,-6 16-27 16,3-11-36-16,-3 11-30 0,0 0-13 0,6-10 54 15,-6 10 5-15,0 0-18 0,3 10 10 0,-3-10-35 16,0 20 1-16,0-7-33 0,0 4 13 0,0 3-33 16,-1 0-2-16,1 5 0 0,0 2-35 0,0 1 7 15,0-1-35-15,1 2 17 0,0-2-30 0,1 6 15 16,0-5-26-16,2 0 21 0,-2 0-29 0,1-3 22 15,1 1-26-15,-1-2 19 0,1-1-22 0,1-1 22 16,-1-1-26-16,1-4 19 0,-2 0-49 0,1-2-32 16,-2-3-66-16,0 0-36 0,-2-12-56 0,1 20-93 15,-1-20-66-15,-3 16-127 0,3-16-300 0,-6 7-354 0</inkml:trace>
  <inkml:trace contextRef="#ctx0" brushRef="#br0" timeOffset="718.9793">14956 8801 117 0,'-17'-8'457'0,"4"1"-124"0,-1 0-66 0,3 2-51 15,2-1-26-15,-1 1-23 0,0 1-25 0,10 4-9 16,-13-6 0-16,13 6 12 0,-12-4-5 0,12 4-1 16,0 0 2-16,0 0 10 0,0 0 36 0,0 0-28 15,0 0-4-15,20-5-15 0,-5 5 28 0,7-1-15 16,6 0-13-16,6-2 18 0,6 1-36 0,7-4 6 16,2 0-38-16,3 0 35 0,0 0-41 0,1-2 6 0,0 0-36 15,1 1 7-15,-2 0-33 0,-2 0 9 16,-1 1-20-16,-3 1 18 0,0 0-26 0,-9 2 13 15,-1-3-20-15,-1 5 18 0,-4-2-24 0,-2 0 20 0,-2 2-22 16,1 1 21-16,-3-2-24 0,-2 2 21 0,-3 0-23 16,-1-1 13-16,-3 1-15 0,0 0 17 15,-3 0-26-15,-13 0 15 0,24 0-41 0,-24 0-8 16,19 0-61-16,-19 0-46 0,0 0-50 0,13 3-45 0,-13-3-47 16,0 0-69-16,0 0-67 0,0 0-109 0,-9 6-244 15,9-6-318-15</inkml:trace>
  <inkml:trace contextRef="#ctx0" brushRef="#br0" timeOffset="3238.9577">16383 9332 95 0,'0'0'320'0,"0"0"-78"16,11-1-12-16,-11 1-13 0,0 0-24 0,0 0-13 15,0 0-31-15,0 0-8 0,0 0-20 0,0 0-18 16,0 0-13-16,0 0-11 0,0 0-9 0,0 0-8 15,0 0-13-15,0 0-5 0,13 0-9 0,-13 0 5 16,0 0-26-16,0 0 25 0,0 0-21 0,0 0 21 16,0 0-16-16,0 0 16 0,0 0-12 0,0 0 9 15,0 0-7-15,0 0-4 0,0 0-11 0,0 0 4 16,0 0-6-16,0 0 4 0,0 0-8 0,0 0 0 16,0 0-1-16,0 0 1 0,0 0-8 0,0 0 3 15,0 0-2-15,0 0 4 0,0 0 1 0,0 0 0 16,0 0-9-16,0 0 8 0,0 0-6 0,0 0 8 15,0 0 10-15,0 0-14 0,0 0 13 0,0 0-1 16,0 0 8-16,0 0-13 0,0 0 10 0,0 0-6 16,0 0 3-16,0 0-5 0,0 0 10 0,0 0-14 0,0 0 9 15,0 0-17-15,0 0 15 0,0 0-21 16,0 0 20-16,0 0-11 0,0 0 7 0,0 0-12 16,0 0 14-16,0 0-14 0,0 0 8 0,0 0-8 0,0 0 7 15,0 0-7-15,0 0 9 0,0 0-15 0,0 0 24 16,0 0-8-16,0 0 9 0,0 0-13 0,0 0 14 15,0 0-17-15,0 0 18 0,0 0-30 16,0 0 25-16,0 0-14 0,0 0 8 0,0 0-12 0,0 0 17 16,0 0-22-16,0 0 15 0,0 0-9 0,0 0 9 15,0 0-10-15,0 0 11 0,0 0-11 0,0 0 11 16,0 0-22-16,0 0 27 0,0 0-16 0,0 0 12 16,0 0-15-16,0 0 9 0,0 0-6 0,0 0 8 15,0 0-11-15,0 0 16 0,0 0-16 0,0 0 15 16,0 0-19-16,0 0 21 0,0 0-15 0,0 0 13 15,0 0-13-15,0 0 11 0,0 0-15 0,0 0 19 16,0 0-19-16,0 0 14 0,0 0-13 0,0 0 12 16,0 0-12-16,0 0 15 0,0 0-24 0,0 0 19 15,0 0-8-15,0 0 14 0,10 2-18 0,-10-2 13 0,0 0-14 16,0 0 17-16,0 0-24 0,0 0 20 0,0 0-9 16,0 0 9-16,8 5-17 0,-8-5-7 15,0 0-29-15,0 0 12 0,0 0-12 0,0 0-7 16,0 0 14-16,0 0-26 0,0 0 18 0,10 5-10 15,-10-5-8-15,0 0-19 0,0 0-4 0,0 0 3 16,0 0 11-16,0 0 10 0,0 0 9 0,0 0 20 16,0 0 9-16,0 0 9 0,0 0 3 0,0 0 8 0,0 0 7 15,0 0 3-15,0 0 8 0,0 0 1 16,0 0 11-16,0 0 7 0,10-4 18 0,-10 4 19 0,0 0 10 16,0 0-5-16,0 0-13 0,0 0 4 0,0 0-6 15,3-10 17-15,-3 10-5 0,0 0-2 0,0 0 2 16,0 0-11-16,0 0 22 0,0 0-12 0,0 0 2 15,-2-11-21-15,2 11 15 0,0 0-21 0,0 0 18 16,0 0-25-16,-5-11 18 0,5 11-6 0,0 0 2 16,-7-6-11-16,7 6 15 0,-10-2-12 0,10 2 14 15,-16 0-11-15,16 0 14 0,-23 1-17 0,10 0 15 16,-1 2-10-16,0 0 9 0,-1 3-28 0,1-1 8 16,0 2-18-16,2 0 18 0,-2 1-9 0,3 1 8 15,0-1-16-15,1 0 24 0,2 2-24 0,2-2 17 16,0 2-20-16,1 0 19 0,1 0-4 0,1 1 17 0,3-11-26 15,-1 19 21-15,1-19-25 0,3 20 20 16,1-11-23-16,0 1 15 0,2 0-24 0,2-1 21 16,1 2-21-16,3-2 19 0,0-1-29 0,2 1 26 15,0-1-25-15,3 2 20 0,0-3-23 0,2 2 25 16,-2-1-23-16,0-1-11 0,-2 0 14 0,1 0 21 0,-3 1-26 16,1 0 22-16,-3-1-21 0,1 0 21 0,-4 0-22 15,-2-1 21-15,0 1-26 0,-6-7 28 0,6 14-21 16,-6-14 25-16,-1 13-25 0,1-13 25 0,-11 16-20 15,4-9 25-15,-4 2-17 0,-1-1 21 0,-1-1-14 16,-2 0 14-16,0-1 3 0,-2 2-2 0,1-3 3 16,-2 1 4-16,1-1-5 0,1-1-2 0,0-1-9 15,1 0-1-15,0 0-2 0,3-2-4 0,0-1-3 16,12 0 1-16,-23 2-10 0,23-2-9 0,-19-2-5 16,19 2-44-16,-14-4-63 0,14 4-33 0,-10-5-42 15,10 5-27-15,0 0-33 0,-6-11-110 0,6 11-18 16,0 0-101-16,7-14-308 0,-7 14-319 0</inkml:trace>
  <inkml:trace contextRef="#ctx0" brushRef="#br0" timeOffset="3551.8835">16728 9470 108 0,'9'-11'598'0,"0"2"-110"0,-3-1-116 0,-1 2-46 0,-1-2 12 16,-1 1 6-16,-3 9-67 0,3-20-4 0,-3 20-5 15,-1-17 0-15,1 17-50 0,-4-18 13 0,4 18-49 16,-8-14 4-16,8 14-45 0,-7-11-3 0,7 11-46 16,-10-7-2-16,10 7-24 0,0 0 43 0,-18 2-6 15,18-2-9-15,-15 10-16 0,7 1 1 0,0-1 1 16,0 5 3-16,-2 1-12 0,2 4-9 0,2-1-6 16,0 2-6-16,-1 1-4 0,3 0-6 0,1 2-4 15,1-2 10-15,2-2-12 0,0 1 0 0,2-1-3 16,1 1-7-16,1 1 18 0,4-3-29 0,-1 0 22 15,2 0-35-15,2-2 21 0,0-2-53 0,1-1 3 16,2-1-75-16,-1-4-7 0,1 0-81 0,0-2-47 16,2-2-46-16,-2-1-77 0,2 1-65 0,-2-4-136 15,-1-1-70-15,1-1-395 0,-2-2-637 0</inkml:trace>
  <inkml:trace contextRef="#ctx0" brushRef="#br0" timeOffset="3757.1527">16760 9665 287 0,'-11'-2'515'0,"-1"0"-147"0,12 2-33 16,-16-4-21-16,16 4-25 0,-13-4-9 0,13 4-58 0,-12-4-31 16,12 4-46-16,-9-6-28 0,9 6-31 0,0 0-6 15,0 0-27-15,2-11 3 0,-2 11-39 16,14-7 11-16,-2 4-53 0,-1 0-47 0,5 1-75 0,-1-1-141 15,2 1-65-15,0-2-439 0,0 2-313 0</inkml:trace>
  <inkml:trace contextRef="#ctx0" brushRef="#br0" timeOffset="4417.6324">17080 9491 286 0,'0'0'571'16,"-2"-15"-99"-16,2 15-103 0,-3-13 0 0,3 13-28 16,-3-14-34-16,3 14-20 0,-4-11 10 0,4 11-54 15,-4-10-20-15,4 10-62 0,0 0 3 0,-5-7-16 16,5 7 27-16,0 0-20 0,-8 10 25 0,8-10-12 16,-6 16-22-16,3-6-16 0,1 4 17 0,0 1-13 0,0 2-9 15,0 0-20-15,1 1-10 0,0 1-19 0,0 0-7 16,0 2-11-16,0-1 22 0,1 0-43 15,0-1 15-15,1 0-29 0,0-1 19 0,0-1-33 0,0-1 26 16,0 1-38-16,1-4 31 0,-1 0-31 0,0-1 22 16,-1-12-26-16,2 19 34 0,-2-19-21 0,2 15 36 15,-2-15-17-15,1 11 25 0,-1-11-31 0,0 0 18 16,0 0-28-16,0 0 21 0,0 0-30 0,0 0 19 16,0 0-23-16,-5-16-8 0,2 5 0 0,0-3-2 15,1-3-2-15,-1 0-12 0,-1-4 4 0,1-2 7 16,-1 0-13-16,1 1 9 0,0-2 7 0,1 0-1 15,0 3-2-15,0 0 11 0,1 3 2 0,0 1-3 16,1 2 8-16,-1 2 1 0,0 3-3 0,1 10-5 16,-1-21 6-16,1 21-3 0,0-15 2 0,0 15 2 0,0 0 4 15,7-9 0-15,-7 9 5 0,11 3 6 16,-11-3-11-16,16 11 1 0,-4-4 7 0,1 3-3 16,1 1-2-16,3 2 3 0,-2 2-5 0,4 2 2 0,2-1-4 15,-2 2 1-15,1 0-1 0,1-4 12 0,-1 3-15 16,-1-4-2-16,-2 0 5 0,1-1-1 0,0 0-3 15,-1-4 0-15,-1 0 1 0,-2-1 2 0,0-1-4 16,-2-2 6-16,-1 0 5 0,0-3-3 0,-11-1-7 16,20-1 7-16,-10-3-6 0,-2-3 1 0,-1 0-2 15,0-4 3-15,0-2-2 0,-2-3-2 0,-1-1 30 16,-2-3-45-16,0-3 37 0,-2-1-35 0,0 2 2 16,0-1-11-16,-2-1 18 0,0 3-1 0,0 2 1 15,0 2 3-15,0-1 1 0,-1 3 0 0,1 2-2 16,-1 2-2-16,1 0-5 0,2 11-8 0,-4-18-4 15,4 18-30-15,-3-11-36 0,3 11-30 0,0 0-25 16,0 0-60-16,0 0-14 0,0 0-62 0,0 0-46 16,6 17-75-16,0-6-105 0,1-1-77 0,2 2-512 0,0 0-712 15</inkml:trace>
  <inkml:trace contextRef="#ctx0" brushRef="#br0" timeOffset="5782.4062">17747 9597 436 0,'0'0'449'16,"0"0"-61"-16,-4-9-66 0,4 9-10 0,-6-8 7 16,6 8-53-16,-7-10 18 0,7 10-16 0,-9-8 4 0,9 8-53 15,-10-8-49-15,10 8-17 0,-10-7 8 0,10 7-50 16,-13-3 23-16,13 3-19 0,-13 3 25 16,6 3-19-16,-2-1-3 0,1 2-28 0,-1 3 37 0,1 0-15 15,-2 1-15-15,3 0-16 0,-1 4-21 0,1 0 8 16,1-2-4-16,1 1-8 0,2 1-12 0,1-1 33 15,1 0-52-15,0-2 44 0,2 1-50 0,0-1 36 16,2-1-51-16,2-1 41 0,0 0-56 0,2 0 44 16,0-2-41-16,0 0 38 0,2-2-52 0,0-1 42 15,0 1-42-15,1-3 37 0,-10-3-55 0,20 4 38 16,-20-4-25-16,18 0 38 0,-18 0-42 0,16-4 37 16,-16 4-38-16,15-9 39 0,-10 1-35 0,1-1 4 15,-1-1 3-15,0 0 6 0,-2-1 2 0,0 0-4 16,0-2 6-16,-1 2 7 0,-2 0 1 0,0 11 1 0,1-22 4 15,-1 22-2-15,-1-17-3 0,1 17 2 16,-2-17 7-16,2 17-1 0,-3-13 1 0,3 13 3 16,-2-12-5-16,2 12-6 0,0 0 2 0,-5-11 4 0,5 11 1 15,0 0-4-15,0 0 2 0,0 0 2 0,-9 5 10 16,9-5-5-16,0 0-1 0,0 13-1 0,0-13-1 16,3 12-8-16,-3-12 6 0,9 14 0 0,-4-8 4 15,2 3 37-15,-1-1-50 0,1-2 28 0,0 1-44 16,-7-7 35-16,14 12-52 0,-8-6 26 0,-6-6-41 15,14 8-1-15,-14-8 3 0,13 6 10 0,-13-6 3 16,13 4-1-16,-13-4 15 0,0 0 4 0,18-4 3 16,-18 4 1-16,10-8-3 0,-10 8 8 0,8-15-4 15,-8 15 10-15,8-16-1 0,-4 5 1 0,-2 1 4 16,1 1-4-16,-3 9-9 0,5-19 25 0,-5 19 9 16,3-17 11-16,-3 17 15 0,3-14 0 0,-3 14-4 15,2-12 11-15,-2 12-11 0,0 0-27 0,5-12 33 16,-5 12-5-16,0 0 7 0,0 0 22 0,0 0 23 15,0 0-7-15,0 0 3 0,10 4-10 0,-10-4-14 16,5 9 4-16,-5-9 3 0,7 16-15 0,-7-16-6 16,6 16-4-16,-1-6-5 0,-1-1-10 0,1 1-3 15,0-1-14-15,0 1 2 0,0 1-3 0,0-3 14 0,0 3-24 16,-1-3 16-16,1 1-20 0,-5-9 13 0,7 15-19 16,-7-15 18-16,7 13-21 0,-7-13 13 0,7 11-14 15,-7-11 17-15,6 8-19 0,-6-8 17 0,0 0-25 16,7 8 20-16,-7-8-20 0,0 0 16 0,9-5-30 15,-9 5 10-15,10-10-5 0,-10 10-8 0,11-13-15 16,-6 4 13-16,0 1 3 0,2 0 5 0,-2 1 9 16,0-1 5-16,-5 8 4 0,9-11 0 0,-9 11 12 15,6-10-2-15,-6 10-2 0,6-8 4 0,-6 8 6 16,0 0 2-16,8-6 4 0,-8 6 4 0,0 0-6 16,0 0 7-16,0 0 0 0,14 2-3 0,-14-2 12 15,8 6-16-15,-8-6 3 0,7 8-10 0,-7-8 5 16,7 10-2-16,-7-10-1 0,7 11-2 0,-7-11-1 15,9 8-2-15,-9-8 3 0,7 11-2 0,-7-11 3 16,9 10-4-16,-9-10-2 0,6 7-1 0,-6-7-8 16,8 7 5-16,-8-7-4 0,0 0 1 0,11 5-5 15,-11-5-4-15,0 0-30 0,15-1-25 0,-15 1-20 0,13-6-20 16,-13 6-43-16,14-11 23 0,-6 6 17 16,0-4 12-16,0 1 16 0,1 0 18 0,0-1 12 15,0-1 12-15,-1 2 8 0,-2 1 2 0,2 0 1 0,2 0 18 16,-3 2 5-16,-7 5 1 0,13-11-20 0,-13 11 15 15,9-7 4-15,-9 7 12 0,10-4 10 0,-10 4 3 16,0 0-5-16,17 1 1 0,-17-1 4 0,12 4-1 16,-12-4-6-16,16 7 9 0,-7-3-1 0,1 2-1 15,1-2 2-15,2 2-8 0,2 0 10 0,-1 0 29 16,4 0-41-16,-2-1 36 0,6 1-47 0,1-1 41 16,0 0-50-16,2 0 38 0,0 0-37 0,0-2 40 15,1 1-41-15,-3-1 3 0,-1-1-2 0,-2-1 7 16,-2-1-1-16,1 0 4 0,-2-3-6 0,-1 0 9 15,0-2-13-15,-2-1 3 0,2-1 8 0,-3-1-9 16,-2-3 7-16,1 0-2 0,-2-2-1 0,-1 0 1 16,-1 0-6-16,-2 0 13 0,-2 0-1 0,-1 1-3 15,-2 1 3-15,-1 11 4 0,-1-20-2 0,1 20-8 16,-5-18 3-16,5 18 5 0,-11-9 3 0,11 9-4 0,-16-5 7 16,16 5 12-16,-19 1-6 0,8 2 10 0,-1 2 4 15,-2 2 0-15,3 2 26 0,-1 1 8 16,1 1-2-16,2 1 8 0,2 0 11 0,-1 1 5 0,2 1 17 15,2 1-29-15,1-1 34 0,1-2-12 0,2 0 10 16,2 1-28-16,1 0 12 0,2-1-19 0,1 0 5 16,5 0-16-16,-1-2 7 0,1 0-23 0,3-2 9 15,0-1-24-15,2 1 10 0,0-2-20 0,2-1 9 16,1 0-19-16,0-1 12 0,1-2-21 0,-1 1 12 16,1-1-23-16,0-1 10 0,-1 1-31 0,-1-1-2 15,-1 0-28-15,-1 0 7 0,-2-1-60 0,1 0-6 16,-2 0-39-16,-13 0 30 0,22 0-47 0,-22 0 22 15,20 0-39-15,-20 0-16 0,0 0-43 0,17 1-40 16,-17-1-52-16,0 0-51 0,0 0-92 0,0 0-70 16,0 0-561-16,-10 3-735 0</inkml:trace>
  <inkml:trace contextRef="#ctx0" brushRef="#br0" timeOffset="7069.1133">20763 8082 102 0,'11'-26'433'0,"-5"2"-109"15,-1 2-68-15,-4 4-20 0,-2 0-50 0,-1 1 40 16,-3 2-39-16,-3 1-17 0,-1 3-6 0,-3 1-29 15,-2 2 10-15,-3 4-7 0,-3 3 6 0,-6 4-6 16,-4 4 2-16,-7 6 14 0,-2 4-7 0,-3 5-13 16,-5 7 2-16,-1 4 26 0,1 3 34 0,0 5-55 15,3 2 29-15,-1 4-15 0,3 6-42 0,3 2 5 16,1 6-4-16,2 3 0 0,3 0-21 0,5 7 4 16,5 0-11-16,3 2-14 0,6 4-8 0,4 0-3 15,6 4-7-15,7 0-4 0,4 2-9 0,7-3-12 16,5 1 10-16,5-3-2 0,15 12-5 0,-6-18 33 15,10 10-45-15,-6-17 31 0,4-3-57 0,-1-3 41 0,0-4-39 16,0-4 3-16,0-3-9 0,-2-4-12 16,0-4-20-16,-6-11-32 0,1-2-47 0,-1-4-61 0,1-5-22 15,-4-6-85-15,2-4-56 0,-4-4-47 0,1-4-131 16,0-3-58-16,1-5-391 0,0-2-563 0</inkml:trace>
  <inkml:trace contextRef="#ctx0" brushRef="#br0" timeOffset="7950.1057">20889 8606 46 0,'0'0'394'15,"0"0"-67"-15,0 0-65 0,0 0-43 0,0 0-35 16,0 0-7-16,0 0-18 0,0 0 5 0,0 0 1 16,0 0 4-16,0 0 12 0,0 0-14 0,0 0-8 15,1 16-15-15,-1-16-26 0,1 15 9 0,-1-15 2 16,0 20 9-16,-1-9-15 0,0 1-7 0,-1 1-7 16,0 1-1-16,-1 3-18 0,-1-3-12 0,-1 2 7 15,0 0-33-15,-2 0 13 0,-2-1-18 0,0 2 27 16,-3-3-33-16,0 3 19 0,-2-4-24 0,-3-1 18 15,-1 1-33-15,-1-3 17 0,-3 1-26 0,-1-1 20 16,-1-3-34-16,-2-1 30 0,-1 0-30 0,1-5 22 0,-1 1-22 16,4-2 23-16,-1-3-30 0,0-2 29 0,3-1-29 15,3-1 23-15,0-2-26 0,3-2 21 16,4 0-21-16,2-2 23 0,3 0-36 0,3-2 39 0,0-1-27 16,6 0 24-16,1 0-25 0,3-3 23 0,1 1-24 15,4 0 27-15,1 0-28 0,3-1 29 0,3 1-25 16,3 1 26-16,1 2-18 0,2 0 47 0,9-1-10 15,4 1 35-15,3 1-16 0,5 2 26 0,4 1 2 16,3 3 11-16,4-2-17 0,3 5-6 0,10 0 13 16,-8 2-8-16,2 1 10 0,1 2 12 0,10 2-31 15,-2 1 19-15,-1 1-32 0,-11 0 56 0,-2 1-40 16,-1 1 23-16,-2 0-42 0,-3-1 32 0,-4 1-47 16,-2 0-6-16,-9 0 29 0,-3 0-43 0,-1-2 32 15,-7 1-45-15,0-1 36 0,-2 1-39 0,-1-2 40 16,-6 1-51-16,-1-1 37 0,-2 0-36 0,-1-2 37 15,-3 2-37-15,-11-3 34 0,21 3-42 0,-21-3 33 16,14 3-38-16,-14-3 28 0,0 0-43 0,14 2 4 16,-14-2-58-16,0 0-52 0,0 0-20 0,0 0-63 15,0 0-47-15,0 0-62 0,-12 6-25 0,12-6-38 16,-11 2-59-16,11-2-59 0,-14 6-70 0,14-6-290 16,-18 7-436-16</inkml:trace>
  <inkml:trace contextRef="#ctx0" brushRef="#br0" timeOffset="8897.001">21638 9226 365 0,'0'0'358'0,"0"-11"-15"0,0 11-47 0,0 0-5 15,0-16-55-15,0 16-10 0,0 0-11 0,0-17-23 16,0 17 28-16,-1-12-21 0,1 12-3 0,0 0-26 15,-1-14-8-15,1 14-45 0,0 0-2 0,-3-10-28 16,3 10 27-16,0 0-18 0,0 0 43 0,-10 5-31 16,10-5 45-16,-12 13-25 0,4-3 36 0,0 3-29 15,-1 3-13-15,-1 0-36 0,-1 2 5 0,1 1-27 16,1-1 8-16,-1 2-17 0,1-1-3 0,1 0-8 0,0 0 3 16,2 1-5-16,0-4-10 0,2-2-13 15,-1 3 6-15,2-3-1 0,0-2-5 0,1 0-4 16,-2-1-1-16,2-2-2 0,2-9-6 0,-4 17 5 15,4-17-6-15,-2 13 5 0,2-13 0 0,-3 12 2 0,3-12-12 16,0 0 2-16,-2 8 6 0,2-8-5 0,0 0-7 16,0 0-3-16,0 0 1 0,-2-14-8 15,2 14-27-15,2-18-16 0,-1 7 8 0,1-4-38 0,1-2 24 16,1 1-30-16,0-6 30 0,3 2-17 0,-1-1 26 16,1 0-4-16,0 1 29 0,1 1-11 0,-1 0 30 15,1 2 3-15,-1 4 3 0,1-1-3 0,-3 3-30 16,1 1 42-16,-1 1-3 0,0 1 3 0,-5 8-4 15,11-11 8-15,-11 11-1 0,11-5-3 0,-11 5-8 16,11 2 22-16,-11-2-12 0,13 9 24 0,-6-2-10 16,-1 1 31-16,1 3-19 0,2 1 30 0,-2 2-17 15,0 2 24-15,0 0-16 0,2 3-6 0,-2 0-10 16,0 2-8-16,1-2-2 0,-1 1-2 0,0-1-9 16,0 0 3-16,-1 2-10 0,0-3 4 0,1-1-3 0,-1 1-4 15,0-4-1-15,-1 0-3 0,0 0-4 16,1-2 3-16,-1-1-18 0,0-1-26 0,-1-1-65 15,-4-9-33-15,9 16-85 0,-9-16-54 0,8 12-87 16,-8-12-143-16,6 6-113 0,-6-6-407 0,0 0-639 0</inkml:trace>
  <inkml:trace contextRef="#ctx0" brushRef="#br0" timeOffset="9144.835">21579 9537 384 0,'-12'-5'567'16,"2"1"-128"-16,1 1-86 0,9 3-17 0,-19-7 12 16,19 7-40-16,-15-8-3 0,15 8-41 0,-16-6-3 15,16 6-53-15,-11-5-6 0,11 5-62 16,-9-6-14-16,9 6-42 0,0 0 5 0,-8-6-41 0,8 6 6 16,0 0-28-16,0 0 15 0,14-4-40 0,-14 4 24 15,18-1-28-15,-4 1 14 0,0 0-37 0,2 0-6 16,2 0-56-16,1 0-14 0,0 0-72 0,2 0-41 15,0 0-25-15,0 0-23 0,0 0-46 0,0-1-46 16,-2-1-58-16,1 1-349 0,-1-1-275 0</inkml:trace>
  <inkml:trace contextRef="#ctx0" brushRef="#br0" timeOffset="10312.9998">22132 9367 294 0,'9'-7'395'0,"-9"7"-48"0,0 0-27 15,0 0-42-15,5-9-36 0,-5 9-31 0,0 0-36 16,0 0-3-16,-6-13-19 0,6 13 16 0,0 0-11 16,-13-6 1-16,13 6-9 0,-13-3-6 0,13 3-24 15,-13-1 16-15,13 1-3 0,-16 3 17 0,16-3-35 16,-18 7 6-16,8-2-19 0,1 1 10 0,-1 2-21 16,0 3 28-16,0-3-35 0,2 3 4 0,-1-1 12 15,2 1 2-15,0 0-32 0,1 1-4 0,2-3-23 16,0 2 10-16,0 0-22 0,4-11 11 0,-2 19-19 15,2-19 5-15,1 18-8 0,-1-18 10 0,4 14-2 16,-4-14-8-16,8 15-3 0,-8-15-9 0,9 10-8 16,-9-10 6-16,12 7-2 0,-12-7-3 0,14 5-8 15,-14-5-2-15,15 3-12 0,-15-3-16 0,14 0 23 0,-14 0-17 16,13-3 24-16,-13 3-23 0,13-6 8 0,-13 6-27 16,10-8 25-16,-10 8-21 0,9-15 22 15,-9 15-19-15,9-17 28 0,-5 8-17 0,-4 9 29 0,5-19-26 16,-2 11 31-16,-3 8-21 0,4-19 27 0,-4 19-23 15,4-17 18-15,-4 17-16 0,3-14 26 0,-3 14-24 16,2-12 29-16,-2 12-26 0,2-10 22 0,-2 10-20 16,0 0 21-16,2-13-24 0,-2 13 25 0,0 0-23 15,0 0 35-15,0 0-9 0,0 0 44 0,0 0-22 16,9 5 11-16,-9-5 13 0,5 13-6 0,-2-3 7 16,1 0 0-16,0 1 16 0,1 2-15 0,3 1 9 15,0 3 1-15,1 1 3 0,1 2 1 0,-1 1-10 16,2 3-10-16,1 1-11 0,-2 0-4 0,1 1-2 15,0 0 9-15,0 0-26 0,-1 0 25 0,2 0-28 16,-3 0 13-16,1 0-21 0,0 1 8 0,-3-6-22 16,-1 1 3-16,0-1 0 0,-2-2 0 0,1-1 6 15,-2-1 1-15,-2-2-1 0,0 0 0 0,-1-2 2 16,-2-1-2-16,0-2 0 0,-3 2 2 0,0-1-10 16,-1-3 4-16,-1 0 1 0,-2 1-6 0,-3-4-1 0,0 0-7 15,-1-1 3-15,0-2-1 0,-3 1-9 16,1-3-3-16,2-2 0 0,0-1-18 0,0-2-16 15,0 0 11-15,2-2-60 0,0-2 50 0,1 1-61 0,2-3 57 16,1 0-48-16,2-2 45 0,1 0-34 0,2 0 27 16,1 0-20-16,2 1 18 0,2-5-22 0,2 3 8 15,-1-2 4-15,2-1 12 0,2-1 5 16,0 0-23-16,3 0 31 0,0 1-21 0,3 0 22 0,-1 0-23 16,5-2 24-16,1 1-32 0,2 0 21 0,1 0-25 15,0 1 36-15,3 1-20 0,1-1 8 0,1 1-4 16,-1 0 30-16,1 1-20 0,-1-1 34 0,0 3-17 15,1-2 29-15,-2 1-20 0,0 0 26 0,-2 1-17 16,-1-1 25-16,-3 2-21 0,-2 1 28 0,0-1-20 16,-3 0 16-16,0 3-15 0,-4-2 25 0,1 2-22 15,-3-1 31-15,-2 3-26 0,0-2 30 0,-6 9-17 16,10-14 44-16,-10 14-29 0,5-13 16 0,-5 13-25 16,2-9 15-16,-2 9-29 0,0 0 22 0,-1-13-27 15,1 13 22-15,0 0-26 0,-12-5 23 0,12 5-26 16,-13 2 37-16,13-2-17 0,-19 7 28 0,9-1-31 15,0 2 35-15,-2 1-23 0,1 1 28 0,0 0-19 16,-1 2 48-16,3 1-19 0,0-1 5 0,1 1 17 16,2 2-1-16,1 0-12 0,1-2 2 0,2 0 17 0,1 0 0 15,2-1 16-15,1 2-1 0,3-1 7 16,1 0 6-16,1 0-9 0,2-1-3 0,1-2-18 16,1 2-11-16,2-2-15 0,1-1-11 0,0-1-3 0,1 0-10 15,1 0-6-15,-1-2-3 0,5 1-8 0,-5-2-6 16,1-1 14-16,-2 0-23 0,0 0-2 15,-1-2 1-15,1 1 1 0,-2-1-10 0,2-1-7 0,-2 0-15 16,0 1 6-16,-12-2-33 0,22 1-45 0,-22-1-45 16,22-3-26-16,-22 3-25 0,16-1-37 0,-16 1-87 15,15-4-110-15,-15 4-49 0,9-6-67 0,-9 6-140 16,4-8-402-16,-4 8-703 0</inkml:trace>
  <inkml:trace contextRef="#ctx0" brushRef="#br0" timeOffset="11480.028">23603 8983 378 0,'0'0'366'0,"-10"-12"-45"16,10 12-43-16,-12-11-23 0,5 5 3 0,7 6-25 15,-12-11-27-15,5 5-22 0,7 6 41 0,-12-11-10 0,12 11 2 16,-10-8-24-16,10 8 2 0,-8-7-40 16,8 7 2-16,-7-6-38 0,7 6 7 0,0 0-29 0,-7-6 19 15,7 6-38-15,0 0 17 0,0 0-16 16,0 0 31-16,0 0-28 0,0 0 25 0,19 0-26 0,-9 2-3 16,4 1-20-16,3 0 10 0,3 0-18 0,4 5-10 15,3-4-7-15,5 2-1 0,2 1-16 0,1 1 2 16,7-1-3-16,1 3-5 0,-2-2 1 15,0 2-5-15,0 0-5 0,-1-1 1 0,-7 0-2 0,0 0 3 16,-1 0-1-16,-2-1 0 0,-2 0-4 0,-5 1 2 16,-1-2-1-16,-3-1-2 0,-2 1 2 0,-4-1-3 15,1 0-3-15,-2 1 0 0,-4-2 2 0,-2 3-1 16,-6-8 5-16,8 12-1 0,-8-12 3 0,-2 13-4 16,2-13 4-16,-13 18 0 0,2-8 1 0,-4 2-2 15,-2 1 3-15,-6 2 2 0,0 1-4 0,-1 0 2 16,-5 5 2-16,-1 0-3 0,0-1-2 0,-2 2 8 15,1 0-7-15,0 0 8 0,-1-1 1 0,-1 0-3 16,1-2 0-16,1-1 0 0,1 0-2 0,6-1-6 16,1-3 13-16,-2-1-6 0,1 0-3 0,4-2 3 15,1-1-6-15,1-1-1 0,4-1 6 0,2 0-2 16,1-2-1-16,2-2-8 0,0 1-11 0,1 1-18 16,8-6-43-16,-8 6-22 0,8-6-84 0,0 0-36 15,0 0-94-15,12 1-100 0,-12-1-91 0,18-4-612 16,-4 0-734-16</inkml:trace>
  <inkml:trace contextRef="#ctx0" brushRef="#br0" timeOffset="12123.0235">24522 9133 367 0,'-1'-11'539'0,"1"11"-140"16,-1-21-85-16,1 21-17 0,-2-19-26 0,2 19-30 15,0-20-37-15,0 8 5 0,0 12-12 0,3-22-6 16,0 12-34-16,0-1 0 0,2 1-46 0,-1 0-1 16,3-1-27-16,-2 3 10 0,3 0-36 0,0-1 21 15,0 3-28-15,0 1 20 0,1 0-33 0,1 1 13 16,1-1-22-16,-11 5 22 0,20-1-27 0,-20 1 22 15,21 3-29-15,-10 1 18 0,-2 1-23 0,0 1 14 16,1 0-22-16,0 2 25 0,-4 0-40 0,1 1 35 16,0-1-6-16,-2 3-1 0,-1-1-3 0,-1 0-2 15,1 1-6-15,-1 0 1 0,-2-1 1 0,-1-10-6 16,1 21 7-16,-2-11-5 0,-1 2-2 0,-2-3-1 16,-1 1-20-16,1 1 25 0,-3-3-23 0,0 2 29 15,0-2-7-15,1-1-24 0,-1 2 29 0,-1-1-24 0,1-2 27 16,1 1-25-16,0 0 23 0,6-7-26 15,-10 11 26-15,10-11-27 0,-6 8 23 0,6-8-21 16,-6 11 26-16,6-11-26 0,0 0 25 0,-1 13-24 16,1-13 23-16,5 9-22 0,-5-9 26 0,12 9-31 0,-12-9 30 15,13 10-23-15,-5-6 25 0,3 1-25 16,-1 1 24-16,1 1-22 0,0-1 22 0,1 0-26 16,1 1 23-16,-1-1-19 0,0 1 23 0,0 1-22 15,1-1 26-15,-1 1-27 0,-1-1 26 0,0 1-25 16,1 1 26-16,-3-1-29 0,0 0 33 0,-1-1-30 0,0 2 26 15,-1-2-24-15,-7-7 21 0,10 14-20 16,-10-14 21-16,6 12-24 0,-6-12 29 0,2 12-22 16,-2-12 23-16,-6 10-20 0,6-10 20 0,-15 10-22 15,3-5 31-15,-3-2-34 0,-3 1 27 0,-2-1-25 0,-3 0 22 16,-3-2-26-16,0 3 24 0,-1-2-31 0,4-1 25 16,0 1-28-16,4-2 29 0,1 2-31 0,4-2 8 15,14 0-61-15,-21 0-41 0,21 0-84 0,0 0-63 16,-11-5-59-16,11 5-98 0,7-7-47 0,4 3-461 15,0 0-495-15</inkml:trace>
  <inkml:trace contextRef="#ctx0" brushRef="#br0" timeOffset="12595.3471">25203 9245 113 0,'7'-11'500'0,"-2"1"-88"0,-1 0-55 15,1 1-29-15,-1-2 12 0,2-1-53 0,0 1-3 16,0-2-37-16,0 2 14 0,1-1-19 16,-1 1 13-16,2 0-38 0,-2-1 0 0,1 4-44 0,-2-1-4 15,2 1-54-15,2 1-2 0,-3 0-4 0,1 1-17 16,1 0-12-16,-8 6-13 0,17-6-11 0,-17 6-2 16,18-3-5-16,-18 3 10 0,15 1-1 0,-15-1-19 15,21 8 38-15,-12-4-36 0,1 2 22 0,1 2-35 16,1 0 26-16,-3 3-41 0,1-1 27 0,0 0-34 15,-1 3 3-15,1-1 1 0,-2 3 2 0,1 0-2 16,-2-1-2-16,0-1-1 0,0 4 5 0,-3-2-24 16,0 1 17-16,1 0 3 0,-3 0-1 0,0 0 8 0,-2-2-2 15,0 0-1-15,-2 2-5 0,0-2 12 0,-1-1-25 16,-1-1 29-16,-2 0-3 0,-1-1 8 16,-3-2 1-16,2 0 2 0,-3-1 13 0,-1-1-3 15,1-5-7-15,-2 3 17 0,0-4 14 0,0-1-18 0,-2 0-2 16,0-2-14-16,-2-3 2 0,1-1-9 0,1 0-1 15,-2-4 0-15,1 0-2 0,2-4 6 16,0 2-4-16,4-4 0 0,3 3-13 0,-2-1 5 0,4 0-9 16,3 0 0-16,0 0-7 0,4 1 7 0,1 0-40 15,2 0 9-15,4-1-56 0,3 3 17 0,1-3-71 16,3 3-14-16,1 0-45 0,0 1-34 0,1 2-36 16,0 1-48-16,0 3-55 0,-3 0-82 0,2 0-71 15,0 0-627-15,-1 1-762 0</inkml:trace>
  <inkml:trace contextRef="#ctx0" brushRef="#br0" timeOffset="14128.4822">27135 7782 183 0,'4'-16'194'0,"0"0"-23"0,-1-1 2 0,2 2-29 16,-3 0 18-16,-2-2-2 0,0 2 31 16,0 1-34-16,-2-2 6 0,2 3-22 0,-2-2-19 0,-1 5-14 15,1-2-4-15,2 12-9 0,-3-19-21 0,3 19-20 16,-4-15-10-16,4 15-4 0,-4-10-9 0,4 10 8 16,0 0 6-16,-13-2 6 0,3 7 16 0,-3 4 9 15,-3 6 0-15,-2 4-10 0,-9 8-7 0,0 7 10 16,-6 9-1-16,-3 5 15 0,-2 6 7 0,1 1 20 15,-1 2-9-15,2 3-7 0,1 1-2 0,3 1-5 16,3 2 12-16,2 0-30 0,4 2-5 0,4-1-9 16,4 0-4-16,3-1-5 0,4-1 9 0,6-9-10 15,2-2 20-15,5 0-25 0,4-2 12 0,6 7-29 16,5-4 23-16,3-3-27 0,4-1 20 0,0-4-26 16,7-3 20-16,-8-9-28 0,5-1 21 0,1-3-28 0,2-3 20 15,-2-3-30-15,2-2 0 0,-1-4-55 16,1-1-59-16,-5-5-77 0,-2-1-82 0,-3-3-68 15,-1-3-116-15,-1-3-506 0,-3 1-567 0</inkml:trace>
  <inkml:trace contextRef="#ctx0" brushRef="#br0" timeOffset="14700.9125">27483 8026 209 0,'2'-13'373'0,"-2"0"-108"0,0 13-13 0,-2-20-45 0,2 20 3 15,-2-17-60-15,2 17 3 0,-7-12-55 0,7 12 22 16,-9-8-48-16,9 8 31 0,-20 0-18 16,7 3-8-16,-2 2-3 0,-6 2-10 0,-4 6-4 0,-2 0-12 15,-3 4-9-15,-1 4 19 0,2-1-10 0,2 1-6 16,4-3-9-16,4 2 5 0,0-1-8 0,4 2 13 16,3-3-14-16,1-1 4 0,2 4-14 0,0-5 12 15,4 1-20-15,1-1 19 0,0-3-18 0,4 2 18 16,0-3-16-16,4 1 13 0,0-1-15 0,3 1 13 15,1-2-19-15,2 1 18 0,1-1-28 0,4 0 21 16,0 0-25-16,1-2 23 0,1 1-20 0,2-2 4 16,-1 3-5-16,-3-4 5 0,2 0 0 0,-2-1-1 15,-2-1-6-15,3 1-12 0,-3 0 17 0,1 1 0 16,-1 0 7-16,-1-1-3 0,-1 0 3 0,-1 1-1 16,0 1-2-16,-3-3 1 0,-1 3-2 0,1-1-6 15,-7-7 11-15,10 13-7 0,-10-13 8 0,4 14-5 16,-4-14 5-16,-3 13 0 0,3-13 5 0,-11 16-10 15,2-8 3-15,-2 0-4 0,-3-2 11 0,-3 1-9 16,-1 1 4-16,-5-1 1 0,1-1-1 0,-5 0-3 16,2-1 2-16,-2 1-3 0,2-2-3 0,0 2 4 15,6-4-9-15,0 2 6 0,2-2-20 0,3-2-28 16,14 0-66-16,-15 0-88 0,15 0-118 0,0 0-502 16,0 0-360-16</inkml:trace>
  <inkml:trace contextRef="#ctx0" brushRef="#br0" timeOffset="14952.9525">27551 8324 191 0,'0'0'469'15,"0"0"-132"-15,0 0-57 0,-12-2-47 16,12 2-32-16,0 0-56 0,0 0 10 0,0 0-52 15,0 0 6-15,0 0-43 0,0 0-1 0,0 0-22 16,16-7 11-16,-16 7-30 0,27-1 15 0,-12 0-29 16,4 1 12-16,0 0-20 0,0 0 17 0,1 0-21 15,-2 0 15-15,-2 0-60 0,-1 0-10 0,-1 0-48 16,-14 0-42-16,22-1-43 0,-22 1-38 0,16-1-15 16,-16 1-247-16,9-4 20 0</inkml:trace>
  <inkml:trace contextRef="#ctx0" brushRef="#br0" timeOffset="15166.966">27714 8278 191 0,'0'0'317'0,"0"0"-76"16,-10-3-24-16,10 3-13 0,0 0-25 16,0 0-27-16,0 0-19 0,-13-1-3 0,13 1-1 15,0 0 4-15,0 0 8 0,0 0 26 0,-6 10-24 16,6-10 16-16,0 10-20 0,0-10 2 0,0 16-2 16,0-16 35-16,0 21-32 0,0-21 2 0,0 24-18 0,0-12-26 15,-2 1-14-15,2 0-15 0,0 1-17 0,-2 3-7 16,2-3-8-16,0 1-11 0,0 0-3 15,0 1-5-15,2 0-2 0,2 2-11 0,-1-4 7 16,1 3-18-16,0-1-44 0,2-2-81 0,0 0-59 16,1 0-57-16,-1-1-92 0,1-2-90 0,2 0-446 15,-4-3-425-15</inkml:trace>
  <inkml:trace contextRef="#ctx0" brushRef="#br0" timeOffset="15565.8948">27985 8438 496 0,'0'0'456'0,"1"-17"-107"0,-1 17-16 0,-1-14-3 15,1 14-45-15,0 0-33 0,-3-14-63 0,3 14-20 0,0 0-26 16,0 0 1-16,0 0-6 0,0 0-14 0,0 0-22 16,-9 6 3-16,9-6-13 0,-2 14 5 15,2-14-33-15,2 22 5 0,0-10 1 0,3 1-2 16,0 2-11-16,0-1-7 0,3 1-6 0,2 0-5 15,2 3-9-15,1-4 0 0,3 2-15 0,0-2 3 0,2-2-4 16,1-1-3-16,0-1-1 0,3 0-2 0,-4-3-3 16,4 0-1-16,-5-2 0 0,1-1 0 0,-1-2-1 15,-3-1-2-15,0-2 5 0,-2-2 1 16,-1 0-1-16,-1-3 0 0,-1-2 0 0,-1-1-2 16,-2-4 1-16,-1 1 0 0,-3-1 3 0,-2-1-4 0,-1-3 21 15,-1 0-19-15,-2 1 23 0,-1-2-8 0,2 0 31 16,-3 4-31-16,2 0 11 0,-1 0-22 15,1 0 19-15,0 6-24 0,0-3 13 0,1 3-29 16,3 8 31-16,-6-14-25 0,6 14 16 0,-5-10-19 16,5 10 17-16,0 0-32 0,0 0 1 0,0 0-102 15,0 0-45-15,0 0-73 0,0 0-80 0,0 0-62 0,6 13-106 16,-6-13-441-16,14 9-504 0</inkml:trace>
  <inkml:trace contextRef="#ctx0" brushRef="#br0" timeOffset="16106.9998">28485 8437 207 0,'0'0'511'0,"2"-12"-107"0,-2 12-33 15,4-11 0-15,-4 11-3 0,2-13-18 0,-2 13-60 16,0 0-33-16,3-10-62 0,-3 10-18 0,0 0-45 16,0 0 15-16,0 0-30 0,0 0 8 0,0 0-42 15,2 12-11-15,-2-12-8 0,2 19-9 0,-2-9-8 16,2 4-10-16,0 2-10 0,-1 0-11 0,1 1 9 15,1 0-6-15,-1 2-1 0,2-1-7 16,0 2-2-16,1-2-1 0,-1-1-2 0,2-1-2 0,-2-1 1 16,1 0-5-16,-1-2 3 0,0-1 1 0,-1-2-1 15,1-1 0-15,-4-9 2 0,4 15 6 0,-4-15 6 16,7 10-3-16,-7-10-4 0,0 0 0 0,0 0-7 16,0 0 3-16,0 0 0 0,4-9-3 15,-4 9-1-15,-5-17-1 0,2 2-2 0,-2 0 2 16,0-2-4-16,-1-3 0 0,0-2 6 0,-1 0-8 0,0-2 28 15,2 1-27-15,-1 0 20 0,1-1-25 0,1 1 24 16,2 1-27-16,1 1 4 0,-1 0-2 0,2 3 5 16,2 1-8-16,0 0 4 0,1 1 3 0,2 2 0 15,1 1 1-15,3 1 1 0,1 3 2 16,2 0-1-16,3 2 0 0,1 2-2 0,1 3 4 16,3 0-5-16,0 4 3 0,1 0 1 0,1 3 22 0,0 2-23 15,1 3 17-15,2 3-17 0,-4 0 20 0,0 1-25 16,0 3 23-16,-2 0-25 0,-2 2 2 0,-3-2 1 15,-1 0 0-15,-2 1-3 0,-3 0-1 0,1-1 5 16,-4-2 0-16,-1 1-1 0,-2-1 6 0,-2-1-4 16,-2 1 0-16,-3-1-3 0,-1 0 3 0,-4-1 3 15,0-2-1-15,-4 2-1 0,-2-1 0 0,-3-2-2 16,0 0-10-16,-3-1-11 0,0-1-39 0,0-1-18 16,1-1-31-16,2-3-20 0,0 2-56 0,4-3-27 15,2 0-67-15,13-2-92 0,-19 0-161 0,19 0-237 16,-9-5-293-16</inkml:trace>
  <inkml:trace contextRef="#ctx0" brushRef="#br0" timeOffset="16381.5594">29265 8224 115 0,'10'-11'506'0,"-3"1"-106"0,-2 3-120 0,-5 7 8 0,8-14-67 16,-8 14 16-16,2-8-72 0,-2 8 20 0,0 0-59 15,-8-6 33-15,8 6-16 0,-19 6 5 16,6-2 14-16,-4 6-22 0,0 2-11 0,-5 3-9 16,2 3-5-16,-2 3-20 0,-3 3 25 0,2 4-36 0,3-2-9 15,-2 2-15-15,7-2-1 0,2-1-6 0,2 1-8 16,1 0 9-16,5-4-6 0,2 1-7 0,2-3-5 16,3 1-4-16,2-1-6 0,4 1-6 0,3-2-10 15,2-2-4-15,6 1-25 0,0-1-36 0,3-2-38 16,1-3-61-16,-2-1-48 0,0-3-43 0,1 1-82 15,-1-4-117-15,-4-2-486 0,-1-1-503 0</inkml:trace>
  <inkml:trace contextRef="#ctx0" brushRef="#br0" timeOffset="17145.0007">29231 8555 319 0,'-14'-5'426'0,"0"0"-111"0,3 1 24 16,-2 1-39-16,3-2-14 0,-1 2-15 0,11 3-20 15,-21-5-14-15,21 5-22 0,-14-6-24 0,14 6-26 16,-12-4-24-16,12 4-25 0,0 0-18 0,0 0-26 16,0 0-15-16,7-7-11 0,-7 7-11 0,23-1-14 15,-6 1-14-15,1 0-19 0,4 0-47 0,1 0-50 16,0 0-16-16,0 0-5 0,0 0-12 0,1 0-15 16,-3 0-11-16,-2-1-35 0,0-1 19 0,-2 1 13 15,0-2 46-15,-4 2 3 0,0-4 38 0,-2 2 8 16,-1-4 27-16,0 2-2 0,-2-2 32 0,0 0 6 15,-1-1 39-15,1 0 27 0,-3-1 26 0,0 0 20 16,0 0 36-16,0 0-6 0,-2 0-20 0,1 1 15 0,-4 8 49 16,5-15 24-16,-5 15 13 0,4-12-7 0,-4 12-24 15,3-10-27-15,-3 10-35 0,0 0-13 16,3-10-10-16,-3 10 0 0,0 0 24 0,0 0-25 16,0 0 23-16,0 0-10 0,0 14 0 0,0-14-29 0,0 19 3 15,1-7-5-15,0 0-10 0,0 2-9 0,1 2-11 16,0-1-10-16,1 3-5 0,1 1-7 0,1 0-4 15,0 2-4-15,0 0-1 0,0-2-3 0,0-2-2 16,-1-1-2-16,2 2-1 0,-2-3-1 0,1 0-6 16,-1-1 4-16,0-3 1 0,-1-1-1 0,-1 0-2 15,-2-10 2-15,7 18 0 0,-7-18-10 0,3 10 11 16,-3-10-4-16,0 0-2 0,0 0 3 0,0 0 0 16,0 0 2-16,0 0-8 0,-3-12 8 0,1 3-3 15,-2-3-1-15,2-2-1 0,0-4 1 0,0 1-3 16,1-2-2-16,1-1 15 0,0 1-15 0,2 0 13 15,-1 0-11-15,0 1 11 0,0 3-15 0,0 1 14 16,0 1-11-16,0 3 11 0,-1 10-14 0,3-19 11 16,-3 19-15-16,4-12 16 0,-4 12-15 0,0 0 11 0,8-5-7 15,-8 5 14-15,8 9-13 0,-8-9 2 16,12 15 2-16,-4-3-5 0,0-2 7 0,0 5-2 16,3-1-6-16,0 2 11 0,3 1-2 0,1-1-1 15,1-2-7-15,0 2 10 0,1-2-2 0,-1-1 0 0,2-1 1 16,-2-2-3-16,1-1 0 0,-1-3-2 0,0 0 8 15,-1-2-6-15,-2-2 2 0,1-2-2 0,-1 0 2 16,0-4-1-16,-3-2 0 0,2-1 4 0,-3-1 0 16,1-6-2-16,-3 1-1 0,-1-3-2 0,-3-2 0 15,-1-1-1-15,-2-1 8 0,-2-5-5 0,-2-1 12 16,-1 1-14-16,-2-4-1 0,-1 4 0 0,1 1 0 16,1 3 2-16,-1 2-2 0,1-2 0 0,2 6 3 15,-1 1-4-15,2 2 0 0,0 1-4 0,3 11-8 16,-3-19-33-16,3 19-37 0,-2-13-27 0,2 13-40 15,2-10-35-15,-2 10-58 0,9-6-61 0,-9 6-73 16,18-3-127-16,-6 2-502 0,-12 1-612 0</inkml:trace>
  <inkml:trace contextRef="#ctx0" brushRef="#br0" timeOffset="17528.574">30130 8287 483 0,'0'0'449'0,"-9"-4"-67"0,9 4-44 0,0 0-22 16,-8-7-23-16,8 7-37 0,0 0-36 0,0 0-18 16,5-13-33-16,-5 13-32 0,13-7-32 0,-2 2-14 15,1 3-21-15,5 0-38 0,-1-1 15 0,4 0-29 0,-1 1 9 16,1 1-25-16,0 0 6 0,0-1-7 0,-1 1-32 16,-3 1-85-16,-1-1 20 0,-3 0-59 0,-12 1 52 15,22 0-36-15,-22 0 70 0,16-1-36 16,-16 1 49-16,0 0-34 0,0 0 47 0,0 0-21 0,0 0 42 15,0 0-27-15,0 0 44 0,-9-5-44 16,9 5 48-16,0 0-25 0,-19-1 37 0,19 1-36 0,0 0 34 16,-16 1-30-16,16-1 41 0,0 0-16 0,-14 6 72 15,14-6 8-15,-10 8-7 0,10-8 6 0,-7 11 8 16,7-11 12-16,-5 18 9 0,5-18 14 0,-2 22-27 16,1-12-16-16,1 4-13 0,0-1-9 0,0 2-10 15,0-2-9-15,1 1-11 0,-1 3-24 0,0-3 20 16,2 3-27-16,-1 1 12 0,1-3-16 0,0 2 18 15,2-1-35-15,-1 0-9 0,2 0-126 0,-1-1 8 16,1-1-90-16,0-1-45 0,2 0-75 0,1-3-415 0,0 0-289 16</inkml:trace>
  <inkml:trace contextRef="#ctx0" brushRef="#br0" timeOffset="17971.6021">30735 8225 471 0,'4'-12'361'16,"-1"0"-3"-16,-3 12-103 0,5-18 18 0,-5 18-80 15,2-14 20-15,-2 14-71 0,1-12 13 16,-1 12-51-16,0 0-7 0,0-14-60 0,0 14 31 0,0 0-49 16,0 0 38-16,-12-4-56 0,12 4 46 0,-10 5-59 15,10-5 50-15,-11 10-44 0,11-10 43 0,-10 10-49 16,6 0 47-16,-1-2-50 0,2 1 47 0,-1 0-4 15,-1 1-4-15,2 0-2 0,0 1-6 0,1 0 1 16,1 0-8-16,0 0-6 0,-1 1 4 0,2 0-9 16,0-12 8-16,1 24-2 0,0-14 3 0,0 1-4 15,1 1-51-15,1 0 61 0,0-1-41 0,0 0 46 16,4 2-50-16,-2-2 60 0,2 4-46 0,-1-3 51 16,3 1-43-16,-1 0 42 0,0 0-38 0,2 3 48 15,-1-2-36-15,0-1 37 0,0-1-39 0,1 1 30 16,-1-1-22-16,0 1 22 0,0-3-32 0,0 3 33 15,-1-2-32-15,0 0 39 0,0 1-30 0,-1-2 20 16,-1-1-21-16,-1 2 19 0,-1-3-18 0,-1 1 21 16,-3-9-19-16,3 16 10 0,-3-16-18 0,-1 15 21 15,1-15-27-15,-7 16 22 0,2-10-19 0,-3 1 15 16,-2 0-24-16,-1 1 26 0,-3-3-26 0,-2 2 18 16,0-4-26-16,-1 2-10 0,-1-3-126 0,0 3-58 15,-1-5-182-15,1 1-493 0,1-2-442 0</inkml:trace>
  <inkml:trace contextRef="#ctx0" brushRef="#br0" timeOffset="18994.8724">31023 7828 26 0,'-6'-9'259'0,"6"9"-65"16,0 0-17-16,-6-8 5 0,6 8-5 0,0 0-28 0,-7-11-2 16,7 11 3-16,-5-6 3 0,5 6-6 15,-5-9-25-15,5 9-13 0,0 0 21 0,-6-11-66 16,6 11 68-16,0 0-41 0,-5-11 42 0,5 11-45 15,0 0 32-15,-5-9-49 0,5 9 20 0,0 0-35 16,0 0 17-16,-5-7-38 0,5 7 28 0,0 0-33 16,0 0 26-16,0 0-21 0,-7-9 19 0,7 9-21 15,0 0 19-15,0 0-27 0,0 0 10 0,0 0-8 16,0 0 18-16,0 0-21 0,-5-7 21 0,5 7-22 0,0 0 15 16,0 0-22-16,0 0 5 0,0 0-11 0,0 0 10 15,0 0-16-15,0 0 15 0,0 0-18 16,0 0 19-16,0 0 9 0,0 0 21 0,0 0 0 0,0 0 8 15,7 12 3-15,-7-12 4 0,6 8-9 0,-6-8 16 16,12 12 8-16,-4-5-14 0,2 2 9 0,0 0-2 16,2 2-7-16,4 1-9 0,-1 3-7 0,5 2-6 15,1 3-3-15,1-1-7 0,5 6 1 0,-1 1-12 16,2 2-3-16,0 1-2 0,-1 3-3 0,-1-1-7 16,0 4 17-16,-2 1-12 0,-1 4 4 0,-2 1 4 15,-4 3 22-15,-1 0-15 0,-4 5 24 0,-1 0-24 0,-5 1 53 16,-2 2-55-16,-4 1 31 0,-3 0-31 15,-4-1 4-15,-5 10 2 0,0-3 24 0,-7 1-8 16,0-3-5-16,-3 0-1 0,-3-2-9 0,-1 0-3 0,-1-4 0 16,-1-1-4-16,0-1-4 0,-1-5-5 0,-1-1 7 15,2-10-9-15,-1 1-5 0,-1-4-2 16,0-1-1-16,-2-1 2 0,-1-3-1 0,1-2 3 16,-1 0-11-16,0-4-15 0,2-2 12 0,4-3-18 0,1-3-52 15,4-2-68-15,0-1-90 0,3-3-91 0,0 0-69 16,3-2-67-16,1-2-123 0,15-1-547 0,-25-3-743 15</inkml:trace>
  <inkml:trace contextRef="#ctx0" brushRef="#br0" timeOffset="20376.9204">31594 7585 65 0,'-8'-11'308'16,"-1"-2"-84"-16,1 2-25 0,-1-1 10 0,-1 2-17 16,1-2 2-16,1 1-23 0,-1 0-42 0,0 2 6 15,1 2-8-15,2-2-9 0,0 3-16 0,6 6-22 16,-11-13-15-16,11 13-16 0,-8-8-17 0,8 8 2 15,0 0-5-15,-8-4 44 0,8 4 63 0,0 0-46 16,0 0 54-16,4 18-34 0,1-8 10 0,3 3 2 16,4 5 30-16,2 2-30 0,4 5 3 0,3 4-15 0,2 3-6 15,3 3-18-15,4 9-9 0,0 0-8 0,0 2 50 16,1 1-70-16,-1 6-2 0,0-1-5 16,0 2-10-16,-1 3-3 0,-2 3 14 0,-3 2-20 0,-1 3-4 15,-3 1 0-15,-4 2-6 0,-2 0 0 16,-5-1-4-16,-4-2 2 0,-3-8-2 0,-3-1 0 0,-2 0-2 15,-4 8 6-15,-2-2 5 0,-3-2 3 0,-1-2 3 16,-4-1 13-16,0-2 5 0,-4-1 11 0,-1-3 15 16,-1-4-10-16,-3 0-5 0,3-8-13 0,-3-2-22 15,0-2 12-15,-2-1-16 0,0-2 14 0,-4-2-20 16,-1-2 4-16,-1-2-4 0,-1-2-3 0,-1-2 1 16,0-2-6-16,0-2 4 0,0-1-4 0,0-3 0 0,5-2-3 15,3-2-8-15,5-3-37 0,0-1-66 16,3-1-69-16,2-2-104 0,3-2-34 0,2 0-116 15,13-1-104-15,-21-2-462 0,21 2-603 0</inkml:trace>
  <inkml:trace contextRef="#ctx0" brushRef="#br0" timeOffset="22028.5729">32573 9014 197 0,'0'0'267'15,"0"0"-32"-15,-16-1-35 0,16 1-25 0,0 0-22 16,-16-4-23-16,16 4-3 0,-12-2 1 0,12 2-1 15,0 0 2-15,-16-1-21 0,16 1-3 0,0 0-20 16,-14-2-9-16,14 2-8 0,0 0-4 0,0 0 2 16,-11-3 13-16,11 3 0 0,0 0 12 0,0 0 14 15,0 0 19-15,0 0 6 0,-13 0 9 0,13 0-8 16,0 0-4-16,0 0-10 0,0 0-4 0,0 0-19 16,0 0-10-16,8-8-19 0,-8 8 1 0,10-3-12 15,-10 3-9-15,18-3-9 0,-7 0 49 0,1 1-68 16,3 0 54-16,0 1-67 0,3-2 56 0,1 1-65 15,1 0 60-15,1 0-62 0,4 0 55 0,0 0-62 16,0 0 58-16,2 0-64 0,0 0 61 0,0 1-64 16,-1-1 61-16,1 1-62 0,-4-1 62 0,0 1-62 15,-2-1 70-15,-2 1-60 0,-1 0 68 0,-2 1-47 0,-3-2 66 16,-1 2-78-16,-12 0 66 0,23-1-67 0,-23 1 67 16,18-2-75-16,-18 2 75 0,14-1-82 0,-14 1 67 15,0 0-71-15,17 0 70 0,-17 0-71 16,0 0 68-16,0 0-70 0,16-1 68 0,-16 1-72 0,0 0 73 15,0 0-70-15,0 0 71 0,0 0-72 0,0 0 73 16,0 0-69-16,-15-1 64 0,15 1-71 0,-19-2 72 16,7 1-69-16,-3 1 73 0,0 0-74 15,-4 0 78-15,-2 0-79 0,0 0 75 0,-2 0-75 0,-6 0 70 16,0 0-68-16,-2 0 88 0,1 0-92 0,-2 2 7 16,0-1 8-16,0 1 0 0,1-2 7 0,0 2-1 15,2-1 5-15,0 2 3 0,3-2 0 0,2 0 2 16,1-1 2-16,2 3-4 0,1-1 3 0,3-1 0 15,-2-1 2-15,5 0-1 0,1 2-1 0,1-1 1 16,12-1 4-16,-20 2-6 0,20-2 0 0,-14 1-1 16,14-1 2-16,0 0-3 0,-14 0-3 0,14 0 5 15,0 0-7-15,0 0-3 0,0 0 2 0,16 0 1 16,-16 0 2-16,21-1-3 0,-7 1 5 0,5-1 1 16,0 0-3-16,3 0 60 0,1 0-77 0,5 0 64 15,-1 0-68-15,1 0 66 0,-1-1-74 0,2 0 71 16,-1 1-71-16,0 0 62 0,-1-1-65 0,0 1 68 15,-2-1-70-15,-3 1 71 0,-1-1-67 0,0 1 68 16,-3-1-70-16,0 1 69 0,-4 0-69 0,0-1 70 16,-3 0-67-16,-11 2 76 0,22-1-87 0,-22 1 59 0,15-2-64 15,-15 2 57-15,14-3-66 0,-14 3 60 0,0 0-68 16,12-1 34-16,-12 1-73 0,0 0 60 16,0 0-52-16,0 0 61 0,0 0-38 0,0 0 64 15,-10-4-52-15,10 4 48 0,0 0-44 0,-18 0 57 0,18 0-45 16,-13 1 54-16,13-1-45 0,-15 2 56 0,15-2-53 15,-14 0 55-15,14 0-54 0,-14 0 58 16,14 0-51-16,-15 1 52 0,15-1-52 0,-13 1 54 16,13-1-54-16,-13 2 58 0,13-2-59 0,-13 2 57 0,13-2-52 15,-14 2 54-15,14-2-55 0,-12 1 53 0,12-1-52 16,-13 4 52-16,13-4-51 0,-15 1 50 0,15-1-51 16,-14 3 53-16,14-3-42 0,-17 2 42 0,17-2-55 15,-14 4 7-15,14-4 4 0,-17 3 3 0,17-3 8 16,-16 3-2-16,16-3-4 0,-16 4 3 0,16-4 9 15,-16 4-5-15,16-4 13 0,-16 4-11 0,16-4 5 16,-16 4-5-16,16-4-4 0,-18 5 6 0,18-5 3 16,-16 2-3-16,16-2 4 0,-16 3 1 0,16-3-2 15,-17 2-5-15,17-2 3 0,-15 1 2 0,15-1 2 16,-17 1-3-16,17-1 1 0,-14 0 4 0,14 0-5 16,-13 1 0-16,13-1 5 0,0 0-6 0,-15 0 2 15,15 0 1-15,0 0 5 0,0 0-9 0,-15 0-3 16,15 0 2-16,0 0 2 0,0 0-4 0,0 0 0 15,0 0 2-15,0 0 4 0,0 0-7 0,0 0 2 16,0 0 1-16,18-2 0 0,-18 2 2 0,26-1-3 16,-11 0-2-16,4 0 6 0,2 0 43 0,-1 1-54 15,1-2 48-15,0 2-53 0,-1 0 45 0,1-1-49 16,-2 1 50-16,0-1-50 0,-2 1 51 0,-3 0-55 0,2-2 51 16,-4 2-53-16,-12 0 58 0,23 0-56 0,-23 0 52 15,17-1-57-15,-17 1 56 0,15 0-54 16,-15 0 49-16,0 0-50 0,15 1 59 0,-15-1-59 15,0 0 52-15,0 0-50 0,0 0 52 0,0 0-52 0,-8 10 5 16,8-10 5-16,-16 5 3 0,3-3 7 0,-2 2-2 16,-3-1 3-16,-1 0 0 0,-3 1 4 0,-3-1 1 15,-1 1-1-15,-2 0 6 0,0 0-2 0,-1 0-6 16,0-1 5-16,2 1 1 0,0-1 16 0,0 2-20 16,1-1 17-16,1-2-20 0,5 1 19 0,2 0-23 15,1 1 20-15,3-3-23 0,0 1 18 0,3-1-12 16,11-1 11-16,-20 4-22 0,20-4 17 0,-14 2-24 15,14-2 2-15,0 0-106 0,0 0-12 0,0 0-69 16,0 0-34-16,0 0-98 0,0 0-111 0,0 0-281 16,8-6-234-16</inkml:trace>
  <inkml:trace contextRef="#ctx0" brushRef="#br0" timeOffset="28148.9423">15915 11418 412 0,'4'-17'426'0,"-1"5"-96"0,-1-1-80 16,0 3-34-16,0 0-21 0,-2 10-25 0,2-19-3 0,-2 19-23 15,2-16-25-15,-2 16-7 0,0-14-33 0,0 14-8 16,0 0-16-16,1-13-10 0,-1 13 12 15,0 0-5-15,0 0 41 0,0 0-19 0,0 0 59 0,4 12-12 16,-4-12 1-16,3 23 0 0,-1-6 3 0,0 2-18 16,0 5 27-16,0 2-35 0,1 6 3 0,-1 2-28 15,1 2 15-15,-1 0-33 0,2 5 13 0,0 2-33 16,0-7 15-16,1 7-27 0,0-8 18 0,0 1-28 16,0-2 20-16,1-2-26 0,1 0 21 0,-2-1-11 15,1-2 3-15,-2-3-6 0,0-1-2 0,0-1-6 16,-1-1-1-16,2-2-4 0,-3-2-7 0,1-2-8 15,-1-1-76-15,0-1-91 0,0-3-70 0,-1-2-66 16,-1-10-125-16,4 18-57 0,-4-18-427 0,3 10-497 16</inkml:trace>
  <inkml:trace contextRef="#ctx0" brushRef="#br0" timeOffset="28441.6561">16455 11524 31 0,'11'-12'667'0,"-3"1"-186"0,-2 3-106 15,1 1-85-15,-7 7-52 0,11-10-18 0,-11 10-12 16,0 0-10-16,13 0 1 0,-13 0-15 0,7 9 3 16,-7-9-16-16,6 18-3 0,-3-7-46 0,0 3 3 15,-1 4-35-15,1 0-2 0,0 5-35 0,-1 2 9 16,0 0-30-16,1 2 13 0,1-1-26 0,1 3 19 15,0-1-29-15,2 1 16 0,0 0-28 0,1-1 25 16,2 0-22-16,-1-2 19 0,2-1-20 0,1 0 17 16,1-2-26-16,1-1 18 0,-3-4-19 0,0 0-66 15,0-2-64-15,-1 0-78 0,-2-2-55 0,-1-2-53 0,-2 1-139 16,-1-5-433-16,-4-8-462 0</inkml:trace>
  <inkml:trace contextRef="#ctx0" brushRef="#br0" timeOffset="28802.9757">15657 11614 78 0,'-40'-14'453'16,"2"0"-129"-16,1 1-68 0,7 4-99 0,1-2 19 15,3 2-53-15,2 0 55 0,4 2-49 0,0-2 21 16,5 4-22-16,0-1 6 0,1-1-26 0,4 2-24 16,-1 2-13-16,11 3-5 0,-12-8-16 0,12 8-1 15,0 0 3-15,0 0 10 0,5-10 14 0,-5 10-37 16,24-6 28-16,-4 5-22 0,7-3 7 0,9-1-15 16,10 1 5-16,7-2-17 0,4 0 8 0,14-3-18 15,4 0 10-15,6 0-22 0,3 0 15 0,4-1-15 16,4 0 7-16,-1 2-12 0,2-1 13 0,-3 1-12 15,-1 1 10-15,-3-1-21 0,-5 1 18 0,-3-2-18 16,-5 3 11-16,-14 2-39 0,-5 1-23 0,-5-1-30 16,-10 2-58-16,-8-1 0 0,-6 1-32 0,-4 2-27 15,-5 0-44-15,-4 0-77 0,-12 0-244 0,17 0-89 16</inkml:trace>
  <inkml:trace contextRef="#ctx0" brushRef="#br0" timeOffset="29413.5207">17359 11931 63 0,'0'0'426'0,"4"-13"-106"0,-4 13-13 0,2-13-62 16,-2 13-18-16,2-15-15 0,-2 15-47 0,-2-18 10 15,2 18-33-15,-5-17-27 0,0 9-30 0,-1 0 13 16,0 0-20-16,-2 1-1 0,1 1-7 0,-4 0-7 15,1 3-10-15,-1 1 11 0,-3-1-27 0,2 2 8 0,12 1-27 16,-26 0 21-16,14 3-21 0,-1 0 14 0,1 2-22 16,0 0 14-16,3 2-9 0,0 2 7 0,-1 0-16 15,5 0 13-15,1 2-13 0,1-2 19 16,1 2-19-16,3 1 22 0,1 0-19 0,4 1 16 0,2 1-16 16,0-2 18-16,4 5-16 0,2-3 16 0,1 2-11 15,2-1 6-15,-1-1-14 0,1 2 10 0,0-3-13 16,0 1 9-16,-1-1-13 0,0 1 13 0,-1-1-14 15,0-1 9-15,-2 1-11 0,1 1 9 0,-3-3-8 16,0-1 1-16,-1 1-5 0,-2-1 10 0,-1-1-12 16,-2-1 14-16,0 2-18 0,-5-10 20 0,3 16-14 15,-3-16 16-15,-6 17-12 0,0-7 9 0,-3-2-1 16,-2 2 13-16,-4-2-6 0,-1 2 17 0,-4-2-14 16,-1 0 14-16,0-1-15 0,-3 1 9 0,-1-1-20 15,1-1 15-15,-2 0-8 0,3-1 9 0,-1 0-16 16,5-2 11-16,1-1-14 0,2 1 9 0,3-2-15 15,13-1 6-15,-21 0-16 0,21 0-2 0,-12-4-30 16,12 4-48-16,0 0-35 0,-2-12-53 0,2 12-48 0,11-13-106 16,-1 5-23-16,3-1-406 0,1 1-279 15</inkml:trace>
  <inkml:trace contextRef="#ctx0" brushRef="#br0" timeOffset="29814.5015">17921 11935 252 0,'1'-16'471'0,"-1"16"-74"0,0-14-41 16,0 14-49-16,-1-14-53 0,1 14 32 0,-2-9-45 16,2 9-11-16,-2-10-34 0,2 10-20 0,0 0-26 15,-5-8 10-15,5 8-21 0,0 0 38 0,-10 2-30 16,10-2 49-16,-7 12-29 0,3-3-2 0,-2 1-38 16,2 2-2-16,-2 1-9 0,1 4-13 0,1-2 0 15,1 3-14-15,0 0 16 0,1 1-46 0,0 0 17 0,1 1-44 16,1 0 23-16,1 1-37 0,1-2 24 0,2 3-40 15,0-2-3-15,2 0 7 0,2-1-2 16,1-1 2-16,2-3-5 0,3 0-8 0,2-2-36 0,3-2-39 16,1-3-37-16,4 0-88 0,1-3-36 0,2-2-66 15,-1-1-32-15,2 1-50 0,-1-4-90 0,-2-1-64 16,-1-2-326-16,-1 0-424 0</inkml:trace>
  <inkml:trace contextRef="#ctx0" brushRef="#br0" timeOffset="30065.5107">17935 12166 235 0,'-18'-2'500'16,"1"0"-100"-16,1-1-68 0,0 1-35 0,3-1-20 15,-1 1-6-15,2 0-14 0,0-1-16 0,1 1 8 16,11 2-34-16,-19-4-1 0,19 4-45 0,-15-4-7 0,15 4-50 15,-7-4 2-15,7 4-45 0,0 0 2 16,3-10-29-16,-3 10 9 0,18-8-14 0,-3 3-30 16,3 0 12-16,5-2-32 0,3 2-9 0,6-1-67 15,1-1-50-15,1 2-72 0,3-1-75 0,-2 1-66 0,0-1-83 16,0 2-444-16,-2 0-435 0</inkml:trace>
  <inkml:trace contextRef="#ctx0" brushRef="#br0" timeOffset="32130.9876">18644 11897 279 0,'-3'-10'455'0,"3"10"-81"0,-5-15-69 0,5 15-64 0,-4-13 4 15,4 13-11-15,-3-12-12 0,3 12-9 16,-4-8-39-16,4 8-15 0,0 0-53 0,-3-11 3 0,3 11-3 15,0 0 37-15,0 0-25 0,0 0 10 0,-7 9 14 16,7-9 6-16,-2 14-40 0,1-1 42 0,1-13-37 16,-1 23 5-16,0-7-45 0,0 1 23 0,0 2-15 15,0-2-20-15,0 1-4 0,0 1-14 0,1 0-6 16,-1-3-6-16,1 3-3 0,1-1-6 0,0-2-11 16,-1-1 6-16,2-1-5 0,-1-2-5 0,1 1 1 15,-1-2 3-15,0 0-3 0,-1-11-4 0,3 17 9 16,-3-17-2-16,3 15 3 0,-3-15 0 0,2 10 2 15,-2-10-3-15,0 0-12 0,0 0 7 0,0 0 2 16,0 0 6-16,0 0-16 0,0 0 2 0,3-16-1 16,-3 16-2-16,-3-21-2 0,0 6 1 0,0-1-2 15,-1 0-20-15,0-5 24 0,-1 0-22 0,0 0 28 16,1 0-24-16,0 1 24 0,-1 2-20 0,1 1 23 16,1 1-27-16,0 2 20 0,0 2-11 0,1 0 20 0,2 12-24 15,-4-18 20-15,4 18-18 0,0-13 15 16,0 13-15-16,0 0 26 0,7-6-25 0,-7 6 23 15,11 2-20-15,-11-2 22 0,20 10-24 0,-7-3 15 0,2 1-16 16,0 2 23-16,3 2-22 0,0 0 20 0,4 2 0 16,1 0-2-16,1-1-22 0,1 1 8 15,-1-1-2-15,2-1 23 0,0-1-6 0,1-1 0 16,-5-2-1-16,0-1-5 0,1-1 1 0,0 2 0 0,-4-6-3 16,-1 1 1-16,0-1 0 0,-3-1-10 0,0-2 10 15,-2-1-21-15,0-1 25 0,-3-2-21 0,-1 0 22 16,-2-4-27-16,0 0 19 0,-3-2-12 0,-2-2 23 15,-1 1-24-15,-2-6 24 0,-2 0-26 0,-1-3 26 16,-2-1-24-16,0 2 26 0,1-2-24 0,-3 2 22 16,2 1-22-16,0 4 22 0,0 0-24 0,1 1 18 15,0 1-16-15,2 5 18 0,0-3-19 0,3 11 18 16,-6-13-23-16,6 13 25 0,0 0-20 0,0 0 19 16,0 0-21-16,0 0 20 0,0 0-44 0,14 6 3 15,-7 1-55-15,3 4-10 0,1 0-58 0,3 3-19 16,1 0-32-16,0-1-11 0,2 3-7 0,2-1-10 15,2 3 12-15,0-2-50 0,-1-1 46 0,-1-2 3 16,0-2 22-16,-1 0 15 0,1-2 40 0,-2 0 26 0,-1-2 28 16,-2-1 20-16,0-2 25 0,-1 0 44 0,-1-2 44 15,-12-2 7-15,16 3 30 0,-16-3-30 0,14-2 62 16,-14 2-3-16,11-5 61 0,-11 5-12 0,5-7-37 16,-5 7-6-16,0 0-2 0,1-14 41 0,-1 14-24 15,-4-8-6-15,4 8-12 0,-8-8 30 0,8 8-17 16,-12-8 10-16,12 8-24 0,-15-2 22 0,15 2-34 15,-18 0 12-15,18 0-40 0,-19 5 30 0,9 0-26 16,1 0 25-16,1 0-44 0,0 4 27 0,0-1-36 16,2 0 11-16,1 2-12 0,1 1 31 0,2-2-15 15,0 3-8-15,2-12-9 0,-1 19-5 0,1-19-13 16,4 20 6-16,-4-20-4 0,7 17-3 0,-2-9-5 16,2 1 0-16,1-3-1 0,0 0-6 0,1 0 8 15,1-2-12-15,0 1 0 0,-10-5-3 0,21 4-2 16,-21-4-10-16,20 2 10 0,-20-2 1 0,20-4-7 15,-20 4-14-15,16-7 18 0,-7 1 1 0,-1-1-9 16,-2 0 9-16,1-3-3 0,0 1 4 0,-2-4-22 16,0 1 23-16,-1 1-21 0,0-1 18 0,-2 1-13 0,-1 0 22 15,-1 11-20-15,1-22 26 0,-1 22-28 16,-1-16 30-16,1 16-27 0,-2-15 28 0,2 15-26 16,-2-11 24-16,2 11-24 0,0 0 23 0,-1-14-24 0,1 14 22 15,0 0-23-15,0 0 27 0,0 0-26 0,0 0 24 16,-8 6-22-16,8-6 21 0,0 0-17 15,0 15 23-15,0-15-1 0,3 10-2 0,-3-10-1 16,3 14-3-16,-3-14-9 0,7 12 8 0,-7-12-2 0,9 14-3 16,-9-14-3-16,8 10-2 0,-8-10 0 0,10 10-6 15,-10-10 5-15,9 7-7 0,-9-7 2 0,12 2-2 16,-12-2-10-16,0 0-2 0,16 0-48 0,-16 0 22 16,11-4-56-16,-11 4 33 0,9-9-38 0,-9 9 16 15,10-12-4-15,-10 12 28 0,10-15-14 0,-6 7 27 16,1 0-5-16,-5 8 26 0,8-14-6 0,-8 14 19 15,7-13-7-15,-7 13 18 0,7-12-9 0,-7 12 17 16,4-9-16-16,-4 9 17 0,5-9-16 0,-5 9 24 16,0 0-15-16,5-6 21 0,-5 6-18 0,0 0 27 15,0 0-14-15,0 0 17 0,17 1-22 0,-17-1 62 16,7 5-13-16,-7-5 6 0,9 9-22 0,-9-9 39 16,13 10-14-16,-6-4 24 0,0 0-39 0,1 1 17 15,0-1-30-15,-1 2 16 0,0-1-32 0,1 0 15 0,0 0-25 16,-2 0 24-16,1-1-30 0,-1 0 22 15,0 0-29-15,-6-6 27 0,12 10-32 0,-12-10 31 16,10 10-27-16,-10-10 22 0,9 7-23 0,-9-7 22 16,10 6-26-16,-10-6 27 0,0 0-29 0,12 6 28 0,-12-6-29 15,0 0 19-15,14-1-21 0,-14 1 16 0,8-5-19 16,-8 5 26-16,10-6-27 0,-10 6 25 0,9-10-28 16,-9 10 28-16,13-12-36 0,-13 12 32 0,11-12-20 15,-11 12 24-15,12-12-25 0,-12 12 24 0,11-11-22 16,-11 11 22-16,8-9-18 0,-8 9 24 0,8-9-24 15,-8 9 23-15,9-6-21 0,-9 6 25 0,0 0-28 16,11-4 29-16,-11 4-27 0,0 0 27 0,0 0-25 16,15-2 31-16,-15 2-31 0,0 0 21 0,12 6-21 15,-12-6 26-15,0 0-27 0,11 7 27 0,-11-7-30 16,8 5 30-16,-8-5-26 0,7 6 25 0,-7-6-27 16,7 7 25-16,-7-7-24 0,0 0 27 0,8 6-31 15,-8-6 28-15,0 0-25 0,0 0 25 0,10 6-24 16,-10-6 23-16,0 0-28 0,0 0 23 0,0 0-27 0,13-1 35 15,-13 1-34-15,8-5 17 0,-8 5-24 16,9-7 24-16,-9 7-31 0,8-7 35 0,-8 7-26 16,8-8 27-16,-8 8-22 0,7-8 27 0,-7 8-25 0,9-7 25 15,-9 7-22-15,7-5 25 0,-7 5-24 0,9-5 23 16,-9 5-20-16,9-5 24 0,-9 5-29 16,0 0 28-16,16-4-19 0,-16 4 23 0,12 0-27 0,-12 0 26 15,14 0-24-15,-14 0 6 0,15 1-4 0,-15-1 24 16,17 3-26-16,-17-3 24 0,23 2-23 0,-12 1 27 15,1-2-30-15,2 0 29 0,-1-1-30 0,2 1 27 16,-2 0-26-16,3-1 28 0,-2 0-36 0,1 0 32 16,-2-1-24-16,3 0 24 0,-3 1-24 0,-1-2 23 15,2-1-28-15,-2 1 25 0,1-2-23 0,-2 1 29 16,0-1-27-16,-1-1 20 0,-1-2-20 0,-1 1 25 16,0-1-32-16,-1-2 30 0,0 0-21 0,-2-1 23 15,-1 1-26-15,0-1 26 0,-1 0-24 0,-3 10 20 16,5-17-21-16,-5 17 27 0,1-15-26 0,-1 15 21 15,0 0-24-15,-6-12 29 0,6 12-29 0,0 0 31 0,-13-2-27 16,13 2 31-16,-12 6-25 0,12-6 32 16,-14 13-28-16,7-5 36 0,-1 1-21 0,0 5 42 15,2-3-27-15,0 1 19 0,1 0-28 0,1 2 37 0,2-3-8 16,0 1-8-16,1 0-8 0,2 0-1 0,2-1 4 16,2 1-8-16,1 0-8 0,3-2 2 0,3 1-2 15,1-3-6-15,5 3-10 0,0-4-22 16,4 0-47-16,1-2-82 0,2 0-115 0,-1-2-81 0,2 1-98 15,0-3-199-15,-3-1-397 0,0 0-651 0</inkml:trace>
  <inkml:trace contextRef="#ctx0" brushRef="#br0" timeOffset="32771.1186">21112 11301 68 0,'7'-20'380'0,"0"-2"-62"0,0 0-50 0,0 0-27 16,1 0 2-16,-1 1-26 0,0 0-8 0,0 1 11 16,2 1-34-16,-4 3 46 0,1 1-1 0,-1 2 8 0,0 1-43 15,-1 2-8-15,0 1-42 0,-4 9 6 16,5-12-23-16,-5 12 30 0,0 0 33 0,0 0 11 15,0 0-12-15,-6 11 2 0,-2 2-1 0,-2 6-32 16,-4 6 26-16,-7 5-6 0,-2 6-12 0,-1 1 36 0,-6 14 2 16,-2 3-35-16,0 2-11 0,3 5 0 0,1 2 2 15,3 2-24-15,4 1-6 0,3 3-16 16,6 1-10-16,3 1-11 0,5 1-15 0,7 2-2 0,5 1-15 16,8-2-11-16,7 1-14 0,8-3-3 0,6-3-11 15,15 7 2-15,7-7-15 0,5-4-8 0,-4-16-45 16,3-3-18-16,4-4-69 0,0-5-45 0,3-5-97 15,-3-3 4-15,0-6-73 0,-3-5-112 0,-2-3-91 16,-9-6-146-16,-4-3-827 0,-7-3-1147 0</inkml:trace>
  <inkml:trace contextRef="#ctx0" brushRef="#br0" timeOffset="34360.0295">22098 11494 454 0,'0'0'311'0,"0"0"-2"16,0 0-64-16,0 0 12 0,0 0-35 0,0 0-10 15,0 0-32-15,0 0-21 0,0 0-16 0,0 0-30 16,-8-5 12-16,8 5-26 0,0 0 5 0,0 0-16 16,0 0 9-16,0 0-19 0,0 0 6 0,-11-2-13 15,11 2 1-15,0 0-16 0,0 0 4 0,0 0-18 16,0 0 7-16,0 0-15 0,0 0 9 0,0 0-17 15,0 0 6-15,0 0-16 0,0 0 7 0,0 0-13 0,-11-3 6 16,11 3-16-16,0 0 14 0,0 0-12 16,0 0 9-16,0 0-14 0,0 0 18 0,0 0-16 0,0 0 16 15,0 0 6-15,0 0 23 0,0 0-9 0,0 0 17 16,0 0-14-16,0 0 18 0,0 0-36 0,0 0 25 16,0 0-24-16,0 0 17 0,0 0-27 15,0 0 19-15,0 0-23 0,0 0 13 0,0 0-20 0,0 0 19 16,0 0-23-16,0 0 16 0,0 0-16 0,0 0 20 15,0 0-24-15,0 0 20 0,0 0-20 0,0 0 19 16,0 0-20-16,0 0 20 0,0 0-21 0,0 0 22 16,0 0-21-16,0 0 19 0,0 0-19 0,0 0 20 15,0 0-19-15,0 0 15 0,0 0-18 0,0 0 21 16,0 0-19-16,0 0 20 0,0 0-22 0,0 0 24 16,0 0-29-16,0 0 25 0,0 0-18 0,0 0 19 15,0 0-32-15,0 0 36 0,0 0-22 0,0 0 18 16,0 0-18-16,0 0 19 0,0 0-19 0,0 0 15 15,0 0-16-15,0 0 21 0,0 0-23 0,0 0 22 16,0 0-18-16,0 0 18 0,0 0-20 0,0 0 22 16,0 0-21-16,0 0 12 0,0 0-11 0,0 0 20 15,0 0-22-15,0 0 19 0,0 0-17 0,0 0 18 0,0 0-19 16,0 0 19-16,0 0-21 0,0 0 22 0,0 0-23 16,0 0 24-16,0 0-27 0,0 0 26 15,0 0-21-15,0 0 20 0,0 0-22 0,0 0 25 16,0 0-23-16,0 0 20 0,0 0-21 0,0 0 22 0,0 0-19 15,0 0 22-15,-7-8-8 0,7 8 20 0,0 0 0 16,0 0-21-16,0 0 21 0,0 0-6 0,0 0-6 16,0 0-1-16,6-7-3 0,-6 7-4 0,0 0 3 15,0 0 1-15,0 0 2 0,0 0-5 0,5-8 8 16,-5 8-6-16,0 0-2 0,0 0-2 0,0 0 0 16,0 0-3-16,0 0 1 0,0 0 4 0,0 0 7 15,0 0 1-15,12 3-2 0,-12-3 4 0,6 8 10 16,-6-8-17-16,6 11 17 0,-6-11-29 0,7 11 39 15,-7-11-13-15,7 15 24 0,-7-15-22 0,4 13 13 16,-4-13-27-16,3 14 15 0,-3-14-14 0,1 14 25 16,-1-14-22-16,-3 14 12 0,3-14-18 0,-9 17 10 15,1-11-15-15,-2 3 15 0,-1-2-22 0,-3 1 17 16,0-1-20-16,-2-3 16 0,1 2-21 0,-2-2 13 0,1-1-10 16,-1-1 19-16,2-2-20 0,0 0 16 0,2-2-16 15,-3-2 18-15,4-1-18 0,0-2 16 16,1 0-21-16,3-4 20 0,1-3-4 0,3 0 3 15,2 0-5-15,2-2-5 0,3-1-21 0,2-1 31 0,2 0-5 16,4-1 2-16,2 1-1 0,4-1-16 0,3 1 20 16,5 0-20-16,1 2 23 0,7-2-19 0,5 1 14 15,3 5-13-15,6-1 21 0,4 3-2 0,3 2-1 16,12 0-12-16,5 1 14 0,0 2-14 0,0 1 21 16,-7 0-8-16,10 2 17 0,-10 0-15 0,1 1 15 15,-2 1-6-15,0-1 9 0,-1 1-17 0,-3-1 13 16,-2 2 4-16,-3-1 2 0,-5 1-8 0,-6-1-2 15,-4 0-5-15,-3 1-1 0,-6-1-9 0,-2 0 10 16,-4 0-8-16,-2 0-2 0,-2 0-2 0,-1 0-7 16,-4 0 8-16,-1 0-15 0,-2 1 14 0,-12-1-5 15,22-1 1-15,-22 1-4 0,17 1-5 0,-17-1-12 16,15 0 20-16,-15 0-9 0,0 0 0 0,17 1-18 16,-17-1-45-16,0 0-82 0,10 4-42 0,-10-4-81 0,0 0-44 15,5 9-50-15,-5-9-121 0,0 0-35 16,2 11-460-16,-2-11-583 0</inkml:trace>
  <inkml:trace contextRef="#ctx0" brushRef="#br0" timeOffset="35322.9949">22550 12053 459 0,'0'0'482'0,"2"-14"-78"0,-2 14-59 0,2-13-21 0,-2 13-8 16,0-11-28-16,0 11-14 0,0 0-33 0,1-14-39 16,-1 14-33-16,0 0-24 0,0 0-1 0,0 0 3 15,0 0 32-15,0 0-49 0,0 0 39 0,0 0-3 16,7 11 3-16,-7-11-19 0,6 20-2 0,-1-6-1 16,-1 1-24-16,1 2 15 0,2 2-65 0,0 0 4 15,0 4-8-15,0-1-15 0,0 0-12 0,0 0-7 16,-1 0-8-16,-1-2-9 0,2 1 2 0,-2-2-4 15,1-2 20-15,-1 0-32 0,0-2 30 0,-1-2-36 16,0-2 20-16,-1 0-23 0,0-2 25 0,-3-9-25 16,7 17 22-16,-7-17-23 0,4 11 25 0,-4-11-31 15,0 0 3-15,4 8 3 0,-4-8 0 0,0 0 2 16,0 0 1-16,0 0-10 0,-2-16 11 0,0 6 0 16,0-2 2-16,-1-4-4 0,-1-1 1 0,1-5 34 15,-1-1-36-15,0-1-4 0,1-3 5 0,-1-3-3 0,1-2 0 16,1 1 20-16,-1 3-30 0,2 2 32 0,-1-1-28 15,1 2 26-15,2 1-23 0,1 4 23 0,0 1-22 16,-1 1 21-16,1 2-25 0,1 2 25 0,0 1-23 16,0 3 24-16,0 0-25 0,2 1 19 0,-5 9-18 15,12-10 31-15,-12 10-31 0,14-4 20 0,-14 4-19 16,19 3 24-16,-9 0-32 0,0 1 30 16,3 1-19-16,-1 2 14 0,1 0-14 0,-1 1 0 0,0 0-1 15,1 1-2-15,-1-2 5 0,0 2 4 0,-1-2 1 16,-2-1-1-16,-1 0 1 0,1 0-1 0,-9-6 1 15,11 9-4-15,-11-9 1 0,11 9 5 0,-11-9-2 16,10 5 1-16,-10-5-6 0,0 0 7 0,10 3-22 16,-10-3 24-16,0 0 1 0,6-7-5 0,-6 7 4 15,2-11-8-15,-2 11 4 0,3-15 1 0,-3 15 17 16,4-18-23-16,-4 18 0 0,4-18 17 0,-4 18-19 16,3-13 26-16,-3 13-28 0,2-11 19 0,-2 11-23 15,0 0 43-15,4-11-52 0,-4 11 29 0,0 0-20 0,0 0 23 16,12 3-22-16,-12-3 4 0,10 13 1 15,-5-4-11-15,1 1 15 0,1 2 4 0,2 0 3 16,-1 1-4-16,2 4-1 0,2-1 3 0,-1 1-3 16,-2 1 0-16,5 0 38 0,0 2-48 0,3 0-42 0,-2 0-49 15,2 1-65-15,1-2-94 0,0 0-57 0,-1 0-70 16,2-3-89-16,0 0-80 0,-1-3-573 0,-1 1-746 16</inkml:trace>
  <inkml:trace contextRef="#ctx0" brushRef="#br0" timeOffset="36078.5732">23695 12203 64 0,'5'-12'557'0,"-2"1"-145"16,-2 0-36-16,-1 11-70 0,0-22-39 0,0 22-3 16,-4-19-49-16,-1 7 0 0,0 4-24 0,-1-3 12 15,-1 4-29-15,-3-2 1 0,1 3-13 0,-2 2 7 16,-1-1-34-16,12 5 24 0,-23 0-37 0,10 3 23 0,-1 3-39 15,0 2 8-15,-1 2-9 0,0 3-6 0,1 2-14 16,0-1 0-16,3 1-15 0,1 1-17 16,2 3 5-16,0-1-22 0,3-2 13 0,2 0-22 15,1 1 7-15,1-4-13 0,3 0 7 0,-1 0-11 0,3-1 12 16,1 1-17-16,2-2 10 0,0-1-19 0,1-1 15 16,-1-2-16-16,5-2 13 0,-3 1-22 0,0-2 11 15,-9-4-14-15,19 3 10 0,-19-3-12 0,18 0 16 16,-18 0-6-16,19-6 1 0,-19 6 0 0,16-10 1 15,-9 2-8-15,-1 0 1 0,1-3 5 0,-2-1 2 16,1-1 1-16,-2 1 1 0,0 2-8 0,0-1-5 16,-2 0 4-16,1 1 10 0,-3 10 2 0,4-17-1 15,-4 17-3-15,2-14 2 0,-2 14-2 0,1-11-6 16,-1 11 5-16,0 0 1 0,-1-12-1 0,1 12 2 16,0 0-4-16,0 0 6 0,0 0 1 0,0 0 0 15,0 0-1-15,-2 11 2 0,2-11 2 0,4 10-4 16,-4-10-4-16,9 15 12 0,-3-7-2 0,0 0 0 15,1-1-2-15,3 1 0 0,1-2-8 0,0 1-1 16,2-1 5-16,1 0-2 0,1-2-1 0,1 0-1 16,0-1 0-16,0 0-3 0,-1-1-4 0,-2-2 5 15,2 0 1-15,-2 0 0 0,-1-1-1 0,0-2 0 16,-2 0 7-16,-1-3-11 0,0-1 11 0,-2 0-3 0,-2-3 3 16,-1 0-3-16,0-5-7 0,0 1 10 0,-2-1-1 15,-2 0-4-15,0 1 1 0,0-1-8 16,-2-1 14-16,2 3-9 0,-3 1 12 0,2 1 13 0,1 11 1 15,-1-19-3-15,1 19-7 0,-1-11-3 0,1 11-2 16,0 0 8-16,0 0 22 0,0 0-21 0,0 0 56 16,2 9-9-16,2 1 2 0,-1 4 27 0,0 3-39 15,2 5-4-15,0 2 6 0,1 5-10 0,1 1-19 16,1 4 45-16,1 5-46 0,0-1 26 0,1 1-45 16,-2-2 31-16,1 1-39 0,1-1 31 0,-2-4-36 15,-1-3 0-15,0 2-1 0,-1-2 1 0,1-1 3 16,-4-5-8-16,0-1 8 0,-2-4-2 0,-1-1-3 15,-1 0 2-15,-2-2 4 0,-2-2 1 0,-4-1-4 16,-1-1 8-16,-2-4-5 0,-6 3 20 0,-3-5-27 16,0-2 1-16,-4-1 0 0,-3-2-1 0,-1-2-2 15,-4-4-22-15,-1 1-78 0,0-5-56 0,4-1-109 16,1-2-82-16,3-3-96 0,4-1-95 0,6-3-118 16,5 0-499-16,5-2-780 0</inkml:trace>
  <inkml:trace contextRef="#ctx0" brushRef="#br0" timeOffset="36293.5321">23983 12018 539 0,'0'0'538'0,"0"-18"-94"0,0 18-65 0,-2-16-53 15,2 16-72-15,-3-16-60 0,3 16-36 0,-4-15-29 16,4 15-26-16,-3-13-18 0,3 13-18 0,-1-12-16 15,1 12-20-15,0 0-4 0,5-10-9 0,-5 10-16 16,12-3-38-16,-12 3-51 0,18 3-60 0,-6 1-88 16,0 4-105-16,2 1-452 0,-3 0-315 0</inkml:trace>
  <inkml:trace contextRef="#ctx0" brushRef="#br0" timeOffset="36930.1144">24310 12154 264 0,'0'0'485'15,"8"-6"-127"-15,-8 6-7 0,5-8-58 0,-5 8-30 16,4-12-22-16,-4 12-20 0,3-13-16 0,-3 13-38 0,2-16 36 16,-2 16-25-16,4-15 20 0,-4 15-36 15,3-14-11-15,-3 14-47 0,4-12 2 0,-4 12-40 16,7-11 7-16,-7 11-34 0,7-7 15 0,-7 7-29 0,0 0 18 16,14-1-24-16,-14 1 22 0,12 7-24 0,-12-7 20 15,12 12-24-15,-5-5 15 0,-1 1-20 0,-1 3 22 16,1 0 0-16,-2 2-28 0,1 0 19 0,-3-1-22 15,0-1 19-15,0 2-30 0,-1-1 31 0,0 0-23 16,-1-12 22-16,0 22-25 0,0-22 23 0,-2 19-26 16,2-19 26-16,-4 18-25 0,0-11 23 0,4-7-23 15,-11 14 22-15,2-9-23 0,9-5 19 0,-17 6-16 16,17-6 18-16,-23 0-22 0,10-1 24 0,-2-2-24 16,0-1 23-16,0-1-26 0,0-1 25 0,1-2-22 15,4 0 22-15,-1-2-24 0,2-1 15 0,4 0-22 16,1-1 23-16,2 2-20 0,2 10 22 0,1-24-32 15,2 12 32-15,2-1-19 0,2 1 21 0,0-1-24 16,3 0 22-16,-1 1-15 0,4 0 14 0,1-1-19 16,2 1 27-16,-1 1-25 0,2 0 22 0,0 1-18 15,1 1 23-15,-2 3-23 0,1 0 20 0,0 2-20 16,-1 1 25-16,1 1-22 0,-2 3 24 0,3 2-26 16,-1-1 22-16,0 4-21 0,2 2 27 0,0 1-30 0,0 2 28 15,-2 1-25-15,2 1 25 0,-1 3-24 0,1 1 28 16,0 0-23-16,-4-1 18 0,0 0-20 0,-2-1 21 15,-2 0-25-15,-1-2 22 0,-2-1-13 16,-1 0 30-16,-2-3-26 0,1 1 33 0,-2-2-21 0,-4-8 41 16,4 14-17-16,-4-14 19 0,0 0-32 0,0 13 6 15,0-13-15-15,0 0 17 0,-15 5-8 16,15-5-1-16,-13-3 9 0,13 3 15 0,-17-6-14 0,17 6 3 16,-14-9-1-16,14 9-7 0,-9-13-9 0,9 13-7 15,-5-19-3-15,7 7-4 0,2-1 0 0,3-2-2 16,1-3-14-16,5 1 11 0,2-4-21 0,4-1 11 15,0 3-9-15,2 0 15 0,1 1-25 0,0 0 18 16,-2 3-29-16,-1 3-9 0,-2 1-54 0,0-1-25 16,-4 4-41-16,0 0-50 0,-4 2-73 0,0 1-34 15,-9 5-76-15,11-7-132 0,-11 7-432 0,0 0-547 16</inkml:trace>
  <inkml:trace contextRef="#ctx0" brushRef="#br0" timeOffset="38876.0465">25799 11919 53 0,'0'0'365'16,"-16"-3"-84"-16,16 3-35 0,-13-2-40 0,13 2-1 15,-14-2-12-15,14 2-4 0,0 0-15 0,-15-3-7 16,15 3-16-16,0 0-20 0,-11-2-11 0,11 2-19 15,0 0-11-15,0 0 11 0,0 0-4 0,0 0 15 16,4-11-16-16,-4 11 10 0,11-7 9 0,-11 7-15 16,15-7-8-16,-6 3-10 0,0-2-8 0,2 3-15 15,-1-1-8-15,3-1-12 0,3 0-9 0,-1 0-5 16,3 1-2-16,2-1-12 0,1 1 2 0,4 0-3 16,2-1-2-16,0 2-2 0,2 0-8 0,1 0 3 15,1 0-14-15,0 2-3 0,-1 0-50 0,1 1-78 16,-5 0-30-16,3 0-65 0,-2 1-82 0,-6 0-66 15,0 1-422-15,-4-1-342 0</inkml:trace>
  <inkml:trace contextRef="#ctx0" brushRef="#br0" timeOffset="39090.4782">25940 12056 227 0,'-17'6'368'0,"2"-2"-73"0,2 2-16 0,-1-2-50 0,3 0 7 15,2-1-30-15,9-3 0 0,-16 6-18 16,16-6-29-16,-13 4-1 0,13-4-39 0,0 0 4 0,-12 4-27 16,12-4-3-16,0 0-28 0,0 0 1 0,17 3-33 15,-6-4 11-15,5 0-34 0,4 0 25 0,7 0-22 16,2-1 6-16,2-1-20 0,5 2-4 16,3-2-72-16,-1-1-101 0,-2-1-75 0,2 0-121 0,1 0-381 15,-2-1-268-15</inkml:trace>
  <inkml:trace contextRef="#ctx0" brushRef="#br0" timeOffset="39421.9704">26756 11048 383 0,'-3'-16'448'0,"3"2"-93"0,-2 2-70 15,0 1-21-15,2 11-28 0,-5-19-45 0,5 19-30 16,-2-14-51-16,2 14-15 0,-5-9 3 0,5 9 7 16,0 0-2-16,-13-2-18 0,13 2-9 0,-16 11-10 15,7-5-1-15,1 4-7 0,-4 1-9 0,1 3-9 16,0 1-7-16,1 1-6 0,-1 1-4 0,1 0-9 15,2 2 2-15,-1 0-6 0,3 1 1 0,1 1 0 0,1 0 7 16,1-2-14-16,3 0 2 0,3 1-52 0,1 1-59 16,3 1-91-16,2-1-105 0,5 1-174 0,-1 0-264 15,5-1-244-15</inkml:trace>
  <inkml:trace contextRef="#ctx0" brushRef="#br0" timeOffset="39815.2417">27480 11518 465 0,'0'0'384'0,"-4"-10"-69"0,4 10-34 0,-4-12-65 16,4 12-9-16,-5-9-41 0,5 9-4 0,-8-9-12 15,8 9-25-15,-10-6 2 0,10 6-8 0,-13 0 12 16,13 0-21-16,-16 6 20 0,7-1-22 0,-4 2-1 16,1 2-1-16,-3 4-6 0,1 1-4 0,-4 6 4 15,-2 1-9-15,1 1 4 0,-4 4-20 16,2 2 8-16,-2 0-11 0,2-1-5 0,0 1-6 0,3-3-7 16,3-2-4-16,0 0-1 0,2 1-6 0,3-5 40 15,0 1-37-15,5-2 24 0,-1 0-19 0,4-3 14 16,2-1-27-16,2 0 20 0,4 0-31 0,1-2 19 0,5-1-25 15,5 0 15-15,2-2-27 0,6-2 15 0,0 1-25 16,8-3 7-16,-1-1-30 0,-1-2 6 16,1-2-60-16,-1 0-2 0,0-1-68 0,0-2-33 15,-3 0-73-15,-2 0-35 0,-1-4-69 0,0 1-92 0,-5-2-117 16,-4 1-247-16,-3-1-348 0</inkml:trace>
  <inkml:trace contextRef="#ctx0" brushRef="#br0" timeOffset="40263.7085">27946 11569 405 0,'9'-11'500'15,"-3"1"-65"-15,-3 2-78 0,3-1-25 0,-2 0-47 16,-4 9-35-16,6-14-45 0,-6 14-13 0,2-15-19 15,-2 15-15-15,2-10-35 0,-2 10-11 0,0 0-32 16,-8-11-5-16,8 11-27 0,0 0 3 0,-18 0-22 16,8 4 11-16,1 1-17 0,-2 0 5 0,-1 2-15 15,3 0-3-15,-2 3 1 0,0 1-2 0,4-1 1 16,-1 2 0-16,1-1 1 0,3 3-1 0,-1-3-6 16,2 1 7-16,3 0 0 0,2 3-1 0,2-2-2 0,0 1 1 15,2 0-2-15,1 0-9 0,2 0 10 16,0 0-10-16,2 2 6 0,0-2 0 0,1-1-2 15,1 1 1-15,-4-3-1 0,3 1 0 0,-2 0-5 0,0 0 4 16,0-1 0-16,-3-1 1 0,0 1 0 0,2 0-3 16,-2-1 4-16,-3-2-6 0,1 1 7 0,-5-9-4 15,6 16 2-15,-6-16-4 0,3 17 5 0,-3-17 0 16,0 13-5-16,0-13 5 0,-2 13-3 0,2-13 4 16,-7 12-4-16,7-12 1 0,-9 12 0 0,2-6-5 15,-2-1 6-15,-2 0-2 0,0-1-4 0,-5 1-9 16,1-4-9-16,-4 2-38 0,-1 0-77 0,0-2-33 15,-2-1-53-15,-1 0-84 0,3-1-98 0,0-2-459 16,-1-1-413-16</inkml:trace>
  <inkml:trace contextRef="#ctx0" brushRef="#br0" timeOffset="40612.5601">28118 11080 579 0,'1'-12'431'0,"-1"12"-72"0,2-18-34 16,-2 18-35-16,4-13-50 0,-4 13-43 0,1-11-37 0,-1 11-19 15,0 0 4-15,0 0 23 0,6-7 8 0,-6 7-19 16,0 0-6-16,12 9-17 0,-6-2-17 0,2 1-17 15,1 2-18-15,1 2-15 0,-1 1-11 16,3 3-9-16,0 0-15 0,-1 0 2 0,0 1-7 0,-1 1-4 16,-1-1-6-16,2 1-1 0,-2 0-3 0,0-1-9 15,-3-2 23-15,2 0-21 0,-2-2 17 0,-1 2-28 16,-1-3 21-16,-1 1-23 0,-1-3 17 0,-2-10-23 16,0 21 16-16,0-21-42 0,-2 19-63 0,2-19-81 15,-7 14-46-15,7-14-62 0,-10 11-97 0,10-11-92 16,-14 5-352-16,14-5-371 0</inkml:trace>
  <inkml:trace contextRef="#ctx0" brushRef="#br0" timeOffset="41006.9849">28651 10697 494 0,'4'-17'385'0,"0"2"-27"0,-2 1-93 16,0 3-60-16,-1-1 1 0,-1 0-34 0,0 12-27 0,0-21-13 15,0 21-20-15,0-15-21 0,0 15-60 0,-3-11 39 16,3 11 10-16,0 0 20 0,-19-1 20 16,11 5 11-16,-4 3 6 0,-3 4 17 0,-2 5 14 0,-1 2-12 15,-1 4 0-15,-3 7-10 0,1 3 10 0,1 2-15 16,0 3-15-16,2 3-13 0,3 0-14 0,0 3-4 15,1 3-1-15,3 1 0 0,0 2-4 0,0 1-26 16,0 10 4-16,2-7-12 0,1 8-6 0,2-7-17 16,2 1 2-16,1-2-10 0,2 1-7 0,0 0-7 15,3-1 6-15,1 0-2 0,1-1-4 0,3-1 4 16,2-4-7-16,2 0 6 0,0-2-16 0,7-2 8 16,1 0 7-16,5 2-10 0,1-6 5 0,6 2-19 15,-2-8 8-15,4-3-28 0,1-2-43 0,3-1-65 16,1-4-50-16,2-1-82 0,0-4-60 0,2-2-55 15,-1-4-118-15,-1-2-142 0,-4-4-266 0,-6-3-480 16</inkml:trace>
  <inkml:trace contextRef="#ctx0" brushRef="#br0" timeOffset="42861.0758">29305 11124 42 0,'0'0'288'16,"4"-15"-83"-16,-4 15 51 0,2-17 0 0,-2 17-71 15,1-20 5-15,-1 20 6 0,0-21 13 16,0 21-72-16,0-20 39 0,0 20-72 0,-1-21 24 0,1 21-21 16,-4-19-48-16,4 19 47 0,-5-17-60 0,2 8 50 15,3 9-38-15,-7-14 40 0,7 14-17 0,-9-10-38 16,9 10 15-16,-14-6-28 0,14 6 35 0,-17-1-1 16,5 4-12-16,0-1 16 0,-2 2-16 0,-1 2-4 15,0 1-6-15,0 1-7 0,-1 2-11 0,0 0 3 16,2 1-4-16,1 0 1 0,3 1-8 0,-1-2 2 15,2 3-2-15,1-1-7 0,2 0-3 0,1 1 8 16,-1-2-3-16,5 0 4 0,-1 1-7 0,1-2 1 16,2 3-1-16,0-1 1 0,1-2-1 0,2 2 0 15,0-3-4-15,2 4-2 0,0-1 3 0,2-1-1 16,1 0-1-16,-1 0-5 0,1 0 5 0,0-1-1 16,1 1-1-16,-2-3 1 0,1 3 0 0,0-2-6 15,-1 1 6-15,-1-2 0 0,-1-1-1 0,0 0-4 16,-6-7 14-16,9 15-11 0,-9-15 7 0,7 14-9 15,-7-14 9-15,2 11-15 0,-2-11 8 0,-3 11-1 16,3-11 6-16,-10 11-6 0,3-5 10 0,-1-1-18 16,-3 0 19-16,-2 1-11 0,0-2 8 0,-3 1-15 15,0-1 16-15,-2 1-9 0,1-1 6 0,-3 1-6 16,3-1 10-16,-3-1-12 0,-1 0 9 0,3-1-11 16,-1 1 9-16,3-1-14 0,2 0 4 0,2-1-53 15,12-1-74-15,-19 0-67 0,19 0-116 0,0 0-45 16,-9-4-526-16,9 4-445 0</inkml:trace>
  <inkml:trace contextRef="#ctx0" brushRef="#br0" timeOffset="43297.8943">29338 11239 331 0,'0'0'412'0,"0"0"-93"15,-10-8 0-15,10 8-93 0,0 0 4 16,-5-8-86-16,5 8 11 0,0 0-77 0,0 0 31 16,5-11-71-16,-5 11 37 0,15-6-51 0,-4 3 32 15,5 0-51-15,1 0 35 0,3 0-43 0,2 1 35 16,1-1-46-16,1 1 46 0,-2-1-51 0,-2 1 30 16,0 0-42-16,-1 0-31 0,-3 0 7 0,-2 1-33 0,-14 1 19 15,20-3-24-15,-20 3 24 0,14-1-6 16,-14 1 33-16,0 0-4 0,0 0 22 0,0 0-14 15,0 0 25-15,0 0-9 0,-14-3 18 0,14 3-11 0,-14 0 18 16,14 0-16-16,-15-2 17 0,15 2-14 0,-13 0 18 16,13 0-21-16,0 0 22 0,-17 0-14 0,17 0 17 15,0 0 17-15,-12 2 36 0,12-2-29 0,0 0 57 16,-9 4-9-16,9-4 36 0,0 0-63 0,-6 12 56 16,6-12-10-16,-3 11 14 0,3-11-7 0,-3 14-6 15,3-14-1-15,-4 19-5 0,2-10 5 0,0 1-5 16,-1 2-22-16,0-1-13 0,0 1-6 0,1-1-12 15,1 1 0-15,-1 1-16 0,1-1-7 0,1 1-5 16,1 0-7-16,0-1-5 0,1 1-13 0,2-1-67 16,0 0-66-16,1-2-72 0,0 1-95 0,3 0-88 15,-2-2-399-15,1-2-319 0</inkml:trace>
  <inkml:trace contextRef="#ctx0" brushRef="#br0" timeOffset="43683.9742">29697 11379 462 0,'0'0'423'0,"6"-11"-51"16,-6 11-51-16,6-11-21 0,-6 11-24 0,0 0-36 0,2-12-40 15,-2 12-34-15,0 0-18 0,0 0-24 16,0 0 0-16,0 0 7 0,0 0-3 0,0 0 3 16,0 0-22-16,0 0-18 0,0 0 17 0,-3 11-38 0,3-11 9 15,-2 10-28-15,2-10 20 0,1 14-24 0,-1-14 21 16,7 15-29-16,-2-7 12 0,2 0-26 15,3 0 13-15,0 1-26 0,2-3-1 0,2 1-5 0,0-1 0 16,3-2 0-16,-3 1-3 0,2-2-1 0,-1 0 0 16,-1 0 0-16,-2-2 1 0,-12-1 4 0,22 0-4 15,-22 0 1-15,18-4 3 0,-18 4-3 0,15-9 16 16,-15 9-18-16,8-11 0 0,-8 11 6 0,3-14-4 16,-3 14 1-16,-1-19 0 0,-1 10 2 0,-1-1-4 15,-1 0-4-15,0 1 6 0,-1 0 0 0,5 9 4 16,-8-16-3-16,8 16-1 0,-7-10-1 0,7 10-8 15,-6-11 5-15,6 11 1 0,-4-7-5 0,4 7 3 16,0 0 1-16,0 0-3 0,-8-8-7 0,8 8-3 16,0 0-33-16,0 0-74 0,0 0-59 0,0 0-59 15,0 0-52-15,8 11-109 0,-8-11-139 0,9 4-323 16,-9-4-410-16</inkml:trace>
  <inkml:trace contextRef="#ctx0" brushRef="#br0" timeOffset="44199.9389">30118 11345 34 0,'7'-13'546'0,"-7"13"-90"16,5-11-87-16,-5 11 65 0,6-14-19 0,-6 14-63 0,5-14-33 15,-5 14 6-15,3-13-1 0,-3 13-24 16,3-12-35-16,-3 12-39 0,0 0-64 0,3-13-32 0,-3 13-21 16,0 0-14-16,0 0-8 0,0 0-13 0,0 0-13 15,0 0-8-15,3 10-5 0,-3-10-7 0,0 14-8 16,0-14-4-16,0 22-8 0,0-9 6 0,2-1-13 15,-1 5 4-15,1-1-9 0,1 0 4 0,-1-1-12 16,2 0 6-16,-2-1-4 0,1 0-3 0,-1-3 2 16,-2-11-2-16,3 20 0 0,-3-20-2 0,2 16 5 15,-2-16-1-15,1 14-2 0,-1-14 4 0,2 11-2 16,-2-11-2-16,0 0 0 0,0 0 5 0,0 0-5 16,0 0 7-16,0 0-9 0,0 0 10 0,-8-9-12 15,8 9 6-15,-4-16-1 0,4 16 4 0,-5-20-7 16,3 7 5-16,1-1-10 0,0-2 0 0,1-1 3 0,0-1 0 15,1 0-2-15,1 0 2 0,1 0 0 16,0 2-4-16,1-1 0 0,0 2 1 0,1 0 2 16,0 3-5-16,0 1-1 0,2 1 1 0,-1 2 1 15,2 2-2-15,0 0 4 0,2 2 0 0,-10 4-1 0,20-1 4 16,-20 1 0-16,22 5 3 0,-11-1-2 0,1 3 1 16,-1 2-2-16,0 0 2 0,1 1 0 15,-2 1 1-15,2 0 3 0,-3 2 4 0,0-1-7 0,-2 2 12 16,0-2-16-16,-1 1 13 0,-2 0-15 0,-1-1 13 15,-2 1-13-15,-1-1 5 0,-2 0-3 0,0 0 2 16,-5-1 1-16,-2 1-3 0,-2 0 3 0,-4-2-6 16,-1 2 3-16,-3-4-1 0,-1 2-5 0,-1-3-12 15,0 0-34-15,1 0-57 0,3-2-51 0,1-1-74 16,2 1-76-16,3-3-68 0,11-2-127 0,-14 3-562 16,14-3-687-16</inkml:trace>
  <inkml:trace contextRef="#ctx0" brushRef="#br0" timeOffset="44455.5145">30693 11196 9 0,'7'-6'627'0,"-7"6"-243"0,10-9-31 0,-10 9-99 0,0 0 36 16,0 0-53-16,0 0 41 0,0 0-21 0,0 0 7 15,-15 6-40-15,6 0-1 0,0 2-32 16,-2 2-7-16,1 0-20 0,1 1-23 0,0 3-21 0,2 0-16 15,-1-1-19-15,2 3-14 0,1-1 12 16,2 1-35-16,0-1-6 0,3 1-8 0,0-2-3 0,1 2-9 16,2-1-2-16,1 0-5 0,1-2-7 0,2 2-18 15,3-3-42-15,-1-1-60 0,1 0-60 0,0-1-77 16,1 0-77-16,-1-4-19 0,0 1-85 0,0-4-105 16,-10-3-266-16,15 6-329 0</inkml:trace>
  <inkml:trace contextRef="#ctx0" brushRef="#br0" timeOffset="44643.054">30690 11439 447 0,'-9'-6'473'0,"9"6"-60"0,-15-8-47 0,15 8 22 15,-13-7-9-15,13 7-33 0,-11-7-36 0,11 7-24 16,-10-8-11-16,10 8-18 0,-9-6-27 0,9 6-25 16,-7-5-45-16,7 5-32 0,0 0-25 0,0 0-25 0,0 0-11 15,6-16-16-15,-6 16-16 0,18-7-26 16,-7 4-31-16,4-1-45 0,1 0-43 0,2 1-79 15,-2-1-44-15,2 1-91 0,-3 1 13 0,0 0-80 16,-2 0-60-16,0-1-462 0,0 1-481 0</inkml:trace>
  <inkml:trace contextRef="#ctx0" brushRef="#br0" timeOffset="45179.3983">30954 11246 167 0,'5'-10'446'0,"0"0"-66"16,-5 10-44-16,7-15-47 0,-7 15 41 0,5-14-28 15,-5 14 8-15,4-13-29 0,-4 13-9 0,2-10-43 16,-2 10-44-16,0 0-37 0,2-12-27 15,-2 12 5-15,0 0 8 0,0 0-19 0,0 0 29 0,0 0-15 16,1 14-29-16,-1-14-4 0,2 18-22 0,-1-6 7 16,0 0-24-16,0 1-11 0,1 2-9 0,-1 1-5 15,0 0-6-15,3 0-3 0,-2 1-7 0,-1 1-1 16,1-2-4-16,-1 0-2 0,1-2-2 0,-1-2-2 16,0 0 2-16,1-1-7 0,-2-11 1 0,2 19 2 15,-2-19-2-15,2 15 3 0,-2-15-1 0,3 12 0 16,-3-12-3-16,0 0 2 0,4 9 1 0,-4-9-1 15,0 0 2-15,0 0-4 0,3-9 0 0,-3 9-1 16,0-13 3-16,0 13 2 0,1-18-6 0,-1 18-1 16,1-24 2-16,-1 10 9 0,1 1-13 0,-1-1 9 0,2 1-7 15,-2-2 12-15,2 4-14 0,-2 11 16 0,0-23-18 16,0 23 19-16,1-16-21 0,-1 16 12 16,1-14-13-16,-1 14 16 0,0 0-14 0,2-12 15 15,-2 12-15-15,0 0 16 0,0 0-15 0,9 4 12 0,-9-4-10 16,9 8 11-16,-9-8-12 0,12 13 1 0,-5-5 1 15,2 0 2-15,3 2-2 0,-1 0 4 16,0-2-1-16,2 1 0 0,0 0 2 0,1-2-1 0,-1 0-1 16,0 0 2-16,1-2-1 0,-2 1 0 0,0-3-3 15,-1 0 3-15,-11-3 0 0,19 1 3 0,-19-1-2 16,17-4 0-16,-17 4 0 0,14-11-6 0,-9 2 18 16,-2-1-15-16,0-1 11 0,-3-3-11 0,-1-2 11 15,0-2-14-15,-1-2 14 0,-1-3-2 0,0-1-3 16,-1 2 0-16,-1-2-7 0,2 4 6 0,-1 1 0 15,1 3 1-15,0 0-3 0,1 4-1 0,0 0-1 16,0 1-7-16,2 11-2 0,-2-17-19 0,2 17-59 16,-2-13-71-16,2 13-54 0,0 0-100 0,5-8-17 15,-5 8-88-15,0 0-80 0,13 3-468 0,-13-3-553 16</inkml:trace>
  <inkml:trace contextRef="#ctx0" brushRef="#br0" timeOffset="45374.9633">31418 11147 244 0,'0'0'513'0,"-6"-6"-88"0,6 6 20 0,0 0-29 0,-4-13-22 15,4 13-78-15,0 0-65 0,-1-14-48 0,1 14-36 16,4-11-33-16,-4 11-27 0,10-10-21 16,-10 10-23-16,17-9-13 0,-6 6-15 0,4-2-16 0,0 2-27 15,2 0-53-15,-1 1-90 0,0-1-32 0,-2 0-24 16,0 3-35-16,-2-2-36 0,0 1-45 0,-12 1-41 15,20-2-283-15,-20 2-156 0</inkml:trace>
  <inkml:trace contextRef="#ctx0" brushRef="#br0" timeOffset="45547.3437">31598 11044 56 0,'0'0'412'0,"0"0"-110"0,-14-2-68 0,14 2-42 0,0 0-19 16,-13-2 0-16,13 2-3 0,0 0 7 16,0 0 3-16,-12 4 53 0,12-4-72 0,0 0 41 0,-8 11-38 15,8-11-7-15,-4 13-27 0,4-13-10 0,-2 14-29 16,2-14 1-16,-1 19-30 0,1-19-4 0,-1 21-20 15,1-21 4-15,0 24-21 0,0-12 11 0,0 1-25 16,1-2 13-16,-1 1-26 0,1 1-14 0,0-2-137 16,0-1-4-16,1 2-89 0,2-2-64 0,-1-1-61 15,1-1-392-15,-4-8-281 0</inkml:trace>
  <inkml:trace contextRef="#ctx0" brushRef="#br0" timeOffset="45921.3488">31872 11076 228 0,'7'-14'415'0,"-1"1"-85"0,-1 1-55 0,-1 1-42 16,-1 1-33-16,-1 0-12 0,-2 10-16 0,3-17-27 15,-3 17-32-15,0-14-27 0,0 14-12 0,-4-10-10 16,4 10-15-16,-8-8-7 0,8 8 0 0,-12 0-5 16,12 0-10-16,-13 4-1 0,13-4-5 0,-16 8-9 15,9-2-10-15,0 1 11 0,0 1-1 0,0 2-5 16,0-1 1-16,1 3-9 0,1-1 7 0,-2 1 4 15,3 1-3-15,0 0-1 0,1-1-4 0,1 0 6 16,0 0-3-16,1 1 48 0,0-1-60 0,2 0 53 0,0 1-60 16,0-1 50-16,1 0-54 0,1 1 52 0,0-3-55 15,0 2 51-15,0-1-49 0,3 0 48 0,-2 0-49 16,0 0 48-16,0-1-49 0,1 1 48 0,0 2-52 16,-1-5 54-16,1 0-53 0,-5-8 52 0,7 16-53 15,-7-16 51-15,5 14-47 0,-5-14 45 0,2 11-42 16,-2-11 50-16,0 14-49 0,0-14 48 0,-4 11-54 15,4-11 51-15,-10 11-45 0,2-5 50 0,-1-1-51 16,-3 1 39-16,-3-1-41 0,0 1 48 0,-4-2-50 0,0 0 10 16,1 0-122-16,-1 0-105 0,0-1-174 0,0-2-311 15,4-1-230-15</inkml:trace>
  <inkml:trace contextRef="#ctx0" brushRef="#br0" timeOffset="46278.9618">31837 10693 108 0,'-3'-14'502'0,"0"3"-124"0,3 11-58 0,-4-17-62 15,4 17-26-15,-1-10 31 0,1 10-49 0,0 0 22 16,10-5-13-16,-10 5 16 0,14 8-29 0,-1-1-2 15,2 5-34-15,3 3-28 0,2 3-1 0,4 7-15 16,2 3-8-16,-2 2-15 0,1 5-2 0,-3 1 2 16,6 8-16-16,-1 3-13 0,-3-1-12 0,-5-3-12 0,-1 1-11 15,-4 0-6-15,-1 2-12 0,-4-1 10 16,-1 1-14-16,-3 0 7 0,-3 0-6 0,-3 1-4 16,-4-2-2-16,-2-2 1 0,-2-1-9 0,-3-2-1 0,-3-3-1 15,0 1-1-15,-4-6 1 0,-1-2-4 0,-2-1 4 16,-3-3-2-16,-1-4-1 0,-2-2-3 0,2-4-3 15,-2-2-1-15,0-2-30 0,0-4-94 16,3-2-108-16,-2-1-89 0,1-4-152 0,0-2-144 0,1-4-378 16,0-2-598-16</inkml:trace>
  <inkml:trace contextRef="#ctx0" brushRef="#br0" timeOffset="46722.9854">31821 10249 190 0,'10'-15'465'16,"-3"5"-147"-16,2 0-43 0,2 2-42 0,0 2-15 15,1 3-12-15,2 2-13 0,3 4 24 16,5 2 11-16,5 5 6 0,1 5-9 0,4 6-9 16,3 4-31-16,4 9-7 0,2 6-10 0,1 0-18 0,-1 5-11 15,1 4-4-15,-2 4-6 0,-2 2 2 0,-2 3-1 16,-4 0 73-16,-2 3-79 0,-3 2 19 0,-3 0 8 16,-3 0-1-16,-5 2-8 0,-2 0-52 0,-5-1 5 15,-5 3 27-15,-4-9-16 0,-5 10-10 0,-4 2 7 16,-6-3-14-16,-2 1 1 0,-5 1-20 0,-2-3-43 15,-5 1 34-15,-1-2-46 0,-2-1 0 0,-1-3 2 16,0-1-7-16,-2-2 33 0,0-2-46 0,0-2 37 16,0-4-41-16,1-3 31 0,0-1-35 0,0-6 30 15,5-6-40-15,-2-5 44 0,1-1-52 0,-2-3 38 16,0-4-75-16,-1-3-43 0,3-6-107 0,-1-2-72 16,-2-2-69-16,-1-4-106 0,3-4 13 0,-1-1-126 15,-2-3-146-15,0-4-312 0,1-2-647 0</inkml:trace>
  <inkml:trace contextRef="#ctx0" brushRef="#br0" timeOffset="48295.7179">32992 11601 79 0,'-8'-4'221'0,"8"4"-91"15,0 0 30-15,0 0-62 0,0 0 31 0,0 0-64 16,0 0 49-16,0 0-53 0,0 0 37 0,0 0-39 16,0 0 38-16,0 0-34 0,0 0 44 0,0 0-37 15,0 0 34-15,0 0-40 0,0 0 25 0,0 0-34 16,-9-4 23-16,9 4-30 0,0 0 16 0,0 0-16 15,0 0 14-15,0 0-22 0,0 0 12 0,0 0-23 16,0 0 12-16,0 0-13 0,-13-1 7 0,13 1-7 16,0 0 6-16,0 0-10 0,0 0-3 0,-13-3-3 15,13 3 0-15,0 0 0 0,-13-2 5 0,13 2 0 16,0 0 0-16,-12-2 2 0,12 2-7 0,0 0 3 16,0 0-2-16,-15-2 1 0,15 2-6 0,0 0 1 15,0 0-3-15,-14 0 2 0,14 0-10 0,0 0 8 16,0 0-6-16,-11-3-2 0,11 3-4 0,0 0 4 15,0 0 3-15,0 0-3 0,0 0-4 0,0 0 0 0,-13-2 4 16,13 2-2-16,0 0-2 0,0 0 8 16,0 0-5-16,0 0 10 0,0 0-1 0,0 0 6 15,0 0 2-15,0 0-5 0,0 0 3 0,0 0 8 0,0 0-6 16,0 0-5-16,0 0 5 0,0 0-2 0,0 0-10 16,0 0 7-16,0 0 1 0,0 0-4 15,0 0 4-15,0 0-8 0,0 0-5 0,0 0-2 16,0 0 3-16,0 0 4 0,-11-2-6 0,11 2 4 0,0 0-3 15,0 0-7-15,0 0 11 0,0 0-12 0,0 0 15 16,0 0-10-16,0 0 2 0,0 0-4 16,0 0 0-16,0 0 2 0,0 0 0 0,0 0 3 0,0 0-4 15,0 0 1-15,0 0 0 0,0 0 3 0,0 0-3 16,0 0-7-16,0 0 7 0,0 0 4 0,0 0-4 16,0 0 0-16,0 0 1 0,0 0-1 0,0 0-1 15,0 0 3-15,0 0-2 0,0 0-1 0,0 0 4 16,0 0-4-16,0 0 0 0,0 0-1 0,0 0-2 15,0 0 7-15,0 0-2 0,0 0-5 0,0 0-3 16,0 0 3-16,0 0-15 0,0 0 1 0,0 0-49 16,0 0-59-16,0 0-99 0,0 0-80 0,0 0-446 15,0 0-261-15</inkml:trace>
  <inkml:trace contextRef="#ctx0" brushRef="#br0" timeOffset="80343.8698">16750 14041 351 0,'-5'-7'293'16,"5"7"-35"-16,-5-7-13 0,5 7-20 0,-8-8-44 15,8 8 8-15,-6-9-63 0,6 9 51 0,-7-10-14 16,7 10-18-16,-6-9-16 0,6 9-19 0,-5-6-14 15,5 6-21-15,0 0-17 0,-7-8-12 0,7 8-16 16,0 0 6-16,-5-8-11 0,5 8 0 0,0 0-6 16,0 0-1-16,0 0-11 0,-5-7-1 0,5 7 3 15,0 0 0-15,0 0-3 0,0 0 0 0,0 0 1 16,0 0-7-16,0 0 0 0,0 0 23 0,0 0 8 16,13 4 6-16,-13-4 14 0,14 5 7 0,-4-3-23 15,4 2 14-15,2-3 0 0,3 2-3 0,5-1-10 16,2 0-5-16,11 0-6 0,1 0-5 0,4-1-5 0,12 0-3 15,1-1-1-15,4 3 1 0,2-1-4 0,0-1-3 16,0 3 0-16,-1-1-2 0,-5 1-1 0,3 2 0 16,-2-2 1-16,-2 2-5 0,-3 2-1 0,-3-1 6 15,-2 1-3-15,-3-1-1 0,-7 1 2 0,-2-1-1 16,-2 1 0-16,0-1-6 0,-3 0 8 0,-3 0-4 16,-2 1-3-16,0-2 5 0,-1 1 1 0,-1-1 0 15,-1 0-4-15,-1 0 5 0,-2 0 1 0,0-2-5 16,-2 1 5-16,1 1-4 0,-3-3 5 0,1 1-8 15,-3-1 6-15,-1 0 0 0,2-1-3 0,-3 1 0 16,-10-3 3-16,19 5 1 0,-19-5-8 0,15 3 9 16,-15-3-2-16,13 3-2 0,-13-3 3 0,10 3 0 15,-10-3 2-15,0 0-8 0,12 4 6 0,-12-4 2 16,0 0 1-16,0 0-2 0,10 4-2 0,-10-4 1 16,0 0-4-16,0 0 8 0,0 0 3 0,0 0 10 0,3 10 3 15,-3-10-8-15,0 0 2 0,-5 14-13 16,5-14 28-16,-6 13-7 0,6-13 12 0,-5 17 17 15,2-5-2-15,1-1 3 0,-1 3-8 0,0 2 31 0,0 1-20 16,0 2 37-16,-2 4-30 0,1 2 21 0,0 4-22 16,0 2-8-16,0 3-10 0,-1 1 5 15,0 6 12-15,-1 2-1 0,3-1-3 0,1 4-3 0,1-2-9 16,1 1-15-16,1-8-1 0,1 9-3 0,1-3 11 16,2 1-24-16,0-2 19 0,0 0-18 0,1-1 13 15,0-3-16-15,-1-3-4 0,3 0-1 0,-2-3-6 16,0 0 6-16,0-1-3 0,-2 0-2 0,1-5 0 15,-2-1 0-15,0 1 0 0,0-2-1 0,-2-1 1 16,0-3-1-16,-1 0 0 0,0-2 10 0,0 0-12 16,-2-3-6-16,0 1 6 0,0-3 0 0,0-1-6 15,0 0 2-15,0-2 0 0,2-10 0 0,-3 16-6 16,3-16-17-16,-2 13-70 0,2-13-98 0,0 0-65 16,0 0-96-16,0 0-20 0,0 0-89 0,0 0-69 0,0 0-379 15,9-16-483-15</inkml:trace>
  <inkml:trace contextRef="#ctx0" brushRef="#br0" timeOffset="82025.0874">16946 13991 197 0,'0'0'275'15,"0"0"-29"-15,0-13-45 0,0 13-30 0,-4-9-26 0,4 9-15 16,-7-8-36-16,7 8 21 0,-9-9-18 15,9 9 7-15,-14-6-23 0,14 6 5 0,-18-7-37 0,18 7 24 16,-21-5-43-16,10 4 24 0,-2 0-41 16,0 1 29-16,-3 1-39 0,-1 0 33 0,-3 2-39 0,0 0 30 15,-2 1-31-15,-2 1 26 0,0 2-29 16,-1-1 28-16,1 0-37 0,1 1 34 0,-1 1-36 0,1-2 37 16,1 1-31-16,1-1 31 0,1 1-33 0,3-1 33 15,0 0-31-15,2 0 26 0,1 0-32 0,1-2 36 16,2 0-33-16,0 1 30 0,2 0-30 0,-2 0 30 15,3 0-39-15,-1 0 43 0,0 1-34 0,1 1 32 16,0 1-32-16,1 0 77 0,-2 2-39 0,2 1 34 16,0 0 2-16,1 2-11 0,0-1-7 0,0 2-4 15,1 3 9-15,0-5-8 0,1 5 5 0,0 4 35 16,0 3-4-16,1-3-9 0,-1 4 18 0,1 0-9 16,1 2-12-16,-1 5-18 0,1-1-7 0,0 3-3 15,1 3 9-15,1 0-12 0,-2 2-3 0,1 6 1 16,-2 3-7-16,2-4 1 0,0 3-4 0,-1 0 4 15,2 0-9-15,-2-2 2 0,1 1 2 0,-2-1-5 16,2 0 17-16,0-1-11 0,-1 0 0 0,-1 2-9 16,1-4 3-16,-1-5-2 0,0 6-19 0,0-8 19 15,0 2-15-15,0-2 33 0,-1 0-23 0,-1-2 19 0,1-1-22 16,0-1 17-16,0 0-23 0,1-5 24 0,-1-2-18 16,1 1 14-16,-1-1 6 0,-1-3-8 0,0-1-3 15,2-1-4-15,-1-3 0 0,0 1-2 0,1-2-13 16,-1-1 13-16,2-3-4 0,-2 1 2 0,1-3 3 15,1 1-1-15,2-10-3 0,-3 14 0 0,3-14 1 16,-4 12-7-16,4-12 4 0,-2 11 1 0,2-11-2 16,0 0 2-16,-3 12-1 0,3-12 0 0,0 0-4 15,0 0 7-15,-1 13-4 0,1-13-2 0,0 0-2 16,0 0 6-16,0 0 0 0,0 0-7 0,1 12 6 16,-1-12 3-16,0 0-2 0,0 0-3 0,13 3 5 15,-13-3-2-15,15-1-4 0,-15 1 7 0,23-1 3 16,-9 1 5-16,6-2-15 0,3 0 21 0,6 0-15 15,8-2 11-15,7 0 15 0,6-1 18 0,2 0-20 16,5 1 14-16,3-1 0 0,12-1 2 0,2-1-13 16,0 0-9-16,2 0 5 0,-2 2-12 0,1-2 4 15,-3 1-5-15,-3 1 6 0,-9-1-13 0,-3 2 7 16,-3-1-14-16,-4 1 9 0,-2 0-9 0,-10 2 10 0,-1-2-13 16,-7 3 2-16,-3-2 5 0,-5 0-1 0,0 3-1 15,-4-2-2-15,-1 2 1 0,-3-1 0 16,0-1-12-16,-14 2 15 0,22-2-1 0,-22 2-2 0,18-1 0 15,-18 1 1-15,15-1-1 0,-15 1 0 0,12-1-2 16,-12 1 0-16,0 0-1 0,16-2-10 0,-16 2 8 16,0 0-4-16,13 0-2 0,-13 0-1 0,0 0-5 15,0 0-6-15,13-1-2 0,-13 1-1 0,0 0-7 16,0 0 7-16,0 0 3 0,0 0 4 0,14-1 1 16,-14 1 1-16,0 0 7 0,0 0-17 0,0 0 21 15,0 0-1-15,0 0 4 0,0 0 2 0,0 0-18 16,0 0 21-16,0 0-18 0,0 0 18 0,12 1 2 15,-12-1 1-15,0 0-4 0,0 0 5 0,0 0-2 16,11 1-7-16,-11-1 6 0,0 0 2 0,15 3-3 16,-15-3-13-16,14 0 16 0,-14 0-6 0,16 0 1 15,-16 0-6-15,18 0 13 0,-18 0-13 0,23-3 10 16,-23 3-10-16,25-1 13 0,-12 1-11 0,1-3 14 16,0 3-18-16,1 0 17 0,-1-2-17 0,1 1 15 0,-1 0-17 15,0-1 10-15,-3 1-6 0,1 0 12 16,-12 1-13-16,20-1 13 0,-20 1-17 0,17-2 20 15,-17 2-19-15,13 0 18 0,-13 0-17 0,0 0 17 16,17-1-15-16,-17 1 13 0,0 0-13 0,12 0 7 0,-12 0-8 16,0 0 18-16,0 0-17 0,0 0 10 15,13-2-10-15,-13 2 14 0,0 0-17 0,0 0 14 16,0 0-11-16,0 0 16 0,0 0-18 0,14-1 15 0,-14 1-13 16,0 0 6-16,0 0-8 0,0 0 15 0,0 0-14 15,0 0 11-15,0 0-10 0,0 0 15 16,0 0-17-16,0 0 14 0,0 0-14 0,0 0 19 0,0 0-16 15,12 0 15-15,-12 0-16 0,0 0 13 0,0 0-14 16,0 0 15-16,0 0-16 0,0 0 16 0,0 0-14 16,0 0 16-16,0 0-18 0,0 0 18 0,0 0-18 15,0 0 17-15,0 0-16 0,0 0 15 0,0 0-14 16,0 0 12-16,0 0-13 0,0 0 15 0,0 0-12 16,0 0 8-16,0 0-11 0,0 0 16 0,0 0-13 15,0 0 12-15,0 0-12 0,0 0 12 0,0 0-6 16,0 0 5-16,0 0-11 0,0 0 14 0,0 0-12 15,-8-6 12-15,8 6-8 0,0 0 7 0,0 0-13 16,0 0 4-16,-2-10-5 0,2 10 13 0,0 0-12 16,-2-16 13-16,2 16-15 0,-2-16 14 0,2 16-15 0,-2-21 14 15,2 9-10-15,0-1 10 0,0-1-13 0,-1-4 13 16,1-2 1-16,-1 2-12 0,0-7 7 16,0 0-3-16,0-2 1 0,-1-1-1 0,1-1 16 0,1-5-23 15,0 0-6-15,3-3-6 0,-2 1-36 0,1-1-40 16,0-1-37-16,1-5-52 0,0 4 24 0,-1-3 0 15,0 4-49-15,1 1-1 0,1 0-26 16,-1 5-6-16,1 0-54 0,1 7-96 0,0 1-165 0,-2 4-73 16</inkml:trace>
  <inkml:trace contextRef="#ctx0" brushRef="#br0" timeOffset="85615.9598">21141 14062 161 0,'0'0'159'0,"0"0"-25"0,0 0-8 0,-7-8-14 16,7 8-13-16,0 0 7 0,0 0 7 0,-6-10 6 15,6 10-21-15,0 0 4 0,0 0-26 0,-5-9 3 16,5 9-13-16,0 0 20 0,0 0-23 0,0 0 22 16,-4-10-30-16,4 10 14 0,0 0-37 0,0 0 10 15,0 0-22-15,0 0 23 0,0 0-47 0,0 0 30 16,0 0-25-16,0 0 23 0,-5-7-29 16,5 7 39-16,0 0-31 0,0 0 19 0,0 0-16 0,0 0 36 15,0 0-31-15,0 0 30 0,0 0-32 0,0 0 36 16,0 0-39-16,-2 10 47 0,2-10-37 0,0 0 39 15,0 0-41-15,0 0 42 0,0 0-44 0,0 0 49 16,0 0 9-16,-3 12-50 0,3-12 38 0,0 0-52 16,0 0 54-16,-1 15-42 0,1-15 29 0,0 0 7 15,-2 16-14-15,2-16 34 0,-2 18-34 0,2-18 43 0,-3 19-18 16,2-7-10-16,-1 1 0 0,1 0 11 0,-1 2-9 16,1 1 2-16,0 1-1 0,0 0-1 0,1 2 3 15,-1-2-5-15,2 4-4 0,0-2-7 16,0 2 24-16,2 2-14 0,-1 1 14 0,1 1-26 0,1 2 21 15,0 3-3-15,1 3 1 0,-1 2 19 0,2 7-6 16,-3 1-4-16,1 3 4 0,-2 2-3 0,-1 3-9 16,0 0 3-16,-3 2-4 0,0 1-6 0,-2 0-12 15,-3 11 7-15,3-9-11 0,-4 6-4 0,2-8-8 16,0-1-4-16,0 1-9 0,1-4 17 0,-4-4-18 16,6 2 10-16,-1-3-19 0,0-2 3 0,3-7-2 15,-1-2-6-15,0 0 7 0,0-6 9 0,1-2-13 16,0 1 1-16,0-4-1 0,1-2 2 0,-1-2-6 15,1-3 4-15,0-1 1 0,1-2-2 0,-1-1-1 16,0-12 1-16,-1 21 3 0,1-21-6 0,-1 15 3 16,1-15 0-16,0 16-2 0,0-16 4 0,0 0-4 15,-1 15 2-15,1-15-11 0,0 0-7 0,0 0-6 16,-5 10-34-16,5-10-56 0,0 0-20 0,0 0-7 16,-8-7-30-16,8 7-23 0,-4-9-67 0,4 9 38 0,-3-12-42 15,3 12 30-15,-2-17-54 0,2 17-18 16,1-23-44-16,0 10-66 0,2-5-218 0,-1 0-144 15</inkml:trace>
  <inkml:trace contextRef="#ctx0" brushRef="#br0" timeOffset="87027.4551">21224 13961 46 0,'-4'-9'233'0,"4"9"-62"0,-9-12-36 0,9 12-31 0,-6-11 4 16,6 11 0-16,-7-10-9 0,7 10-17 15,-3-10-17-15,3 10-13 0,-3-9-7 0,3 9 11 0,0 0-14 16,-4-14-4-16,4 14-9 0,0 0-1 16,-1-14-9-16,1 14 8 0,0 0 4 0,2-13 16 0,-2 13 4 15,0 0 32-15,5-12-2 0,-5 12-7 0,0 0 0 16,7-8 16-16,-7 8-12 0,7-6-16 0,-7 6-1 15,9-6-9-15,-9 6-11 0,13-8-4 0,-4 4 12 16,1 0-3-16,1 0-14 0,3-2 8 0,3 1-5 16,4-2-4-16,4 0-2 0,7-1-8 0,2-1-2 15,8-1-10-15,4 1 5 0,2-1-3 0,5 0-5 16,2 0 0-16,11-1 0 0,1 1 1 0,2 0-12 16,2 2 11-16,1 0-1 0,-1 1-5 0,1 0 1 15,-1 2-3-15,-9 1 7 0,-2 1-10 0,0 0 6 16,-3 0-1-16,0 1 2 0,-4 1-4 0,-2 0 6 15,-1 1-4-15,-8 0-5 0,-1 0 9 0,0 0-3 16,-3 0 1-16,-1 0-1 0,-1 0 1 0,-4 1-2 16,-1 1-6-16,-1-1 7 0,0 1 2 0,0-1-3 15,-2 0 1-15,0-1-1 0,1 2 1 0,-2-1-8 16,0 1 9-16,0-2 0 0,-4 1 1 0,0-1 3 16,0 0-4-16,-1 0-4 0,-2 1-7 0,0 0 9 15,-2-1 1-15,-2 1-1 0,-2-1 5 0,0 0-5 0,-1 0 2 16,-13 0-9-16,21 0 10 0,-21 0-2 0,17 1 0 15,-17-1 1-15,14 1 3 0,-14-1-4 16,0 0-9-16,18 0 11 0,-18 0 1 0,0 0-7 0,13 0 3 16,-13 0 4-16,0 0-2 0,0 0-13 0,13 1 13 15,-13-1 2-15,0 0-1 0,0 0-2 0,11 6 1 16,-11-6-2-16,0 0-8 0,6 9 10 0,-6-9 0 16,4 9 5-16,-4-9 14 0,6 10 2 0,-6-10-2 15,7 15-7-15,-3-8 3 0,-1 3-2 0,1-1 1 16,-1 3 0-16,1 1 1 0,0 0-9 0,1 4 24 15,0-1-5-15,0 3-4 0,0 2-43 0,0 1 52 16,1 2-44-16,0 5 59 0,1 0-28 0,0 1 34 16,-1 4-25-16,1 5 32 0,1 1 22 0,-1 1 6 15,0 3-12-15,-1 1-16 0,-2 1 7 0,2 3-20 16,-2 1 10-16,-1 3 0 0,0 1 4 0,-2 0-11 16,-1 1-26-16,-1 1 14 0,0-2-7 0,-2 0-5 15,1 0-6-15,0-2-3 0,0-1 1 0,-2-2-10 16,2 0 28-16,1-5-23 0,0-5-1 0,0-2 0 0,0-2-1 15,1-1 0-15,0-1-8 0,0-4-12 16,0-3 19-16,0 0-16 0,-1 0 13 0,0-3-13 16,0-3 15-16,0-1-16 0,1-1 14 0,-2-1-14 15,2-3 14-15,-1-1-11 0,1 0 12 0,0-1-14 0,-1-2 8 16,1-10-8-16,-2 21 14 0,2-21-15 0,-3 19 12 16,3-19-11-16,-2 15 13 0,2-15-16 0,-2 15 18 15,2-15-15-15,-2 10 11 0,2-10-11 0,-1 13 14 16,1-13-14-16,-2 10 0 0,2-10 0 0,0 12 18 15,0-12-20-15,-2 13 12 0,2-13-10 0,-1 12 16 16,1-12-18-16,0 12 15 0,0-12-14 0,0 14 14 16,0-14-15-16,-1 13 16 0,1-13-16 0,-2 16 14 15,2-16-14-15,-4 14 16 0,4-14-16 0,-3 16 12 16,3-16-11-16,-2 17 14 0,2-17-15 0,-2 15 16 16,2-15-14-16,-2 17 14 0,2-17-11 0,-1 16 9 15,1-16-15-15,-2 15 13 0,2-15-12 0,-1 15 14 16,1-15-12-16,-2 12 6 0,2-12-4 0,-1 11 12 15,1-11-16-15,0 0 13 0,-1 13-14 0,1-13 17 0,0 0-16 16,-2 11 11-16,2-11-10 0,0 0 13 16,-9 7-13-16,9-7 16 0,-11 4-17 0,11-4 14 15,-18 5-12-15,18-5 9 0,-22 3-10 0,7-2 15 16,-3 1-15-16,-3-2 15 0,-2 1-16 0,-5 1 20 16,-4-1-20-16,-5 1 15 0,-4 0 0 0,-9 1-1 0,-3 0-1 15,-2 2 0-15,-5 1 1 0,-14 0-18 16,-2 1 18-16,-5 0-5 0,-3 2 2 0,-5 1-6 0,-1 0 5 15,-3-1 2-15,-3 3-5 0,0-1 7 0,-1-2-4 16,0 2 2-16,1-1-4 0,2-1 2 0,2 2 0 16,5-3-7-16,3 1 7 0,6 0 0 0,4-2 1 15,14-1-6-15,4 0-12 0,3-1 19 0,4-3-16 16,9 3 17-16,2-3-15 0,7 0 17 0,2 1-13 16,2-3 12-16,4 1-12 0,3 0 8 0,0-1-10 15,4 1 16-15,2-1-18 0,-1 0 12 0,15 0-22 16,-20 0 12-16,20 0-25 0,-15-3-22 0,15 3-81 15,0 0 2-15,-6-7-27 0,6 7-13 0,4-7-17 16,-4 7-81-16,13-11-29 0,-5 7-58 0,2-2-364 16,1 0-226-16</inkml:trace>
  <inkml:trace contextRef="#ctx0" brushRef="#br0" timeOffset="89434.9088">22151 13236 145 0,'0'0'171'0,"0"0"-13"16,9-10 7-16,-9 10-38 0,7-10-23 0,-7 10-19 16,7-8 18-16,-7 8-6 0,7-11 8 0,-7 11-34 15,6-10-4-15,-6 10 7 0,7-9 18 0,-7 9-38 16,5-10 21-16,-5 10-28 0,4-8 8 0,-4 8-29 15,0 0 13-15,0 0-25 0,-2-13 16 0,2 13-23 16,0 0 13-16,-16 0-5 0,16 0 27 0,-18 6-30 16,4 0 27-16,0 1-42 0,-5 3 30 0,0 0-25 15,-4 4 22-15,0 0-19 0,0 0 27 0,1-1-33 0,1 3 26 16,2-3-27-16,2 0 25 0,1 0-28 0,2 1 26 16,-1-1-17-16,5-1 29 0,1 0-37 0,2-1 30 15,1-1-30-15,2 0 40 0,4-10-46 0,-2 17 37 16,2-17-33-16,3 14 33 0,-3-14-46 0,11 14 45 15,-4-9-37-15,2 1 31 0,2-1-34 0,2 0 38 16,1-2-37-16,3 2 14 0,-1-3-10 0,2 0 27 16,1 0-31-16,1-1 17 0,-1 1-59 0,2-1-34 15,-2-1-57-15,1 2-52 0,-2-2-67 0,2-2-230 16,-2 1 14-16</inkml:trace>
  <inkml:trace contextRef="#ctx0" brushRef="#br0" timeOffset="89901.7825">22740 13143 253 0,'0'0'274'0,"3"-17"-38"0,-3 17-64 0,0-12-20 15,0 12-4-15,-4-13-16 0,4 13-41 0,-9-12-3 0,9 12-25 16,-12-12 1-16,3 7-9 0,9 5-10 16,-16-8-7-16,6 5-9 0,10 3-16 0,-21-3 13 15,21 3-26-15,-18 0 17 0,18 0-18 0,-18 3 15 16,18-3-15-16,-18 7 14 0,11-3-18 0,-1 3 17 0,0 0-18 16,1 0 15-16,2 2-14 0,0-2 15 0,1 3-18 15,4-10 21-15,-6 20-27 0,6-20 27 0,-1 19-21 16,1-19 21-16,3 20-19 0,0-9 12 0,1-2-15 15,1 2 20-15,1-1-18 0,3 1 10 0,0 0-8 16,1 0 16-16,1-1-20 0,5 0 22 0,-2 2-20 16,4-3 11-16,-2 1-9 0,1 1 17 0,1-3-21 15,-2 1 18-15,0-1-16 0,-2-1 18 0,1 0-26 16,-2 1 23-16,-1-3-19 0,0 2 24 0,-3 0-24 16,-1-2 26-16,-1 1-27 0,-7-6 23 0,11 11-18 15,-11-11 17-15,4 9-15 0,-4-9 25 0,-4 11 6 16,-2-5 21-16,-4 0-40 0,-3 1 30 0,-7 3-29 15,-3-2 18-15,-8 2-26 0,-9 0 26 0,-3 2-30 16,-4-1 16-16,-2 2-91 0,-4-1-134 0,1 0-373 16,-10 1-97-16</inkml:trace>
  <inkml:trace contextRef="#ctx0" brushRef="#br0" timeOffset="109257.9361">14287 9781 26 0,'0'0'148'16,"0"0"-7"-16,0 0-38 0,-3-12-14 0,3 12 0 16,0 0-5-16,-3-12-24 0,3 12 2 0,0 0 21 15,-2-14-15-15,2 14-16 0,0 0-8 0,-2-15-11 16,2 15-4-16,0 0 6 0,-3-16-10 0,3 16 3 16,0 0-12-16,-3-13 18 0,3 13 2 0,0 0 4 15,-1-11-10-15,1 11 0 0,0 0-13 0,0 0 6 16,-3-12-3-16,3 12-2 0,0 0-6 0,0 0 1 0,0 0-8 15,0 0 5-15,-4-8-6 0,4 8 3 16,0 0-6-16,0 0 4 0,0 0-6 0,0 0 4 16,0 0-1-16,0 0 12 0,0 0-10 0,0 0 9 0,-3-9-11 15,3 9 8-15,0 0-7 0,0 0 5 0,0 0-8 16,0 0 6-16,0 0-6 0,0 0 2 0,-8 5-4 16,8-5 7-16,0 0-8 0,-6 8 25 0,6-8 28 15,-6 10 7-15,6-10-4 0,-5 14 44 0,5-14-37 16,-6 19 7-16,4-8 0 0,0 0 3 0,2 2-2 15,-2 0-4-15,1 3-4 0,0-1-10 0,2 1-16 16,0 2-3-16,3-1-2 0,-2 1 0 0,3 0-8 16,-1 2-2-16,3 1-3 0,-2 0-34 0,1-1 35 15,1 1-30-15,0 0 31 0,-3 0-31 0,3-1 30 16,0 1-36-16,-3-1 36 0,2-3-35 0,-3 0 36 16,2-1-37-16,-1 1 37 0,-2-2-35 0,-1-1 19 15,1 0-15-15,0-2 30 0,0 0-30 0,0 0 31 16,-2-12-30-16,2 21 28 0,-2-21-80 0,1 18-46 15,-1-18-72-15,2 14-67 0,-2-14-363 0,0 0-123 16</inkml:trace>
  <inkml:trace contextRef="#ctx0" brushRef="#br0" timeOffset="109991.6112">14611 9247 93 0,'-7'-18'183'0,"0"1"-34"0,-1 0-25 16,-4 1-14-16,3 0-35 0,-1 2 9 0,-4 0-15 15,2 1-13-15,-3 1-12 0,1-1-11 0,-2 3-4 16,1-1-26-16,-2 3 14 0,2 0-1 0,-3 2-2 16,1 1-5-16,-2 2-4 0,-3 1-1 0,0 2-1 15,-5 3 2-15,-1 1 2 0,-5 3 2 0,0 1-4 16,-7 5 4-16,0 2 0 0,0 4 8 0,-3 1 59 16,-2 6-36-16,-4 3 11 0,4 2-15 0,1 1 1 0,0 4-13 15,2 1 11-15,1 2-3 0,1 3 11 16,2 0-10-16,0 4 51 0,4-1-15 0,-2 3 10 15,4 1-8-15,5 3 0 0,1 1-16 0,1 1-28 16,3 3 14-16,3 1-24 0,6 1 27 0,4-9-19 0,0 1 23 16,7 1-44-16,1-2 34 0,2 1-25 0,6-1 23 15,2-2-7-15,2 0 4 0,3-2-28 16,5 7 17-16,4-4 7 0,2-3-6 0,6-2-2 0,3-4-5 16,4-4 1-16,5-2 1 0,4-6-8 0,5-3 0 15,4-4 3-15,3-5-3 0,-6-7-1 0,5-3-1 16,1-3-4-16,3-5-2 0,8-1 4 0,5-7 2 15,-1 0-5-15,0-5 2 0,-2-1-3 0,-1-3 0 16,0-4-12-16,-5 0 15 0,-1-4 2 0,-4-2-5 16,-4-3 9-16,-4-3-7 0,-1-2-5 0,-3-3-7 15,-6-4 6-15,-1-2 4 0,-5-1-3 0,-4-2 0 16,-3-2 1-16,-6 0 2 0,-1-1-8 0,-8 7-7 16,-4-1 19-16,-3-2-6 0,-5-2 1 0,-2-3-4 15,-5 0-32-15,-4-8 37 0,-6 1-30 0,-7 1 35 16,-4 2-31-16,-4 0 38 0,-7 4-34 0,-5 4 39 15,-8 3-11-15,-5 3-1 0,-4 4 8 0,-4 5 1 16,-2 2 0-16,-2 3 2 0,-1 4 10 0,0 5 10 16,-2 4 2-16,1 2-13 0,2 6-2 0,8 2-3 0,7 2-6 15,-3 2-7-15,4 4-3 0,3 3 2 16,0 2 0-16,7 0-7 0,2 5 1 0,6 0-1 16,1 2 2-16,4 3-4 0,2 2 0 0,2 0 5 15,2 6-7-15,2-2-57 0,-2 4-31 0,6-1-70 0,-1 0-56 16,1 5-84-16,1-4-338 0,-3 4-149 0</inkml:trace>
  <inkml:trace contextRef="#ctx0" brushRef="#br0" timeOffset="112150.3283">16441 10457 134 0,'0'0'145'0,"-16"0"6"16,16 0-37-16,-14 0-9 0,14 0-19 0,-16-1-2 15,16 1-19-15,-14-2-8 0,14 2 16 0,-16-3 10 16,16 3-1-16,-12-1-10 0,12 1-2 0,-11-1-19 16,11 1 3-16,-12-3-14 0,12 3-1 0,0 0-15 15,-13-2 5-15,13 2-17 0,0 0 6 0,0 0-9 16,-14-1 4-16,14 1-15 0,0 0 12 0,0 0-9 15,0 0 7-15,-12 0-11 0,12 0 11 0,0 0-10 16,0 0 10-16,0 0-12 0,0 0 10 0,0 0-5 16,0 0 25-16,0 0 10 0,0 0 20 0,0 0 9 15,0 0-5-15,12 3 39 0,2-4-21 0,4 0-17 16,9-1 22-16,10-2-5 0,13-3-1 0,17-2-4 16,7-3-18-16,9 1 13 0,9-1-7 0,26-5-15 0,5 1-15 15,3 2-25-15,0 0 25 0,2 1 7 0,-2 1-12 16,-1 1-9-16,-20 3 1 0,-2 1-27 0,-3 1 18 15,-4 0 6-15,-7 2-2 0,-7 1-1 0,-5 1-4 16,-17 2-7-16,-3-1 7 0,-5 1-2 0,-9 0-5 16,-2 1-1-16,-4 0 5 0,-5 0-7 0,-1-1 4 15,-1 1-2-15,-2-1 2 0,0 0-2 0,0 1 1 16,0 0 1-16,-1 2-5 0,0-3 4 0,-4 0-2 16,2 0 4-16,-2 0-2 0,1 0-5 0,-2 0 4 15,-1 0-2-15,1 0-8 0,-2 0 14 0,-1 0-1 16,-2 1 2-16,-3-1-2 0,0 0-1 0,-14 0-7 15,21 0-2-15,-21 0-2 0,16 1-56 0,-16-1-39 16,0 0-81-16,0 0-85 0,10 4-448 0,-10-4-224 16</inkml:trace>
  <inkml:trace contextRef="#ctx0" brushRef="#br0" timeOffset="120880.8258">20019 6466 15 0,'0'0'139'0,"0"0"-8"0,-10 4-34 0,10-4-21 15,0 0-21-15,-11 3-3 0,11-3-13 16,0 0-4-16,-10 5-9 0,10-5-5 0,0 0-1 16,0 0-11-16,-12 4 2 0,12-4-1 0,0 0-4 15,0 0-1-15,-10 4-2 0,10-4 1 0,0 0-1 16,0 0 6-16,-9 8-1 0,9-8-3 0,0 0 2 15,-7 5-6-15,7-5-4 0,0 0 2 0,0 0 1 16,-8 6 3-16,8-6-3 0,0 0-1 0,0 0-4 0,0 0 3 16,-8 6-3-16,8-6 3 0,0 0 0 0,0 0 2 15,0 0 0-15,0 0-1 0,0 0-6 0,-6 6 7 16,6-6 0-16,0 0 0 0,0 0-1 16,0 0-2-16,0 0 3 0,0 0-5 0,0 0 10 0,0 0-4 15,0 0 7-15,0 0-5 0,0 0-2 0,-3 11 3 16,3-11-2-16,0 0 13 0,0 0-4 0,0 0 5 15,0 0 47-15,7 8 0 0,-7-8-11 0,0 0-7 16,8 5 16-16,-8-5 18 0,0 0-7 0,13 6-8 16,-13-6-14-16,11 3-9 0,-11-3-5 0,14 3-15 15,-14-3 11-15,18 6 6 0,-5-5-2 0,-1 0-18 16,3 1 9-16,0 0-9 0,2 0 14 0,1 0-15 16,2 0 7-16,1 0-32 0,0 0 37 0,4 1-17 15,1-1 11-15,2 0-21 0,0 1 21 0,3 0-16 16,3 0 9-16,3 0-9 0,0 0 6 0,2 2-9 0,9-2 14 15,0 1-18-15,0 0 16 0,3 0-20 0,0 2 28 16,4-1-6-16,0-1 15 0,1 0-22 16,2 2 19-16,1-1-24 0,12 2 17 0,-1 0-22 15,3-1 20-15,0 2-20 0,2-2 20 0,2 1-18 0,0 2 27 16,2-3-41-16,0 1 35 0,-1 0-25 0,1 1 27 16,0 1-24-16,1-4 25 0,0 3-30 0,2-1 24 15,-1 0-5-15,0 0 1 0,-2-1-3 0,-3 2-3 16,0-2 2-16,-6 0 3 0,-10 1-13 0,-1-2 7 15,-3 0-11-15,-1 0 5 0,-4 1-1 0,0-3 1 16,-6 2-4-16,-5-1-1 0,-4 0-18 0,-1 0 28 16,-6-2-25-16,0 2 23 0,-2-2-25 0,-1 1 31 15,-5 0-38-15,0 0 38 0,-3-2-28 0,0 0 25 16,-2 1-24-16,-3-1 27 0,-1 2-28 0,-12-3 25 16,22 1-20-16,-22-1 25 0,17 3-31 0,-17-3 33 15,14 1-34-15,-14-1 35 0,14 1-32 0,-14-1 28 16,0 0-26-16,14 2 25 0,-14-2-27 0,0 0 25 15,13 2-26-15,-13-2 28 0,0 0-45 0,0 0 49 16,12 1-26-16,-12-1 26 0,0 0-26 0,0 0 22 16,0 0-22-16,11 3 18 0,-11-3-18 0,0 0 26 15,0 0-29-15,0 0 53 0,0 0-33 0,0 0 41 16,0 0 0-16,0 0-1 0,0 0-7 0,0 0-13 16,0 0 7-16,14 0-4 0,-14 0 3 0,0 0 2 0,0 0-6 15,0 0-2-15,0 0-5 0,0 0-4 16,0 0-2-16,0 0-2 0,0 0-11 0,0 0 5 15,0 0 2-15,0 0-7 0,0 0 1 0,0 0-2 16,0 0 3-16,0 0-1 0,0 0-5 0,0 0 0 16,0 0-7-16,0 0 8 0,0 0 2 0,0 0-3 15,0 0 0-15,0 0 1 0,0 0 0 0,0 0 1 0,0 0-22 16,0 0 26-16,0 0-11 0,0 0 9 16,0 0-1-16,0 0-1 0,0 0 0 0,0 0 0 15,0 0-3-15,0 0-2 0,0 0 5 0,0 0 0 16,0 0-4-16,0 0-4 0,0 0 8 0,0 0-6 15,0 0 4-15,0 0 4 0,0 0-4 0,0 0-2 0,0 0 7 16,0 0-4-16,0 0 3 0,0 0-17 16,0 0 16-16,0 0-4 0,0 0 1 0,0 0 3 15,0 0-4-15,0 0-2 0,0 0 0 0,0 0 5 16,0 0 1-16,0 0-12 0,0 0-11 0,0 0 23 16,3-10 2-16,-3 10-1 0,0 0-1 0,0 0-6 0,0 0 6 15,0 0-3-15,0 0-3 0,0 0-7 16,0 0-32-16,0 0-61 0,0 0-75 0,0 0-61 15,0 0-59-15,0 0-300 0,0 0-112 0</inkml:trace>
  <inkml:trace contextRef="#ctx0" brushRef="#br0" timeOffset="133122.9292">11633 13366 205 0,'0'0'241'0,"0"0"-22"15,3-8-27-15,-3 8-35 0,0 0-17 0,4-12-6 16,-4 12 36-16,0 0-44 0,2-12 3 0,-2 12-36 15,0 0 15-15,2-15-25 0,-2 15 53 0,0 0-22 16,-4-15-17-16,4 15-20 0,-5-11-6 0,5 11-11 16,-8-11-10-16,8 11-7 0,-14-13 3 0,7 8-1 15,-2-1 7-15,-2 0-7 0,-2 0-6 0,-2 0-6 16,1 2-11-16,-4 0-7 0,0 0 7 0,-1 1-6 16,-4 0-2-16,2 3-2 0,-3 0-8 0,-3 2-9 15,-1 2 13-15,0-2 17 0,-4 5 0 0,1 3-2 0,0 1-4 16,-2 3 3-16,1 3 5 0,2 2-13 0,5-1 4 15,-1 4 0-15,6-1-1 0,1 1-5 0,0 3 1 16,4 0 2-16,3 0-5 0,-1 0 24 16,3 0-22-16,3-1 13 0,-1-2-16 0,5 0 13 0,-2-1-18 15,2-1-10-15,2-2 23 0,1-1-15 0,2 0-2 16,2-3 1-16,1 1-8 0,3-2 9 0,2 0 0 16,2-2-5-16,6-1 1 0,0-1-1 0,4 0-6 15,2-3-14-15,4-1-37 0,0-2-44 0,2-1-59 16,0 0-68-16,1-2-89 0,0-3-122 0,-1 1-197 15,4-2-149-15</inkml:trace>
  <inkml:trace contextRef="#ctx0" brushRef="#br0" timeOffset="133608.9352">12297 13215 371 0,'3'-13'380'0,"-1"1"-90"0,-2 12-65 0,3-18-48 16,-3 18-35-16,-5-19-20 0,2 9-13 16,-3 1-7-16,-1-1 20 0,-2 2-11 0,-3 0-9 0,0 2-21 15,-2 1-17-15,0 1-10 0,-1 2-20 16,1 4 11-16,-2 1-3 0,-1 1-1 0,0 1-8 0,0 6-3 15,1 0-3-15,-1 3-11 0,2 3 7 0,2-3-1 16,0 5-11-16,3 0 0 0,2 1 1 0,0 0 0 16,4-4-15-16,2 4 11 0,0-2-3 0,4 0 6 15,2 1-7-15,1-2 1 0,3 2 1 0,2 1-11 16,2-2 8-16,1 0 3 0,3-5-2 0,0 5-2 16,2-4 1-16,-3 1-2 0,3 0-9 0,0-7 12 15,-2 6-2-15,-1-1-2 0,2-1 5 0,-2-1-9 16,-1 0 6-16,-2-2 1 0,0-1-1 0,-2 0-2 15,0 0 5-15,-4-2-8 0,2 2 4 0,-8-8 3 16,9 12-6-16,-9-12 4 0,2 11 2 0,-2-11-1 16,-5 13 3-16,-1-7 0 0,-4 0 5 0,-2 1 1 15,-3 0-5-15,-4 1 7 0,0-4-6 0,-6 4-1 16,-3 1-9-16,-3-2 13 0,-1 1-6 0,3-1-1 0,-4 0 1 16,7 0-3-16,1-2-6 0,1 1-10 0,3-2-15 15,2 1-76-15,2-1-111 0,2-1-132 16,3 2-370-16,2-3-224 0</inkml:trace>
  <inkml:trace contextRef="#ctx0" brushRef="#br0" timeOffset="134254.9145">11418 14190 244 0,'3'-11'331'0,"-1"1"-34"0,-2 10-51 0,3-20 20 15,-3 8-69-15,0 2 6 0,-2-3-18 0,0 1 52 16,-2 0-94-16,1-2 17 0,-3 0-25 15,0 3 35-15,-1-1 0 0,-1 0-22 0,-2 3-13 16,0-1-10-16,-2 2-12 0,-3 3-15 0,0 0-12 0,-4 2 6 16,0 3-14-16,-3 2-1 0,-4 4-1 0,-4 1 1 15,-1 5-13-15,-7 1-13 0,2 6-10 0,-1-1 5 16,4 2-5-16,1 3-4 0,3 0-11 0,4 1 3 16,0 2-6-16,3 2 7 0,2-1-4 0,3 3 0 15,2-4-4-15,3 2-2 0,1 0-1 0,0 3-4 16,2-1-3-16,1-1-4 0,0 2 3 0,2-2 0 15,1 1-4-15,1-1 2 0,0-4-8 0,2 1 1 16,1-1 17-16,0-2-6 0,2-2-3 0,-1 0-1 16,3 0 18-16,1 1-12 0,0-1 7 0,2-3-5 15,1 0 9-15,3-1-9 0,2-2-2 0,2-1 0 16,0-2-3-16,5-1-4 0,0-1-1 0,3-2-1 16,3-1-3-16,2-1-4 0,1-2-6 0,1-1-11 15,2-2-18-15,-1 0-46 0,1-1-41 0,0 0-63 0,0-1-48 16,-3 0-71-16,0-2 12 0,-1 0-86 0,-3 1-76 15,-1-1-422-15,-5 0-433 0</inkml:trace>
  <inkml:trace contextRef="#ctx0" brushRef="#br0" timeOffset="134522.7923">11008 14658 54 0,'-22'-7'634'0,"1"-1"-171"16,2 4-110-16,4-2-73 0,0 0-82 0,2 1-14 15,2 4-37-15,1-4-35 0,10 5-21 0,-18-5-23 16,18 5-3-16,-14-4-2 0,14 4-10 0,0 0-5 16,-8-7-8-16,8 7-12 0,0 0-8 0,15-7 5 15,-5 4-5-15,2 0-3 0,6 0-4 0,1 0-7 16,5-1-1-16,2-1-8 0,6 1 8 0,2-2-5 15,2 2-4-15,10-5-38 0,-2 1-59 0,4 0-73 0,0 1-89 16,3-5-121-16,0 3-252 0,1-3-148 16</inkml:trace>
  <inkml:trace contextRef="#ctx0" brushRef="#br0" timeOffset="134870.9152">12535 14054 115 0,'-4'-18'483'0,"4"18"-105"0,-10-14-113 0,2 10-37 16,-1 0-71-16,-4-1 1 0,-1 3-50 0,-1 0 24 16,-5 1-47-16,-1 2 43 0,-3 2-22 0,-3 3 11 15,-3 2-56-15,1 3 61 0,-2 0-41 0,-1 7 41 16,1 3-5-16,2 2 3 0,0 3 24 0,2 1-1 15,2 4-12-15,2 1-21 0,1 0 8 0,2 3 7 16,3-2-36-16,2 1 13 0,2 0-38 0,1-5 5 16,4 1-9-16,1-2-3 0,5-3-5 0,-3 0-15 15,5-4 13-15,5 2-3 0,-1-1-3 0,2-1 0 16,4-2-6-16,4-1-5 0,1-3-12 0,8 0 1 16,2-3-7-16,4-3-9 0,4-1-8 0,3-4-20 0,2-4-65 15,14-2-83-15,-5-2-91 0,4-2-49 16,1-5-90-16,0 3-32 0,1-5-52 0,8-2-319 15,-11 1-329-15</inkml:trace>
  <inkml:trace contextRef="#ctx0" brushRef="#br0" timeOffset="136030.8757">11336 15174 319 0,'5'-11'276'15,"-5"11"-14"-15,4-11-6 0,-4 11-56 0,2-11 35 16,-2 11-64-16,0-11 11 0,0 11-97 0,-5-12 85 0,5 12-61 16,-8-11 16-16,8 11-66 0,-15-10 29 15,15 10-55-15,-23-3 22 0,9 3-5 0,-4 3 51 16,-1 2-34-16,-1 4 48 0,-6 2-19 0,-1 1 11 15,-4 5-12-15,-2 3 19 0,3 2-10 0,-2 3-20 0,0 1-32 16,1 3 7-16,0 3-20 0,2 0 18 0,0 2 4 16,3-1-7-16,1 0-7 0,2 3-9 15,5-3 0-15,-1 0-11 0,4 0 7 0,3-4-16 0,3 0-2 16,2-3 13-16,2-1-13 0,1 0 8 0,3-2-15 16,3-2 13-16,2 1-13 0,2-1 10 0,3-3-13 15,5 0 7-15,4-1 1 0,5-2-5 0,3-3-8 16,4-2-10-16,2-2-17 0,5-3-55 0,1-3-44 15,5-2-50-15,7-3 15 0,2-2-56 0,0-2 21 16,-1-1-65-16,-1-2-28 0,-2 0-42 0,1-2-85 16,-5 0-210-16,1-1-138 0</inkml:trace>
  <inkml:trace contextRef="#ctx0" brushRef="#br0" timeOffset="136302.9356">11815 15499 233 0,'-9'-6'541'0,"9"6"-176"0,-11-10-39 16,11 10-115-16,-7-6-1 0,7 6-79 0,0 0 37 16,-14-3-49-16,14 3 43 0,-9 5-58 0,9-5 38 0,-8 7-67 15,8-7 50-15,-7 13-43 0,4-4 15 16,-1 1-33-16,0-1 10 0,3 4-40 0,-3-1 12 15,2-2-25-15,0 4 13 0,0-2-26 0,0-1 21 16,1 2-29-16,-1 1 23 0,0-3-29 0,0 4 22 0,0-4-36 16,1 1-22-16,1-12-103 0,-1 22-11 0,1-22-94 15,0 18-90-15,0-18-446 0,0 14-308 0</inkml:trace>
  <inkml:trace contextRef="#ctx0" brushRef="#br0" timeOffset="136519.648">11711 15254 311 0,'-4'-18'457'0,"0"4"-71"0,2 0-134 0,-1 2-12 16,1 1-84-16,0 1 7 0,2 10-72 15,-3-17 21-15,3 17-72 0,-2-14 32 0,2 14-46 16,0 0 28-16,2-14-42 0,-2 14 30 0,0 0-43 0,0 0 25 15,14 0-107-15,-14 0-47 0,15 10-75 0,-7-2-62 16,2 3-280-16,-4 1-57 0</inkml:trace>
  <inkml:trace contextRef="#ctx0" brushRef="#br0" timeOffset="136973.3628">11981 15504 102 0,'0'0'566'0,"0"0"-191"0,0 0-44 0,7-6-116 16,-7 6 7-16,0 0-69 0,0 0 34 0,0 0-66 15,0 0 24-15,6 8-65 0,-6-8 46 0,5 10-46 16,-5-10 27-16,3 14-45 0,-3-14 21 0,4 19-46 16,0-9 23-16,-2 0-42 0,1 0 29 0,1 2-50 15,0-1 34-15,0-1-34 0,-1 1 34 0,2-1-39 16,-2 0 37-16,0-1-44 0,2-1 39 0,-5-8-36 15,6 16 35-15,-6-16-38 0,8 13 40 0,-8-13-44 0,6 10 37 16,-6-10-36-16,7 7 35 0,-7-7-38 16,0 0 43-16,11 5-46 0,-11-5 43 0,0 0-41 15,18-5 38-15,-13-1-42 0,3-3 36 0,0 1-44 16,0-4 48-16,1 0-42 0,1-4 43 0,-2 4-42 0,1 0 42 16,0 1-37-16,-1 1 43 0,0-1-41 0,-3 3 44 15,1 1-44-15,0 0 46 0,-6 7-41 16,11-11 39-16,-11 11-37 0,10-6 41 0,-10 6-39 0,9-3 29 15,-9 3-34-15,0 0 62 0,16 4 0 0,-16-4 20 16,8 11-24-16,-8-11 25 0,9 16-27 0,-9-16 13 16,8 15-24-16,-6-5 7 0,2 0-20 15,-1-1 15-15,-1 1-25 0,0 0 14 0,2-1-18 0,-3 1 17 16,1 0-31-16,3 0 27 0,-5-10-22 0,4 19 14 16,-4-19-58-16,2 18-60 0,-2-18-92 0,1 15-55 15,-1-15-115-15,0 17-479 0,0-17-396 0</inkml:trace>
  <inkml:trace contextRef="#ctx0" brushRef="#br0" timeOffset="137182.9128">12270 15309 167 0,'-2'-18'531'0,"0"2"-101"0,-1 0-137 16,1 5-14-16,0-1-86 0,0 0 10 0,2 12-85 15,-2-20 19-15,2 20-79 0,-4-14 22 0,4 14-47 16,-2-11 34-16,2 11-60 0,0 0 43 0,0 0-50 0,0 0 41 16,10-4-16-16,-10 4 0 0,13 12-68 0,-3-2-89 15,-1 1-81-15,2 2-114 0,1 2-310 16,-1 0-147-16</inkml:trace>
  <inkml:trace contextRef="#ctx0" brushRef="#br0" timeOffset="137458.0494">12875 15068 138 0,'4'-10'605'0,"0"-1"-196"0,-4 11-55 0,3-14-123 16,-3 14 3-16,5-11-55 0,-5 11 70 0,0 0 2 15,0 0-8-15,0 0 8 0,0 0-5 0,2 13-9 16,-2-13-23-16,0 25-25 0,0-8-24 0,0 5-24 15,-2 5-34-15,-1 5-19 0,3 0-15 16,-2 4-15-16,0-1-9 0,2 0-14 0,0 1-2 0,2-2-16 16,0 2 10-16,1-2-14 0,-1-2-2 0,1-1-6 0,1-3-1 15,-2-1-7-15,0-2 1 0,0 0-19 16,1-2-90-16,-1-4-104 0,0 0-136 0,0-1-78 16,0-2-182-16,1 0-363 0,-1-4-564 0</inkml:trace>
  <inkml:trace contextRef="#ctx0" brushRef="#br0" timeOffset="138548.0953">11269 16315 124 0,'0'0'234'0,"0"0"-90"16,0 0 19-16,0 0-87 0,4-9 32 0,-4 9-61 15,0 0 25-15,0 0-55 0,0 0 39 16,0 0-50-16,0 0 29 0,0 0-50 0,0 0 24 0,0 0-77 16,0 0 18-16,0 0-69 0,0 0 28 0,0 0-145 15,0 0 76-15</inkml:trace>
  <inkml:trace contextRef="#ctx0" brushRef="#br0" timeOffset="138749.1318">11277 16359 98 0,'0'0'135'0,"0"0"-81"0,0 0 25 16,-8 4-56-16,8-4 46 0,0 0-61 0,0 0 46 16,0 0-67-16,0 0 55 0,-5 10-48 0,5-10 43 15,0 0-50-15,9 6 44 0,-9-6-51 0,9 7 50 16,-9-7-71-16,14 9 53 0,-5-5-85 0,0 1 29 15,3-1-103-15,1 0 39 0</inkml:trace>
  <inkml:trace contextRef="#ctx0" brushRef="#br0" timeOffset="144030.9101">11115 13789 69 0,'-8'-6'213'0,"8"6"-40"16,0 0 16-16,0 0 2 0,-7-6 2 0,7 6-38 15,0 0-18-15,0 0-19 0,0 0-17 0,-5-9-19 16,5 9-10-16,0 0-14 0,0 0-8 0,0 0-6 16,0 0-14-16,0 0-9 0,0 0-2 0,0 0-6 15,0 0 1-15,0 0-12 0,0 0 6 0,0 0 0 16,0 0-19-16,0 0 68 0,12 4-10 0,-12-4-30 15,13 9 18-15,-3-4-25 0,4 2 43 0,0 1-35 16,7 1 26-16,4 2-28 0,3 1 29 0,3-1-38 16,8 1 34-16,2 0-43 0,4-2 17 0,2 1-16 0,4-3 29 15,1 0-35-15,2-2 35 0,3-2-40 16,3 0 37-16,1-1-40 0,2-3 42 0,0 0-39 16,1 0 34-16,1-3-37 0,-4 0 37 0,0 1-38 15,-1-3 33-15,-4 1-1 0,-1-1 1 0,-5-1-7 16,-2-1 0-16,-2-1-2 0,-2 0 1 0,-4-2-8 0,1 0 8 15,-3-2-3-15,-2 0-3 0,0-4-1 0,-2-1 6 16,-3 0-2-16,1-2-9 0,-3-2 6 0,0-1-2 16,0-2-4-16,-4 1-31 0,2-4 45 0,-4 0-41 15,1 0 34-15,-3-2-27 0,1 0 38 0,-4 0-37 16,-4 2 40-16,-1 0-39 0,-1 1 39 0,-2-1-44 16,-3 4 45-16,-1-1-38 0,-2 1 39 0,-4 2-3 15,0 2-6-15,-4-5-1 0,-4 1-7 0,1 2 4 16,-6-3-1-16,-3 1-4 0,-2 1 1 0,-2 1 1 15,-3-2 3-15,-4 1-26 0,0 1 27 0,-4 1-1 16,1 2 0-16,-1 0-3 0,-2 0 0 0,1 1-1 16,-2 1-5-16,1 0 4 0,-3 1 0 0,1 0 0 15,1 2-1-15,-3 0-2 0,1-1 2 0,-2 3-40 16,2-1 44-16,3 2-34 0,-5-1 38 0,3 1-34 16,-3 0 36-16,3 1-36 0,-4-1 37 0,-3 1-32 15,1 1 38-15,1 0-37 0,-5 0 38 0,1 2-42 16,-2 2 38-16,1 0-31 0,-5 2 32 0,1 2-38 15,-4 2 36-15,1 2-32 0,-2 1 33 0,0 2-38 0,-2 2 38 16,-7 2 7-16,-2 4-14 0,2 2 1 16,0 1 0-16,0 3-5 0,3 0 7 0,0 4-7 15,1-2-19-15,1 4 18 0,2 0 2 0,0 2-33 0,2 2 33 16,0 1-35-16,2 0 41 0,2 3-39 0,2 1 41 16,1 0-34-16,4 1 39 0,3 1-39 0,2 2 37 15,1 0-35-15,6-1 32 0,5-3 3 0,5-1-4 16,1 1-4-16,6 1 5 0,2 0-1 0,6-3-5 15,3 0-38-15,4 1 42 0,4 1-33 0,6 4 35 16,3 0-35-16,6-1 36 0,4-1-34 0,12 3 31 16,4-2-26-16,4-3 38 0,6-2-42 0,4-6 41 15,5-3-39-15,4-3 39 0,5-5-44 0,5-5 45 16,7-1-40-16,4-5 40 0,1-5-40 0,4-1 39 16,1-3-43-16,2-1 37 0,-2-5-29 0,2 0 34 15,1-1-40-15,-2-2 41 0,1-2-37 0,-2-1 38 16,-4 0-49-16,-3-1 50 0,-2-2-43 0,-3 0 40 15,-4-1-11-15,0 1-13 0,-4-1-20 0,-4 0-25 16,-1-1-62-16,-3 1-69 0,-3 1-45 0,-3-3-91 16,-11 4-191-16,2-1-3 0</inkml:trace>
  <inkml:trace contextRef="#ctx0" brushRef="#br0" timeOffset="150652.7881">10912 13219 76 0,'0'0'87'0,"-5"-8"6"0,5 8-33 0,0 0 5 16,0 0-23-16,0 0 7 0,0 0-10 0,-5-9-6 15,5 9-5-15,0 0 6 0,0 0-7 0,0 0 1 16,0 0-23-16,0 0 19 0,-6-6-15 0,6 6 6 16,0 0-13-16,0 0 6 0,0 0-8 0,0 0 7 15,0 0-3-15,0 0 3 0,-8-6-10 0,8 6 11 16,0 0-12-16,0 0 11 0,0 0-10 0,0 0 13 15,0 0-14-15,0 0 16 0,0 0-4 0,0 0 14 16,0 0-9-16,-9-5 0 0,9 5-1 0,0 0 1 16,0 0-11-16,0 0 6 0,0 0-10 0,0 0-2 15,0 0 7-15,0 0 5 0,-9-5-8 0,9 5 7 16,0 0-7-16,0 0 7 0,0 0-6 0,0 0 3 16,0 0-3-16,0 0 12 0,0 0-5 0,0 0 7 15,0 0-5-15,0 0-1 0,-8-5 0 0,8 5 5 16,0 0-2-16,0 0-2 0,0 0-4 0,0 0 3 0,0 0 2 15,0 0 3-15,0 0-1 0,0 0 1 0,0 0-19 16,0 0 19-16,0 0-6 0,0 0 0 16,-9-4-3-16,9 4 3 0,0 0 1 0,0 0-7 0,0 0-4 15,0 0 6-15,0 0-2 0,0 0 3 0,0 0-4 16,0 0 1-16,0 0 0 0,0 0-1 0,0 0 0 16,-11-3-3-16,11 3 1 0,0 0 2 0,0 0 6 15,0 0-8-15,0 0-1 0,0 0 4 0,0 0-7 16,0 0 10-16,0 0-5 0,0 0 3 0,0 0-3 15,-9 4 4-15,9-4-4 0,0 0 2 0,0 0-3 16,-6 8-32-16,6-8-47 0,0 0-35 0,-8 10-166 16,8-10 266-16</inkml:trace>
  <inkml:trace contextRef="#ctx0" brushRef="#br0" timeOffset="151952.0806">10429 14089 108 0,'0'0'149'15,"0"0"-34"-15,0 0-8 0,0 0-9 0,0 0-13 16,0 0-16-16,0 0-13 0,-12-3-10 0,12 3-8 16,0 0-9-16,0 0-4 0,0 0-10 0,0 0-2 15,0 0 2-15,0 0-6 0,0 0-6 0,0 0 5 16,9-5-1-16,-9 5-6 0,0 0 7 0,0 0-4 15,0 0 0-15,14-1-2 0,-14 1-1 0,0 0-2 16,0 0-1-16,14 3 6 0,-14-3-3 0,0 0 2 16,0 0 1-16,14 1-1 0,-14-1 1 0,0 0-3 15,0 0 0-15,15 2-1 0,-15-2 4 0,0 0 0 16,13 1 2-16,-13-1 24 0,0 0 27 0,13 2-11 16,-13-2-6-16,0 0-12 0,19 0 1 0,-19 0-5 15,12-2-6-15,-12 2 0 0,14-1-7 0,-14 1 2 16,14-1 10-16,-14 1 18 0,17-1-5 0,-17 1-5 0,19-3-4 15,-19 3-9-15,24-3 4 0,-10 2 1 0,-1 0-10 16,2-1 3-16,2 0-2 0,0 0-5 16,0-2 10-16,1 3-10 0,0-2 8 0,-1 2-20 15,0-2 6-15,1 2 0 0,1-1 12 0,-1 0-13 0,2 1 20 16,0-2-1-16,6 1 38 0,2-1-24 0,6 0 23 16,6-1-20-16,8-1 25 0,6-3-22 0,13-1 22 15,4-3-54-15,5 0 39 0,2 0-33 0,5-1 24 16,4-2-38-16,1 0 27 0,4 1-36 0,0-2 32 15,1 1-30-15,-3 1 31 0,-2 1-5 0,-4-1-5 16,-3 1-1-16,-4 3 2 0,-1-2-10 0,-6 4 2 16,-12-2 0-16,-2 3 2 0,-4 1-6 0,-5 0-4 15,1 0 6-15,-12 2-9 0,1 0 4 0,-5 0 3 16,-1 1-2-16,-4-1-2 0,0-1 3 0,0 2 3 16,0-1-8-16,-3 0 4 0,1 0-2 0,2-2 0 15,-2 1 2-15,0 1 0 0,-3-2-1 0,1 1-6 16,2-1 9-16,-3 1-4 0,-2-1 1 0,3 0 3 15,-5 1 0-15,-1 0 8 0,0 1 4 0,-2-1 4 0,1 1-3 16,-1 0 4-16,-3-1 8 0,-1 2-10 16,-2 0 5-16,-9 3-2 0,20-5 1 0,-20 5 2 15,13-5 5-15,-13 5-6 0,12-3-1 0,-12 3-4 16,9-4-1-16,-9 4-6 0,0 0-4 0,11-4 0 0,-11 4-2 16,0 0 0-16,12-5-2 0,-12 5-2 15,0 0 2-15,8-5-1 0,-8 5-1 0,0 0 0 16,0 0 1-16,11-4-4 0,-11 4 2 0,0 0 0 15,0 0-4-15,0 0 2 0,10-4 1 0,-10 4 0 0,0 0-2 16,0 0 2-16,0 0-23 0,0 0 29 0,9-5 0 16,-9 5-8-16,0 0 1 0,0 0-2 0,0 0-8 15,0 0-22-15,0 0-40 0,0 0-41 0,0 0-41 16,0 0-36-16,0 0-56 0,-11 6-34 0,11-6-245 16,-8 6-29-16</inkml:trace>
  <inkml:trace contextRef="#ctx0" brushRef="#br0" timeOffset="152693.9418">12663 14223 87 0,'0'0'104'16,"0"0"-16"-16,-6-7-16 0,6 7-38 0,0 0 1 15,0 0 1-15,-9-7-7 0,9 7-11 0,0 0-1 16,0 0-2-16,0 0-11 0,0 0 6 0,0 0-2 16,-7-6 2-16,7 6-6 0,0 0-2 0,0 0 2 15,0 0-9-15,0 0-25 0,0 0-15 0,0 0-44 16,7 8-45-16,-7-8 40 0</inkml:trace>
  <inkml:trace contextRef="#ctx0" brushRef="#br0" timeOffset="152921.0389">12653 14258 57 0,'-7'6'97'0,"7"-6"-24"0,0 13-2 0,-2-1-32 15,2 2 15-15,0 4-27 0,-3 6 16 0,0 3-24 0,1 9 8 16,-2 7-20-16,-2 3 8 0,1 4 4 0,-1 0-13 16,-2 4-12-16,2-1-34 0,-1 0-25 0,0-1-78 15,0 0 40-15</inkml:trace>
  <inkml:trace contextRef="#ctx0" brushRef="#br0" timeOffset="153258.4074">12439 15790 128 0,'0'0'184'0,"0"0"-43"0,0 0-23 0,0 0-11 16,0 0-15-16,-4 11-6 0,4-11-10 0,0 0-12 0,0 0-14 15,0 0 6-15,0 0-12 0,0 0-9 16,0 0-9-16,0 0-22 0,0 0 18 0,0 0-9 16,0 0 4-16,0 0-7 0,0 0-3 0,0 0 1 0,0 0 0 15,0 0-3-15,0 0-2 0,0 0 2 0,0 0-1 16,-4 8-4-16,4-8 4 0,0 0-8 0,0 0-61 15,0 0-70-15,0 0-217 0,0 0 192 16</inkml:trace>
  <inkml:trace contextRef="#ctx0" brushRef="#br0" timeOffset="155473.2288">12598 16213 98 0,'0'0'285'0,"0"0"-84"0,-8 8-45 15,8-8-32-15,0 0 5 0,-10 5-14 0,10-5-8 16,0 0-11-16,0 0-11 0,-9 5-6 0,9-5-17 15,0 0-15-15,0 0-5 0,0 0-10 0,0 0-7 0,-8 4-10 16,8-4 3-16,0 0-6 0,0 0-5 16,0 0 1-16,0 0 8 0,0 0-8 0,0 0-4 15,0 0-1-15,0 0-3 0,0 0 3 0,0 0 10 0,0 0 7 16,0 0 7-16,-9 4 7 0,9-4 17 0,0 0-16 16,0 0 5-16,0 0 32 0,0 0-35 15,0 0 40-15,0 0-49 0,0 0 27 0,0 0-36 0,0 0 38 16,0 0-46-16,0 0 39 0,0 0-47 0,0 0 41 15,0 0-55-15,0 0 48 0,0 0-44 0,-10 4 38 16,10-4-46-16,0 0 44 0,0 0-48 0,0 0 40 16,0 0-36-16,0 0 42 0,0 0-43 0,0 0 42 15,0 0-45-15,0 0 42 0,0 0-46 0,0 0 49 16,-9-6-46-16,9 6 45 0,0 0-44 0,0 0 40 16,0 0-45-16,0 0 38 0,0 0-31 0,0 0 43 15,0 0-47-15,0 0 43 0,0 0-43 0,0 0 42 16,0 0-49-16,0 0 52 0,0 0-45 0,0 0 43 15,-8-4-40-15,8 4 40 0,0 0-48 0,0 0 41 16,0 0-34-16,0 0 42 0,0 0-42 0,0 0 41 16,0 0-39-16,0 0 38 0,0 0-26 0,0 0 28 15,0 0-48-15,0 0 44 0,0 0-41 0,0 0 43 16,0 0-47-16,0 0 48 0,0 0-45 0,0 0 46 0,0 0-40 16,0 0 38-16,0 0-43 0,0 0 56 15,0 0-43-15,0 0 44 0,0 0-50 0,0 0 47 16,0 0-48-16,0 0 47 0,0 0-58 0,0 0 56 15,0 0-55-15,0 0 55 0,0 0-54 0,0 0 51 0,0 0-51 16,0 0 52-16,0 0-49 0,0 0 38 0,0 0-36 16,0 0 46-16,0 0-42 0,0 0 20 15,0 0-24-15,0 0 44 0,0 0-49 0,0 0 53 0,0 0-47 16,0 0 45-16,0 0-47 0,0 0 45 0,0 0-48 16,0 0 41-16,0 0-40 0,0 0 50 0,0 0-50 15,0 0 48-15,0 0-50 0,0 0 48 16,0 0-50-16,0 0 51 0,0 0-45 0,0 0 47 0,0 0-50 15,0 0 49-15,0 0-51 0,0 0 42 0,0 0-36 16,0 0 46-16,0 0-49 0,0 0 45 0,0 0-47 16,0 0 53-16,0 0-55 0,0 0 51 0,0 0-49 15,0 0 52-15,0 0-48 0,0 0 49 0,0 0-57 16,0 0 43-16,0 0-35 0,0 0 46 0,0 0-44 16,0 0 45-16,0 0-49 0,0 0 47 0,0 0-46 15,0 0 45-15,0 0-44 0,0 0 7 0,0 0-3 16,0 0 49-16,0 0-55 0,0 0 51 0,0 0-49 15,0 0 48-15,0 0-50 0,0 0 47 0,0 0-44 16,0 0 43-16,0 0-43 0,0 0 41 0,0 0-43 16,0 0 43-16,0 0-39 0,0 0 45 0,0 0-57 0,0 0 52 15,0 0-51-15,0 0 55 0,0 0-49 16,0 0 48-16,0 0-46 0,0 0 45 0,0 0-46 16,0 0 39-16,0 0-39 0,0 0 49 0,0 0-53 0,0 0 51 15,0 0-54-15,0 0 54 0,0 0-53 16,0 0 55-16,0 0-51 0,0 0 51 0,0 0-50 15,0 0 22-15,0 0-22 0,0 0 47 0,0 0-40 0,0 0 48 16,0 0-64-16,0 0 64 0,0 0-53 0,0 0 50 16,0 0-57-16,0 0 55 0,0 0-48 0,0 0 48 15,0 0-48-15,0 0 47 0,0 0-53 0,0 0 43 16,0 0-35-16,0 0 46 0,0 0-52 0,0 0 50 16,0 0-48-16,0 0 41 0,0 0-41 0,0 0 52 15,0 0-49-15,0 0 46 0,0 0-50 0,0 0 48 16,0 0-54-16,0 0 56 0,0 0-45 0,0 0 42 15,0 0-46-15,0 0 47 0,0 0-47 0,0 0 47 16,0 0-45-16,0 0 45 0,0 0-47 0,0 0 48 16,0 0-50-16,0 0 48 0,0 0-52 0,0 0 53 15,0 0-53-15,0 0 55 0,0 0-49 0,0 0 49 16,0 0-44-16,0 0 42 0,0 0-48 0,0 0 40 16,0 0-39-16,0 0 50 0,0 0-49 0,0 0 50 15,0 0-51-15,0 0 45 0,0 0-51 0,0 0 57 16,0 0-53-16,0 0 49 0,0 0-48 0,0 0 47 0,0 0-43 15,0 0 37-15,0 0-39 0,0 0 47 16,0 0-48-16,0 0 46 0,0 0-44 0,0 0 45 16,0 0-54-16,0 0 57 0,0 0-49 0,0 0 48 0,0 0-47 15,0 0 45-15,0 0-58 0,0 0 53 0,0 0-41 16,0 0 49-16,0 0-51 0,0 0 51 16,0 0-51-16,0 0 49 0,0 0-53 0,0 0 55 0,0 0-50 15,0 0 49-15,0 0-52 0,0 0 56 0,0 0-60 16,0 0 45-16,0 0-34 0,0 0 42 0,0 0-45 15,0 0 48-15,0 0-49 0,0 0 47 0,0 0-46 16,0 0 46-16,0 0-46 0,0 0 45 0,0 0-43 16,0 0 45-16,0 0-56 0,0 0 57 0,0 0-43 15,0 0 29-15,0 0-35 0,0 0 46 0,0 0-47 16,0 0 48-16,0 0-46 0,0 0 42 0,0 0-40 16,0 0 45-16,0 0-46 0,0 0 43 0,0 0-50 15,0 0 52-15,0 0-52 0,0 0 50 0,0 0-46 16,0 0 51-16,0 0-50 0,0 0 50 0,0 0-50 15,0 0 41-15,0 0-40 0,0 0 49 0,0 0-48 0,0 0 15 16,0 0-13-16,0 0 49 0,0 0-54 16,0 0 51-16,0 0-47 0,0 0 49 0,0 0-50 15,0 0 42-15,0 0-51 0,0 0 48 0,0 0-39 0,0 0 50 16,0 0-50-16,0 0 46 0,0 0-46 16,0 0 48-16,0 0-54 0,0 0 52 0,0 0-48 0,0 0 46 15,0 0-42-15,0 0 44 0,0 0-52 16,0 0 44-16,0 0-40 0,0 0 50 0,0 0-50 0,0 0 49 15,0 0-47-15,0 0 45 0,0 0-52 0,0 0 57 16,0 0-53-16,0 0 46 0,0 0-46 0,0 0 50 16,0 0-58-16,0 0 38 0,0 0-24 0,0 0 50 15,0 0-54-15,0 0 49 0,0 0-50 0,0 0 51 16,0 0-52-16,0 0 50 0,0 0-52 0,0 0 52 16,0 0-50-16,0 0 46 0,0 0-51 0,0 0 53 15,0 0-52-15,0 0 54 0,0 0-47 0,0 0 47 16,0 0-48-16,0 0 44 0,0 0-44 0,0 0 37 15,0 0-38-15,0 0 50 0,0 0-50 0,0 0 50 16,0 0-50-16,0 0 46 0,0 0-50 0,0 0 53 16,0 0-48-16,0 0 48 0,0 0-50 0,0 0 50 15,0 0-51-15,0 0 41 0,0 0-35 0,0 0 46 16,0 0-51-16,0 0 49 0,0 0-50 0,0 0 42 16,-10 2-46-16,10-2 57 0,0 0-50 0,0 0 50 0,0 0-53 15,0 0 11-15,0 0-8 0,0 0 46 16,0 0-39-16,0 0 48 0,0 0-54 0,0 0 45 15,0 0-45-15,0 0 48 0,0 0-53 0,0 0 52 0,0 0-45 16,0 0 42-16,0 0-46 0,0 0 52 16,0 0-59-16,0 0 45 0,0 0-34 0,0 0 47 15,0 0-55-15,0 0 54 0,0 0-49 0,0 0 50 16,0 0-50-16,0 0 46 0,0 0-48 0,0 0 50 0,0 0-52 16,0 0 48-16,0 0-47 0,0 0 51 0,0 0-49 15,0 0 46-15,-11-1-42 0,11 1 42 0,0 0-49 16,0 0 50-16,0 0-48 0,0 0 5 15,0 0 4-15,0 0 45 0,0 0-49 0,0 0 45 0,0 0-52 16,0 0 56-16,0 0-57 0,0 0 54 0,0 0-47 16,0 0 48-16,0 0-50 0,0 0 46 0,0 0-49 15,0 0 43-15,0 0-40 0,0 0 47 0,0 0-47 16,0 0 47-16,0 0-46 0,0 0 47 0,0 0-53 16,0 0 52-16,0 0-50 0,0 0 53 0,0 0-48 15,0 0 44-15,0 0-64 0,0 0 59 0,0 0-41 16,0 0 50-16,0 0-48 0,0 0 43 0,0 0-46 15,0 0 48-15,0 0-49 0,0 0 49 0,0 0-50 16,0 0 51-16,0 0-50 0,0 0 52 0,0 0-59 16,0 0 48-16,0 0-36 0,0 0 47 0,0 0-50 0,0 0 45 15,-13-1-46-15,13 1 41 0,0 0-69 16,0 0 13-16,0 0-46 0,0 0 26 0,0 0-35 16,-14 0-42-16,14 0-21 0,0 0-13 0,0 0-9 0,0 0-29 15,-15 0-263-15,15 0 49 0</inkml:trace>
  <inkml:trace contextRef="#ctx0" brushRef="#br0" timeOffset="158782.902">22040 13566 54 0,'0'0'92'16,"17"-4"3"-16,-17 4-21 0,18-4-16 0,-18 4-24 15,19-3 6-15,-19 3-9 0,22-2-2 0,-22 2-22 0,24-1 14 16,-24 1-23-16,25 0 19 0,-12 0-18 0,1 0 18 15,0 1-22-15,-1 1 16 0,3-1-11 16,-2 1 2-16,2-1-5 0,0 4 10 0,0-3-23 0,1 0-28 16,-2 1-119-16,1 0 42 0</inkml:trace>
  <inkml:trace contextRef="#ctx0" brushRef="#br0" timeOffset="159679.6865">17391 15065 15 0,'0'0'244'16,"-10"5"-65"-16,10-5-45 0,-10 2-28 0,10-2-15 0,-10 5 6 15,10-5-9-15,-12 3-6 0,12-3-24 16,-11 3-6-16,11-3-10 0,-10 3-7 0,10-3-10 15,0 0-3-15,-16 3-8 0,16-3 0 0,0 0-4 16,-12 5-2-16,12-5-19 0,0 0 19 0,-11 7-3 0,11-7 4 16,0 0-9-16,-7 8 5 0,7-8-37 15,0 0-56-15,-6 9-55 0,6-9-193 0,0 0 204 16</inkml:trace>
  <inkml:trace contextRef="#ctx0" brushRef="#br0" timeOffset="159890.788">17402 15105 54 0,'0'0'209'0,"0"0"-42"16,0 13-54-16,0-13-14 0,0 0-32 0,0 0-11 15,0 0-24-15,0 0-63 0,0 0-101 0,0 0-70 16,0 0 62-16</inkml:trace>
  <inkml:trace contextRef="#ctx0" brushRef="#br0" timeOffset="160091.621">17549 15130 15 0,'0'0'242'0,"0"0"-71"0,0 0-62 0,-9-7-73 0,9 7-34 16,0 0-52-16,-8-5-13 0,8 5-84 0,0 0 39 15</inkml:trace>
  <inkml:trace contextRef="#ctx0" brushRef="#br0" timeOffset="160967.9673">18027 14934 35 0,'0'0'122'0,"0"0"-9"16,0 0-26-16,0 0-15 0,0 0-28 0,0 0 18 15,0 0-5-15,0 0 10 0,0 0-11 0,0 0-1 16,0 0-11-16,0 0-5 0,0 0-1 0,0 0-7 16,0 0-4-16,0 0 8 0,0 0 4 0,13 2 3 15,-13-2 1-15,0 0 0 0,0 0 8 0,0 0 4 16,10 2 10-16,-10-2 0 0,0 0 13 0,0 0-1 15,0 0 23-15,0 0-19 0,0 0 23 0,0 0-36 16,0 0 14-16,0 0-41 0,0 0 26 0,0 0-45 16,0 0 26-16,0 0-29 0,0 0 33 0,0 0-36 15,0 0 40-15,0 0-46 0,0 0 39 0,0 0-55 16,0 0 55-16,0 0-43 0,0 0 37 0,0 0-41 16,0 0 45-16,0 0-40 0,0 0 34 0,0 0-34 15,0 0 42-15,0 0-1 0,0 0-1 0,0 0-4 16,0 0-45-16,0 0 43 0,0 0 5 0,0 0-49 15,0 0 50-15,0 0-61 0,0 0 56 0,0 0-54 16,0 0 47-16,0 0-42 0,0 0 63 0,0 0-41 0,0 0 39 16,0 0-23-16,14-3 37 0,-14 3-40 0,22-2 25 15,-5-2-35-15,3 2 28 0,7-3-16 0,7-1 20 16,4 1-7-16,8-1-10 0,4-1 0 0,2 0-4 16,4 2-6-16,3-2-14 0,13 0 4 0,2-1 0 15,1 2-29-15,4 0 31 0,0-1-19 0,-1 1 16 16,2 1-4-16,-4 0 3 0,2-2-1 0,-4 3-3 15,-2-2-1-15,0 2-1 0,-11 0-2 0,0-1-7 16,-3 1 7-16,-2 0 2 0,0 0-3 0,-3 0-1 16,0 0 2-16,-4-1-1 0,1 2-18 0,-3-2 22 15,1 3-3-15,-1-4 0 0,-1 2 5 0,0-1-5 16,0 2 1-16,0-2-3 0,0 1-2 0,0 0 0 16,1 0 1-16,-3 0 3 0,-4-1-2 0,-1 1 1 15,-2 0 0-15,0 0-7 0,0 0 6 0,-4-1-1 16,-5 1 2-16,-2 0 0 0,-1 2-6 0,0-4 5 15,-6 4 0-15,-1 0-1 0,-1-1 3 0,-4 0 0 16,0 2 0-16,-2-1-7 0,-11 2 4 0,20-4 2 16,-20 4-1-16,13-4 1 0,-13 4-2 0,10-4 0 0,-10 4-8 15,0 0 7-15,10-7-6 0,-10 7 0 16,0 0-3-16,0 0-1 0,0 0-26 0,2-11-72 16,-2 11-55-16,0 0-43 0,0 0-109 0,-12-4-108 0,12 4-323 15,0 0-257-15</inkml:trace>
  <inkml:trace contextRef="#ctx0" brushRef="#br0" timeOffset="161702.4677">20103 14339 275 0,'-12'-6'263'0,"2"-1"-53"16,2 2-55-16,-2 0-4 0,2 0-24 0,0 1 5 16,8 4-22-16,-16-9 18 0,16 9-25 0,-11-5 19 15,11 5-42-15,-9-4 7 0,9 4-43 0,-9-6 19 16,9 6-48-16,0 0 29 0,-10-5-30 0,10 5 21 15,0 0-35-15,0 0 29 0,0 0-32 0,0 0 24 0,0 0-24 16,0 0 25-16,0 0-32 0,15 5 28 16,-15-5-8-16,19 6 50 0,-4-1-13 0,1-2 2 0,6 3-1 15,3-1-11-15,6 2-1 0,3-1-6 0,9 1-6 16,2 1-13-16,2-1 8 0,2 2-2 0,-1-1-5 16,3 1-3-16,-1-1-2 0,-4 2 1 0,1-1-9 15,-5-2 5-15,-6 1-1 0,-2-1 9 0,-2 1-10 16,-3-1-1-16,-4 0-15 0,-1 0 12 0,-1-1 6 15,-3 2-1-15,-1-1-2 0,-3-1 1 0,0 3 1 16,-2-2 3-16,1 0-13 0,-3 1 10 0,1-1-1 16,0 0-6-16,-1 1 4 0,-2-2 0 0,-2 2 5 15,1-3-4-15,0 1 1 0,-2 0-3 0,0 1 2 16,-7-7-2-16,13 8 2 0,-13-8-1 0,9 9 2 16,-9-9-5-16,8 7 3 0,-8-7 1 0,0 0-2 15,10 10 3-15,-10-10 0 0,0 0-2 0,7 9 3 16,-7-9 2-16,0 0 20 0,-1 14-3 0,1-14 21 15,-9 12-13-15,3-5 16 0,-2 4 4 0,-3-1 2 0,-1 1 13 16,-1 1-30-16,-2 2 23 0,-3 3 1 16,-4 1 22-16,-2 0-13 0,-4 3 14 0,-1 1-29 15,-2 1 25-15,-2 0 4 0,0 0 17 0,-1 1-11 16,1-1-9-16,-1 0-14 0,0-2-7 0,1 1-15 0,1-2-2 16,0 1-4-16,2-2-11 0,4-2 4 0,1-1-3 15,2-2-3-15,1-1-4 0,3-1-7 16,1 0 1-16,3-3-10 0,2-1 25 0,1-1-25 0,2-1 19 15,1 1-28-15,1-3 25 0,8-4-22 0,-14 8-8 16,14-8 26-16,-11 7-23 0,11-7 20 0,-9 6-27 16,9-6 20-16,0 0-28 0,-9 4-9 0,9-4-69 15,0 0-66-15,0 0-35 0,0 0-25 0,0 0-29 16,0 0-25-16,0 0-29 0,0 0-43 0,0 0-416 16,0 0-284-16</inkml:trace>
  <inkml:trace contextRef="#ctx0" brushRef="#br0" timeOffset="163030.9006">22603 14399 20 0,'0'16'134'15,"2"2"-42"-15,-1-2-11 0,1 3-23 0,2 3-3 0,-1 2-29 16,1-1 9-16,0 2-50 0,-1 2-59 16,0-1-62-16,0 0 42 0</inkml:trace>
  <inkml:trace contextRef="#ctx0" brushRef="#br0" timeOffset="165009.8189">22518 15965 6 0,'0'0'236'0,"-2"10"-41"0,2-10-29 0,0 0-4 15,-1 12 4-15,1-12-6 0,0 0 10 0,0 0-38 16,-2 13 23-16,2-13-44 0,0 0 21 0,0 0-49 15,0 0 24-15,-3 12-10 0,3-12-25 0,0 0-1 16,0 0-2-16,0 0-10 0,0 0-2 16,0 0-31-16,0 0 27 0,-1 11-19 0,1-11 6 0,0 0-7 15,0 0-6-15,0 0-2 0,0 0-2 16,0 0-5-16,0 0-10 0,0 0 7 0,0 0 12 0,0 0-1 16,0 0-3-16,0 0-3 0,0 0-5 0,0 0-11 15,0 0 15-15,0 0-7 0,0 0-2 0,0 0 3 16,0 0-1-16,1 10-10 0,-1-10 13 0,0 0-2 15,0 0-1-15,0 0-3 0,0 0-5 0,0 0 0 16,0 0-8-16,0 0 10 0,0 0-1 0,0 0-1 0,0 0 2 16,0 0-2-16,0 0 0 0,0 0 3 0,0 0 2 15,0 0 4-15,0 0 2 0,0 0 2 0,0 0-7 16,0 0 8-16,0 0-3 0,0 0-3 0,0 0 1 16,0 0-2-16,0 0 2 0,0 0-9 0,0 0 5 15,0 0 0-15,0 0-3 0,0 0-3 0,0 0 1 16,0 0-2-16,0 0-2 0,0 0-3 15,0 0 8-15,0 0-3 0,0 0-1 0,0 0 1 0,0 0 0 16,0 0-6-16,0 0-1 0,0 0 7 0,0 0 2 16,0 0-1-16,0 0-4 0,0 0 3 0,0 0-6 15,0 0 1-15,0 0 6 0,0 0-2 0,0 0 0 16,0 0 1-16,0 0 0 0,0 0-23 0,0 0 18 16,0 0 11-16,0 0-7 0,0 0 2 0,0 0 6 15,0 0-8-15,0 0-3 0,0 0-4 0,0 0 10 16,0 0 1-16,0 0-2 0,0 0-2 0,0 0-1 15,0 0 2-15,0 0-7 0,0 0 7 0,0 0 0 16,0 0 2-16,0 0-5 0,0 0-4 0,0 0 8 16,0 0-6-16,0 0 3 0,0 0 5 0,0 0-4 15,0 0-1-15,0 0-4 0,0 0 5 0,0 0-1 16,0 0 0-16,0 0 2 0,0 0 0 0,0 0-3 16,0 0-6-16,0 0 8 0,0 0-2 0,0 0 2 0,0 0-2 15,0 0 2-15,0 0 3 0,0 0-9 0,0 0 5 16,0 0 2-16,0 0 0 0,0 0-2 0,0 0 3 15,0 0-1-15,0 0-10 0,0 0 8 0,0 0 7 16,0 0-6-16,0 0 3 0,0 0-3 0,0 0 0 16,0 0-6-16,0 0-3 0,0 0 12 0,0 0-1 15,0 0 0-15,-11-2 2 0,11 2-4 0,0 0-7 16,0 0-4-16,0 0 14 0,0 0-2 0,0 0-1 16,0 0 2-16,0 0 0 0,0 0-24 0,0 0 16 15,0 0 13-15,0 0-5 0,0 0-1 0,0 0 0 16,0 0-1-16,0 0 3 0,0 0-9 0,0 0 7 15,0 0-1-15,0 0 2 0,0 0-1 0,0 0-3 16,0 0 4-16,0 0-9 0,0 0 10 0,0 0-4 16,0 0 4-16,0 0 0 0,0 0-4 0,0 0 17 15,0 0-4-15,0 0 2 0,0 0-4 0,0 0 2 0,0 0 1 16,0 0-12-16,0 0 7 0,0 0-2 16,0 0-1-16,0 0 0 0,0 0-3 0,0 0 2 15,0 0-10-15,0 0 6 0,0 0 2 0,0 0-3 0,0 0 0 16,0 0 4-16,0 0-1 0,0 0-10 0,0 0 2 15,0 0 8-15,0 0-1 0,0 0-2 16,0 0 1-16,0 0 2 0,0 0-13 0,0 0 8 16,0 0 5-16,0 0-3 0,0 0 4 0,0 0 0 0,0 0 0 15,0 0-11-15,0 0 3 0,0 0 8 0,0 0-1 16,0 0 0-16,0 0-1 0,0 0-1 0,0 0-3 16,0 0 2-16,0 0 2 0,0 0-5 0,0 0 8 15,0 0-5-15,0 0 1 0,0 0-2 0,0 0-1 16,0 0 2-16,0 0 0 0,0 0 3 0,0 0-5 15,0 0 3-15,0 0 2 0,0 0-6 0,0 0 3 16,0 0 2-16,0 0 0 0,0 0-4 0,0 0 4 16,0 0 2-16,0 0-8 0,0 0 4 0,0 0 3 15,0 0-2-15,0 0 2 0,0 0-9 0,0 0 6 16,0 0-3-16,0 0 5 0,0 0-4 0,0 0 2 16,0 0 0-16,0 0-4 0,0 0 6 0,0 0-1 15,0 0 3-15,0 0-5 0,0 0 3 0,0 0-1 16,0 0-6-16,0 0 9 0,0 0-2 0,0 0 0 15,0 0 0-15,0 0 1 0,0 0-2 0,0 0-5 16,0 0 3-16,0 0 1 0,0 0 1 0,0 0 3 16,0 0-3-16,0 0 2 0,0 0-7 0,0 0 0 15,0 0 9-15,0 0-6 0,0 0 4 0,0 0-1 0,0 0 2 16,0 0-8-16,0 0 2 0,0 0 1 16,0 0 7-16,0 0-2 0,0 0 1 0,0 0-1 15,0 0-10-15,0 0 3 0,0 0 8 0,0 0-2 0,0 0 1 16,0 0-2-16,0 0-2 0,0 0 2 0,0 0-5 15,0 0 2-15,0 0 4 0,0 0-6 0,0 0 9 16,0 0-4-16,0 0 2 0,0 0-5 0,0 0 4 16,0 0-3-16,0 0 1 0,0 0 1 0,0 0 2 15,0 0-2-15,0 0-3 0,0 0 4 0,0 0-3 16,0 0 8-16,0 0-1 0,0 0 4 0,0 0 8 16,0 0-7-16,0 0 1 0,0 0 2 0,0 0-2 15,0 0-2-15,0 0-11 0,0 0 10 0,0 0-1 16,0 0-2-16,0 0 4 0,0 0-3 0,0 0 0 15,0 0-8-15,0 0 8 0,0 0-2 0,0 0-4 0,0 0 4 16,0 0-1-16,0 0-4 0,0 0-6 16,0 0 4-16,0 0 2 0,0 0 1 0,0 0 1 15,0 0-1-15,0 0-2 0,0 0-3 0,0 0 3 16,0 0 2-16,0 0-8 0,0 0 9 0,0 0 0 16,0 0-2-16,0 0-6 0,0 0 4 0,0 0 3 15,0 0 2-15,0 0-2 0,0 0 1 0,0 0-1 16,0 0-5-16,0 0 3 0,0 0 2 0,0 0 1 0,0 0-3 15,0 0 2-15,0 0-1 0,0 0 2 0,0 0-6 16,0 0 1-16,0 0 3 0,0 0 0 0,0 0-1 16,0 0 1-16,0 0 0 0,0 0-3 15,0 0-2-15,0 0 4 0,0 0 0 0,0 0 0 0,0 0-1 16,0 0 2-16,0 0 0 0,0 0-1 0,0 0-1 16,0 0-1-16,0 0 3 0,0 0-8 0,0 0 9 15,0 0-2-15,0 0 1 0,0 0 4 0,0 0-4 16,0 0 0-16,0 0-7 0,0 0 8 0,0 0 0 15,0 0-2-15,0 0 0 0,0 0 4 0,0 0-4 16,0 0-5-16,0 0 6 0,0 0 3 0,0 0-7 16,0 0 2-16,0 0 3 0,0 0 0 0,0 0-8 15,0 0 6-15,0 0-2 0,0 0 3 0,0 0 2 16,0 0-3-16,0 0 2 0,0 0-5 0,0 0 0 16,0 0 8-16,0 0-5 0,0 0-1 0,0 0 4 15,0 0-4-15,0 0-5 0,0 0 4 0,0 0 4 16,0 0-1-16,0 0-1 0,0 0 1 0,0 0 3 15,0 0-8-15,0 0 4 0,0 0 2 0,0 0 1 0,0 0-5 16,0 0 6-16,0 0-5 0,0 0 1 0,0 0-4 16,0 0 3-16,0 0 2 0,0 0-1 15,0 0 0-15,0 0 0 0,0 0 0 0,0 0-5 16,0 0 3-16,0 0 4 0,0 0-1 0,0 0 0 0,0 0-8 16,0 0 6-16,0 0-4 0,0 0 1 0,0 0 1 15,0 0-1-15,0 0-10 0,0 0-13 16,0 0-38-16,0 0-59 0,0 0-7 0,0 0-37 0,0 0-56 15,0 0-61-15,0 0-72 0,0 0-330 0,0 0-195 16</inkml:trace>
  <inkml:trace contextRef="#ctx0" brushRef="#br0" timeOffset="167208.9415">9506 13715 63 0,'0'0'133'0,"0"0"-22"0,0 0-7 16,0 0-15-16,0 0-9 0,0 0-21 0,0 0-2 15,0 0-18-15,2-10-5 0,-2 10-15 0,0 0 5 16,0 0-14-16,0 0 8 0,0 0-11 0,0 0 5 16,0 0-13-16,0 0 7 0,0 0-3 15,0 0 3-15,0 0-11 0,0 0 11 0,0 0-9 0,0 0 7 16,0 0-11-16,0 0 13 0,0 0-10 0,0 0 7 16,0 0-6-16,0 0 7 0,0 0-2 15,0 0 0-15,0 0-6 0,0 0-6 0,0 0 12 0,0 0 13 16,0 0 6-16,0 0 13 0,0 0 6 0,0 0 12 15,0 0 2-15,0 0 5 0,0 0-6 0,0 0-4 16,0 0-5-16,0 0-6 0,0 0-9 0,0 0-8 0,0 0 0 16,0 0-2-16,0 0-6 0,0 0-1 15,0 0-7-15,0 0 3 0,0 0-11 0,0 0 7 16,0 0-1-16,0 0 0 0,0 0-4 0,0 0 7 16,7 9-6-16,-7-9 8 0,2 10-9 0,-2-10 3 15,2 15-4-15,-2-15 4 0,2 17-6 0,-2-17 8 16,2 21-10-16,-2-21 11 0,1 20-6 0,-1-7 5 15,0-13-10-15,0 23 7 0,-1-11-4 0,1 1 11 0,0-2-12 16,-3 1 6-16,3-12-5 0,-1 22 6 0,1-22-8 16,0 20 8-16,0-20-7 0,0 18 10 0,0-18-6 15,-1 15 2-15,1-15-4 0,0 12 5 0,0-12-3 16,0 0 7-16,0 15-5 0,0-15 16 0,0 0 0 16,0 0 8-16,0 14-8 0,0-14 2 0,0 0-17 15,0 0 11-15,0 0-10 0,0 0 7 0,0 0-11 16,7-6 3-16,-7 6 2 0,5-8 0 0,-5 8-6 15,8-14 9-15,-8 14-14 0,8-17 12 0,-3 9-11 16,0-1 14-16,-1 1-10 0,3-1 5 0,-2 0-6 16,0 2 5-16,-1-1-4 0,2 1 4 0,-6 7-6 15,9-13 6-15,-9 13-25 0,7-9 27 0,-7 9-9 16,5-7 7-16,-5 7-9 0,7-9 13 0,-7 9-10 16,0 0 10-16,13-5-9 0,-13 5 6 0,0 0-7 15,0 0 7-15,14 3-6 0,-14-3 7 0,7 7-16 16,-7-7 17-16,8 11-10 0,-8-11 8 0,7 12-13 15,-7-12 13-15,8 16-8 0,-8-16 9 0,8 16-13 16,-3-9 15-16,1 1-11 0,-2 1 7 0,1-2-10 16,0 0 15-16,0 3-16 0,-5-10 12 0,11 14-7 15,-6-7 9-15,2-1-16 0,-1 1 14 0,1-1-9 16,1-1 11-16,1 1-17 0,-1-3-50 0,4 1-56 0,-2-1-41 16,-10-3-49-16,23 2-131 0,-23-2 206 15</inkml:trace>
  <inkml:trace contextRef="#ctx0" brushRef="#br0" timeOffset="168998.0258">11259 13756 113 0,'0'0'110'0,"0"0"-37"0,0 0-16 15,0 0-2-15,0 0-26 0,0 0 10 0,0 0-19 16,0 0 2-16,0 0-17 0,0 0 16 0,0 0-20 0,0 0 11 15,0 0-14-15,0 0 13 0,0 0-15 0,0 0 7 16,0 0-8-16,0 0 14 0,0 0-15 0,0 0 15 16,0 0-16-16,0 0 17 0,0 0-12 15,0 0 24-15,0 0-9 0,0 0 15 0,0 0-16 0,0 0 10 16,0 0-12-16,0 0 9 0,-1-10-12 0,1 10 10 16,0 0-13-16,0 0 9 0,0 0-15 15,0 0 7-15,0 0-8 0,0 0 12 0,0 0-33 0,0 0 35 16,0 0-14-16,0 0-17 0,0 0-62 0,-13-2-119 15,13 2 61-15</inkml:trace>
  <inkml:trace contextRef="#ctx0" brushRef="#br0" timeOffset="171025.8754">9597 14341 20 0,'-10'-44'114'0,"1"4"-20"15,1-1-26-15,0 8-7 0,1 1-22 0,0 1-15 16,1 2 6-16,1 4-18 0,1 3 11 0,-1 0-12 16,2 3 10-16,0 2-24 0,0 1 19 0,1 1-20 15,1 3 16-15,0 0-19 0,0 2 15 0,1 10-15 16,-2-19 11-16,2 19-11 0,-1-16 14 0,1 16-17 15,-1-12 15-15,1 12-21 0,0 0 21 0,0-14-42 16,0 14 14-16,0 0-46 0,0 0-61 0,-2-13 41 16</inkml:trace>
  <inkml:trace contextRef="#ctx0" brushRef="#br0" timeOffset="172932.8953">17495 13946 102 0,'0'0'118'0,"5"-7"-34"15,-5 7-4-15,0 0-24 0,9-12 12 0,-9 12-21 16,0 0 5-16,10-7-19 0,-10 7 4 0,0 0-10 16,7-6 0-16,-7 6-10 0,0 0 3 0,0 0-14 15,9-5 11-15,-9 5-8 0,0 0 12 0,0 0 8 0,0 0 45 16,0 0 12-16,12 5-14 0,-12-5-11 16,0 0-15-16,4 13 0 0,-4-13-2 0,1 13 21 15,-1-13-18-15,0 20 25 0,0-8-22 0,-1 0 1 0,1 2-4 16,0 3 23-16,-2 1-35 0,2 2 29 0,-1 1-16 15,0 3 29-15,0 5-34 0,0-3 26 0,0 8 12 16,-1 1-16-16,0 2 6 0,-1 7-1 0,0 5-13 16,-2 0-8-16,0 3 2 0,-2 11-48 0,0 2 43 15,-2 0-38-15,-1 1 46 0,1 1 0 0,-3 1-4 16,2 0 1-16,0 1 9 0,-2 3-11 16,2-1-5-16,0 2-50 0,-1 0 52 0,1-2-54 0,2 0 50 15,-1-2-49-15,2-1 47 0,1-2-8 0,-1-1-2 16,3-11-3-16,-2 13-12 0,2-16-51 0,0 2 50 15,-1-3-47-15,1 3 55 0,0-2-42 0,-1 1 63 16,-1-1-53-16,1 1 61 0,-1-2-38 0,-1-2 33 16,-1 0-43-16,1 0 39 0,-1-3-35 0,0-1 34 15,0-1 1-15,1-3-8 0,1-5-35 0,1-2 36 16,0-1-29-16,1 0 43 0,-1-2-33 0,2-2 18 16,3-3-29-16,-2 0 24 0,-1 0-33 0,1-1 27 0,1-2-28 15,-1-3-1-15,1-1 2 0,0 0 0 0,0-2 1 16,1-2-3-16,1-2 12 0,-1-12-9 0,-1 21 4 15,1-21-3-15,-2 15 1 0,2-15 2 0,0 15 3 16,0-15-3-16,-1 12-2 0,1-12 8 0,0 0-10 16,-1 14 6-16,1-14-3 0,0 0 2 0,-1 11 0 15,1-11-3-15,0 0-2 0,0 0 5 0,-2 13 1 16,2-13 22-16,0 0-32 0,0 0 5 0,0 0-2 0,-2 10 1 16,2-10 0-16,0 0 0 0,0 0 3 15,0 0 2-15,0 0-4 0,-7 8 2 0,7-8-1 0,0 0 1 16,0 0-2-16,0 0-2 0,0 0 6 0,0 0 0 15,0 0-3-15,0 0-1 0,0 0-6 0,0 0 1 16,0 0 9-16,0 0-23 0,0 0-19 0,-5-10-78 16,5 10 37-16,2-11-70 0,-2 11 1 0,0-16-44 0,0 16-42 15,-1-22-67-15,0 8-99 0,-1-1-167 16,0-3-81-16</inkml:trace>
  <inkml:trace contextRef="#ctx0" brushRef="#br0" timeOffset="174242.9147">13003 12927 74 0,'0'0'201'0,"0"0"-36"0,0 0-37 0,0 0-7 15,0 0-22-15,0 0-7 0,0 0-6 0,0 0-9 16,0 0-12-16,0 0-9 0,0 0-4 0,0 0-1 15,0 0 19-15,0 0 9 0,0 0-14 0,0 0 17 16,0 0 0-16,11 4 12 0,-11-4-17 0,7 9 0 16,-7-9-12-16,11 14-1 0,-5-4-13 0,2 2-4 15,-2 3 19-15,1 4 3 0,-1 4-8 16,4 5-37-16,-3 4 41 0,1 8-45 0,-3 2 52 0,3 2-38 16,-2 3 42-16,-2 3-10 0,0 2 7 0,-1 2 1 0,-1 3-14 15,2 12-13-15,-2 4 8 0,-2 0-20 16,0 3 22-16,0 1-32 0,-2 1 31 0,0 1-5 0,0 2-6 15,-2 2 10-15,1 1-29 0,-1-1-37 0,0 0 29 16,2 1-27-16,0-4 25 0,0-1-27 0,4-3 32 16,0-2-3-16,2-2-8 0,0-3 1 0,1 0 2 15,3-4-8-15,-1-2-26 0,2-1 29 0,0-11-31 16,0 1 23-16,0-1-15 0,0-3 25 0,0 1-31 16,3-2 35-16,-4-2-33 0,1-1 33 0,-2-1-31 15,2 0 32-15,-2-4 5 0,-3-4-8 0,1-3 4 16,-1 2-2-16,-4-6-7 0,2-1-8 0,3-2-21 15,-5-2 30-15,2-2-32 0,-2-1 32 0,0-2-30 16,0 0 33-16,-2-4-35 0,2-3 33 0,0 2-25 16,0-13 35-16,-3 20-36 0,3-20 36 0,0 17-25 15,0-17 3-15,-2 12 2 0,2-12 21 0,0 0-32 16,-2 13 31-16,2-13-29 0,0 0 29 0,-5 7-30 16,5-7 24-16,0 0-28 0,0 0 34 0,-6 7-32 15,6-7 30-15,0 0-32 0,0 0 33 0,0 0-31 16,-9 6 28-16,9-6-34 0,0 0 35 0,0 0-31 15,0 0 29-15,0 0-29 0,0 0 29 0,-9 5-37 0,9-5 40 16,0 0-31-16,0 0 26 0,0 0-27 0,0 0 34 16,0 0-28-16,0 0 23 0,0 0-26 15,0 0 23-15,0 0-30 0,0 0 34 0,0 0-37 0,0 0 30 16,0 0-31-16,0 0 34 0,0 0-38 0,-7-6 27 16,7 6-75-16,0 0 34 0,0 0-72 0,-4-12 31 15,4 12-13-15,0 0-54 0,0-12 2 0,0 12-51 16,0 0-50-16,0-15-98 0,0 15-236 0,-2-13-95 15</inkml:trace>
  <inkml:trace contextRef="#ctx0" brushRef="#br0" timeOffset="184175.1496">20754 10546 124 0,'0'0'111'0,"0"0"-26"0,0 0-15 16,0 0-30-16,0 0 6 0,0 0-24 0,13-5 5 15,-13 5-26-15,23-4 23 0,-5 1 1 0,7 1 13 16,9-2 13-16,5 0 28 0,11-2-19 0,8 2-7 16,18 0-12-16,5 0 16 0,9 2 6 0,4 1-11 15,7 1-4-15,0 0-8 0,5 1 2 0,3 1-8 16,20 3-4-16,-20-1-12 0,-3 3 2 0,0-1-8 15,-5 2 4-15,-4-3-5 0,-4 3 1 0,-5-1-7 16,-3-1 4-16,-7 2-5 0,-2-2 7 0,-7 0-11 16,-11 0 7-16,-1-1-4 0,-3-1 2 0,-3 0-6 15,0 0 5-15,-4-2-6 0,-6 1 6 0,-2-1-3 16,-1 1 2-16,-3-1-3 0,-3-1 4 0,-2 0-4 16,-1-1 9-16,-1 2-7 0,-4-2-1 0,-3 0-2 0,1-1 4 15,-1 0-4-15,-3 1 2 0,0-1-4 0,-2 1 4 16,-2-1-4-16,-2-1 6 0,-12 2 0 15,24-1-2-15,-24 1-1 0,19-2 6 0,-19 2-10 0,16 0 7 16,-16 0-8-16,13-2 7 0,-13 2-9 0,0 0-8 16,16-1-38-16,-16 1-33 0,0 0-21 0,13 2-62 15,-13-2-141-15,0 0 231 0</inkml:trace>
  <inkml:trace contextRef="#ctx0" brushRef="#br0" timeOffset="185662.8874">25736 8826 47 0,'-6'-7'113'0,"6"7"-9"15,0 0-20-15,0 0-24 0,0 0-13 0,0 0-8 16,0 0-9-16,0 0-5 0,0 0-5 0,0 0-4 0,-4-7-5 16,4 7 3-16,0 0-14 0,0 0 10 0,0 0-4 15,0 0 1-15,0 0-9 0,0 0-7 16,0 0 14-16,0 0-2 0,0 0-1 0,0 0 4 15,0 0-2-15,0 0-4 0,0 0 1 0,0 0-5 16,0 0-2-16,0 0 13 0,0 0-3 0,0 0 0 0,6 8-3 16,-6-8-1-16,0 0 2 0,9 8-1 15,-9-8-2-15,8 7-2 0,-8-7 5 0,7 6 0 16,-7-6 0-16,11 9-1 0,-11-9 1 0,9 9 3 16,-9-9 26-16,9 11-7 0,-3-5-3 0,-6-6-10 15,12 13 1-15,-6-6 4 0,1 1-4 0,-2-1-6 0,2 1 3 16,-1-1-1-16,-6-7 1 0,11 17-3 0,-6-9 4 15,3 4-8-15,-2-1 6 0,0 0-12 16,1 1 11-16,-1 3 6 0,2-2-6 0,-2 3-11 16,1 2 10-16,-1 2-6 0,2 1 3 0,-4 0-2 15,1 3-4-15,1 0 0 0,-4 0 5 0,1 3 1 16,-1 0 2-16,0 1-1 0,-2 0 0 0,0 0 0 0,0-2-3 16,0 3 7-16,0-2-7 0,-2 0 8 0,2 1-5 15,-2-3 3-15,0 0 0 0,2-1-5 0,-1-1 0 16,-1-1 9-16,0-2-7 0,0-2 0 15,0 0 5-15,-2-1-3 0,1-1-2 0,1 0 2 16,-4-2-2-16,2-1 8 0,-2 0-7 0,1 0 2 0,-1-1-20 16,-2-1-81-16,2 0-188 0,-1-3 267 0</inkml:trace>
  <inkml:trace contextRef="#ctx0" brushRef="#br0" timeOffset="187651.4785">24491 12872 85 0,'0'0'242'0,"0"0"-43"0,0 0-16 16,-13-4-18-16,13 4 13 0,0 0-9 0,0 0-20 16,-9-4-3-16,9 4-3 0,0 0-2 0,0 0-20 15,-9-6-1-15,9 6-12 0,0 0-8 0,0 0-8 16,0 0-16-16,-6-6-9 0,6 6-22 0,0 0-2 15,0 0-8-15,0 0-6 0,7-11-8 0,-7 11 1 16,15-5 15-16,-3 2-7 0,5-3-3 0,6 1 2 16,11-2-3-16,10-2 5 0,8 0-2 0,18-4-9 15,7 1 5-15,9 1-4 0,6-3 2 0,3 1-12 16,21-2-6-16,2-1-1 0,-18 4 1 0,-1-1-2 16,0 0-1-16,-3 1 1 0,-3 2-3 0,-5 0-1 15,-4-2-1-15,-5 5 1 0,-7 1 3 0,-12 1-2 16,-5 1 1-16,-3 1-3 0,-12 1-2 0,-2-1-7 15,-7 3 7-15,-4 0-41 0,-4 0-38 0,-3 0-61 16,-2 2-26-16,-2-1-69 0,-3 1-98 0,-2-1-282 16,-11-1-131-16</inkml:trace>
  <inkml:trace contextRef="#ctx0" brushRef="#br0" timeOffset="195837.8076">13440 8918 26 0,'0'0'205'0,"-13"-2"-49"0,13 2-20 0,-18-1 0 15,18 1-35-15,-19-2-22 0,19 2-19 0,-23 0-8 16,23 0-7-16,-25 0-3 0,10 0 2 0,1 2-10 0,-4 1-7 15,2-2-10-15,-1 1 2 0,-2 1-6 0,1-1-5 16,1 3 4-16,-2 1-2 0,2 0 0 0,-4 1-9 16,3 0 6-16,0 3-2 0,2-1 6 0,3 0-6 15,-1 0 3-15,3 1 1 0,2 2-4 0,1-2 5 16,0 4-4-16,0 0-2 0,5 1 4 0,-1 3 27 16,0-1 4-16,2 3-1 0,1 1 28 0,1 3-18 15,1 3 1-15,1 5-20 0,2 1 6 0,0 0 3 16,3 7-14-16,-1 2 12 0,4 1 7 0,-1 2 8 15,2 2-20-15,-1 2 17 0,3 10 1 0,1 3-10 16,-1 2-27-16,-1 3 20 0,1 2-24 0,-1 1 17 16,0 3-25-16,-1-1 29 0,-2 1-26 0,3 1 23 15,-4-1 7-15,-1 1-11 0,-1 0-2 0,-1 0-32 16,-2 0 29-16,-3-2-27 0,0-3 25 0,-5 0-29 16,2-2 30-16,-5-5 1 0,3-10-3 0,-6-2-4 0,2-2-3 15,-2-2-31-15,-1-3 42 0,-1-2-6 16,-2-4-15-16,-3-2 15 0,1-1-4 0,-2-3-1 15,0-2 1-15,2-6 1 0,-2-1-5 0,1-4-18 0,-1 0 22 16,2-5-2-16,2-3 1 0,1-2-3 0,1-1 10 16,2-4-7-16,-1 0-5 0,12-3 3 0,-22-4 1 15,13 0-3-15,2-3-32 0,1-3 40 0,-1 0-37 16,2-2 34-16,3-3-32 0,2 2 38 0,0-1-4 16,0-2-3-16,2-1 2 0,2 1-5 0,2 1-7 15,-2 1 3-15,3-1 2 0,-1 3 1 0,-1 0-3 16,4 1 1-16,-2 0-2 0,2 3-4 0,2 0 4 15,-2 2 4-15,2 1-4 0,1 0 1 0,1 2 0 16,0 1 4-16,1 1-10 0,1 1 4 0,3 3 5 16,1 2-1-16,0 0 1 0,0 4-1 0,0 3 2 15,4 2-9-15,-4 4-8 0,0 1 25 0,-1 4-3 16,1 6-4-16,0 0 2 0,-3 6-1 0,-2 1 1 16,2 1 17-16,-5 2-2 0,0 2 4 0,2 2 17 15,-4 1 6-15,-2 0-9 0,2 2-13 0,-2 0 4 16,-1-1-14-16,1 0 25 0,-1 0-1 0,2-1-4 15,-1-1 0-15,-1-1 5 0,1-3-3 0,2 0 6 16,-2-6 7-16,1-1-7 0,1 0 10 0,1-2 0 0,-1-1 0 16,1-1 2-16,2 0 16 0,1-4-6 0,3 1 3 15,-2-3-22-15,4 0 3 0,2-3-20 16,0 0 18-16,5-3 3 0,2-2-9 0,2 0-7 16,1-3-1-16,5-1-1 0,3-2-5 0,-2-2-4 0,10 0-4 15,-6-3-2-15,7 0 0 0,-5-1 3 0,-1-1-5 16,2-1 11-16,-3 2-19 0,0-2 13 15,-2-2-21-15,-1 2 17 0,-4-1-20 0,-3 1-4 0,-1 0 4 16,0-1 2-16,-3 0 0 0,-3 1-4 0,0 0 1 16,1-1 1-16,-2 1-7 0,4-3 4 0,-1 1-2 15,1 1-3-15,0-3-14 0,1 1-33 0,-1-1-61 16,1-1-44-16,0 1-15 0,0-1-32 0,-1 0-22 16,-2-1-64-16,-3 4-55 0,0-3-420 0,-3 2-284 15</inkml:trace>
  <inkml:trace contextRef="#ctx0" brushRef="#br0" timeOffset="197559.2761">2487 13722 39 0,'3'-10'292'15,"1"0"-88"-15,-4 10-23 0,4-18 5 16,-4 18-6-16,3-16-35 0,-3 16-28 0,3-17-3 16,-3 17 14-16,1-16-13 0,-1 16-24 0,0-14 10 0,0 14 7 15,-1-12-12-15,1 12-7 0,-3-11-17 16,3 11-15-16,-6-7-16 0,6 7-8 0,-9-2 12 0,9 2-1 15,-17 4 1-15,8 0 3 0,-5 4 28 0,1 1-50 16,-4 1 32-16,-1 5-49 0,-2 1 38 0,1 2-52 16,-2 2-2-16,1-1 1 0,2 2 5 0,1-2 0 15,5-1 3-15,0-2-2 0,1 0 1 0,5 0 0 16,0-1-2-16,4-1-2 0,0-2 5 0,2 1 2 0,3 1 2 16,2 0 2-16,1 0-2 0,3-2 3 0,1 1-1 15,3 0-3-15,-1-3 1 0,4 4-2 0,-2-1 0 16,4-1-2-16,-2 1-2 0,1-5 1 0,1 5 3 15,0-1-4-15,0-1 0 0,-1 0 1 0,1 0-9 16,-2 0 7-16,2-1 5 0,-4 1 0 0,0-1-3 16,-2 0 1-16,-1-2 0 0,1 2-4 0,-4-2 3 15,0 0 3-15,-2-1-4 0,-6-7 0 0,7 17 4 16,-7-17-1-16,0 16-8 0,-4-7 9 0,-2 0-5 16,-5 2 6-16,-2 1 40 0,-5 3-58 0,-3 1 10 15,-5 0 42-15,-6 4-54 0,-2-1 1 0,-5 0 25 0,0 0-25 16,-1-1 50-16,-1-1-58 0,1-1 5 0,0 1 3 15,3-4 3-15,-1 3 2 0,12-7 0 0,4-2 6 16,3-2-3-16,5-1-1 0,0-3-20 0,14-1-29 16,-15 1-16-16,15-1-14 0,0 0-21 0,-6-11-41 15,13 4-30-15,1-2-47 0,4-3-73 0,3-1-213 16,4 0-8-16</inkml:trace>
  <inkml:trace contextRef="#ctx0" brushRef="#br0" timeOffset="198839.4593">2984 13868 28 0,'4'-9'407'0,"-4"9"-102"16,6-12-24-16,-6 12-70 0,0 0 7 0,0-14-55 16,0 14-2-16,0 0-39 0,-7-10 19 0,7 10-65 15,0 0 21-15,-11-4-52 0,11 4 33 0,0 0-60 16,-13 3 62-16,13-3-45 0,-8 9-3 0,4-1 9 15,4-8-7-15,-7 19-5 0,3-7 9 0,0 2-9 16,1 2-3-16,1 0-3 0,-1 1-3 0,1-2-5 16,1 3-10-16,0-1 7 0,1-1-2 0,1 0 1 15,-1-3-2-15,2 3-3 0,0-2 1 0,0-3-9 16,1 0 12-16,0 0 2 0,0-3-1 0,2 2-5 16,-5-10 4-16,9 13 2 0,-9-13-1 0,8 12-1 0,-8-12 1 15,11 5-2-15,-11-5-12 0,0 0 13 16,18-2-7-16,-18 2 8 0,14-8-6 0,-7 1-1 15,-1 0-2-15,2-3 40 0,1-2-46 0,-2-2 39 16,-1 0-47-16,2-4 44 0,-2 1-49 0,2-2 52 0,-2 1-55 16,1-1 48-16,-3 3-43 0,1-1 38 0,3 5-36 15,-4-2 40-15,-2 2-46 0,2 2 48 16,-4 10-42-16,5-19 38 0,-5 19-42 0,4-15 38 0,-4 15-42 16,3-10 49-16,-3 10-46 0,0 0 52 0,0 0-30 15,0 0 39-15,13 9-24 0,-10 1 58 0,2 4-12 16,-1 1 13-16,1 10-6 0,1 4-4 0,0 3 10 15,0 7-3-15,0 3-5 0,0 3 3 0,1 1-23 16,-2 1 4-16,2 1-5 0,-1-1-23 0,0-1-2 16,1 0-10-16,-1-4 12 0,0-2-19 0,-1-6 2 15,1-2-5-15,-1-3 1 0,0-4-3 0,-1-2 3 16,1-1-4-16,-2-4 0 0,1-3 4 0,-1-1 1 16,-1-2 4-16,0-1 3 0,1-2 4 0,-3-9 2 15,5 14-6-15,-5-14 2 0,0 0-10 0,0 0 7 0,0 0-12 16,10-9 4-16,-8-2-22 0,1-5 9 15,1-5-41-15,0-4 3 0,3-4-14 0,-1-4-35 16,1-5 8-16,1-2-45 0,1-1 54 0,0-1-31 16,1 1 61-16,-2-1-38 0,2 2 50 0,-1-1-20 0,-2 8 45 15,1 0-29-15,-3 3 38 0,1 1-24 16,-2 5 35-16,-1 0-33 0,1 1 41 0,-1 6-36 16,0-1 36-16,1 4-41 0,-2 1 45 0,0 1-41 0,0 3 39 15,-2 9-34-15,5-15 33 0,-5 15-29 0,5-9 27 16,-5 9-22-16,0 0 27 0,0 0-35 0,18 3 37 15,-18-3-34-15,11 11 32 0,-6-3-41 0,0 2 40 16,3 0-30-16,-2 2 31 0,0-1-28 0,1 1-4 16,-1 1 32-16,1-2-33 0,0 0 13 0,-1-2 0 15,-1 0 27-15,0 0-21 0,1-2 0 0,-6-7-2 16,8 13-1-16,-8-13 15 0,6 12-4 0,-6-12 6 16,6 9 8-16,-6-9-1 0,0 0-5 0,8 9-5 15,-8-9-1-15,0 0-6 0,0 0-5 0,0 0 3 16,5-10-3-16,-5 10-2 0,1-14-2 0,-1 14 5 15,2-20-8-15,-1 9 13 0,-1-1-10 0,2-1 23 16,-2 2-26-16,2-3 16 0,-2 2-15 0,1 1 19 16,-1-1-23-16,0 12 21 0,1-20-25 0,-1 20 26 15,1-17-30-15,-1 17 25 0,0-13-22 0,0 13 21 16,0-12-21-16,0 12 23 0,0 0-24 0,4-13 17 16,-4 13-7-16,0 0 24 0,9-4-20 0,-9 4 21 15,0 0-20-15,18 1 16 0,-18-1-18 0,18 5 20 0,-8-1-17 16,0-1 16-16,2 1-14 0,0-1 22 0,3 2-10 15,-1-1-1-15,2-1-2 0,-2 0 1 0,3-1 15 16,-1 0-19-16,-1-2 16 0,0 0-20 16,1 0 15-16,0-2-17 0,1-3 7 0,-2 1-12 0,2-2 14 15,-3 0-16-15,1-3 16 0,0-3-18 0,0-1 16 16,-2-3-5-16,-1-3 5 0,1-3-3 0,-2-2-1 16,-2-3 1-16,-1-2-22 0,-4-2 18 0,0-3-16 15,-2-2 15-15,-1-2-14 0,-3-6 14 0,-1-1-14 16,-2-2 13-16,-1 1-12 0,-2-3 11 0,-2-1-15 15,0 3 18-15,-2 0 1 0,-1-1-5 0,-1 2 3 16,0 2-19-16,-2 1 13 0,1 1-11 0,-1 2 20 16,3 3-12-16,-1 1 10 0,2 10-10 0,2 2 12 15,2 4-3-15,-1 2-1 0,3 4 2 0,1 2-4 16,0 1 0-16,1 3-4 0,4 8 3 0,-7-8 6 16,7 8 11-16,0 0-4 0,0 0 14 0,2 21 6 15,2-4 10-15,0 5-1 0,2 9-15 0,1 8 4 16,2 4-14-16,3 5-2 0,0 9-1 0,2 0-4 15,1 3 0-15,1-1 0 0,0-1 2 0,2 1-6 0,-1-2 4 16,1-1 4-16,-2 0-3 0,1-3-10 16,-3-7-1-16,1-2-4 0,-2 0 8 0,2-3-10 15,-2 0 6-15,0-3-9 0,0 0 6 0,0-2-26 0,-3-8-30 16,1 0-93-16,0-2-53 0,-2-5-80 0,0-1-17 16,1-1-94-16,0-4-76 0,-1-2-347 0,2-2-352 15</inkml:trace>
  <inkml:trace contextRef="#ctx0" brushRef="#br0" timeOffset="199212.8801">5520 13914 297 0,'0'0'513'0,"0"0"-164"0,0 0-42 0,0 0-91 16,0 0 25-16,0 0-60 0,-13 7 41 0,-3-4-32 15,-7 3 34-15,-10 3-14 0,-10-1 26 0,-8 3-2 16,-15 2 1-16,-11 3-28 0,-9 3 4 0,-28 7 23 16,-9 1-23-16,-7 5 62 0,-12 2-68 0,-8 5-9 0,-11 5 1 15,-5 6-1-15,-41 14-10 0,-3 5-9 16,0 6 5-16,1 2-26 0,2 4-29 0,5 3-23 15,2-1-15-15,7 2-19 0,6-1-12 0,5 2-9 0,7 1-14 16,35-16 29-16,1 2-51 0,4-1 27 0,5-1-49 16,6-3 40-16,10-2-53 0,8-7 41 0,12-2-52 15,8-8 37-15,21-10-113 0,7-4 7 0,9-5-138 0,11-7-12 16,4-4-149-16,9-3-23 0,3-1-61 16,8-5-8-16,3-1-39 0,11-9-71 0,-5 12-421 0,5-12-635 15</inkml:trace>
  <inkml:trace contextRef="#ctx0" brushRef="#br0" timeOffset="202147.2729">4972 13330 4 0,'0'0'101'0,"0"0"-1"0,0 0 4 0,0 0-11 15,0 0 1-15,0 0-4 0,0 0-1 0,0 0-7 16,0 0-1-16,0 0 1 0,0 0-1 0,0 0-4 15,0 0 13-15,0 0-14 0,0 0 8 0,0 0-3 16,0 0-4-16,0 0 10 0,0 0-26 0,-9 4 17 16,9-4-39-16,0 0 23 0,0 0-31 0,0 0 20 15,0 0-28-15,0 0 20 0,0 0-21 16,0 0 44-16,0 0-22 0,0 0 54 0,0 0-38 0,0 0 43 16,0 0-59-16,0 0 34 0,0 0-46 0,13 2 37 15,-13-2-47-15,15 0 33 0,-15 0-46 0,26-2 33 16,-9 0-50-16,4-2 43 0,5 1-46 0,6-2 44 15,2-1-50-15,2 0 31 0,2 0-91 0,4-2-39 16,0 1-85-16,-5 0-91 0,0 1-359 0,-3 0-162 0</inkml:trace>
  <inkml:trace contextRef="#ctx0" brushRef="#br0" timeOffset="202462.8774">5225 13541 286 0,'0'0'347'0,"-21"3"-104"15,21-3-35-15,-14 2-57 0,14-2 6 0,0 0-31 16,-17 1 22-16,17-1-43 0,0 0 16 0,0 0-45 16,0 0 14-16,0 0-44 0,6-6 26 0,6 4-55 0,2-3 37 15,5 1-43-15,3-1 29 0,3-1-41 16,5-1 34-16,2-2-40 0,0 3 27 0,3-2-29 16,-1 0-17-16,2-1-149 0,4 1-80 0,-1-3-332 15,-5 2-103-15</inkml:trace>
  <inkml:trace contextRef="#ctx0" brushRef="#br0" timeOffset="202877.921">5628 13072 196 0,'-24'-14'383'0,"1"-1"-62"0,0 0-99 16,3 1 25-16,1 1-62 0,2 1 4 0,-1-2-67 16,3 3 63-16,-2-3-22 0,3 3-34 0,1 1-16 15,2 0-57-15,-1 2 33 0,4 0-44 0,1 2 36 16,0 0-54-16,7 6 36 0,-10-9-58 0,10 9 46 16,0 0-52-16,5-10 42 0,-5 10-60 0,19-4 53 15,-1 2-44-15,4 2 46 0,7 2-7 0,8 2-6 16,8 1-3-16,3 1-20 0,2 2 11 0,4 2 4 0,10 4 1 15,0 4-7-15,-1 0-1 0,0 2-2 16,-3 2-48-16,-1 1 48 0,-3 2-42 0,-4 0 56 16,-5 0-55-16,-9-1 54 0,-2 0-47 0,-3-1 48 15,-3 1-46-15,-4-1 42 0,-5-4-42 0,-2 0 52 0,-3 0-52 16,-3-2 49-16,-3-1-48 0,-3-1 44 0,-4-1-43 16,-3 1 52-16,-5-1-50 0,-5 3 46 0,-8 4-50 15,-8 2 53-15,-7 0-52 0,-5 0 41 0,-12 3 6 16,-3 0-47-16,-3-1-82 0,-1 0-147 0,-1 0-143 15,3-1-311-15,1 0-215 0</inkml:trace>
  <inkml:trace contextRef="#ctx0" brushRef="#br0" timeOffset="210195.178">18293 6686 89 0,'0'0'224'0,"-11"2"-60"0,11-2-35 15,0 0-28-15,0 0-2 0,0 0-12 0,-10-4-23 16,10 4-13-16,0 0-9 0,0 0-9 0,0 0-12 16,1-12-3-16,-1 12-1 0,0 0-3 0,0 0 0 15,6-11 8-15,-6 11 2 0,0 0-8 0,0 0 1 16,5-7-2-16,-5 7 6 0,0 0 14 0,0 0 4 15,0 0 2-15,0 0-8 0,0 0-2 16,0 0-3-16,3-11-11 0,-3 11 1 0,0 0-4 0,0 0-2 16,0 0-2-16,0 0-5 0,0 0-3 0,0 0-2 15,2-9-1-15,-2 9 5 0,0 0-3 0,0 0 3 16,0 0-13-16,0 0 14 0,0 0-4 0,0 0 1 16,0 0-3-16,0 0 0 0,0 0 1 0,0 0-4 0,0 0 4 15,0 0 3-15,0 0-19 0,0 0 19 0,0 0 0 16,0 0-1-16,0 0-3 0,0 0 3 0,0 0 0 15,0 0-5-15,0 0 6 0,0 0-3 0,0 0 1 16,0 0-2-16,0 0 1 0,0 0 0 0,0 0-4 16,0 0 4-16,0 0 4 0,6-9 0 15,-6 9-6-15,0 0 0 0,17 0 6 0,-17 0-6 0,16 0 6 16,-16 0 0-16,26 0 1 0,-12 0-9 0,3 0 7 16,2-1 0-16,1 1-4 0,3 0 8 0,1-1 1 15,4 1 6-15,1 0-9 0,2 0-1 0,1 0 1 16,6-1-14-16,-1 1 11 0,2-1-1 0,0 1 3 15,-1-1-4-15,-1 0-9 0,-5 1 13 0,0 0 1 16,-2 0-5-16,0 1 3 0,-3-2-3 0,-4 2-1 16,-3-1-3-16,1 1 8 0,-3 0-3 0,-3-1-13 15,0 0 14-15,-2 1 1 0,-13-1 1 0,22 0-6 16,-22 0 4-16,16 1-2 0,-16-1 0 0,0 0 4 16,18 0-1-16,-18 0-5 0,0 0 4 0,0 0-5 15,0 0 6-15,0 0-4 0,0 0 4 0,-21-1-1 16,21 1 2-16,-29 0-2 0,10 0-4 0,-2 0 7 15,-3 0-2-15,-4 1 1 0,-1-1-3 0,0 0-3 16,-1 1 7-16,-1-1 6 0,1 1-8 0,0-1-8 16,0 1 9-16,2 0-3 0,-2-1-4 0,3 0 3 0,4 0 2 15,0 0 3-15,1 1-8 0,2-1 5 16,2 0-1-16,3 0-2 0,1 0 5 0,14 0 0 16,-23 0-2-16,23 0-3 0,-18 2 5 0,18-2-1 0,0 0-6 15,-18 1 9-15,18-1-3 0,0 0 0 0,0 0 0 16,0 0 2-16,17 2 10 0,-5-1-17 0,5-1 15 15,3 0-13-15,3 0 2 0,5 0-1 0,4 0 0 16,1 0-4-16,6 0-4 0,0 0 8 0,2 0 2 16,-1 0 0-16,1 1-3 0,-2-1-1 0,0 0 4 15,0 0-1-15,-6 0-2 0,-1 0 0 0,-2 0 1 16,-1 0 2-16,-1 0-4 0,-5 0 11 0,-1 0-12 16,-2 0 7-16,-2 0-5 0,-3 0 5 0,-1 0-14 15,-14 0 11-15,21 0-13 0,-21 0 3 0,15 0 3 16,-15 0-6-16,0 0 4 0,0 0 2 0,0 0 6 15,0 0-7-15,-15 4 3 0,1-2 3 0,-4-1-6 16,-6 2 11-16,-3-1-5 0,-3 3 2 0,-6-4-4 16,-1 1 12-16,-2 1-7 0,-1-1 4 0,1 0-13 15,0 1 14-15,0-2-9 0,2 1 9 0,1 0-14 16,4-1 9-16,2-1-8 0,3 1 11 0,3-1-7 16,4 2 7-16,1-2-12 0,3 0 18 0,1 1-12 15,15-1 16-15,-25 0-23 0,25 0 18 0,-17 0-12 16,17 0 8-16,0 0-9 0,-13 0 7 0,13 0-7 0,0 0 10 15,0 0-44-15,0 0 52 0,16-4-12 0,-16 4 6 16,25-4-12-16,-8 2 9 0,4 0-18 16,3-1 6-16,3 1 3 0,0-1-3 0,3 0 4 15,7 0-4-15,-2-1 5 0,1 0-5 0,-1 3 9 0,1-2-5 16,-1 0 3-16,-5 2-3 0,-1-1-5 0,-1-1 8 16,-1 2 0-16,-4 1-1 0,-3-2 1 0,-1 1-3 15,-2 1-3-15,-4-1-1 0,0 1 1 16,-13 0 1-16,22-1-9 0,-22 1 7 0,15 0 1 0,-15 0-1 15,0 0-1-15,0 0 6 0,0 0 4 0,0 0 0 16,-14 6-4-16,0-3 3 0,-5-1 2 0,-6 0-4 16,-2 2-1-16,-1-2-8 0,-9 2 12 0,2-2 10 15,-3 3-20-15,-1-3 16 0,1 0-21 0,-1 1 19 16,3-2-8-16,-1 1 8 0,2 0-9 0,5 0 10 16,2 0-9-16,5-2 6 0,2 1-4 0,3 1 13 15,2-2-14-15,3 0 12 0,13 0-17 0,-21 0 14 16,21 0-16-16,0 0 14 0,-12 0-14 0,12 0 12 15,0 0-9-15,0 0 11 0,17-5-13 0,-5 4 13 16,3-2-17-16,4 1 5 0,2 1-3 0,3-2 2 16,2 0 0-16,2 0-15 0,1-1 22 0,0 3 0 15,1-3-5-15,0 2 3 0,0 0 0 0,-1-1 3 16,-1 2-7-16,0-1 7 0,-4-1-5 0,-1 2 5 16,-3 0-3-16,-3-1-1 0,-1 2 3 0,-2-1-2 0,-1 0-8 15,-13 1 8-15,19-1-2 0,-19 1 2 16,14-1-6-16,-14 1 6 0,0 0-2 0,0 0-2 15,0 0 5-15,0 0-4 0,-21-3 4 0,7 3-2 16,-6 0-3-16,-3 0 1 0,-6-1 2 0,-2 1 1 0,-6 1 0 16,-1-1 0-16,-1 0 1 0,-2 0 3 0,1-1-8 15,0 1 7-15,-1 0-2 0,2 0-7 16,2 0 10-16,3 0 0 0,3 0-6 0,2 0-3 16,1-1 10-16,5 1-4 0,4-2-2 0,1 2 8 0,2 0-6 15,4-1-2-15,12 1-7 0,-17-2 12 16,17 2-4-16,0 0-5 0,0 0 6 0,0 0-2 0,0 0-1 15,14-2 6-15,-1 2-5 0,8 0-4 0,6-2-1 16,4 1-7-16,6 1-4 0,3-1 7 0,5 0-7 16,6 1 5-16,0 0 5 0,0 0-1 0,1 1-1 15,-3 0 0-15,-7 2 2 0,-2-3-2 0,-2 2-2 16,-3 1 7-16,-5 0 3 0,-3-3-3 0,-5 2 1 16,-3 1-1-16,0-2-2 0,-5 0-1 0,-1 0 1 15,-13-1 5-15,18 3-6 0,-18-3 7 0,0 0-2 16,0 0 0-16,0 0 0 0,0 0-1 15,-12 8 3-15,-2-8-1 0,-7 2-3 0,-6 0 8 0,-4 0-4 16,-7-2 3-16,-2 2 0 0,-9 1-7 0,0-2 12 16,0 1-6-16,0-1 8 0,6 1-11 0,0-2 1 15,3 1-2-15,1 0-17 0,2 0-28 0,7-1-46 16,2 0-53-16,5 0-69 0,3 0-104 0,4 0 222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8-30T09:59:50.4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17949 8707 49 0,'0'0'63'0,"0"0"-10"16,0 0-5-16,0 0-2 0,0 0-13 15,0 0 4-15,0 0-13 0,0 0 8 0,0 0-10 16,0 0-3-16,0 0-3 0,0 0 0 0,0 0 0 0,0 0-13 16,0 0 27-16,0 0-5 0,0 0 0 0,0 0-2 15,0 0-3-15,0 0-4 0,0 0-4 16,0 0 2-16,0 0 0 0,0 0 0 0,0 0-1 0,0 0-1 15,0 0-2-15,0 0-2 0,0 0 5 0,0 0 5 16,0 0-1-16,0 0-2 0,0 0 0 0,0 0-6 16,0 0 0-16,0 0 4 0,0 0-2 0,0 0 0 15,0 0-3-15,0 0 4 0,0 0-9 0,0 0 12 16,0 0-5-16,0 0-1 0,0 0 5 0,0 0-1 16,0 0-4-16,0 0-1 0,0 0 5 0,0 0-3 15,0 0 1-15,0 0 0 0,0 0-3 0,0 0 2 16,0 0-4-16,0 0 2 0,0 0-1 0,0 0-3 15,0 0 5-15,0 0-5 0,0 0 1 0,0 0 0 16,0 0-1-16,0 0-4 0,0 0 2 0,0 0 0 16,0 0-1-16,0 0-1 0,0 0-2 0,0 0-11 15,0 0 20-15,0 0-7 0,0 0 1 0,0 0 4 0,0 0-10 16,0 0 7-16,0 0-4 0,0 0 4 16,0 0 2-16,0 0-9 0,0 0 4 0,0 0 3 15,0 0 0-15,0 0-4 0,0 0 1 0,0 0 2 0,0 0-1 16,0 0 2-16,0 0-1 0,0 0 0 15,0 0-5-15,0 0 4 0,0 0 4 0,0 0-2 16,0 0-3-16,0 0 0 0,0 0 3 0,0 0-5 0,0 0 4 16,0 0-5-16,0 0 4 0,0 0 4 0,0 0-3 15,0 0 0-15,0 0-4 0,0 0 5 16,0 0-5-16,0 0 5 0,0 0-1 0,0 0 1 0,0 0-2 16,0 0 0-16,0 0 0 0,0 0-2 0,0 0 1 15,0 0 0-15,0 0-2 0,0 0 3 0,0 0 0 16,0 0-2-16,0 0 1 0,0 0 3 0,0 0 1 15,0 0-8-15,0 0 8 0,0 0 1 0,0 0-8 16,0 0 2-16,0 0 4 0,0 0-5 0,0 0 3 16,0 0-2-16,0 0 1 0,0 0 1 0,0 0 1 15,0 0-2-15,0 0 2 0,0 0 0 0,0 0 1 16,0 0-1-16,0 0-2 0,0 0 0 0,0 0 1 16,0 0 0-16,0 0 1 0,0 0-2 0,0 0 2 15,0 0-5-15,0 0 4 0,0 0 0 0,0 0 0 16,0 0 0-16,0 0 3 0,0 0-3 0,0 0-6 0,0 0 6 15,0 0 3-15,0 0-5 0,0 0 6 16,0 0-3-16,0 0 1 0,0 0-1 0,0 0 3 16,0 0-3-16,0 0 2 0,0 0 4 0,0 0 4 15,0 0 5-15,0 0-5 0,0 0 1 0,0 0-3 16,0 0 4-16,0 0 0 0,0 0-6 0,0 0 3 16,0 0-5-16,0 0-2 0,0 0 3 0,0 0 1 15,0 0-5-15,0 0 3 0,0 0 1 0,0 0-5 16,0 0-1-16,0 0 3 0,0 0 2 0,0 0-5 0,0 0 3 15,0 0-3-15,0 0 0 0,0 0-3 0,0 0 5 16,0 0 2-16,0 0-4 0,0 0-2 0,0 0 3 16,0 0 4-16,0 0-8 0,0 0 3 0,0 0 0 15,0 0-2-15,0 0 6 0,0 0-4 0,0 0 0 16,0 0-2-16,0 0 2 0,0 0 2 0,0 0-5 16,0 0 4-16,0 0-1 0,0 0 4 0,0 0-4 15,0 0 2-15,0 0-1 0,0 0-3 0,0 0 3 16,0 0 0-16,0 0-3 0,0 0 4 0,0 0-6 15,0 0 4-15,0 0 2 0,0 0 1 0,0 0 1 16,0 0-6-16,0 0 3 0,0 0-2 0,0 0 1 16,0 0 4-16,0 0-4 0,0 0 2 0,0 0-1 15,0 0-1-15,0 0-2 0,0 0 3 0,0 0-1 16,0 0-1-16,0 0 3 0,0 0 1 0,0 0-4 16,0 0-1-16,0 0 3 0,0 0 2 0,0 0-5 15,0 0 2-15,0 0 0 0,0 0 1 0,0 0-3 16,0 0 4-16,0 0-5 0,0 0 2 0,0 0 2 15,0 0-1-15,0 0-3 0,0 0 4 0,0 0 1 0,0 0-4 16,0 0 3-16,0 0-2 0,0 0 3 0,0 0-2 16,0 0-2-16,0 0-8 0,0 0 15 15,0 0-3-15,0 0-4 0,0 0 6 0,0 0-4 16,0 0 1-16,0 0-6 0,0 0 7 0,0 0-4 0,0 0-3 16,0 0 5-16,0 0 6 0,0 0-3 0,0 0-6 15,0 0 2-15,0 0 4 0,0 0-4 16,0 0 3-16,0 0-3 0,0 0-1 0,0 0 1 0,0 0 3 15,0 0 1-15,0 0-5 0,0 0 4 0,-5 9-2 16,5-9 2-16,0 0-3 0,0 0 4 0,0 0-2 16,0 0-2-16,0 0-1 0,0 0 2 0,0 0 0 15,0 0-3-15,0 0 5 0,0 0-1 0,0 0-1 16,0 0 1-16,0 0-2 0,0 0 3 0,0 0-4 16,0 0 2-16,0 0 4 0,0 0-8 0,0 0 4 15,0 0 0-15,0 0 0 0,0 0-1 0,0 0-10 16,0 0 14-16,0 0 0 0,0 0-6 0,0 0 7 15,0 0-2-15,0 0 1 0,0 0-7 0,0 0 4 16,0 0 5-16,0 0-13 0,0 0 10 0,0 0 1 16,0 0-3-16,0 0-1 0,0 0 1 0,0 0 0 15,0 0-3-15,0 0 4 0,0 0 0 0,0 0 1 16,0 0-4-16,0 0 0 0,0 0 5 0,0 0-4 16,0 0 5-16,0 0-4 0,0 0 0 0,0 0-4 0,0 0 5 15,0 0-1-15,0 0 0 0,0 0 0 0,0 0 1 16,0 0-1-16,0 0-2 0,0 0 5 15,0 0-5-15,0 0 2 0,0 0-1 0,0 0 2 16,0 0 0-16,0 0 0 0,0 0-1 0,0 0 1 0,0 0-4 16,0 0 2-16,0 0 1 0,0 0 1 15,0 0 0-15,0 0-4 0,0 0 5 0,0 0-2 0,0 0 3 16,0 0 0-16,0 0-6 0,0 0 3 0,0 0-2 16,0 0 1-16,0 0 4 0,0 0-3 0,0 0 2 15,0 0-2-15,0 0 2 0,0 0-4 0,0 0 2 16,0 0 2-16,0 0-10 0,0 0 12 0,0 0-6 15,0 0 4-15,0 0-5 0,0 0 5 0,0 0-2 16,0 0-1-16,0 0 3 0,0 0-2 0,0 0 0 16,0 0-1-16,0 0 2 0,0 0-1 0,0 0-1 15,0 0 3-15,0 0-4 0,0 0 3 0,0 0 1 0,0 0 1 16,0 0-4-16,0 0-1 0,0 0 4 16,0 0-3-16,0 0-1 0,0 0 0 0,0 0 4 15,0 0-2-15,0 0-1 0,0 0 4 0,0 0-5 16,0 0 1-16,0 0 3 0,0 0-3 0,0 0 0 0,0 0 3 15,0 0-2-15,0 0 2 0,0 0-2 16,0 0 0-16,0 0 0 0,0 0 0 0,0 0 0 16,0 0-4-16,0 0 4 0,0 0 0 0,0 0-1 15,0 0-1-15,0 0 4 0,0 0-2 0,0 0 1 0,0 0 1 16,0 0-2-16,0 0 0 0,0 0-3 16,0 0 4-16,0 0 2 0,0 0-8 0,0 0 6 15,0 0 0-15,0 0 1 0,0 0-4 0,0 0 3 0,0 0 0 16,0 0 0-16,0 0 0 0,0 0 2 0,0 0-3 15,0 0 0-15,0 0-1 0,0 0 0 0,0 0 0 16,0 0 5-16,0 0-5 0,0 0 0 16,0 0 3-16,0 0-1 0,0 0-6 0,0 0 3 0,0 0 4 15,0 0-2-15,0 0 0 0,0 0 0 0,0 0-3 16,0 0 2-16,0 0 0 0,0 0 1 0,0 0-2 16,0 0 1-16,0 0 2 0,0 0-4 0,0 0 4 15,0 0 3-15,0 0-4 0,0 0 1 0,0 0-1 16,0 0 0-16,0 0-1 0,0 0 4 0,0 0-5 15,0 0 1-15,0 0 2 0,0 0 1 0,0 0-3 16,0 0 0-16,0 0 1 0,0 0 1 0,0 0-4 16,0 0 5-16,0 0-4 0,0 0 4 0,0 0-4 15,0 0 5-15,0 0-2 0,0 0-2 0,0 0 4 16,0 0-3-16,0 0 0 0,0 0-3 0,0 0 5 16,0 0-3-16,0 0 1 0,0 0-1 0,0 0 2 15,0 0 0-15,0 0 0 0,0 0-10 0,0 0 11 16,0 0 1-16,0 0-2 0,0 0 1 0,0 0-1 15,0 0-1-15,0 0 0 0,0 0-1 0,0 0 1 0,0 0-7 16,0 0 9-16,0 0 0 0,0 0-3 16,0 0-2-16,0 0 2 0,0 0 2 0,0 0 0 15,0 0-1-15,0 0 1 0,0 0 3 0,0 0-6 0,0 0 3 16,0 0-2-16,0 0 0 0,0 0 0 0,0 0 0 16,0 0 5-16,0 0-8 0,0 0 6 0,0 0-1 15,0 0-1-15,0 0 0 0,0 0-2 16,0 0-3-16,0 0 8 0,0 0-1 0,0 0 0 0,0 0-5 15,0 0 3-15,0 0 3 0,0 0-2 0,0 0-2 16,0 0 5-16,0 0-3 0,0 0-3 0,0 0 3 16,0 0-3-16,0 0 3 0,0 0-1 0,0 0 0 15,0 0 1-15,0 0-1 0,0 0 0 0,0 0 2 16,0 0-4-16,0 0 2 0,0 0-4 0,0 0 4 16,0 0 2-16,0 0-11 0,0 0 12 0,0 0 0 15,0 0-2-15,0 0-6 0,0 0 8 0,0 0-1 16,0 0-2-16,0 0 4 0,0 0-4 0,0 0 1 15,0 0-5-15,0 0 4 0,0 0 0 0,0 0-1 16,0 0 5-16,0 0-3 0,0 0-1 0,0 0-5 0,0 0 9 16,0 0-4-16,0 0-2 0,0 0 4 0,0 0-2 15,0 0 1-15,0 0-2 0,0 0 3 16,0 0-2-16,0 0-1 0,0 0 1 0,0 0-1 16,0 0-1-16,0 0 3 0,0 0 1 0,0 0-3 0,0 0 0 15,0 0 2-15,0 0 0 0,0 0-2 0,0 0 4 16,0 0-6-16,0 0 3 0,0 0-1 15,0 0 1-15,0 0 1 0,0 0-2 0,0 0 5 0,0 0-5 16,0 0 3-16,0 0 1 0,0 0-5 0,0 0 0 16,0 0-1-16,0 0 5 0,0 0-7 0,0 0 4 15,0 0 5-15,0 0-7 0,0 0 2 0,0 0 3 16,0 0-1-16,0 0-5 0,0 0 4 0,0 0 1 16,0 0-2-16,0 0 4 0,0 0-1 0,0 0-2 15,0 0-1-15,0 0 1 0,0 0 1 0,0 0-1 16,0 0 0-16,0 0 0 0,0 0-1 0,0 0 1 15,0 0 2-15,0 0-5 0,0 0-2 0,0 0 8 16,0 0-2-16,0 0 0 0,0 0 3 0,0 0-5 16,0 0-1-16,0 0 2 0,0 0 1 0,0 0-1 15,0 0-2-15,0 0 3 0,0 0-4 0,0 0 4 0,0 0 0 16,0 0 1-16,0 0-2 0,0 0-1 16,0 0 3-16,0 0-4 0,0 0 2 0,0 0 1 15,0 0-1-15,0 0 1 0,0 0 0 0,0 0-2 16,0 0-1-16,0 0 4 0,0 0-3 0,0 0 1 0,0 0 1 15,0 0-2-15,0 0 1 0,0 0-2 16,0 0 0-16,0 0 6 0,0 0-7 0,0 0 3 16,0 0 2-16,0 0-2 0,0 0-3 0,0 0 7 0,0 0-4 15,0 0-1-15,0 0 2 0,0 0-2 0,0 0 4 16,0 0-4-16,0 0 1 0,0 0 3 0,0 0-5 16,0 0 2-16,0 0-2 0,0 0 1 15,0 0 3-15,0 0-10 0,0 0 9 0,0 0-1 0,0 0 1 16,0 0 0-16,0 0 1 0,0 0 0 0,0 0-4 15,0 0 2-15,0 0 1 0,0 0-5 0,0 0 5 16,0 0 1-16,0 0-2 0,0 0-3 0,0 0 4 16,0 0-1-16,0 0 0 0,0 0 0 0,0 0 1 15,0 0 2-15,0 0-4 0,0 0 2 0,0 0 1 16,0 0-4-16,0 0 0 0,0 0 4 0,0 0-3 16,0 0-2-16,0 0 6 0,0 0-3 0,0 0-3 15,0 0 5-15,0 0-3 0,0 0 3 0,0 0-3 16,0 0 3-16,0 0-2 0,0 0-1 0,0 0 1 15,0 0-2-15,0 0 4 0,0 0 0 0,0 0-1 16,0 0 0-16,0 0-3 0,0 0 3 0,0 0-1 16,0 0 2-16,0 0-2 0,0 0-8 0,0 0 9 15,0 0 0-15,0 0 1 0,0 0-5 0,0 0 1 16,0 0 0-16,0 0 1 0,0 0 1 0,0 0 1 0,0 0-8 16,0 0 12-16,0 0-3 0,0 0 1 0,0 0-3 15,0 0 3-15,0 0-1 0,0 0-4 16,0 0 2-16,0 0-2 0,0 0 4 0,0 0-8 0,0 0 9 15,0 0 1-15,0 0-4 0,0 0 0 0,0 0 1 16,0 0 0-16,0 0-3 0,0 0 2 16,0 0 0-16,0 0-1 0,0 0 2 0,0 0-1 15,0 0 0-15,0 0-2 0,0 0 4 0,0 0-2 0,0 0-2 16,0 0 4-16,0 0-1 0,0 0 0 0,0 0 1 16,0 0-2-16,0 0 1 0,0 0-2 0,0 0 0 15,0 0-4-15,0 0 7 0,0 0 0 0,0 0-4 16,0 0 2-16,0 0 3 0,0 0-4 0,0 0 6 15,0 0-4-15,0 0 1 0,0 0-2 0,0 0-1 16,0 0 5-16,0 0-2 0,0 0 2 0,0 0-2 16,0 0 6-16,0 0-8 0,0 0 5 0,0 0-4 15,0 0 1-15,0 0 3 0,0 0-3 0,0 0 2 16,0 0-3-16,0 0 4 0,0 0-4 0,0 0-3 16,0 0 7-16,0 0 0 0,0 0-1 0,0 0-4 15,0 0 3-15,0 0 0 0,0 0-6 0,0 0 7 16,0 0-1-16,0 0-2 0,0 0-1 0,0 0-1 15,0 0 1-15,0 0-2 0,0 0 5 0,0 0-3 16,0 0 1-16,0 0 1 0,0 0-2 0,0 0-1 16,0 0 2-16,0 0-1 0,0 0-1 0,0 0 0 0,0 0-1 15,0 0-2-15,0 0 4 0,0 0-5 16,0 0 6-16,0 0 1 0,0 0 0 0,0 0 0 0,0 0-4 16,0 0 2-16,0 0 2 0,0 0-3 0,0 0-4 15,0 0 7-15,0 0-2 0,0 0 2 0,0 0-1 16,0 0 0-16,0 0-1 0,0 0 4 15,0 0-4-15,0 0 2 0,0 0-6 0,0 0 5 0,0 0-1 16,0 0 0-16,0 0 0 0,0 0 2 0,0 0-1 16,0 0-4-16,0 0 4 0,0 0-1 0,0 0 0 15,0 0 1-15,0 0 0 0,0 0-1 0,0 0 0 16,0 0 2-16,0 0-2 0,0 0-2 0,0 0 6 16,0 0-5-16,0 0 2 0,0 0-1 0,0 0-11 15,0 0 14-15,0 0-1 0,0 0 0 0,0 0 2 16,0 0-2-16,0 0-3 0,0 0 0 0,0 0 1 15,0 0 1-15,0 0 2 0,0 0-3 0,0 0-1 16,0 0 2-16,0 0-5 0,0 0 5 0,0 0-1 16,0 0-1-16,0 0 1 0,0 0 0 0,0 0 1 15,0 0-6-15,0 0 7 0,0 0-5 0,0 0 1 0,0 0 3 16,0 0 1-16,0 0 1 16,0 0-4-16,0 0 3 0,0 0-2 0,0 0-2 0,0 0 4 15,0 0-2-15,0 0 1 0,0 0-3 0,0 0 4 0,0 0-2 16,0 0-1-16,0 0 1 0,0 0 1 0,0 0-1 15,0 0 1-15,0 0-4 0,0 0 4 16,0 0-4-16,0 0 4 0,0 0 1 0,0 0-1 16,0 0-2-16,0 0-7 0,0 0 11 0,0 0 1 0,0 0-5 15,0 0 2-15,0 0-8 0,0 0 7 0,0 0-3 16,0 0 7-16,0 0-1 0,0 0-11 0,0 0 12 16,0 0-1-16,0 0-1 0,0 0-4 0,0 0 3 15,0 0 1-15,0 0-3 0,0 0 4 0,0 0 0 16,0 0-4-16,0 0-1 0,0 0 7 0,0 0-3 15,0 0-4-15,0 0 0 0,0 0 6 0,0 0-3 16,0 0-4-16,0 0 3 0,0 0-1 0,0 0-2 16,0 0 4-16,0 0-1 0,0 0 2 0,0 0-3 15,0 0 2-15,0 0 1 0,0 0-4 0,0 0 2 16,0 0-2-16,0 0 7 0,0 0-6 0,0 0 2 16,0 0-3-16,0 0-1 0,0 0 4 0,0 0 1 15,0 0-2-15,0 0 2 0,0 0-5 0,0 0 2 16,0 0 1-16,0 0-1 0,0 0 2 0,0 0 0 15,0 0 0-15,0 0-3 0,0 0 2 0,0 0 2 0,0 0-4 16,0 0 2-16,0 0 3 0,0 0-2 16,0 0-5-16,0 0 6 0,0 0-2 0,0 0-1 15,0 0 1-15,0 0 6 0,0 0-2 0,0 0-5 0,0 0 4 16,0 0-6-16,0 0 2 0,0 0 4 16,0 0-1-16,0 0-2 0,0 0-5 0,0 0 8 15,0 0-2-15,0 0-3 0,0 0 2 0,0 0 3 16,0 0-3-16,0 0 1 0,0 0-3 0,0 0 3 0,0 0-2 15,0 0 1-15,0 0 1 0,0 0 1 0,0 0-1 16,0 0-1-16,0 0 0 0,0 0-1 0,0 0 2 16,0 0-1-16,0 0 2 0,0 0 0 0,0 0-8 15,0 0 9-15,0 0-4 0,0 0 1 0,0 0 4 16,0 0-4-16,0 0 0 0,0 0-4 0,0 0 5 16,0 0 0-16,0 0-1 0,0 0 2 0,0 0-2 15,0 0-1-15,0 0 1 0,0 0 2 0,0 0 1 16,0 0-4-16,0 0 3 0,0 0 0 0,0 0 3 15,0 0-9-15,0 0 8 0,0 0-2 0,0 0 0 16,0 0 0-16,0 0 6 0,0 0-1 0,0 0-4 16,0 0 2-16,0 0 2 0,0 0-6 0,0 0 7 15,0 0-3-15,0 0-1 0,0 0 0 0,0 0 3 16,0 0-2-16,0 0-5 0,0 0 6 0,0 0-1 16,0 0-1-16,0 0 1 0,0 0-1 0,0 0-2 15,0 0 1-15,0 0-1 0,0 0 0 0,0 0 0 16,0 0 0-16,0 0-4 0,0 0 5 0,0 0-5 15,0 0 4-15,0 0 1 0,0 0 0 0,0 0 3 16,0 0-7-16,0 0 9 0,0 0-4 0,0 0-2 16,0 0 2-16,0 0 1 0,0 0-1 0,0 0 1 0,0 0 3 15,0 0 0-15,0 0-6 0,0 0 2 16,0 0 4-16,0 0-1 0,0 0-7 0,0 0 4 0,0 0 1 16,0 0-6-16,0 0 7 0,0 0-6 0,0 0 4 15,0 0-4-15,0 0 2 0,0 0 1 0,0 0-5 16,0 0 3-16,0 0 0 0,0 0 3 15,0 0-3-15,0 0-3 0,0 0 5 0,0 0-6 0,0 0 5 16,0 0-1-16,0 0 3 0,0 0-3 0,0 0-9 16,0 0 11-16,0 0 2 0,0 0-2 0,0 0-4 15,0 0 3-15,0 0 1 0,0 0-8 0,0 0 6 16,0 0 0-16,0 0-17 0,0 0 22 0,0 0-1 16,0 0 1-16,0 0-6 0,0 0 1 0,0 0-3 15,0 0 0-15,0 0 3 0,0 0 0 0,0 0 1 16,0 0-3-16,0 0 2 0,0 0 1 0,0 0-4 15,0 0 0-15,0 0 4 0,0 0-1 0,0 0-1 16,0 0 1-16,0 0 1 0,0 0-7 0,0 0 6 16,0 0-3-16,0 0 5 0,0 0-4 0,0 0 4 0,0 0-2 15,0 0-4-15,0 0 2 0,0 0 2 16,0 0 1-16,0 0-2 0,0 0 0 0,0 0 3 16,0 0 1-16,0 0-8 0,0 0 7 0,0 0-1 15,0 0 1-15,0 0-8 0,0 0 8 0,0 0-2 0,0 0-1 16,0 0-2-16,0 0 2 0,0 0 0 15,0 0-3-15,0 0 1 0,0 0 1 0,0 0-11 16,0 0 17-16,0 0-1 0,0 0-1 0,0 0-6 0,0 0 5 16,0 0-1-16,0 0-2 0,0 0 2 0,0 0 4 15,0 0-6-15,0 0-2 0,0 0 5 0,0 0-4 16,0 0-2-16,0 0 7 0,0 0 0 16,0 0 1-16,0 0-7 0,0 0 4 0,0 0-1 0,0 0-5 15,0 0 6-15,0 0 1 0,0 0 2 0,0 0-10 16,0 0 4-16,0 0 4 0,0 0-6 0,0 0 7 15,0 0 2-15,0 0-3 0,0 0 0 0,0 0-2 16,0 0 0-16,0 0-8 0,0 0 8 0,0 0-1 16,0 0 1-16,0 0 1 0,0 0 1 0,0 0 0 15,0 0-2-15,0 0 1 0,0 0 3 0,0 0-3 16,0 0 0-16,0 0-4 0,0 0 2 0,0 0 6 16,0 0-13-16,0 0 10 0,0 0-2 0,0 0-1 15,0 0-1-15,0 0 2 0,0 0-3 0,0 0 0 16,0 0 1-16,0 0 2 0,0 0 5 0,0 0-5 0,0 0 3 15,0 0-6-15,0 0 1 0,0 0 6 0,0 0-2 16,0 0-2-16,0 0-1 0,0 0 3 16,0 0 1-16,0 0-7 0,0 0 3 0,0 0 2 15,0 0-2-15,0 0 2 0,0 0-1 0,0 0 2 16,0 0-6-16,0 0 2 0,0 0 6 0,0 0-16 0,0 0 12 16,0 0 3-16,0 0-2 0,0 0 2 15,0 0-2-15,0 0 1 0,0 0-4 0,0 0 6 0,0 0-5 16,0 0 2-16,0 0-1 0,0 0 3 0,0 0-4 15,0 0-1-15,0 0 3 0,0 0-4 0,0 0 4 16,0 0-2-16,0 0-3 0,0 0 5 0,0 0 2 16,0 0-1-16,0 0-3 0,0 0 3 0,0 0-3 15,0 0-4-15,0 0 5 0,0 0 4 0,0 0-4 16,0 0-3-16,0 0 2 0,0 0 5 0,0 0-7 16,0 0 7-16,0 0-4 0,0 0 3 0,0 0-7 15,0 0 5-15,0 0 0 0,0 0-2 0,0 0 5 16,0 0-7-16,0 0 6 0,0 0-4 0,0 0 3 15,0 0-2-15,0 0-5 0,0 0 7 0,0 0-3 16,0 0 1-16,0 0-1 0,0 0-4 0,0 0 10 16,0 0-3-16,0 0-1 0,0 0-2 0,0 0 1 15,0 0 0-15,0 0-3 0,0 0-1 0,0 0 2 16,0 0-12-16,0 0 19 0,0 0-1 0,0 0-2 16,0 0-3-16,0 0 5 0,0 0-2 0,0 0-3 15,0 0 2-15,0 0 2 0,0 0-3 0,0 0-3 16,0 0 8-16,0 0-5 0,0 0-5 0,0 0 8 15,0 0-1-15,0 0-2 0,0 0-1 0,0 0 1 0,0 0 2 16,0 0-3-16,0 0 0 0,0 0 2 0,0 0-1 16,0 0-1-16,0 0 1 0,0 0 3 15,0 0-7-15,0 0 5 0,0 0-1 0,0 0 0 16,0 0 0-16,0 0 1 0,0 0-10 0,0 0 7 0,0 0 7 16,0 0-4-16,0 0-1 0,0 0 4 0,0 0-14 15,0 0 13-15,0 0 0 0,0 0 0 0,0 0-1 16,0 0-1-16,0 0-1 0,0 0-2 0,0 0 4 15,0 0-3-15,0 0-12 0,0 0 16 0,0 0-2 16,0 0 2-16,0 0-4 0,0 0 2 0,0 0-1 16,0 0-3-16,0 0 6 0,0 0-2 0,0 0-1 15,0 0-1-15,0 0 3 0,0 0 0 0,0 0-7 16,0 0 7-16,0 0 2 0,0 0-3 0,0 0-3 16,0 0 4-16,0 0-2 0,0 0-5 0,0 0 8 15,0 0 0-15,0 0-4 0,0 0-4 0,0 0 4 16,0 0 3-16,0 0-3 0,0 0 1 0,0 0 0 15,0 0 4-15,0 0-3 0,0 0 0 0,0 0 1 16,0 0-6-16,0 0 5 0,0 0 0 0,0 0 0 16,0 0-2-16,0 0 0 0,0 0 4 0,0 0-3 15,0 0-2-15,0 0 3 0,0 0 1 0,0 0-3 16,0 0-2-16,0 0 3 0,0 0 1 0,0 0-4 16,0 0 3-16,0 0 2 0,0 0-1 0,0 0-2 0,0 0 0 15,0 0 2-15,0 0-5 0,0 0 8 0,0 0-4 16,0 0 0-16,0 0-1 0,0 0 2 15,0 0 1-15,0 0-5 0,0 0 5 0,0 0-3 16,0 0 4-16,0 0-6 0,0 0 3 0,0 0-2 0,0 0-2 16,0 0 5-16,0 0-1 0,0 0 1 0,0 0-2 15,0 0 2-15,0 0 1 0,0 0-7 16,0 0 5-16,0 0 7 0,0 0-9 0,0 0 2 0,0 0-2 16,0 0 6-16,0 0 1 0,0 0-6 0,0 0 1 15,0 0 0-15,0 0 0 0,0 0-5 0,0 0 5 16,0 0 1-16,0 0-1 0,0 0-2 0,0 0 4 15,0 0-1-15,0 0-2 0,0 0 0 0,0 0-3 16,0 0 3-16,0 0 2 0,0 0 4 0,0 0-5 16,0 0-2-16,0 0 2 0,0 0 0 0,0 0-5 15,0 0 6-15,0 0 0 0,0 0 3 0,0 0-8 0,0 0 7 16,0 0-2-16,0 0-5 0,0 0 5 16,0 0 1-16,0 0 3 0,0 0-8 0,0 0 5 15,0 0 0-15,0 0-7 0,0 0 6 0,0 0-1 16,0 0 2-16,0 0-1 0,0 0 1 0,0 0 0 15,0 0-6-15,0 0 5 0,0 0 1 0,0 0-1 0,0 0 1 16,0 0-3-16,0 0 1 0,0 0-1 16,0 0 3-16,0 0-1 0,0 0 0 0,0 0-4 0,0 0 0 15,0 0 3-15,0 0 2 0,0 0-4 16,0 0 2-16,0 0 0 0,0 0 3 0,0 0-7 16,0 0 4-16,0 0 1 0,0 0-3 0,0 0 3 0,0 0 0 15,0 0 1-15,0 0-5 0,0 0 3 0,0 0 2 16,0 0-6-16,0 0 6 0,0 0 0 0,0 0-3 15,0 0 0-15,0 0 3 0,0 0-3 0,0 0-1 16,0 0 4-16,0 0 0 0,0 0-2 0,0 0 0 16,0 0 1-16,0 0 1 0,0 0-6 0,0 0 5 15,0 0-1-15,0 0 0 0,0 0 0 0,0 0 0 16,0 0 0-16,0 0-4 0,0 0 5 0,0 0 2 16,0 0-3-16,0 0 0 0,0 0-7 0,0 0 10 15,0 0-2-15,0 0 2 0,0 0-3 0,0 0 0 16,0 0 2-16,0 0-4 0,0 0 4 0,0 0-2 15,0 0-14-15,0 0 18 0,0 0-2 0,0 0 1 16,0 0-3-16,0 0 2 0,0 0-2 0,0 0-6 0,0 0 10 16,0 0-1-16,0 0-2 0,0 0-2 15,0 0 4-15,0 0-2 0,0 0-4 0,0 0 5 16,0 0-1-16,0 0 2 0,0 0-6 0,0 0 3 16,0 0 3-16,0 0-6 0,0 0 3 0,0 0 0 15,0 0 5-15,0 0-10 0,0 0 5 0,0 0 3 16,0 0-7-16,0 0 5 0,0 0-1 0,0 0 5 15,0 0-5-15,0 0-4 0,0 0 4 0,0 0-1 0,0 0 1 16,0 0 5-16,0 0-7 0,0 0 2 0,0 0-3 16,0 0 5-16,0 0-1 0,0 0 2 15,0 0-1-15,0 0-1 0,0 0 1 0,0 0-6 0,0 0 5 16,0 0 0-16,0 0-17 0,0 0 21 0,0 0-4 16,0 0 0-16,0 0-1 0,0 0 3 0,0 0 1 15,0 0-8-15,0 0 6 0,0 0 1 0,0 0 2 16,0 0-6-16,0 0 0 0,0 0 3 0,0 0-5 15,0 0 3-15,0 0 3 0,0 0-3 0,0 0-2 16,0 0 7-16,0 0-4 0,0 0-5 0,0 0 0 16,0 0 5-16,0 0 0 0,0 0-1 0,0 0-1 15,0 0 5-15,0 0-8 0,0 0 8 0,0 0-2 16,0 0-2-16,0 0 2 0,0 0 0 0,0 0-2 16,0 0-3-16,0 0 5 0,0 0-2 0,0 0 1 15,0 0 3-15,0 0-6 0,0 0 5 0,0 0 0 16,0 0-2-16,0 0-1 0,0 0 6 0,0 0-5 15,0 0-1-15,0 0 2 0,0 0 0 0,0 0-1 16,0 0 2-16,0 0 2 0,0 0-1 0,0 0-2 0,0 0 3 16,0 0-1-16,0 0-5 0,0 0 5 15,0 0 0-15,0 0 1 0,0 0-4 0,0 0-1 16,0 0 4-16,0 0-6 0,0 0 4 0,0 0 2 16,0 0 0-16,0 0-5 0,0 0 3 0,0 0 1 0,0 0-10 15,0 0 11-15,0 0 0 0,0 0-1 0,0 0 2 16,0 0-4-16,0 0-1 0,0 0-5 15,0 0 8-15,0 0 1 0,0 0-4 0,0 0 3 0,0 0-5 16,0 0 6-16,0 0-4 0,0 0 2 0,0 0-3 16,0 0 5-16,0 0-3 0,0 0-2 0,0 0-1 15,0 0 2-15,0 0 1 0,0 0 3 16,0 0-1-16,0 0-1 0,0 0-3 0,0 0 2 0,0 0-1 16,0 0-5-16,0 0 8 0,0 0-1 0,0 0 0 15,0 0-2-15,0 0 0 0,0 0 4 0,0 0-8 16,0 0 9-16,0 0-5 0,0 0 3 0,0 0-2 15,0 0 1-15,7 5 3 0,-7-5-8 0,0 0 7 16,0 0 0-16,0 0-1 0,0 0-3 0,0 0 4 16,0 0-2-16,0 0-5 0,0 0 6 0,0 0 2 15,0 0-3-15,11 1 4 0,-11-1-4 0,0 0-1 16,0 0-5-16,0 0 9 0,0 0-2 0,0 0 4 16,0 0-3-16,14 2-2 0,-14-2 3 0,0 0 3 15,0 0-1-15,0 0-2 0,0 0 0 0,0 0-1 0,13 0-2 16,-13 0 3-16,0 0 0 0,0 0-19 0,0 0 27 15,0 0-6-15,0 0 5 0,14 0-7 16,-14 0-1-16,0 0 1 0,0 0-1 0,10-4-1 16,-10 4-4-16,0 0 8 0,0 0-7 0,0 0 7 0,12-3-4 15,-12 3-4-15,0 0 7 0,0 0-2 0,0 0-6 16,13-4 3-16,-13 4 0 0,0 0-4 16,0 0 1-16,10-4 3 0,-10 4 3 0,0 0-4 15,10-3-4-15,-10 3 7 0,0 0-3 0,10-5-6 0,-10 5 9 16,0 0 1-16,10-5-2 0,-10 5 1 0,0 0-1 15,8-5 1-15,-8 5-6 0,0 0 9 0,8-5 1 16,-8 5-2-16,0 0-1 0,7-6-4 0,-7 6 1 16,0 0 1-16,7-9 2 0,-7 9 3 0,0 0-1 15,5-9-5-15,-5 9-2 0,0 0 4 0,4-12 2 16,-4 12-19-16,0 0 23 0,3-12-4 0,-3 12-1 0,0 0 0 16,3-13-1-16,-3 13 2 0,0 0-8 15,3-15 8-15,-3 15 1 0,0 0-1 0,0-17-6 16,0 17 39-16,0 0-20 0,0-17 18 0,0 17-27 15,0 0 18-15,-1-14-18 0,1 14 13 0,-2-12-20 0,2 12 50 16,0 0-21-16,-2-15 40 0,2 15-44 0,0 0 24 16,-2-14-41-16,2 14 29 0,0 0-45 15,-3-13 35-15,3 13-33 0,0 0 29 0,-4-11-31 16,4 11 30-16,0 0-33 0,-3-9 32 0,3 9-34 0,0 0 30 16,-8-9-34-16,8 9 34 0,0 0-36 0,-12-5 34 15,12 5-36-15,0 0 35 0,-14-5-37 16,14 5 40-16,-14-1-37 0,14 1 37 0,-15-2-33 0,15 2 34 15,-20-1-38-15,20 1 29 0,-22-1-25 0,22 1 31 16,-22-1-30-16,22 1 29 0,-20 0-38 0,20 0 43 16,-19 0-43-16,19 0 40 0,-20 0-32 0,20 0 34 15,-17 0-36-15,17 0 34 0,-16 0-31 0,16 0 24 16,-17 3-28-16,17-3 32 0,-14 3-30 0,14-3 31 16,-14 5-33-16,14-5 36 0,-13 7-38 0,13-7 36 15,-14 9-31-15,6-4 30 0,2 1-31 0,-1 2 34 16,1 0-37-16,-2 0 43 0,2 1-31 0,-1 2 35 15,0 0-36-15,0 1 36 0,0 1-35 0,0 0 32 16,0 0-41-16,0 2 52 0,-2 0-42 0,0-1 37 16,2 4-40-16,-2-1 40 0,-1 0-47 0,1 1 40 15,0-1-29-15,-1 1 38 0,0 0-36 0,0 1 38 16,1 0-47-16,0 0 23 0,0 0-3 0,0 2 45 16,0-1-47-16,1 1 41 0,0 1-1 0,-1 1-21 15,1 3 25-15,0 3 2 0,0-1-31 0,-1 2 53 0,1 0-27 16,0 2 12-16,1 0-10 0,-3 5 16 15,2 2-26-15,0-1 10 0,0-5-15 0,2 0 12 16,0-1-17-16,0 2 19 0,0-1-21 0,2-2 12 16,-2 0-15-16,0 0 17 0,1-2-5 0,2-2-2 0,0-2-5 15,0-1-5-15,1-2-2 0,-1 2 5 0,0-4-6 16,2-1 6-16,-1-1-5 0,1 0-3 0,1-1-2 16,-2-2-5-16,2 1 3 0,-1-2-2 0,0-1-2 15,1-1-6-15,0-12 3 0,0 21-1 0,0-21-7 16,-1 17 4-16,1-17-2 0,0 16 2 15,0-16-3-15,0 12-1 0,0-12 3 0,0 0-5 0,-1 16 4 16,1-16-2-16,0 0 2 0,0 12-7 0,0-12 5 16,0 0 1-16,0 0-7 0,0 14 6 0,0-14 3 15,0 0-1-15,0 13-4 0,0-13 4 0,0 0-2 16,0 14-4-16,0-14 4 0,0 0 2 0,-1 15-2 16,1-15-2-16,0 0 3 0,-1 12-2 0,1-12 2 15,0 0-1-15,0 13 0 0,0-13-1 0,0 0 0 0,0 14 2 16,0-14-1-16,0 0-1 0,0 13 0 15,0-13 0-15,0 0 1 0,0 0-3 0,1 14 3 16,-1-14-3-16,0 0 3 0,0 0 1 0,2 11 1 16,-2-11-3-16,0 0 6 0,0 0-5 0,5 11-4 0,-5-11 4 15,0 0 1-15,0 0-1 0,8 9 1 0,-8-9-2 16,0 0 2-16,7 5-7 0,-7-5 6 16,0 0 1-16,12 5 0 0,-12-5-4 0,12 1 4 0,-12-1 0 15,14 1-6-15,-14-1 4 0,16 1 2 0,-16-1-1 16,17-1-2-16,-17 1 2 0,21-1 1 0,-21 1-8 15,21-1 6-15,-21 1 2 0,24-1-3 16,-24 1 0-16,23-1 0 0,-23 1 1 0,24-1-3 0,-24 1 3 16,24-2 3-16,-24 2-1 0,21-1-2 0,-21 1 2 15,21-1 0-15,-21 1-6 0,20-2 5 0,-20 2 2 16,18-1-2-16,-18 1-4 0,19-1 6 0,-19 1-5 16,16-1-3-16,-16 1 5 0,15-1 4 0,-15 1-4 15,13 0-3-15,-13 0 4 0,13-2 3 0,-13 2-3 16,0 0-1-16,15-1 0 0,-15 1 0 0,0 0-3 15,13-1 6-15,-13 1-3 0,0 0 1 0,0 0 0 16,12-1-1-16,-12 1 1 0,0 0-6 0,0 0 4 16,0 0 1-16,0 0 3 0,13-1-2 0,-13 1 1 15,0 0-3-15,0 0 4 0,0 0-4 0,0 0-3 16,0 0 3-16,0 0 2 0,0 0-1 0,13-1-1 16,-13 1 2-16,0 0 0 0,0 0-5 0,0 0 6 15,0 0-1-15,12-3 2 0,-12 3-3 0,0 0 0 0,0 0 4 16,0 0-8-16,0 0 4 0,0 0 1 15,13-1-1-15,-13 1-2 0,0 0 2 0,0 0 2 0,0 0-9 16,0 0 10-16,0 0-3 0,0 0 0 16,0 0 2-16,0 0 0 0,0 0-2 0,0 0-3 0,0 0 4 15,0 0 1-15,0 0-3 0,0 0-1 0,0 0 2 16,0 0 2-16,12 0-6 0,-12 0 6 16,0 0-3-16,0 0 4 0,0 0-7 0,0 0 4 0,0 0-3 15,0 0-4-15,0 0 7 0,0 0-2 0,0 0-1 16,0 0-4-16,0 0 3 0,0 0-3 0,0 0-2 15,0 0-8-15,0 0-56 0,0 0-61 0,0 0-31 16,-11-2-23-16,11 2-16 0,0 0-52 0,0 0-64 16,-12-4-68-16,12 4-374 0,0 0-275 0</inkml:trace>
  <inkml:trace contextRef="#ctx0" brushRef="#br0" timeOffset="2566.1338">18221 9367 220 0,'0'0'220'0,"0"0"-62"16,0 0-32-16,0 0-30 0,0 0-22 0,0 0-13 0,0 0-9 15,0 0-2-15,0 0-8 0,0 0 40 0,0 0-11 16,0 0 24-16,0 0 11 0,-2 9 25 16,2-9-35-16,-6 12-2 0,6-12-32 0,-5 15 48 0,1-5-27 15,1 1 20-15,-2 0-49 0,1 3 49 16,-3 1-40-16,2 2 22 0,0 2-33 0,0 1 37 16,-1 2-2-16,0 0-13 0,-1 2-18 0,0 3-5 15,-1 1-7-15,0 1-11 0,-1-1 7 0,0 0-14 0,0 0 2 16,0 0-15-16,1-2-2 0,1-5-2 0,-1-1-5 15,3 3-2-15,-3-4 5 0,3-3-7 0,1-1 7 16,-1-1-1-16,1-1 0 0,1-2-10 0,-1-1-1 16,4-10 8-16,-5 17-1 0,5-17 0 0,-5 12 1 15,5-12 1-15,-3 11-5 0,3-11-2 0,0 0 9 16,-4 12 7-16,4-12 4 0,0 0-3 0,0 0-3 16,0 0-6-16,-3-13-4 0,3 13 18 0,3-18-13 15,0 6 8-15,0-1-12 0,0-4 0 0,1 1-1 16,2-4-11-16,0-1 6 0,0-2 1 0,1-1-2 15,1-3 2-15,1 0-42 0,1-2 49 0,0 0-42 0,2 0 47 16,1-5-41-16,3 1 43 0,-4 6-42 16,0-2 47-16,2 3-43 0,0 1 38 0,0 2-38 15,-4 4 49-15,2 1-40 0,-2 2 42 0,-2 2-54 0,0 1 52 16,1 1-9-16,-1 2 3 0,-1 0-6 0,-1 2 0 16,2 1-4-16,-8 7-5 0,13-7-34 0,-13 7 28 15,15 0 14-15,-15 0-35 0,16 7 44 16,-7 1-46-16,1 2 44 0,-1 2-36 0,1 2 49 0,0 4-43 15,-2 1 38-15,0 1-38 0,-1 1 31 0,2 1 1 16,-2 1 11-16,0-1-9 0,0 1-3 0,1 0-3 16,-2-2 0-16,0 2-1 0,0-2 13 0,-1 1-20 15,1-1 12-15,-2 0-18 0,0-3 15 0,-1 0-17 16,1-1 9-16,-3 0-20 0,2-2 2 0,-2 0 7 16,1-2 4-16,-2-13-43 0,0 23-55 0,0-23-61 15,-2 21-83-15,2-21-91 0,-4 13-417 0,4-13-260 16</inkml:trace>
  <inkml:trace contextRef="#ctx0" brushRef="#br0" timeOffset="2786.569">18163 9874 115 0,'-13'-3'371'0,"3"0"-72"0,10 3-15 16,-14-5-4-16,14 5-58 0,-14-7-48 0,14 7-19 15,-11-9-26-15,11 9-2 0,-7-10-25 0,7 10-24 0,-4-11-16 16,4 11-10-16,1-10 0 0,-1 10-12 0,9-12-10 16,-2 7-6-16,2-1-5 0,5 0-5 15,0 1-6-15,2-1 0 0,2 2-12 0,5 0-56 16,-1 0-56-16,3 1-112 0,-2-1-88 0,2 1-287 0,-4 2-114 16</inkml:trace>
  <inkml:trace contextRef="#ctx0" brushRef="#br0" timeOffset="3334.7752">18624 9704 150 0,'0'0'342'16,"-2"-13"-43"-16,2 13-79 0,0 0 16 0,-4-13-22 16,4 13 15-16,0 0-36 0,-6-10-46 0,6 10-23 15,0 0-27-15,-6-11-22 0,6 11-13 0,0 0-14 16,0 0-10-16,0 0-6 0,0 0 18 0,0 0-4 15,0 0 4-15,-10 6-1 0,10-6-12 0,-2 12 14 16,2-12-31-16,-1 15 34 0,1-15-16 0,-1 17-7 16,1-17-6-16,1 18 2 0,-1-18-20 0,4 21 17 0,-2-11-14 15,1 0 9-15,1-1-14 0,0 1 10 0,1-1-12 16,1 1 5-16,0-2-11 0,0 0 13 16,1-2-12-16,0 1 10 0,1-1-14 0,0-1 13 0,1 0-29 15,-9-5 29-15,18 5-8 0,-18-5 9 0,18-1-11 16,-18 1 14-16,20-6-14 0,-11 2 8 0,1-2-7 15,-1-3-5-15,1-1-1 0,0-2 4 0,-2-1-3 16,-1-1-4-16,1-3 9 0,-1-1-2 0,-1-1 2 16,-1-2 2-16,0-1-42 0,-1 2 52 0,-2 1-46 15,0 0 50-15,0-1-49 0,0 1 53 0,-2 2-1 16,0-2-6-16,-2 2-6 0,1 3 3 0,1 1 52 16,0 1 5-16,-1 1-5 0,1 11-11 0,-1-19-10 15,1 19-14-15,0-14-5 0,0 14-1 0,0-14-2 16,0 14-5-16,0 0-1 0,0 0 18 0,0 0-6 15,0 0 17-15,7 12 4 0,-3-3-10 0,0 2 5 16,1 3-6-16,0 0-2 0,2 3-4 0,2 2 3 16,-1 0-4-16,0 0-7 0,1 2-2 0,-1 0 0 15,0-1-2-15,1 0-8 0,-1 1 8 0,1 0-8 16,-2-2 7-16,-1 1-10 0,1 1 7 0,-1-2-12 16,-2-2 4-16,0 0-14 0,0-1 13 0,-1-1-8 15,-1-1-39-15,-1-2-86 0,0 1-36 0,-1-2-54 0,0-11-61 16,-2 18-50-16,2-18-51 0,-2 13-348 0,2-13-236 15</inkml:trace>
  <inkml:trace contextRef="#ctx0" brushRef="#br0" timeOffset="4186.5813">18917 9794 381 0,'0'0'395'0,"-3"-18"-73"0,3 18-31 0,-2-14-26 0,2 14-31 15,0-15-48-15,0 15-41 0,2-17 2 0,-2 17-26 16,5-18-16-16,-1 10-12 0,3-2-13 0,0 0-17 15,2 1-12-15,3-3-9 0,1 3-9 0,4-1-7 16,-1 0-10-16,4 0-17 0,-1 1 20 0,1-1-6 16,1 1-4-16,-1 0 1 0,0 0-3 0,0 0-7 15,-2 2 0-15,0-2 5 0,-3 1 1 0,-1 0-1 16,-1-1 3-16,-1-1-5 0,-1-1-4 0,-2 0 2 16,-2 0-14-16,1-2 17 0,-2-1 1 0,-2 2-1 15,-1-2-3-15,-1 1-2 0,-2 1 3 0,1 1 2 16,-1 11-1-16,0-22-1 0,0 22-3 0,-2-20 4 0,2 20-6 15,-1-16 18-15,1 16 7 0,-2-13-5 0,2 13 2 16,-2-10-6-16,2 10-1 0,0 0 28 0,0 0 0 16,0 0 46-16,0 0-6 0,-7 6 10 15,7-6-13-15,-3 17-11 0,1-5-3 0,1 1 4 0,-1 0-10 16,2 2 3-16,-1 1-5 0,1 2-9 0,1 0-8 16,-1-1-11-16,3 1 1 0,-2-1-7 0,2 1-3 15,-1 0-2-15,2-2-3 0,0 0-2 16,2 1-3-16,-1-1 1 0,2-1-5 0,0-1 4 0,-1-1-3 15,1-1 15-15,2 0-21 0,-1-2 18 0,0-1-23 16,0-2 16-16,2-1-13 0,-1-3 14 0,1 0-18 16,-10-3 13-16,21 0-36 0,-10-3 27 0,1-1-13 15,-1-1 8-15,1-2-5 0,0 0 6 0,-2-2-5 16,1 1 6-16,-3 1 4 0,-1 1-8 0,0 0 7 16,-7 6-1-16,13-9 2 0,-13 9-3 0,9-8 2 15,-9 8 2-15,0 0-5 0,12-4 5 0,-12 4 0 16,0 0 1-16,11 4-4 0,-11-4 7 0,6 7-2 15,-6-7-5-15,7 9 6 0,-7-9 0 0,8 9 1 16,-8-9-5-16,11 12 5 0,-11-12-3 0,10 12-3 0,-10-12 7 16,12 10 0-16,-12-10-1 0,14 9-1 15,-14-9-1-15,14 7 2 0,-14-7-2 0,16 3 2 16,-16-3-2-16,16 1-3 0,-16-1 0 0,19-1 2 16,-19 1 0-16,21-6-1 0,-11 2 2 0,1-3-1 0,2 1 0 15,-2-2-4-15,3-3 5 0,-1 0-3 16,2-1-6-16,0-1 5 0,1 1 0 0,-1 0 0 0,1 0-2 15,-1 2 4-15,-1 0 0 0,0 2-14 0,0 0 19 16,0 2-4-16,-2 0 0 0,0 2-4 0,-2 2 4 16,-10 2 1-16,19-1-1 0,-19 1 0 0,16 3-1 15,-16-3 1-15,16 9-3 0,-16-9 2 0,13 11 2 16,-13-11-6-16,10 13 5 0,-3-5 3 0,-7-8-2 16,7 14-5-16,-7-14 0 0,5 15 1 0,-5-15-2 15,1 14 4-15,-1-14-1 0,0 12 2 0,0-12-2 16,-3 11 4-16,3-11-2 0,-8 11 0 0,8-11 0 15,-14 9 0-15,14-9 1 0,-19 5-6 0,19-5 7 16,-23 3 1-16,9-2 0 0,2-2-2 0,-1 1 2 16,0-3-1-16,2 1-8 0,-1 0 10 0,2-1-7 15,10 3 5-15,-16-7-1 0,16 7-5 0,-11-8-3 16,11 8-5-16,-4-8-22 0,4 8-35 0,4-10-56 16,-4 10-38-16,15-11-50 0,-6 4-77 0,3 1-74 0,2 1-84 15,0-2-304-15,1 1-261 0</inkml:trace>
  <inkml:trace contextRef="#ctx0" brushRef="#br0" timeOffset="4645.9526">20209 9513 134 0,'0'0'456'0,"-7"-14"-79"0,7 14-102 0,-7-16 41 0,3 8-19 15,-1-1-59-15,0 0-43 0,5 9 5 0,-6-19 9 16,6 19-37-16,-4-17-25 0,4 17-21 0,-2-14 4 16,2 14-6-16,-2-14-24 0,2 14-23 0,1-12-10 15,-1 12-17-15,0 0-9 0,5-10-9 0,-5 10 9 16,0 0-5-16,12 4-9 0,-12-4-1 0,13 12-3 16,-6-6-2-16,1 4-5 0,1 0 4 0,-1 1-1 15,0 1-10-15,0 1 4 0,1-1-3 0,-2 1-3 16,0-1-5-16,0 1 7 0,1 0-3 0,-2-1-6 15,0-1 2-15,0 0 3 0,-2 0-1 0,2 0-6 16,-2-3 5-16,-1 1 0 0,1 0-7 0,-4-9 5 16,5 13 2-16,-5-13 0 0,5 11-2 0,-5-11 4 0,0 0 0 15,3 11-6-15,-3-11 11 0,0 0-2 16,0 0 17-16,0 0-3 0,0 0-1 0,-10-5-3 16,10 5-5-16,-5-12 0 0,5 12-4 0,-3-18-5 0,3 18 0 15,0-20-2-15,1 8-1 0,1 0 1 0,2 1 0 16,-1 0-1-16,1 1-2 0,1-2-6 0,3 0 0 15,0 1 0-15,0 2-11 0,2-2-38 0,2 2-45 16,0 0-38-16,1 1-27 0,1 1-20 0,0 1-7 16,0 0-11-16,0 1-50 0,2 0-9 0,-1 1-15 15,1 0-24-15,0 1 1 0,-1-1-245 0,3 1-55 16</inkml:trace>
  <inkml:trace contextRef="#ctx0" brushRef="#br0" timeOffset="5025.9544">20785 9350 282 0,'0'0'283'0,"16"-7"-38"0,-16 7-17 0,10-5-43 15,-10 5 19-15,8-7-52 0,-8 7 27 0,0 0-28 16,3-11-29-16,-3 11-13 0,0 0-1 0,-5-13-10 16,5 13-11-16,-9-6-13 0,9 6-13 0,-14-5-19 15,14 5 11-15,-17-3-8 0,17 3-11 0,-19 0-11 16,19 0-5-16,-22 3-8 0,11 1 13 0,2 1 8 16,-2 2-7-16,1 0-5 0,1 2-2 0,0 1 3 15,2 2-6-15,1 0 1 0,1 0-2 0,2 1-2 16,1-1 3-16,2 2-9 0,0-1 2 0,2 1 3 0,1 2-5 15,2 0 3-15,1 0 6 0,3 2-7 16,2 0-6-16,1 0 1 0,2-1 7 0,2 3-1 16,1 0 1-16,0-1-5 0,2-1-1 0,-3 0-3 0,3-1 2 15,-3-1 5-15,-2-2 9 0,0 3-12 0,1-3 13 16,-3 1-14-16,2 0 19 0,-5-3-12 0,0 1 25 16,0-1-10-16,-2-1 11 0,-2-1 3 0,-2 0 35 15,-1 0 13-15,-2-10 24 0,-3 18-6 0,-1-8 10 16,-3-2-20-16,-5 0 28 0,-1 1-37 0,-4-3 16 15,-2 1-35-15,-5-1 12 0,-1 0-35 0,-3-2 8 16,-4 0-28-16,-1 2 11 0,-1-2-26 0,5-2 20 16,1 0-37-16,1 1 27 0,0-2-30 0,7 0-21 15,1 0-133-15,3 0-111 0,1 1-150 0,15-2-238 16,-17-3-269-16,17 3-509 0</inkml:trace>
  <inkml:trace contextRef="#ctx0" brushRef="#br0" timeOffset="6337.3352">23146 8511 24 0,'7'-12'272'15,"-3"0"-47"-15,0 0-14 0,-1 1-58 0,-1 0-22 16,0-1 9-16,-2 1-19 0,0-1-28 0,-2 1 22 16,0 0-19-16,-2 0 30 0,0 0-51 0,-2 0 13 15,-3 1-41-15,1 2 13 0,-2 1-36 0,-2 0 18 16,0 2-10-16,0 3 21 0,-3 0 16 0,-1 5 12 16,-2 2 9-16,-3 3 13 0,-2 7-6 0,-5 7-9 15,1 3-4-15,1 6-33 0,-6 10 43 0,1 5-32 16,-1 4 28-16,3 3-8 0,1 4 19 0,1 2-14 15,2 4 2-15,4 3-7 0,0 2-15 0,2 4-7 16,4 0-10-16,4 1-9 0,1 1-5 0,4 0-10 16,3-3-1-16,3-2-4 0,4 1 6 0,1-4-9 15,2-3 5-15,2-1-16 0,1-2 1 0,-1-10-14 16,3-3 13-16,1 0-7 0,3-2 4 0,0-3-2 16,3-2 0-16,1-3 0 0,3-4-10 0,1-2-20 15,3-1-19-15,3-7-54 0,1-2-33 0,4-3-45 16,-3-8-74-16,7 0-74 0,-3-3-55 0,2-4-392 15,-1-4-290-15</inkml:trace>
  <inkml:trace contextRef="#ctx0" brushRef="#br0" timeOffset="8346.0046">23459 9250 219 0,'-12'-24'482'0,"1"-1"-123"15,-1 4-78-15,0 2-62 0,1 1 9 0,-1 1-38 16,1 2-37-16,2 3-20 0,-1 0-26 0,1 1-25 16,2 4-16-16,0 1-12 0,7 6-3 0,-15-3 33 15,15 3 20-15,-14 8 5 0,4 2 6 0,3 5 4 16,-2 5-10-16,0 6-17 0,1 6 1 0,0 9-18 15,2-2-7-15,1 4-11 0,1 1-5 0,-1-1-12 16,2 1-4-16,2-6-6 0,-1-1-9 0,2 0 13 16,-2 0-17-16,2-5 10 0,0-2-16 0,0-3 8 15,1 0-14-15,0-3 7 0,-1-3-9 0,2-1 7 16,-2-3-25-16,1 0 27 0,-1-3-10 0,1-2 8 16,-1-12-12-16,1 22 14 0,-1-22-10 0,1 13 12 15,-1-13-14-15,0 0 11 0,0 0-13 0,0 0 11 16,0 0-17-16,0 0 15 0,-1-15-13 0,1 2 1 15,0-3 1-15,-1-4-3 0,0-4 2 16,0-3-5-16,0-1 6 0,-1-5 0 0,1-3-3 0,-1-1 1 16,0 0 3-16,0-1 0 0,1 2-1 0,-1-1-3 0,1 2 8 15,0 2 1-15,1 5 8 0,0 2-15 16,-1 4 15-16,1 3-11 0,0 1 7 0,0 3-16 16,1 2 13-16,0 1-9 0,-1 12 11 0,4-14-8 15,-4 14 8-15,10-5-7 0,-10 5-2 0,18 8 3 0,-5-1 2 16,4 4-8-16,2 1 6 0,1 6 2 0,3 0 2 15,1 0-5-15,2 3 4 0,-2-3-1 16,0 0 1-16,0-1-1 0,-1 0-1 0,-1-1 0 0,1-2 1 16,-4-2 2-16,0 0-3 0,0-2-1 0,-1-1 8 15,-3-2-1-15,-1-1 1 0,0 0 2 0,-3-3-3 16,1-1-1-16,-12-2 0 0,17 0-4 0,-17 0 3 16,17-11 2-16,-11 3-7 0,1-3 8 0,-3-3-5 15,0-4-1-15,1-3 0 0,-3-3-4 0,1-3 13 16,-1-1-14-16,1-4 12 0,-1-1-15 0,-1-1 2 15,0 2 2-15,2 0 0 0,-1 4 0 0,1 2-3 16,-1 3 4-16,2 3 0 0,-2 2-8 0,0 3 8 16,-1 2-3-16,1 2 2 0,2 3 1 0,-4 8-4 15,8-10 1-15,-8 10 0 0,14-3-5 0,-14 3 5 16,14 7-9-16,-5 0-16 0,2 3-54 0,-2 2-22 16,2 3-43-16,1 3-24 0,0 1 5 0,2 3-28 15,0 0-17-15,3 0-11 0,-2 2 10 0,4-4-12 16,-1 1 15-16,2-3 34 0,-1 1 26 0,1-5 35 15,-3-1 20-15,0-1 19 0,1 0 14 0,-4-5 14 16,-1 1 9-16,-2-3 30 0,-1-1 41 0,-10-4 28 16,17 5 11-16,-17-5-24 0,0 0 4 0,13-3 28 15,-13 3 26-15,0 0-34 0,6-8 54 0,-6 8-19 16,0 0 31-16,-7-14-23 0,7 14-31 0,-8-10 3 16,8 10-16-16,-12-10 0 0,12 10-14 0,-17-8-9 15,17 8 3-15,-18-5-4 0,18 5-5 0,-20 1 13 16,8 1 1-16,0 2-6 0,1 1 10 0,-2 4-2 15,1 0-14-15,2 2-2 0,-1 1-7 0,2 1 6 16,1 0-1-16,1 2 4 0,1 1-4 0,2-1-3 16,1 2-16-16,3 0 6 0,2 0 9 0,1-1-7 15,1 0-1-15,4-1-4 0,1 3-5 0,0-4-3 0,3 2-10 16,-2-4 4-16,1-2 0 0,1 1-1 16,-1-4 0-16,1 1-3 0,0-1 0 0,-1-3-4 15,-1-1-5-15,1 0 9 0,-11-3-3 0,18-1-2 16,-8-2 1-16,-1-1 1 0,-2-2-1 0,2-5 0 0,-2 0-8 15,-1-1 6-15,-1-2 3 0,0-1-5 0,0-2 2 16,-3 1 4-16,0-1-2 0,0 0 4 16,-1 1 0-16,0 1-27 0,0 3 31 0,-1-1-5 15,0 13 3-15,0-21-2 0,0 21 2 0,0-17-4 16,0 17 1-16,0-15-4 0,0 15-6 0,0 0 9 0,0-11-1 16,0 11-1-16,0 0-2 0,0 0 1 15,0 0 4-15,0 0-3 0,2 13 4 0,-2-13-2 16,4 12-8-16,-4-12 10 0,5 17-2 0,0-8 1 15,1 0-1-15,0 1 2 0,1 1-1 0,0-1-1 0,1 0-2 16,1-1 0-16,0 1 0 0,0-2 1 0,2-1-1 16,-1-1 1-16,-1-1-3 0,2 0-6 15,-1 0 8-15,0-3-1 0,-10-2 1 0,20 2-2 0,-20-2 4 16,19-4-5-16,-9-1 2 0,-3-1-3 0,1-1 2 16,1-4-17-16,-2-2 20 0,-2 2-1 0,1-3 5 15,-2 0-1-15,2-1 0 0,-3 1-3 0,-1 0 0 16,1 2 1-16,-1 0-6 0,1 2 7 0,-2 1 0 15,-1 9-2-15,3-17 3 0,-3 17-1 0,2-12-5 16,-2 12 5-16,0 0 7 0,0 0 13 0,1-11 5 16,-1 11-6-16,0 0 11 0,0 0-5 0,0 0 1 15,1 15 12-15,-1-15-3 0,1 15-7 0,-1-15-7 16,4 18-1-16,-3-7-8 0,2 0-1 0,-1 1 1 16,1-2-4-16,0 2-2 0,0-1 0 0,2 2-15 15,0-1 15-15,-2 0-3 0,0-1-7 0,2-1 8 16,0 0-6-16,-1 0 5 0,1-2-1 0,-1 0-6 15,-4-8 4-15,9 14-1 0,-9-14-2 0,8 11 2 16,-8-11 2-16,8 6-2 0,-8-6-3 0,0 0 4 16,14 5-1-16,-14-5-5 0,0 0 6 0,15-3-2 15,-15 3 0-15,10-3-3 0,-10 3 4 0,0 0-2 16,13-6-11-16,-13 6 14 0,0 0-1 0,8-4 2 16,-8 4-3-16,0 0 3 0,0 0-3 0,9-3 0 15,-9 3-1-15,0 0 3 0,0 0-3 0,0 0-3 16,13-1 4-16,-13 1 1 0,0 0-1 0,9 3 3 15,-9-3 3-15,8 5 1 0,-8-5-8 0,8 7 5 16,-8-7-7-16,10 11 7 0,-10-11 1 0,8 8-4 16,-8-8 2-16,8 11-1 0,-8-11 0 0,9 12-5 15,-9-12 4-15,6 8 1 0,-6-8-2 0,7 11-2 0,-7-11 3 16,5 6-3-16,-5-6 3 0,0 0 0 0,8 8-2 16,-8-8 6-16,0 0-1 0,0 0-1 0,8 7 0 15,-8-7-2-15,0 0-3 0,9-6 4 16,-9 6 1-16,8-8-9 0,-8 8 5 0,12-14-1 15,-8 6 0-15,1-1-2 0,1 0-1 0,0-2-6 0,2 2 11 16,-4-2 1-16,3 1-6 0,-2 1 5 0,1-1 0 16,1 1-2-16,-2 0 2 0,1 1-2 0,-1 2 2 15,1-2-1-15,-6 8 2 0,10-11-2 0,-10 11 0 16,9-9 0-16,-9 9-1 0,9-4 0 0,-9 4-5 16,0 0 10-16,17 0-2 0,-17 0-6 0,14 4 4 15,-14-4 4-15,18 9-4 0,-11-5 0 0,2 0 0 16,2 2 3-16,-2 0 1 0,1-1-2 0,3 1-5 15,-1 0-14-15,1-1 24 0,1 0-4 0,-1 0 2 16,1-1-5-16,-2-1 3 0,1 1-3 0,-1-3 5 16,0 1-4-16,-12-2-1 0,24 3 2 0,-24-3-2 15,24-4 0-15,-13 1-4 0,-1-1 4 0,0-2 0 16,0-2 0-16,1 0 2 0,-2-3-3 0,-1 0 4 16,-1-3-9-16,1 0 8 0,-2 0-2 0,0 0 0 15,-1 0 4-15,-1 0-5 0,1 0 3 0,-2 3-7 16,-1 0 5-16,-2 11 0 0,2-18-2 0,-2 18-3 15,0-13 1-15,0 13 3 0,-4-11-8 0,4 11 11 16,0 0-3-16,-18-2 2 0,9 6-2 0,-1 0 5 16,-1 3 0-16,-1 3-6 0,0-2 8 0,1 3 6 15,2 2-1-15,-1-1-2 0,1 2 16 0,3-1-2 0,-1 2-4 16,2-1 11-16,1 0-3 0,2 2-1 16,1-2-4-16,2 0-3 0,2 0-3 0,3 2-9 15,0-2 4-15,2 0-7 0,4 1-7 0,2-1-43 0,0-1-45 16,3-1-86-16,1 1-45 0,0-2-78 0,3-3-91 15,-3 3-84-15,4-4-339 0,-3 0-345 0</inkml:trace>
  <inkml:trace contextRef="#ctx0" brushRef="#br0" timeOffset="8615.87">25765 9674 216 0,'0'0'520'16,"0"0"-137"-16,0 0-86 0,9-6-62 0,-9 6-17 15,0 0-12-15,0 0-10 0,0 0 13 0,0 0 23 16,0 0-4-16,0 0-15 0,-6 8-6 0,6-8-17 16,-12 12-23-16,5-4 1 0,-1 1-47 0,-3-1-2 15,1 3-38-15,-1 0 4 0,-3 1-33 0,1 0 7 16,-4 1-36-16,3 1 19 0,-1-1-11 0,0 0-25 15,-3 0 15-15,4 0-29 0,-2 0-30 0,1-1-124 0,1 0-110 16,1-2-124-16,2-1-194 0,-3 0-367 16,3-1-544-16</inkml:trace>
  <inkml:trace contextRef="#ctx0" brushRef="#br0" timeOffset="10199.5368">26362 9319 5 0,'0'0'108'0,"0"0"-23"15,0 0-8-15,0 0-7 0,0 0-30 0,0 0 4 16,-11-4-23-16,11 4 11 0,0 0-18 0,0 0 11 16,0 0-19-16,0 0 20 0,0 0-1 0,0 0 15 15,0 0-4-15,0 0 18 0,0 0 4 0,0 0 5 16,0 0 1-16,0 0-2 0,0 0 2 0,-7-7 8 15,7 7 6-15,0 0-5 0,0 0 1 0,0 0-12 16,0 0 15-16,0 0-10 0,0 0 6 0,0 0-4 16,0 0-3-16,0 0-5 0,0 0 0 0,0 0-8 15,0 0 0-15,0 0-7 0,0 0-4 0,0 0-12 16,0 0-2-16,0 0-3 0,0 0 0 0,0 0-10 16,0 0-13-16,0 0 13 0,0 0-4 0,0 0-2 15,0 0-3-15,0 0 3 0,0 0-7 0,0 0 5 16,0 0-5-16,0 0-2 0,0 0 5 0,0 0-4 15,0 0 0-15,0 0-1 0,0 0-2 0,0 0-4 16,0 0 9-16,0 0 4 0,0 0-9 0,0 0 5 16,0 0-2-16,0 0 1 0,0 0-1 0,0 0 3 0,0 0-3 15,0 0 3-15,0 0 0 0,0 0-2 16,0 0-4-16,0 0-1 0,0 0 5 0,0 0 0 16,0 0 3-16,0 0 8 0,0 0-1 0,0 0 5 15,0 0-9-15,0 0-5 0,0 0-3 0,0 0 6 16,0 0-3-16,0 0 1 0,0 0-1 0,0 0 0 15,0 0 0-15,0 0 3 0,0 0-5 0,0 0-4 16,0 0 5-16,0 0 1 0,0 0-1 0,0 0 2 16,0 0-4-16,0 0 3 0,0 0 7 0,0 0 15 15,0 0-4-15,0 0-16 0,0 0 25 0,0 0-4 16,-2-9-3-16,2 9-5 0,0 0-17 0,0 0 10 0,0 0 0 16,0 0-1-16,0 0-3 0,0 0-5 15,0 0 2-15,0-14 0 0,0 14 2 0,0 0-1 16,0 0-2-16,0 0 0 0,-2-14 3 0,2 14-4 15,0 0-2-15,0-13 0 0,0 13 19 0,0 0-13 16,-1-15 18-16,1 15-14 0,0 0 16 0,0-15-9 0,0 15 7 16,0 0-13-16,0-14 4 0,0 14-7 15,0 0-17-15,0-13 34 0,0 13 9 0,0 0 8 16,0 0-3-16,-2-13-4 0,2 13-18 0,0 0 15 16,0 0-14-16,0 0 1 0,0-12-12 0,0 12 11 15,0 0 5-15,0 0 40 0,-4 11 0 0,4-11 27 0,-6 19 6 16,3-4 16-16,-3 4 6 0,-2 3 1 0,0 4-5 15,-3 4 9-15,1-1-1 0,-3 6-20 16,-1 1-7-16,1 0-10 0,0-1-12 0,-1 1 19 16,1-1-20-16,-1-2 7 0,3-4-27 0,2-1 15 0,-3-2-34 15,2 1 13-15,3-5-14 0,-1-2-20 0,0-1 17 16,3-2-23-16,-1-3 15 0,1 1-18 0,1-1 16 16,-1-4-24-16,1 0 18 0,1 0-4 0,3-10 20 15,-4 14-10-15,4-14 18 0,-5 10-23 0,5-10 12 16,0 0-6-16,0 0-3 0,0 0-2 0,-6-9-14 15,6 9-5-15,0-19 12 0,2 4-16 0,0-3 13 16,3-6-18-16,1-4 0 0,3-4 0 0,3-5-7 16,1-3-2-16,1-2-5 0,1-1-14 0,1-2 20 15,2 1-31-15,2-6 26 0,-1 9-26 0,-2 0 26 16,2 3-17-16,0 1 25 0,-1 4-14 0,-2 3 24 16,-2 6-16-16,-4 4 20 0,0 3-14 0,-1 3-1 15,-3 3 4-15,1 3 20 0,-7 8-22 0,12-10 2 16,-12 10 26-16,0 0-23 0,17 6 26 0,-12 2-20 15,2 2 17-15,-3 5-18 0,-1 1 5 0,1 3-5 16,0 5 5-16,-2-1-4 0,1 4 6 0,-1-1-1 16,2 4 2-16,1 1 0 0,-2 0 1 0,3-1-1 15,-2 1 2-15,3-2-3 0,-2 0-3 0,4-1 4 16,-2 0 23-16,-1-6-29 0,1 1 21 0,2-3-29 16,-2 0-27-16,-1-3-66 0,1 0-63 0,0-3-90 15,-2-1-63-15,1-1-37 0,-3-2-74 0,1-2-103 16,-4-8-241-16,4 12-293 0</inkml:trace>
  <inkml:trace contextRef="#ctx0" brushRef="#br0" timeOffset="10419.9479">26218 9686 124 0,'-11'-5'453'15,"0"0"-29"-15,0 3-61 0,11 2-56 0,-16-9-37 16,16 9-42-16,-13-8-25 0,13 8-40 0,-9-7 5 15,9 7-31-15,-9-8-23 0,9 8-21 0,-5-10-20 16,5 10 4-16,0 0-14 0,3-13-11 0,-3 13-10 16,9-8-14-16,1 3 1 0,2 0-5 0,1 3-9 15,6-2-5-15,0 2-3 0,6-3-12 0,2 3-19 16,0-1-71-16,2 2-50 0,1-1-73 0,-1 0-81 16,2 0-71-16,1 1-365 0,-3 0-240 0</inkml:trace>
  <inkml:trace contextRef="#ctx0" brushRef="#br0" timeOffset="10911.9888">26904 9305 397 0,'2'-17'350'0,"0"3"-33"0,-2 0-20 0,0 0-58 16,2 0-9-16,-2 2-17 0,-2-1-34 0,2 1-23 16,0 12 36-16,0-21-6 0,0 21 1 0,0-20-26 15,0 20-32-15,-2-15-19 0,2 15-27 0,0-11-18 16,0 11-15-16,0 0 0 0,0 0 24 0,0 0-4 15,0 0 18-15,0 0 1 0,0 0 40 0,4 10-12 16,-3 2-18-16,1 4 6 0,2 2-14 0,-2 5-13 16,2 2-12-16,1 5-9 0,2 1-10 0,-2 1-10 15,1 0-5-15,1 1-7 0,-1 1-1 0,2-2-4 16,0 1-5-16,-3-1 14 0,4-2-24 0,-2 1 20 16,-1-1-23-16,1-4 22 0,-1-2-24 0,-3-4 14 15,3 2-18-15,-2-5 22 0,0-1-2 0,-2-2-28 16,0-2 22-16,2-1-2 0,-4-11 0 0,3 18-20 15,-3-18 20-15,2 12-8 0,-2-12 8 0,0 0-23 16,0 0 23-16,0 0-21 0,0 0 20 0,-13-1-23 16,5-6 18-16,0-2-14 0,-1-2 1 0,-2-1 4 0,-1-2-3 15,-1-1 1-15,-1 0 2 0,1 1-3 16,2 1 4-16,-3-1 6 0,3 3-5 0,0 0 1 16,2 3 0-16,-2 0 0 0,1 2-4 0,2 0 6 15,-3 2-2-15,1 3 3 0,10 1-1 0,-20 0 2 0,8 1-1 16,0 3-3-16,3 2 5 0,-1 0-1 0,1 2 3 15,1 0-1-15,3 3 20 0,-2-3-23 16,5 3 20-16,0-1-28 0,2-10 26 0,2 21-25 16,5-8 20-16,0-2-26 0,6-2 1 0,3 2-83 0,4-2-44 15,6-1-87-15,2 0-42 0,3-1-34 0,1-1-95 16,1-2-15-16,-1 0-104 0,-3-2-284 0,2-2-328 16</inkml:trace>
  <inkml:trace contextRef="#ctx0" brushRef="#br0" timeOffset="11394.5394">27483 9353 47 0,'0'-21'433'0,"-1"4"-34"0,0-1-65 0,-1 2-38 16,2-2-28-16,-3 4-16 0,1 0-15 16,0 1-31-16,2 3 12 0,-2-1-42 0,2 11-28 0,-5-16-37 15,5 16-15-15,0-13 3 0,0 13 18 0,0 0-6 16,0 0 17-16,0 0-24 0,0 0 2 0,-4 10 2 15,4-10-15-15,-2 21 3 0,4-5-9 0,0 3-15 16,-2 2-15-16,4 2-11 0,-1 2-8 0,-1 3-6 16,2 1-10-16,3 2 2 0,-2 0-6 0,0-1-1 15,-1 0-2-15,2-1-3 0,1 0-6 0,-1-5-3 16,0 1 26-16,0-1-28 0,0-3 20 0,-1-1-28 0,0-2 29 16,0-1-28-16,-1-3 8 0,0 0-6 15,-1-3 18-15,1 0-20 0,-2-3 16 0,-2-8-18 16,5 17 23-16,-5-17-25 0,3 11 24 0,-3-11-24 15,0 0 23-15,0 0-21 0,0 0 19 0,0 0-26 0,-12-4 4 16,12 4 2-16,-13-12 2 0,3 4-2 0,1 0 4 16,-2-2-2-16,-1 2 3 0,-2-1 0 0,-1 1 2 15,-2 0 0-15,-2-1 1 0,-1 2-3 0,2 1 2 16,-2 3-1-16,1-1 2 0,0 3 4 0,0-1-2 16,0 1 0-16,-1 2-1 0,4 1 0 0,-2 0-4 15,2 2 6-15,3 0 0 0,0 2-1 0,1-1 2 16,3 1 21-16,3 0-24 0,1 2 15 0,5-8-19 15,-5 14 21-15,5-14-22 0,10 16 18 0,-2-8-17 16,5 1 8-16,3-3-51 0,3 2-25 0,3-2-68 16,2 0-45-16,1 0-66 0,0-1-31 0,-1-1-21 15,4 0-55-15,-4-2-55 0,1 0-425 0,-2-1-380 16</inkml:trace>
  <inkml:trace contextRef="#ctx0" brushRef="#br0" timeOffset="12615.9824">27704 9688 313 0,'0'0'419'0,"-6"-12"-106"16,6 12 3-16,-6-11-39 0,6 11-35 0,-4-10-18 15,4 10-29-15,-5-9-23 0,5 9 1 16,0 0-9-16,-4-12-22 0,4 12-13 0,0 0-19 0,6-10-13 16,-6 10-6-16,11-3-1 0,-11 3 2 0,16 0-9 15,-16 0-6-15,20 5 7 0,-8-1-7 0,-1 1-12 16,3 0-17-16,-2 2-3 0,1 1 6 15,1 0-9-15,-2 3-10 0,2-3-5 0,-3 3-4 0,3-3 13 16,-4 3-24-16,-1 1 15 0,1-4-21 0,0 3 14 16,-2-3-19-16,-2 1 17 0,2-1-26 0,-2-1 28 15,-6-7-26-15,9 13 19 0,-9-13-25 0,6 11 22 16,-6-11-21-16,6 8 18 0,-6-8-16 0,0 0 19 16,4 11-21-16,-4-11 20 0,0 0-18 0,0 0 20 15,-10 3-33-15,10-3 36 0,0 0-20 0,-9-4 18 0,9 4-25 16,0 0 18-16,-6-12-28 0,6 12-10 15,-3-12 4-15,3 12-6 0,0-12 0 0,0 12-1 16,2-13 11-16,-2 13 6 0,3-15 0 0,-3 15 4 16,5-15 0-16,-5 15 3 0,6-13 2 0,-6 13 3 0,11-13-4 15,-6 6 5-15,2 1 1 0,-1-2-1 16,2 2 6-16,1-1-2 0,-1 0 1 0,3-1-4 16,0 1 5-16,0 0 0 0,0-1-2 0,1 0-5 0,-3 0 9 15,2 1-2-15,1-2-4 0,-2 1 6 0,-1 0 0 16,-1 0-2-16,0 1-4 0,-1 0 6 0,-1-1 4 15,0 2-10-15,-6 6 5 0,7-13 1 16,-7 13-2-16,4-12-4 0,-4 12 4 0,0 0 0 0,-3-14-7 16,3 14 7-16,-6-8 0 0,6 8 1 0,0 0-6 15,-14-3 17-15,14 3-12 0,-11 2-4 0,11-2 6 16,-12 6 0-16,12-6 1 0,-11 11 3 0,11-11 11 16,-9 17 17-16,5-9 16 0,-1 2 16 0,3 0-8 15,2 1 7-15,0 1 5 0,0 0-16 0,2 0-5 16,4 2-7-16,-2-2-2 0,3 1 13 0,-1 0-25 15,2-2 13-15,2 1-27 0,-1-1 23 0,2-1-30 16,3 0 21-16,-3-2-22 0,3 0 18 0,-2 1-24 16,3-4 22-16,-2 0-31 0,0 0 25 0,1-1-23 15,-2-2 21-15,1 0-24 0,-13-2 5 0,23 2-4 16,-23-2 1-16,24-3 5 0,-12 0-1 0,-2 0-1 16,1-3 2-16,0 0 1 0,-1-1-5 0,0-2 2 15,0-2 2-15,-2 1 2 0,0-1-3 0,-2-1 1 0,2-1-3 16,-2 1 1-16,-1-1-2 0,-1 1 8 0,0 1-2 15,1 0 0-15,0 2 1 0,-1-2 1 0,-1 3-4 16,2 0-2-16,-5 8 2 0,10-15 4 16,-5 8-1-16,-5 7-1 0,15-9 1 0,-15 9-1 0,17-5-5 15,-17 5 7-15,18-3 2 0,-18 3-1 0,21 3 1 16,-12-1-4-16,2 1 1 0,0 1-6 16,-1 1 8-16,-2 0 0 0,4 1 0 0,-4-1-3 0,1 1 0 15,1 1 2-15,-2-2 3 0,0 1-1 0,-1-1-2 16,-7-5-1-16,13 11-2 0,-13-11-2 0,10 9-3 15,-10-9 5-15,8 9-1 0,-8-9-2 0,0 0 2 16,8 7 3-16,-8-7-4 0,0 0-2 0,0 0 4 16,0 0 0-16,0 0 6 0,0 0-4 0,0 0 2 15,-11 5-1-15,11-5-4 0,0 0 4 0,-5-11-2 16,5 11 2-16,-2-10-2 0,2 10-2 0,-1-15-5 0,1 15 1 16,2-20 3-16,0 8-1 0,0-1-4 15,0-1 5-15,2-2 0 0,1 2 1 0,-2-3-1 16,1 3 3-16,-2-3 2 0,0 4-1 0,0-3 1 0,0 4-1 15,-2-1 0-15,0 1-3 0,-2 1 2 16,0 0 1-16,-2-1-3 0,0 1 1 0,-4 1 2 16,0-1-1-16,-2 2-6 0,-3 0 4 0,2 1 0 15,0 3 0-15,-1-1 3 0,2 3-3 0,10 3 1 0,-19-3-4 16,19 3 7-16,-15 2 0 0,15-2 2 0,-12 6-2 16,12-6 0-16,-4 11 2 0,4-11-6 0,2 15 6 15,4-6-1-15,-1 3 0 0,4 0 3 0,0 0-3 16,6 2-4-16,0 0 5 0,1 2-1 0,1-2 1 15,2 4-1-15,1-2-3 0,-1 0 2 0,2 1 0 16,0-1 1-16,-1 1 0 0,1-1-1 0,0 1 1 16,-1-1 0-16,2 0-2 0,-2 0-5 0,-4-2 6 15,0 0-3-15,-2 0 3 0,-1-1-2 0,-3-2 1 16,-1 0-5-16,0 0-2 0,-2 0 4 0,-2-3 0 16,-1 3 2-16,-4-11 20 0,2 17-24 0,-2-17 22 15,-6 17-31-15,1-9 27 0,-4 0-23 0,-1 0 20 16,-1 0-21-16,-3-1 24 0,-2 0-28 0,-2-2 20 15,-1-1-18-15,1 1-18 0,-3-2-73 0,2 0-71 0,-2-1-90 16,1-1-98-16,1-1-79 0,3 0-568 16,0-2-615-16</inkml:trace>
  <inkml:trace contextRef="#ctx0" brushRef="#br0" timeOffset="13006.7196">28707 8700 71 0,'-9'-17'488'0,"2"3"-151"16,-1 1-35-16,2 1-96 0,2 3-18 0,-2 0-62 15,6 9 12-15,-4-10-16 0,4 10 54 0,0 0-42 16,0 0 42-16,0 0-38 0,15 8 29 0,-3 0-43 15,5 6 33-15,6 3-29 0,6 7 2 0,3 4-20 16,6 6 5-16,0 4-3 0,2 0-6 16,-3 5 22-16,1 1 10 0,-1 1-4 0,-1 4-11 0,0 2-11 15,-4 4-9-15,-2 1-2 0,-4 0-8 0,0 2 0 16,-4-2-16-16,-2 2-16 0,-6-3-4 0,-3-5-10 16,-3-2-3-16,-5 2 10 0,-2-3-15 0,-5 1 3 0,-4 2-10 15,-2-3-8-15,-3-1-4 0,-9 6-6 0,-3-1 2 16,-4-2-1-16,-5-3-8 0,-1-2-2 15,-4-2 4-15,-3-4-9 0,-2-1-3 0,-3-4-2 16,1-3-7-16,-5-2-60 0,10-6-94 0,-2-3-106 16,-3 0-88-16,2-3-104 0,-2-3-152 0,2 1-434 0,0-4-668 15</inkml:trace>
  <inkml:trace contextRef="#ctx0" brushRef="#br0" timeOffset="22806.7845">29437 7213 116 0,'0'0'148'0,"0"0"18"16,-14 4-41-16,14-4-26 0,-11 7-22 0,4-3-13 15,0 3-11-15,-1-1-8 0,0 4 65 0,-2 0 9 16,1 4-9-16,-1 1-11 0,0 3-10 0,-2 2 29 16,1 5-13-16,-1 2 56 0,-1 6-11 0,0 3 3 15,-1 3-68-15,1 3 25 0,1 2-41 0,-2 4 30 16,1 11-50-16,-1 0 19 0,2 4-34 0,0-1 31 15,1 2-49-15,2 1 43 0,-1 2-8 0,4-2-18 16,1 2-4-16,1-1-43 0,2-9 40 0,3 1-43 0,1-4 45 16,1 0-48-16,3-3 44 0,3-1-44 0,1-2 47 15,0-3-47-15,4-2 46 0,1-2-5 0,1-4-1 16,2-2-14-16,2-3-11 0,2-4-52 16,1-4-38-16,-1-5-71 0,2-3-77 0,1-4-78 0,-2-4-333 15,0-1-165-15</inkml:trace>
  <inkml:trace contextRef="#ctx0" brushRef="#br0" timeOffset="23412.8795">29802 8287 49 0,'-3'-15'436'0,"-1"2"-78"0,1 3-82 0,-1-2-37 16,0 3-67-16,0-1 17 0,4 10-62 0,-7-17 20 15,7 17-66-15,-8-11 20 0,8 11-54 0,-7-9 24 16,7 9-47-16,0 0 75 0,-15 1-41 0,15-1 39 16,-16 11-43-16,7 0 37 0,-2 3-21 0,-1 2-7 15,1 1-19-15,-1 4-2 0,1 0-4 0,0 1-5 16,1 1-46-16,3-3 35 0,-1 3-36 0,0-3 37 0,1 3-36 15,2-3 46-15,-1 0-47 0,2-2 41 16,1-1-48-16,-1 0 49 0,0-2-32 0,2-2 28 16,-1-1-43-16,2-1 43 0,1-11-43 0,-3 18 51 0,3-18-29 15,-2 12 25-15,2-12-25 0,0 0 33 0,0 0-38 16,0 0 32-16,0 0-40 0,0 0 32 0,12-9-31 16,-7-3 30-16,2 1-4 0,1-8 0 0,2-2-4 15,1-5 2-15,1-1-14 0,1-2 5 0,1-4 1 16,0-1-40-16,0 0 36 0,0-1-35 0,0 0 42 15,-2 1-40-15,-1 5 41 0,0-1-31 0,-1 2 31 16,1 1-32-16,-2 0 32 0,0 6-32 0,1 1 35 16,-2 2-46-16,-2 4 45 0,0 0-28 0,1 3 31 15,-3 0-32-15,1 4 29 0,-5 7-37 0,9-9 35 16,-9 9-17-16,0 0 41 0,15 4-11 0,-11 5 32 16,0 1-15-16,1 4 14 0,-1 2-18 0,0 6 14 15,-1-1-14-15,2 4 14 0,-2 0-3 0,1 1-3 16,1 5-1-16,-1 1-12 0,2-1 8 0,1 2-5 15,0 0-22-15,3 3 20 0,0-5-19 0,3 2 12 0,-2-4-17 16,3 0 11-16,-3-3-19 0,1 0 14 16,1-2-16-16,-3-5 12 0,-1 0-20 0,-1-1 11 15,0-3-14-15,-3-2-42 0,1-1-107 0,-3-2 2 16,-3-10-82-16,5 16-69 0,-5-16-118 0,0 0-382 0,-5 10-342 16</inkml:trace>
  <inkml:trace contextRef="#ctx0" brushRef="#br0" timeOffset="23620.0094">29705 8463 384 0,'-9'-6'361'0,"2"0"-65"0,7 6-4 0,-10-7-34 16,10 7-31-16,-10-6-41 0,10 6-20 0,0 0-25 16,-8-10-24-16,8 10-17 0,0 0-16 0,0 0-23 15,7-10-4-15,-7 10-14 0,18-5-7 0,-4 2-8 16,4 2-5-16,3-1-12 0,4 1-8 0,4-1 8 15,2 2 1-15,1 0-8 0,5 2-8 0,0-1-53 16,-1-1-85-16,-5 2-56 0,0 0-75 0,-1 0-81 16,-1-2-233-16,-2 2-98 0</inkml:trace>
  <inkml:trace contextRef="#ctx0" brushRef="#br0" timeOffset="24004.9586">30336 8358 327 0,'0'0'329'0,"1"-13"-22"0,-1 13-55 0,0-11-9 15,0 11-47-15,0 0 18 0,0-13-69 0,0 13 19 16,0 0-78-16,0 0 19 0,-1-14-56 0,1 14 48 16,0 0-44-16,0 0 47 0,0 0-5 0,0 0 6 15,-6 13 13-15,6-13-17 0,-2 18-9 0,1-7-29 0,1 2 8 16,0 0-29-16,-1 1 28 0,2 4-26 16,0-1 10-16,1-1-17 0,2 1 11 0,2 2-9 0,2-1 12 15,2 0-16-15,1-2 6 0,0 0-19 0,4-2 13 16,0 0-19-16,1-3 13 0,0-1-17 0,0-2 14 15,-2-2-23-15,3 0 19 0,-2-3-20 16,-1-1 17-16,0-2-17 0,0-2 2 0,1-1-4 0,-1-3 12 16,-2-1-15-16,0-1 17 0,-2-2-19 0,-2-3 20 15,-2 0-18-15,0-2 18 0,-2-1-3 0,-1-2-5 16,-3 2 4-16,1-1-2 0,-2-2-2 0,1 2-4 16,-1 1 2-16,-1 1-16 0,0 2 20 0,1 1-13 15,1 12 13-15,-4-20-1 0,4 20-19 0,-2-17 16 16,2 17-17-16,-3-14 21 0,3 14-20 0,-3-9 21 15,3 9-2-15,0 0-8 0,0 0 4 0,0 0-10 16,0 0-71-16,0 0-66 0,0 0-49 0,0 0-84 16,0 0-98-16,0 0-118 0,8 6-222 0,-8-6-224 15</inkml:trace>
  <inkml:trace contextRef="#ctx0" brushRef="#br0" timeOffset="25072.0052">30778 8182 327 0,'-2'-14'396'16,"0"0"-82"-16,0 3-34 0,0 0-53 0,0-1-20 16,2 12 5-16,-3-19 27 0,3 19-56 15,-3-15-4-15,3 15-71 0,-2-11 14 0,2 11-50 0,0 0 71 16,0 0-7-16,0 0-3 0,0 0-8 0,0 0-6 16,3 13 19-16,0-2-34 0,0 1-12 15,1 2-26-15,-1 3-3 0,1 1-20 0,1 3 1 0,0-1-6 16,0 4-6-16,-1 0-16 0,2-2-1 0,-2 3-6 15,2 1 5-15,-2-1-12 0,-1 0 3 0,1 0-9 16,-2 0 12-16,0 0-14 0,-1-2 1 0,0-2-2 16,-1-2-2-16,-1-1 11 0,1-2-7 0,0-3-4 15,0 0 3-15,0-13 12 0,-1 18-49 0,1-18-2 16,-2 12-11-16,2-12 22 0,0 0-31 0,0 0 23 16,0 0-5-16,0 0 27 0,-9-11-13 0,9 11 25 15,-5-17-17-15,1 8 22 0,2-3-13 0,-1 2 16 16,1-1-15-16,0-1 20 0,1 0-17 0,1-1 18 15,0 1 3-15,1 0-2 0,1 0-7 0,2-1-1 16,-1 2-17-16,4-1 21 0,0-2-21 0,1 3 21 16,1-2-15-16,3 2 10 0,1-2-14 0,2 1 13 15,-1-2-11-15,2 2 16 0,-2-2-17 0,2 1 19 16,-2 1-11-16,0-2-8 0,-1-1 5 0,-1 0 2 16,-1-1 2-16,-1 1-1 0,-2 1 2 0,0-1 1 0,-2 0 3 15,0 2-3-15,-2 1 8 0,0-2-4 0,0 3 7 16,-1-1 6-16,0 2 20 0,-3 10 5 15,5-16-8-15,-5 16-3 0,3-14-10 0,-3 14-5 16,3-10-5-16,-3 10 4 0,0 0 16 0,0 0 15 0,0 0 13 16,0 0 19-16,7 10 2 0,-7-10-4 0,2 22-5 15,-2-8-4-15,0 5-5 0,0-1-10 16,0 2-15-16,-1 4-1 0,0 1 1 0,-1 0-11 0,1 1 0 16,1 1-6-16,-2 0-1 0,2 2-3 0,0-3-2 15,0 2-4-15,2-1-1 0,0-1 0 0,1 0-3 16,-1-3 8-16,1 0-10 0,2-5 4 0,-2-1-4 15,1-2 3-15,0 0 3 0,0-4 0 0,1-2 1 16,1-3-4-16,2 1 1 0,-8-7-2 0,19 5 0 16,-19-5-2-16,22-5 0 0,-10 2 1 0,2-4-4 15,-2-1 3-15,1-3 0 0,1 0-1 0,0-3-2 16,-1 0 5-16,-1-1-5 0,0 2 4 0,-2-1-6 16,-1 3 8-16,1 0-6 0,-2 1 5 0,-2 1-4 15,1 2 5-15,-1 0-8 0,-6 7 2 0,10-11-4 16,-10 11 8-16,9-6-4 0,-9 6 4 0,0 0-5 15,15 1 6-15,-15-1-5 0,9 5 4 0,-9-5-3 16,10 9-3-16,-10-9 7 0,12 10 1 0,-12-10 10 16,9 11-18-16,-9-11 2 0,9 10 1 0,-9-10-1 15,10 10 4-15,-10-10-2 0,9 7 2 0,-9-7 0 0,9 6-2 16,-9-6 4-16,12 5-1 0,-12-5-3 16,14 1 6-16,-14-1-7 0,16-3 4 0,-16 3-2 15,20-5 2-15,-11 0-2 0,2-1-4 0,1-1 4 0,0 1 1 16,-1-1-4-16,0-1 6 0,1 1-7 0,-3 1 4 15,0-1-3-15,1 2 4 0,-2 1-4 0,0-1 3 16,-8 5-5-16,17-4 6 0,-17 4-6 0,15-1 1 16,-15 1 0-16,17 3 2 0,-17-3-1 0,16 9 1 15,-7-2 1-15,-2 0-1 0,1 3 1 0,-1 1 0 16,0-1 0-16,0 2 1 0,-1-1 1 0,-1 1-3 16,0-1 5-16,-1-1-4 0,-1 0-3 0,1 0 2 0,-1-1-1 15,-3-9 2-15,2 17-4 0,-2-17 1 16,0 13 3-16,0-13-3 0,-4 12 4 0,4-12 0 0,-11 7 11 15,11-7-8-15,-15 4-5 0,15-4 3 0,-21-3 1 16,10 2 0-16,-1-4-1 0,1 2 1 0,-2-4 0 16,0 2 0-16,1-2 3 0,1-2-5 0,1 1 4 15,3-1-5-15,0 1 5 0,0 0-11 0,4-2-1 16,3 10-33-16,-2-17-33 0,2 17-64 0,7-17-26 16,2 6-85-16,1 3 43 0,1 0-50 0,3-1 8 15,0 2-57-15,1 0-9 0,1 1-34 0,1 0-57 16,-1-1-159-16,1 1-79 0</inkml:trace>
  <inkml:trace contextRef="#ctx0" brushRef="#br0" timeOffset="25770.2442">31939 8357 252 0,'0'0'320'0,"6"-10"-46"16,-6 10-44-16,0 0-5 0,0 0-30 0,5-9-22 16,-5 9-32-16,0 0-26 0,0 0-17 0,6-9-16 15,-6 9-19-15,0 0-10 0,0 0-8 0,0 0 4 16,0 0 3-16,0 0-11 0,8 4 60 0,-8-4-54 15,4 11 63-15,-4-11-49 0,7 19-7 0,-3-10-10 16,1 4-2-16,0 1 3 0,0 0-6 0,1-1-4 0,0 4-14 16,-1-1 2-16,1 0-7 0,-1 2 1 0,-1 0-10 15,0-1 0-15,-1 0 5 0,0 0-4 16,0-3-1-16,-1 3-4 0,-1-6-9 0,1 1 14 0,0-2-4 16,-2-10 0-16,3 20 21 0,-3-20 7 0,1 14 12 15,-1-14-11-15,0 0-2 0,-3 12-6 0,3-12-8 16,0 0 6-16,0 0-8 0,0 0-5 0,-17-3-1 15,17 3-2-15,-7-9 3 0,7 9-5 0,-6-14-1 16,6 14-1-16,-2-17 0 0,2 17-5 0,3-19-4 0,1 8-7 16,2-1-7-16,3-1-18 0,3-1-48 15,0 1-3-15,3-2-20 0,1 1 6 0,0 2-2 0,1-1 7 16,1 1-6-16,-2 0 2 0,4 0 8 0,-2 2 3 16,1-1 12-16,0 0 7 0,-1 0 1 0,2 0 18 15,-3 0 10-15,2 1 7 0,1-1 8 0,-3 0 8 16,1 1-25-16,-1-2 34 0,1 3-25 0,0-1 37 15,-3-1-25-15,-1 4 39 0,-2-1-11 0,-2 0 27 16,1-1-30-16,-4 3 35 0,0-1-20 0,-7 7 30 16,10-13-29-16,-10 13 26 0,6-11-30 0,-6 11 14 15,0 0-20-15,-6-13 26 0,6 13-33 0,-11-7 24 16,11 7-19-16,-20-4 27 0,20 4-2 0,-21 0-5 16,21 0-4-16,-22 3-5 0,12-2 0 0,10-1-3 0,-18 7-4 15,18-7 1-15,-14 11-2 0,14-11 0 0,-10 12-2 16,10-12 0-16,-4 14-3 0,4-14-4 0,0 16 0 15,0-16 6-15,5 21-1 0,-2-10 0 0,3 2-2 16,0 1-4-16,1-1 3 0,2 3-16 0,2 0 22 16,-1 1-22-16,2 1 23 0,2-1-21 0,1 2 23 15,2 1-23-15,-1-1 1 0,2 1 7 0,1-1-2 16,-3 0 1-16,2-1-1 0,-4-2 7 0,2-1-7 16,-4 1 5-16,0-1-1 0,-1-3 0 0,-3 1 3 0,0-1-5 15,-1-1 9-15,-2-2-3 0,-1 2-2 16,-4-11 4-16,4 14 0 0,-4-14 4 0,-1 13-4 15,1-13-2-15,-7 13 8 0,7-13 0 0,-16 11 3 0,6-8 9 16,-4 1-19-16,0-1 11 0,-4 0-9 0,1-3 9 16,-3 2-8-16,1-2 6 0,-2-1-8 0,1 0-49 15,2-2-122-15,-1-1-191 0,4-1-212 0,0-2-88 16</inkml:trace>
  <inkml:trace contextRef="#ctx0" brushRef="#br0" timeOffset="26216.2073">32589 7140 160 0,'-2'-16'185'0,"3"1"-41"16,2 0-24-16,2 3-12 0,4-1-8 0,0 1-9 15,3 2-4-15,2 1-15 0,0 1 5 16,2 0 5-16,1 3-6 0,0 1 4 0,0 2-6 0,2 4 3 16,1 1 10-16,2 5 19 0,5 4-9 0,2 7 9 15,2 4 18-15,-1 8 17 0,7 7 20 0,0 4-8 16,-1 8-2-16,0 5-67 0,0 4 24 0,-3 7 50 15,1 5-22-15,7 15-19 0,-6 1-10 0,-7-10-8 16,-5 0-1-16,-1 0-19 0,-4 1-55 0,-5 1 59 16,-5 2-19-16,-2 0-4 0,-7-1-15 0,-6-1-1 15,-2-1-5-15,-5-2-4 0,-7-2-52 0,-5-4 56 16,-5-1-49-16,-5-1 7 0,-13 11 3 0,-3-5-2 0,-6-5 52 16,-5-2-59-16,-3-6 51 0,-6-3-59 0,10-11 4 15,-16 3 1-15,7-12 3 0,-3-2-32 0,-3-4-68 16,0-4-102-16,-6-3-25 0,-1-2-118 0,-2-4-170 15,1-3-298-15,-2-2-358 0</inkml:trace>
  <inkml:trace contextRef="#ctx0" brushRef="#br0" timeOffset="27740.2556">26312 11943 331 0,'6'-10'475'0,"-2"1"-86"16,-4 9-93-16,7-16-67 0,-7 16-41 0,4-12-35 16,-4 12-20-16,2-13 3 0,-2 13-8 0,2-11-18 15,-2 11-8-15,0 0-22 0,-2-15-12 0,2 15-7 16,0 0-10-16,0-11-8 0,0 11-14 0,0 0-3 15,0 0 40-15,0 0 49 0,0 0 8 0,-11 12 13 16,7-1-5-16,-1 3 1 0,-2 4-30 0,-2 2 4 16,1 2-25-16,-2 3 15 0,1 1-27 0,-2-1 22 15,4-3-1-15,0 1-21 0,3-3 32 0,-2 0-3 16,3-3 20-16,1-1 3 0,2-3 10 0,4 1 13 0,1-6-22 16,8 0 6-16,5-4 22 0,12-5-58 0,19-5 21 15,23-7-57-15,16-7-12 0,37-10-16 16,24-4 2-16,21-5 19 0,64-11-49 0,17-1 17 15,15 1-56-15,16 0-55 0,12 1-45 0,14 1-147 0,11 1-123 16,7 2-98-16,4 0-226 0,-7-1-453 0,-4 0-797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08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7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5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94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088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78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38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19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49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02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36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81C7E-B025-4DF0-AAC3-261D903B531C}" type="datetimeFigureOut">
              <a:rPr lang="en-IN" smtClean="0"/>
              <a:t>30-08-2021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3A054-AD3A-4808-A0BD-70EEE42A4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8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customXml" Target="../ink/ink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customXml" Target="../ink/ink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emf"/><Relationship Id="rId4" Type="http://schemas.openxmlformats.org/officeDocument/2006/relationships/customXml" Target="../ink/ink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Relational Algebra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322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052640" y="69120"/>
              <a:ext cx="11111760" cy="58006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9320" y="62280"/>
                <a:ext cx="11136600" cy="58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2079360" y="2053080"/>
              <a:ext cx="9885600" cy="47131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2160" y="2048400"/>
                <a:ext cx="9907560" cy="473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769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55400" y="300240"/>
              <a:ext cx="11664360" cy="6097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480" y="288360"/>
                <a:ext cx="11682360" cy="611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881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425240" y="554040"/>
              <a:ext cx="10574640" cy="6277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6240" y="540720"/>
                <a:ext cx="10596240" cy="630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217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767160" y="128880"/>
              <a:ext cx="11319840" cy="66146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5280" y="113400"/>
                <a:ext cx="11348280" cy="66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204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07840" y="441720"/>
              <a:ext cx="11373120" cy="5289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600" y="425160"/>
                <a:ext cx="11400480" cy="531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494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916200" y="342720"/>
              <a:ext cx="11275920" cy="4264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5400" y="328680"/>
                <a:ext cx="11300400" cy="428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426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910080" y="175320"/>
              <a:ext cx="11234160" cy="56984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000" y="165240"/>
                <a:ext cx="11254680" cy="57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725840" y="3285360"/>
              <a:ext cx="9903960" cy="1000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2160" y="3274560"/>
                <a:ext cx="9928080" cy="102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7269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259720" y="1520640"/>
              <a:ext cx="9793800" cy="3657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7840" y="1505880"/>
                <a:ext cx="9809280" cy="367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4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310760" y="196200"/>
              <a:ext cx="10539720" cy="5706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9240" y="185760"/>
                <a:ext cx="10559520" cy="572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956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579680" y="397440"/>
              <a:ext cx="9209160" cy="4372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7440" y="384120"/>
                <a:ext cx="9228600" cy="439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952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741240" y="476280"/>
              <a:ext cx="11215080" cy="5164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2600" y="465120"/>
                <a:ext cx="11231640" cy="518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578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849240" y="409680"/>
              <a:ext cx="11223720" cy="58996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7360" y="397800"/>
                <a:ext cx="11245680" cy="59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773360" y="4444920"/>
              <a:ext cx="7624800" cy="207144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69040" y="4435560"/>
                <a:ext cx="7632360" cy="208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010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409400" y="33840"/>
              <a:ext cx="10682640" cy="33238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00760" y="26640"/>
                <a:ext cx="10699560" cy="33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3033720" y="754200"/>
              <a:ext cx="9157680" cy="213912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0840" y="749880"/>
                <a:ext cx="9166320" cy="21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643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047309" cy="26070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Example Queries Assume the following relations</a:t>
            </a:r>
            <a:r>
              <a:rPr lang="en-US" dirty="0" smtClean="0"/>
              <a:t>:</a:t>
            </a:r>
          </a:p>
          <a:p>
            <a:r>
              <a:rPr lang="en-US" dirty="0" smtClean="0"/>
              <a:t>BOOKS(</a:t>
            </a:r>
            <a:r>
              <a:rPr lang="en-US" dirty="0" err="1" smtClean="0"/>
              <a:t>DocId</a:t>
            </a:r>
            <a:r>
              <a:rPr lang="en-US" dirty="0"/>
              <a:t>, Title, Publisher, Year) </a:t>
            </a:r>
            <a:endParaRPr lang="en-US" dirty="0" smtClean="0"/>
          </a:p>
          <a:p>
            <a:r>
              <a:rPr lang="en-US" dirty="0" smtClean="0"/>
              <a:t>STUDENTS(</a:t>
            </a:r>
            <a:r>
              <a:rPr lang="en-US" dirty="0" err="1" smtClean="0"/>
              <a:t>StId</a:t>
            </a:r>
            <a:r>
              <a:rPr lang="en-US" dirty="0"/>
              <a:t>, </a:t>
            </a:r>
            <a:r>
              <a:rPr lang="en-US" dirty="0" err="1"/>
              <a:t>StName</a:t>
            </a:r>
            <a:r>
              <a:rPr lang="en-US" dirty="0"/>
              <a:t>, Major, Age) AUTHORS(</a:t>
            </a:r>
            <a:r>
              <a:rPr lang="en-US" dirty="0" err="1"/>
              <a:t>AName</a:t>
            </a:r>
            <a:r>
              <a:rPr lang="en-US" dirty="0"/>
              <a:t>, Address) </a:t>
            </a:r>
            <a:endParaRPr lang="en-US" dirty="0" smtClean="0"/>
          </a:p>
          <a:p>
            <a:r>
              <a:rPr lang="en-US" dirty="0" smtClean="0"/>
              <a:t>borrows(</a:t>
            </a:r>
            <a:r>
              <a:rPr lang="en-US" dirty="0" err="1" smtClean="0"/>
              <a:t>DocId</a:t>
            </a:r>
            <a:r>
              <a:rPr lang="en-US" dirty="0"/>
              <a:t>, </a:t>
            </a:r>
            <a:r>
              <a:rPr lang="en-US" dirty="0" err="1"/>
              <a:t>StId</a:t>
            </a:r>
            <a:r>
              <a:rPr lang="en-US" dirty="0"/>
              <a:t>, Date) </a:t>
            </a:r>
            <a:endParaRPr lang="en-US" dirty="0" smtClean="0"/>
          </a:p>
          <a:p>
            <a:r>
              <a:rPr lang="en-US" dirty="0" smtClean="0"/>
              <a:t>has-written(</a:t>
            </a:r>
            <a:r>
              <a:rPr lang="en-US" dirty="0" err="1" smtClean="0"/>
              <a:t>DocId</a:t>
            </a:r>
            <a:r>
              <a:rPr lang="en-US" dirty="0"/>
              <a:t>, </a:t>
            </a:r>
            <a:r>
              <a:rPr lang="en-US" dirty="0" err="1"/>
              <a:t>AName</a:t>
            </a:r>
            <a:r>
              <a:rPr lang="en-US" dirty="0" smtClean="0"/>
              <a:t>)</a:t>
            </a:r>
          </a:p>
          <a:p>
            <a:r>
              <a:rPr lang="en-US" dirty="0" smtClean="0"/>
              <a:t>describes(</a:t>
            </a:r>
            <a:r>
              <a:rPr lang="en-US" dirty="0" err="1" smtClean="0"/>
              <a:t>DocId</a:t>
            </a:r>
            <a:r>
              <a:rPr lang="en-US" dirty="0"/>
              <a:t>, Keyword)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763589" y="1825625"/>
            <a:ext cx="6590211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List the year and title of each book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5705280" y="2172240"/>
              <a:ext cx="4823280" cy="94680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98440" y="2164680"/>
                <a:ext cx="4839840" cy="95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008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Assume the following relations: BOOKS(</a:t>
            </a:r>
            <a:r>
              <a:rPr lang="en-US" dirty="0" err="1"/>
              <a:t>DocId</a:t>
            </a:r>
            <a:r>
              <a:rPr lang="en-US" dirty="0"/>
              <a:t>, Title, Publisher, Year) STUDENTS(</a:t>
            </a:r>
            <a:r>
              <a:rPr lang="en-US" dirty="0" err="1"/>
              <a:t>StId</a:t>
            </a:r>
            <a:r>
              <a:rPr lang="en-US" dirty="0"/>
              <a:t>, </a:t>
            </a:r>
            <a:r>
              <a:rPr lang="en-US" dirty="0" err="1"/>
              <a:t>StName</a:t>
            </a:r>
            <a:r>
              <a:rPr lang="en-US" dirty="0"/>
              <a:t>, Major, Age) AUTHORS(</a:t>
            </a:r>
            <a:r>
              <a:rPr lang="en-US" dirty="0" err="1"/>
              <a:t>AName</a:t>
            </a:r>
            <a:r>
              <a:rPr lang="en-US" dirty="0"/>
              <a:t>, Address) borrows(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StId</a:t>
            </a:r>
            <a:r>
              <a:rPr lang="en-US" dirty="0"/>
              <a:t>, Date) has-written(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AName</a:t>
            </a:r>
            <a:r>
              <a:rPr lang="en-US" dirty="0"/>
              <a:t>) describes(</a:t>
            </a:r>
            <a:r>
              <a:rPr lang="en-US" dirty="0" err="1"/>
              <a:t>DocId</a:t>
            </a:r>
            <a:r>
              <a:rPr lang="en-US" dirty="0"/>
              <a:t>, Keyword) 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List all information about students whose major is CS. 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7261200" y="3075480"/>
              <a:ext cx="4630680" cy="108072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53280" y="3070440"/>
                <a:ext cx="4648320" cy="109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4632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3516086" cy="247640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Example Queries Assume the following relations:</a:t>
            </a:r>
          </a:p>
          <a:p>
            <a:r>
              <a:rPr lang="en-US" dirty="0"/>
              <a:t>BOOKS(</a:t>
            </a:r>
            <a:r>
              <a:rPr lang="en-US" dirty="0" err="1"/>
              <a:t>DocId</a:t>
            </a:r>
            <a:r>
              <a:rPr lang="en-US" dirty="0"/>
              <a:t>, Title, Publisher, Year) </a:t>
            </a:r>
          </a:p>
          <a:p>
            <a:r>
              <a:rPr lang="en-US" dirty="0"/>
              <a:t>STUDENTS(</a:t>
            </a:r>
            <a:r>
              <a:rPr lang="en-US" dirty="0" err="1"/>
              <a:t>StId</a:t>
            </a:r>
            <a:r>
              <a:rPr lang="en-US" dirty="0"/>
              <a:t>, </a:t>
            </a:r>
            <a:r>
              <a:rPr lang="en-US" dirty="0" err="1"/>
              <a:t>StName</a:t>
            </a:r>
            <a:r>
              <a:rPr lang="en-US" dirty="0"/>
              <a:t>, Major, Age) </a:t>
            </a:r>
          </a:p>
          <a:p>
            <a:r>
              <a:rPr lang="en-US" dirty="0"/>
              <a:t>AUTHORS(</a:t>
            </a:r>
            <a:r>
              <a:rPr lang="en-US" dirty="0" err="1"/>
              <a:t>AName</a:t>
            </a:r>
            <a:r>
              <a:rPr lang="en-US" dirty="0"/>
              <a:t>, Address) </a:t>
            </a:r>
          </a:p>
          <a:p>
            <a:r>
              <a:rPr lang="en-US" dirty="0"/>
              <a:t>borrows(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StId</a:t>
            </a:r>
            <a:r>
              <a:rPr lang="en-US" dirty="0"/>
              <a:t>, Date) </a:t>
            </a:r>
          </a:p>
          <a:p>
            <a:r>
              <a:rPr lang="en-US" dirty="0"/>
              <a:t>has-written(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AName</a:t>
            </a:r>
            <a:r>
              <a:rPr lang="en-US" dirty="0"/>
              <a:t>)</a:t>
            </a:r>
          </a:p>
          <a:p>
            <a:r>
              <a:rPr lang="en-US" dirty="0"/>
              <a:t>describes(</a:t>
            </a:r>
            <a:r>
              <a:rPr lang="en-US" dirty="0" err="1"/>
              <a:t>DocId</a:t>
            </a:r>
            <a:r>
              <a:rPr lang="en-US" dirty="0"/>
              <a:t>, Keyword)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3954" y="1825625"/>
            <a:ext cx="6929846" cy="4351338"/>
          </a:xfrm>
        </p:spPr>
        <p:txBody>
          <a:bodyPr>
            <a:normAutofit fontScale="55000" lnSpcReduction="20000"/>
          </a:bodyPr>
          <a:lstStyle/>
          <a:p>
            <a:r>
              <a:rPr lang="en-US" sz="4000" dirty="0"/>
              <a:t>List all students with the books they can borrow.</a:t>
            </a:r>
            <a:endParaRPr lang="en-IN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784080" y="2148120"/>
              <a:ext cx="10195200" cy="114192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0480" y="2141280"/>
                <a:ext cx="10208160" cy="115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89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420291" cy="23022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Example Queries Assume the following relations:</a:t>
            </a:r>
          </a:p>
          <a:p>
            <a:r>
              <a:rPr lang="en-US" dirty="0"/>
              <a:t>BOOKS(</a:t>
            </a:r>
            <a:r>
              <a:rPr lang="en-US" dirty="0" err="1"/>
              <a:t>DocId</a:t>
            </a:r>
            <a:r>
              <a:rPr lang="en-US" dirty="0"/>
              <a:t>, Title, Publisher, Year) </a:t>
            </a:r>
          </a:p>
          <a:p>
            <a:r>
              <a:rPr lang="en-US" dirty="0"/>
              <a:t>STUDENTS(</a:t>
            </a:r>
            <a:r>
              <a:rPr lang="en-US" dirty="0" err="1"/>
              <a:t>StId</a:t>
            </a:r>
            <a:r>
              <a:rPr lang="en-US" dirty="0"/>
              <a:t>, </a:t>
            </a:r>
            <a:r>
              <a:rPr lang="en-US" dirty="0" err="1"/>
              <a:t>StName</a:t>
            </a:r>
            <a:r>
              <a:rPr lang="en-US" dirty="0"/>
              <a:t>, Major, Age) </a:t>
            </a:r>
          </a:p>
          <a:p>
            <a:r>
              <a:rPr lang="en-US" dirty="0"/>
              <a:t>AUTHORS(</a:t>
            </a:r>
            <a:r>
              <a:rPr lang="en-US" dirty="0" err="1"/>
              <a:t>AName</a:t>
            </a:r>
            <a:r>
              <a:rPr lang="en-US" dirty="0"/>
              <a:t>, Address) </a:t>
            </a:r>
          </a:p>
          <a:p>
            <a:r>
              <a:rPr lang="en-US" dirty="0"/>
              <a:t>borrows(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StId</a:t>
            </a:r>
            <a:r>
              <a:rPr lang="en-US" dirty="0"/>
              <a:t>, Date) </a:t>
            </a:r>
          </a:p>
          <a:p>
            <a:r>
              <a:rPr lang="en-US" dirty="0"/>
              <a:t>has-written(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AName</a:t>
            </a:r>
            <a:r>
              <a:rPr lang="en-US" dirty="0"/>
              <a:t>)</a:t>
            </a:r>
          </a:p>
          <a:p>
            <a:r>
              <a:rPr lang="en-US" dirty="0"/>
              <a:t>describes(</a:t>
            </a:r>
            <a:r>
              <a:rPr lang="en-US" dirty="0" err="1"/>
              <a:t>DocId</a:t>
            </a:r>
            <a:r>
              <a:rPr lang="en-US" dirty="0"/>
              <a:t>, Keyword)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58491" y="1825625"/>
            <a:ext cx="7095309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List all books published by McGraw-Hill before 1990.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4487040" y="2772000"/>
              <a:ext cx="7569720" cy="114192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5520" y="2764440"/>
                <a:ext cx="7596000" cy="115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479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30486" cy="241544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Example Queries Assume the following relations:</a:t>
            </a:r>
          </a:p>
          <a:p>
            <a:r>
              <a:rPr lang="en-US" dirty="0"/>
              <a:t>BOOKS(</a:t>
            </a:r>
            <a:r>
              <a:rPr lang="en-US" dirty="0" err="1"/>
              <a:t>DocId</a:t>
            </a:r>
            <a:r>
              <a:rPr lang="en-US" dirty="0"/>
              <a:t>, Title, Publisher, Year) </a:t>
            </a:r>
          </a:p>
          <a:p>
            <a:r>
              <a:rPr lang="en-US" dirty="0"/>
              <a:t>STUDENTS(</a:t>
            </a:r>
            <a:r>
              <a:rPr lang="en-US" dirty="0" err="1"/>
              <a:t>StId</a:t>
            </a:r>
            <a:r>
              <a:rPr lang="en-US" dirty="0"/>
              <a:t>, </a:t>
            </a:r>
            <a:r>
              <a:rPr lang="en-US" dirty="0" err="1"/>
              <a:t>StName</a:t>
            </a:r>
            <a:r>
              <a:rPr lang="en-US" dirty="0"/>
              <a:t>, Major, Age) </a:t>
            </a:r>
          </a:p>
          <a:p>
            <a:r>
              <a:rPr lang="en-US" dirty="0"/>
              <a:t>AUTHORS(</a:t>
            </a:r>
            <a:r>
              <a:rPr lang="en-US" dirty="0" err="1"/>
              <a:t>AName</a:t>
            </a:r>
            <a:r>
              <a:rPr lang="en-US" dirty="0"/>
              <a:t>, Address) </a:t>
            </a:r>
          </a:p>
          <a:p>
            <a:r>
              <a:rPr lang="en-US" dirty="0"/>
              <a:t>borrows(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StId</a:t>
            </a:r>
            <a:r>
              <a:rPr lang="en-US" dirty="0"/>
              <a:t>, Date) </a:t>
            </a:r>
          </a:p>
          <a:p>
            <a:r>
              <a:rPr lang="en-US" dirty="0"/>
              <a:t>has-written(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AName</a:t>
            </a:r>
            <a:r>
              <a:rPr lang="en-US" dirty="0"/>
              <a:t>)</a:t>
            </a:r>
          </a:p>
          <a:p>
            <a:r>
              <a:rPr lang="en-US" dirty="0"/>
              <a:t>describes(</a:t>
            </a:r>
            <a:r>
              <a:rPr lang="en-US" dirty="0" err="1"/>
              <a:t>DocId</a:t>
            </a:r>
            <a:r>
              <a:rPr lang="en-US" dirty="0"/>
              <a:t>, Keyword)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343" y="1825625"/>
            <a:ext cx="6433457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List the name of those authors who are living in Davis. 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4593600" y="2091960"/>
              <a:ext cx="7356240" cy="234432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3880" y="2084040"/>
                <a:ext cx="7378200" cy="236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893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61114" cy="268541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Example Queries Assume the following relations:</a:t>
            </a:r>
          </a:p>
          <a:p>
            <a:r>
              <a:rPr lang="en-US" dirty="0"/>
              <a:t>BOOKS(</a:t>
            </a:r>
            <a:r>
              <a:rPr lang="en-US" dirty="0" err="1"/>
              <a:t>DocId</a:t>
            </a:r>
            <a:r>
              <a:rPr lang="en-US" dirty="0"/>
              <a:t>, Title, Publisher, Year) </a:t>
            </a:r>
          </a:p>
          <a:p>
            <a:r>
              <a:rPr lang="en-US" dirty="0"/>
              <a:t>STUDENTS(</a:t>
            </a:r>
            <a:r>
              <a:rPr lang="en-US" dirty="0" err="1"/>
              <a:t>StId</a:t>
            </a:r>
            <a:r>
              <a:rPr lang="en-US" dirty="0"/>
              <a:t>, </a:t>
            </a:r>
            <a:r>
              <a:rPr lang="en-US" dirty="0" err="1"/>
              <a:t>StName</a:t>
            </a:r>
            <a:r>
              <a:rPr lang="en-US" dirty="0"/>
              <a:t>, Major, Age) </a:t>
            </a:r>
          </a:p>
          <a:p>
            <a:r>
              <a:rPr lang="en-US" dirty="0"/>
              <a:t>AUTHORS(</a:t>
            </a:r>
            <a:r>
              <a:rPr lang="en-US" dirty="0" err="1"/>
              <a:t>AName</a:t>
            </a:r>
            <a:r>
              <a:rPr lang="en-US" dirty="0"/>
              <a:t>, Address) </a:t>
            </a:r>
          </a:p>
          <a:p>
            <a:r>
              <a:rPr lang="en-US" dirty="0"/>
              <a:t>borrows(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StId</a:t>
            </a:r>
            <a:r>
              <a:rPr lang="en-US" dirty="0"/>
              <a:t>, Date) </a:t>
            </a:r>
          </a:p>
          <a:p>
            <a:r>
              <a:rPr lang="en-US" dirty="0"/>
              <a:t>has-written(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AName</a:t>
            </a:r>
            <a:r>
              <a:rPr lang="en-US" dirty="0"/>
              <a:t>)</a:t>
            </a:r>
          </a:p>
          <a:p>
            <a:r>
              <a:rPr lang="en-US" dirty="0"/>
              <a:t>describes(</a:t>
            </a:r>
            <a:r>
              <a:rPr lang="en-US" dirty="0" err="1"/>
              <a:t>DocId</a:t>
            </a:r>
            <a:r>
              <a:rPr lang="en-US" dirty="0"/>
              <a:t>, Keyword)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9646" y="1825625"/>
            <a:ext cx="6024154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List the name of students who are older than 30 and who are not studying CS. 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99800" y="2327760"/>
              <a:ext cx="11710800" cy="383220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600" y="2324880"/>
                <a:ext cx="11729160" cy="384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176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447903" cy="268541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Example Queries Assume the following relations:</a:t>
            </a:r>
          </a:p>
          <a:p>
            <a:r>
              <a:rPr lang="en-US" dirty="0"/>
              <a:t>BOOKS(</a:t>
            </a:r>
            <a:r>
              <a:rPr lang="en-US" dirty="0" err="1"/>
              <a:t>DocId</a:t>
            </a:r>
            <a:r>
              <a:rPr lang="en-US" dirty="0"/>
              <a:t>, Title, Publisher, Year) </a:t>
            </a:r>
          </a:p>
          <a:p>
            <a:r>
              <a:rPr lang="en-US" dirty="0"/>
              <a:t>STUDENTS(</a:t>
            </a:r>
            <a:r>
              <a:rPr lang="en-US" dirty="0" err="1"/>
              <a:t>StId</a:t>
            </a:r>
            <a:r>
              <a:rPr lang="en-US" dirty="0"/>
              <a:t>, </a:t>
            </a:r>
            <a:r>
              <a:rPr lang="en-US" dirty="0" err="1"/>
              <a:t>StName</a:t>
            </a:r>
            <a:r>
              <a:rPr lang="en-US" dirty="0"/>
              <a:t>, Major, Age) </a:t>
            </a:r>
          </a:p>
          <a:p>
            <a:r>
              <a:rPr lang="en-US" dirty="0"/>
              <a:t>AUTHORS(</a:t>
            </a:r>
            <a:r>
              <a:rPr lang="en-US" dirty="0" err="1"/>
              <a:t>AName</a:t>
            </a:r>
            <a:r>
              <a:rPr lang="en-US" dirty="0"/>
              <a:t>, Address) </a:t>
            </a:r>
          </a:p>
          <a:p>
            <a:r>
              <a:rPr lang="en-US" dirty="0"/>
              <a:t>borrows(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StId</a:t>
            </a:r>
            <a:r>
              <a:rPr lang="en-US" dirty="0"/>
              <a:t>, Date) </a:t>
            </a:r>
          </a:p>
          <a:p>
            <a:r>
              <a:rPr lang="en-US" dirty="0"/>
              <a:t>has-written(</a:t>
            </a:r>
            <a:r>
              <a:rPr lang="en-US" dirty="0" err="1"/>
              <a:t>DocId</a:t>
            </a:r>
            <a:r>
              <a:rPr lang="en-US" dirty="0"/>
              <a:t>, </a:t>
            </a:r>
            <a:r>
              <a:rPr lang="en-US" dirty="0" err="1"/>
              <a:t>AName</a:t>
            </a:r>
            <a:r>
              <a:rPr lang="en-US" dirty="0"/>
              <a:t>)</a:t>
            </a:r>
          </a:p>
          <a:p>
            <a:r>
              <a:rPr lang="en-US" dirty="0"/>
              <a:t>describes(</a:t>
            </a:r>
            <a:r>
              <a:rPr lang="en-US" dirty="0" err="1"/>
              <a:t>DocId</a:t>
            </a:r>
            <a:r>
              <a:rPr lang="en-US" dirty="0"/>
              <a:t>, Keyword)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6103" y="1825625"/>
            <a:ext cx="6067697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Rename </a:t>
            </a:r>
            <a:r>
              <a:rPr lang="en-US" dirty="0" err="1"/>
              <a:t>AName</a:t>
            </a:r>
            <a:r>
              <a:rPr lang="en-US" dirty="0"/>
              <a:t> in the relation AUTHORS to Name. 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6264720" y="2523960"/>
              <a:ext cx="5738760" cy="186264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55000" y="2518920"/>
                <a:ext cx="5757480" cy="187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654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363</Words>
  <Application>Microsoft Office PowerPoint</Application>
  <PresentationFormat>Widescreen</PresentationFormat>
  <Paragraphs>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Relational Algebra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Algebra</dc:title>
  <dc:creator>learn</dc:creator>
  <cp:lastModifiedBy>learn</cp:lastModifiedBy>
  <cp:revision>7</cp:revision>
  <dcterms:created xsi:type="dcterms:W3CDTF">2021-08-26T06:32:56Z</dcterms:created>
  <dcterms:modified xsi:type="dcterms:W3CDTF">2021-08-30T10:01:15Z</dcterms:modified>
</cp:coreProperties>
</file>