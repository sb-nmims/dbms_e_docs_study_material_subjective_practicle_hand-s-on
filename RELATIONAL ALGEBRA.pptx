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1FD7D-8184-4ACB-880E-B2D8005D22AE}" type="datetimeFigureOut">
              <a:rPr lang="en-US" smtClean="0"/>
              <a:t>2/1/2008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ACBC3-7655-4F53-B747-7ADF0D2CDB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RELATIONAL ALGEBRA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SELECT, PROJECT, JOIN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SQL is a practical (implementation) language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Relational algebra is a theoretical language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Those query we write in SQL, can also be write in Relational Algebra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Relational  algebra suppresses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duplicacy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(by default) because it is based on set theory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set theory there are no duplicate values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Query expression on the set of relations produces relation as a result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Example:-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Simple college admissions database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College (</a:t>
            </a:r>
            <a:r>
              <a:rPr lang="en-US" sz="2000" u="sng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state, enroll)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Student (</a:t>
            </a:r>
            <a:r>
              <a:rPr lang="en-US" sz="2000" u="sng" dirty="0" err="1" smtClean="0">
                <a:latin typeface="Times New Roman" pitchFamily="18" charset="0"/>
                <a:cs typeface="Times New Roman" pitchFamily="18" charset="0"/>
              </a:rPr>
              <a:t>sid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marksHS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Apply (</a:t>
            </a:r>
            <a:r>
              <a:rPr lang="en-US" sz="2000" u="sng" dirty="0" err="1" smtClean="0">
                <a:latin typeface="Times New Roman" pitchFamily="18" charset="0"/>
                <a:cs typeface="Times New Roman" pitchFamily="18" charset="0"/>
              </a:rPr>
              <a:t>sid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u="sng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major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decision)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College                                  Student                                        Apply</a:t>
            </a:r>
          </a:p>
          <a:p>
            <a:pPr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4343400"/>
          <a:ext cx="2667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/>
                <a:gridCol w="889000"/>
                <a:gridCol w="889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Cname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enr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4419600"/>
          <a:ext cx="28194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  <a:gridCol w="704850"/>
                <a:gridCol w="704850"/>
                <a:gridCol w="7048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sid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Gpa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4419600"/>
          <a:ext cx="27432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Major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 Operator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Simplest query: relation name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 operator to filter, slices, combine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Select operator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Picks certain rows, Operator denoted by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σ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Q-1:  Students with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3.7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GPA&gt; 3.7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Q-2:  Students with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3.7 and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&lt;1000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Q-3: Application to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stanford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univ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taken as a major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2: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GPA &gt;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3.7 ^ HS &lt; 1000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students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3:</a:t>
            </a:r>
          </a:p>
          <a:p>
            <a:pPr>
              <a:buNone/>
            </a:pPr>
            <a:r>
              <a:rPr lang="el-GR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’Stanford’ ^ major = ‘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cs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’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general case of the select operation that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select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condition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relation</a:t>
            </a:r>
          </a:p>
          <a:p>
            <a:pPr algn="ctr">
              <a:buNone/>
            </a:pPr>
            <a:r>
              <a:rPr lang="el-GR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condition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as a result a subset of a relation.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Project Operator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Project Operator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Picks certain columns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Denoted by ∏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 : Find list of ID and Decision of all applications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∏ 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sid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dec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Apply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Pick both rows and columns at the same time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Q: list of id and name of student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&gt;3.7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Result: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∏ 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sid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GPA&gt; 3.7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students)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general case of the project operation that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have Project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have condition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have any expression of relational algebra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Expression=(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condition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Relation)</a:t>
            </a:r>
          </a:p>
          <a:p>
            <a:pPr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∏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A1, A2…..An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Expr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condition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Cross Product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combined two relations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also called Cartesian product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takes two relation and include them together, so the schema of results is union of the schema of two relations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 : Find names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stanford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student with HS&gt; 1000 who apply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were rejected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endParaRPr lang="en-US" dirty="0" smtClean="0"/>
          </a:p>
          <a:p>
            <a:pPr algn="ctr"/>
            <a:r>
              <a:rPr lang="en-US" dirty="0" smtClean="0"/>
              <a:t>∏ </a:t>
            </a:r>
            <a:r>
              <a:rPr lang="en-US" baseline="-25000" dirty="0" err="1"/>
              <a:t>cname</a:t>
            </a:r>
            <a:r>
              <a:rPr lang="en-US" baseline="-25000" dirty="0"/>
              <a:t>, </a:t>
            </a:r>
            <a:r>
              <a:rPr lang="en-US" baseline="-25000" dirty="0" err="1"/>
              <a:t>gpa</a:t>
            </a:r>
            <a:r>
              <a:rPr lang="en-US" dirty="0"/>
              <a:t> (</a:t>
            </a:r>
            <a:r>
              <a:rPr lang="el-GR" dirty="0"/>
              <a:t>σ </a:t>
            </a:r>
            <a:r>
              <a:rPr lang="en-US" baseline="-25000" dirty="0"/>
              <a:t>student.sid = apply.sid 6 HS &gt; 1000 ^ major = ‘</a:t>
            </a:r>
            <a:r>
              <a:rPr lang="en-US" baseline="-25000" dirty="0" err="1"/>
              <a:t>cs</a:t>
            </a:r>
            <a:r>
              <a:rPr lang="en-US" baseline="-25000" dirty="0"/>
              <a:t>’ ^ </a:t>
            </a:r>
            <a:r>
              <a:rPr lang="en-US" baseline="-25000" dirty="0" err="1"/>
              <a:t>dec</a:t>
            </a:r>
            <a:r>
              <a:rPr lang="en-US" baseline="-25000" dirty="0"/>
              <a:t> = ‘R’</a:t>
            </a:r>
            <a:r>
              <a:rPr lang="en-US" dirty="0"/>
              <a:t> (Student  x Apply ))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Natural join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Enforce equality on all attribute with same name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Eliminate one copy of duplicate attribute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 : find names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gpa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stanford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student with HS&gt; 1000 who apply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at college with enrollment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20000 and were rejected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smtClean="0"/>
              <a:t>∏ </a:t>
            </a:r>
            <a:r>
              <a:rPr lang="en-US" baseline="-25000" dirty="0" err="1" smtClean="0"/>
              <a:t>cname</a:t>
            </a:r>
            <a:r>
              <a:rPr lang="en-US" baseline="-25000" dirty="0" smtClean="0"/>
              <a:t>, </a:t>
            </a:r>
            <a:r>
              <a:rPr lang="en-US" baseline="-25000" dirty="0" err="1" smtClean="0"/>
              <a:t>gpa</a:t>
            </a:r>
            <a:r>
              <a:rPr lang="en-US" dirty="0" smtClean="0"/>
              <a:t> (</a:t>
            </a:r>
            <a:r>
              <a:rPr lang="el-GR" dirty="0" smtClean="0"/>
              <a:t>σ </a:t>
            </a:r>
            <a:r>
              <a:rPr lang="en-US" baseline="-25000" dirty="0" smtClean="0"/>
              <a:t>student.sid = apply.sid 6 HS &gt; 1000 ^ major = ‘</a:t>
            </a:r>
            <a:r>
              <a:rPr lang="en-US" baseline="-25000" dirty="0" err="1" smtClean="0"/>
              <a:t>cs</a:t>
            </a:r>
            <a:r>
              <a:rPr lang="en-US" baseline="-25000" dirty="0" smtClean="0"/>
              <a:t>’ ^ </a:t>
            </a:r>
            <a:r>
              <a:rPr lang="en-US" baseline="-25000" dirty="0" err="1" smtClean="0"/>
              <a:t>dec</a:t>
            </a:r>
            <a:r>
              <a:rPr lang="en-US" baseline="-25000" dirty="0" smtClean="0"/>
              <a:t> = ‘R’ ^ </a:t>
            </a:r>
            <a:r>
              <a:rPr lang="en-US" baseline="-25000" dirty="0" err="1" smtClean="0"/>
              <a:t>enr</a:t>
            </a:r>
            <a:r>
              <a:rPr lang="en-US" baseline="-25000" dirty="0" smtClean="0"/>
              <a:t> &gt; ’2000’ </a:t>
            </a:r>
            <a:r>
              <a:rPr lang="en-US" dirty="0" smtClean="0"/>
              <a:t> (Student  x (Apply x college ))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The general case of the natural join:-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dirty="0" smtClean="0"/>
              <a:t>Exp1 NJ exp2 = </a:t>
            </a:r>
            <a:r>
              <a:rPr lang="en-US" sz="2800" dirty="0" smtClean="0"/>
              <a:t>∏ </a:t>
            </a:r>
            <a:r>
              <a:rPr lang="en-US" sz="2800" baseline="-25000" dirty="0"/>
              <a:t>scheme(e1) U scheme(e2</a:t>
            </a:r>
            <a:r>
              <a:rPr lang="en-US" sz="2800" baseline="-25000" dirty="0" smtClean="0"/>
              <a:t>) </a:t>
            </a:r>
            <a:r>
              <a:rPr lang="en-US" sz="2800" dirty="0" smtClean="0"/>
              <a:t>(</a:t>
            </a:r>
            <a:r>
              <a:rPr lang="el-GR" sz="2800" dirty="0"/>
              <a:t>σ </a:t>
            </a:r>
            <a:r>
              <a:rPr lang="en-US" sz="2800" baseline="-25000" dirty="0"/>
              <a:t>E1.A1 = E2.A1 ^ E1.A2 = E2.A2 ^ ……….</a:t>
            </a:r>
            <a:r>
              <a:rPr lang="en-US" sz="2800" dirty="0"/>
              <a:t>(Exp1 x Exp2 ))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542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RELATIONAL ALGEBRA</vt:lpstr>
      <vt:lpstr>INTRODUCTION</vt:lpstr>
      <vt:lpstr>Slide 3</vt:lpstr>
      <vt:lpstr>Select Operator</vt:lpstr>
      <vt:lpstr>Slide 5</vt:lpstr>
      <vt:lpstr>Slide 6</vt:lpstr>
      <vt:lpstr>Project Operator </vt:lpstr>
      <vt:lpstr>Slide 8</vt:lpstr>
      <vt:lpstr>Slide 9</vt:lpstr>
      <vt:lpstr>Cross Product </vt:lpstr>
      <vt:lpstr>Slide 11</vt:lpstr>
      <vt:lpstr>Slide 12</vt:lpstr>
      <vt:lpstr>Natural join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sachin</dc:creator>
  <cp:lastModifiedBy>sachin</cp:lastModifiedBy>
  <cp:revision>2</cp:revision>
  <dcterms:created xsi:type="dcterms:W3CDTF">2008-02-02T07:38:45Z</dcterms:created>
  <dcterms:modified xsi:type="dcterms:W3CDTF">2008-02-02T10:18:14Z</dcterms:modified>
</cp:coreProperties>
</file>