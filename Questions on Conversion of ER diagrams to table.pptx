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83" d="100"/>
          <a:sy n="83" d="100"/>
        </p:scale>
        <p:origin x="60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2B11-4FDF-472A-86AE-482625EF88A2}" type="datetimeFigureOut">
              <a:rPr lang="en-IN" smtClean="0"/>
              <a:t>28-07-2022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BDD74-F398-4911-A262-26076FB6C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358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2B11-4FDF-472A-86AE-482625EF88A2}" type="datetimeFigureOut">
              <a:rPr lang="en-IN" smtClean="0"/>
              <a:t>28-07-2022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BDD74-F398-4911-A262-26076FB6C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58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2B11-4FDF-472A-86AE-482625EF88A2}" type="datetimeFigureOut">
              <a:rPr lang="en-IN" smtClean="0"/>
              <a:t>28-07-2022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BDD74-F398-4911-A262-26076FB6C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388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2B11-4FDF-472A-86AE-482625EF88A2}" type="datetimeFigureOut">
              <a:rPr lang="en-IN" smtClean="0"/>
              <a:t>28-07-2022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BDD74-F398-4911-A262-26076FB6C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696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2B11-4FDF-472A-86AE-482625EF88A2}" type="datetimeFigureOut">
              <a:rPr lang="en-IN" smtClean="0"/>
              <a:t>28-07-2022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BDD74-F398-4911-A262-26076FB6C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562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2B11-4FDF-472A-86AE-482625EF88A2}" type="datetimeFigureOut">
              <a:rPr lang="en-IN" smtClean="0"/>
              <a:t>28-07-2022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BDD74-F398-4911-A262-26076FB6C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62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2B11-4FDF-472A-86AE-482625EF88A2}" type="datetimeFigureOut">
              <a:rPr lang="en-IN" smtClean="0"/>
              <a:t>28-07-2022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BDD74-F398-4911-A262-26076FB6C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074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2B11-4FDF-472A-86AE-482625EF88A2}" type="datetimeFigureOut">
              <a:rPr lang="en-IN" smtClean="0"/>
              <a:t>28-07-2022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BDD74-F398-4911-A262-26076FB6C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775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2B11-4FDF-472A-86AE-482625EF88A2}" type="datetimeFigureOut">
              <a:rPr lang="en-IN" smtClean="0"/>
              <a:t>28-07-2022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BDD74-F398-4911-A262-26076FB6C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629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2B11-4FDF-472A-86AE-482625EF88A2}" type="datetimeFigureOut">
              <a:rPr lang="en-IN" smtClean="0"/>
              <a:t>28-07-2022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BDD74-F398-4911-A262-26076FB6C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2B11-4FDF-472A-86AE-482625EF88A2}" type="datetimeFigureOut">
              <a:rPr lang="en-IN" smtClean="0"/>
              <a:t>28-07-2022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BDD74-F398-4911-A262-26076FB6C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07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32B11-4FDF-472A-86AE-482625EF88A2}" type="datetimeFigureOut">
              <a:rPr lang="en-IN" smtClean="0"/>
              <a:t>28-07-2022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BDD74-F398-4911-A262-26076FB6C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14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Questions on Conversion of ER diagrams to table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346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Question 1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1275" y="1690688"/>
            <a:ext cx="8367485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3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9744" y="3688215"/>
            <a:ext cx="5652655" cy="2389312"/>
          </a:xfrm>
          <a:prstGeom prst="rect">
            <a:avLst/>
          </a:prstGeo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600933"/>
            <a:ext cx="10642600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80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Question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919" y="1984159"/>
            <a:ext cx="8321761" cy="36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323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18" y="365125"/>
            <a:ext cx="10587182" cy="37882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18" y="3828253"/>
            <a:ext cx="3558848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96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Question 3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054" y="1690689"/>
            <a:ext cx="10492509" cy="437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764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200" y="365125"/>
            <a:ext cx="10666600" cy="35326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824805"/>
            <a:ext cx="5775037" cy="261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36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Question 4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817" y="1376218"/>
            <a:ext cx="10021455" cy="434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452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338" y="1868889"/>
            <a:ext cx="3734124" cy="27510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691" y="1938461"/>
            <a:ext cx="6576291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60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Question 5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891" y="2124364"/>
            <a:ext cx="10263909" cy="295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32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19" y="4122105"/>
            <a:ext cx="5107708" cy="2054857"/>
          </a:xfrm>
          <a:prstGeom prst="rect">
            <a:avLst/>
          </a:prstGeo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73" y="362891"/>
            <a:ext cx="10263909" cy="295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4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Question 6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055" y="1468582"/>
            <a:ext cx="8881551" cy="459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93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280" y="767853"/>
            <a:ext cx="5037257" cy="34750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4" y="767853"/>
            <a:ext cx="4636653" cy="370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33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20</Words>
  <Application>Microsoft Office PowerPoint</Application>
  <PresentationFormat>Widescreen</PresentationFormat>
  <Paragraphs>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Questions on Conversion of ER diagrams to table</vt:lpstr>
      <vt:lpstr>Question 1</vt:lpstr>
      <vt:lpstr>PowerPoint Presentation</vt:lpstr>
      <vt:lpstr>Question 2</vt:lpstr>
      <vt:lpstr>PowerPoint Presentation</vt:lpstr>
      <vt:lpstr>Question 3</vt:lpstr>
      <vt:lpstr>PowerPoint Presentation</vt:lpstr>
      <vt:lpstr>Question 4</vt:lpstr>
      <vt:lpstr>PowerPoint Presentation</vt:lpstr>
      <vt:lpstr>Question 5</vt:lpstr>
      <vt:lpstr>PowerPoint Presentation</vt:lpstr>
      <vt:lpstr>Question 6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Questions on Conversion of ER diagrams to table</dc:title>
  <dc:creator>learn</dc:creator>
  <cp:lastModifiedBy>learn</cp:lastModifiedBy>
  <cp:revision>5</cp:revision>
  <dcterms:created xsi:type="dcterms:W3CDTF">2022-07-28T09:21:27Z</dcterms:created>
  <dcterms:modified xsi:type="dcterms:W3CDTF">2022-07-28T11:18:17Z</dcterms:modified>
</cp:coreProperties>
</file>