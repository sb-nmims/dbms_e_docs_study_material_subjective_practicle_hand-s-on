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9"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86" r:id="rId22"/>
    <p:sldId id="287" r:id="rId23"/>
    <p:sldId id="275" r:id="rId24"/>
    <p:sldId id="276" r:id="rId25"/>
    <p:sldId id="277" r:id="rId26"/>
    <p:sldId id="278" r:id="rId27"/>
    <p:sldId id="279" r:id="rId28"/>
    <p:sldId id="290" r:id="rId29"/>
    <p:sldId id="291" r:id="rId30"/>
    <p:sldId id="292" r:id="rId31"/>
    <p:sldId id="293" r:id="rId32"/>
    <p:sldId id="294" r:id="rId33"/>
    <p:sldId id="295" r:id="rId34"/>
    <p:sldId id="296" r:id="rId35"/>
    <p:sldId id="297"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310" r:id="rId49"/>
    <p:sldId id="311" r:id="rId50"/>
    <p:sldId id="312" r:id="rId51"/>
    <p:sldId id="313" r:id="rId52"/>
    <p:sldId id="314" r:id="rId53"/>
    <p:sldId id="315" r:id="rId54"/>
    <p:sldId id="316" r:id="rId55"/>
    <p:sldId id="317" r:id="rId56"/>
    <p:sldId id="318" r:id="rId57"/>
    <p:sldId id="319" r:id="rId58"/>
    <p:sldId id="320" r:id="rId59"/>
    <p:sldId id="321" r:id="rId60"/>
    <p:sldId id="322" r:id="rId61"/>
    <p:sldId id="323" r:id="rId62"/>
    <p:sldId id="324" r:id="rId63"/>
    <p:sldId id="325" r:id="rId64"/>
    <p:sldId id="326" r:id="rId65"/>
    <p:sldId id="327"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8-19T06:17:24.699"/>
    </inkml:context>
    <inkml:brush xml:id="br0">
      <inkml:brushProperty name="width" value="0.05292" units="cm"/>
      <inkml:brushProperty name="height" value="0.05292" units="cm"/>
      <inkml:brushProperty name="color" value="#FF0000"/>
    </inkml:brush>
  </inkml:definitions>
  <inkml:trace contextRef="#ctx0" brushRef="#br0">3049 131 80 0,'6'-11'261'0,"-1"2"42"16,0-1-71-16,-1 1-22 0,1-2-12 0,-2 1 9 0,0-1-28 15,0 0 7-15,-1 1 1 0,0-2-29 0,0 2 18 16,-2-3-28-16,0 9-17 0,0 4 7 0,0 0-20 16,0 0-62-16,0 0 16 0,-15 0-15 0,15 0-13 15,-16 0-16-15,16 0-9 0,-25 0 1 0,9 0-6 16,-4 0-7-16,-2 0-3 0,-6 0 11 0,0 0-12 16,0 0 5-16,1 0-6 0,0 0-2 0,3 6 0 15,3 12-2-15,2 2 6 0,7-4-3 0,0 4 2 16,4 0-2-16,3 3-2 0,7 0 9 0,4 2-5 15,11 5 1-15,4 2 2 0,8-1-4 0,10 5 7 16,3-1-11-16,2-1-18 0,4-1 28 0,0 0-28 16,1-4 39-16,-1 1-29 0,-4-1 22 0,0 1-38 15,-8-4 30-15,-3 0-35 0,-2-1 31 0,-2 1-37 16,-4 0 32-16,-2 0-32 0,-6-3 45 0,-1-1-35 16,-3 1 35-16,-4-3-27 0,-2 1 38 0,-3 0-28 0,-4-3 30 15,-3 0-34-15,-3 3 36 0,-6 3-39 16,-5-4 48-16,-4 0-26 0,-7 4 28 0,-7-4-15 15,-3 1 21-15,-5-1-32 0,-11 0 35 0,-2 1-29 16,-3 1 40-16,-1-4-31 0,1-2 23 0,9-2-31 0,2-2 18 16,5-2-39-16,4 1 13 0,8-5-69 0,7 1-39 15,7-2-73-15,2 0 11 0,3 0-41 16,12-5 4-16,-9 8-23 0,9-8-38 0,0 0-37 0,12 11-31 16,0-8-144-16,0 0 45 0</inkml:trace>
  <inkml:trace contextRef="#ctx0" brushRef="#br0" timeOffset="366.9948">4013 971 483 0,'4'-26'452'0,"1"1"-34"16,-3-3-72-16,-1 3 20 0,-2-2-80 0,0 1-1 15,-1 1-17-15,-3 1 51 0,2 0-44 0,-3 2 15 16,2 3 8-16,0 2-16 0,1 3-86 0,0 3-34 16,0-1-57-16,3 12-8 0,-5-8-36 0,5 8 3 15,0 0-28-15,0 0-6 0,-4 19-2 0,4-5-2 0,0 7 0 16,1 4 5-16,3 4-4 0,1 2 13 0,0 1-24 15,1 0 14-15,1-2-30 0,1 3-6 16,1-4-3-16,1 1-27 0,0-1-44 0,0-1-36 16,1-2-9-16,-4-2-35 0,2-2-22 0,-1-1-71 0,-1-1-70 15,0-1-12-15,-3-2-28 0,2-2-40 0,-3 0-33 16,-1-1-361-16,-2-3-321 0</inkml:trace>
  <inkml:trace contextRef="#ctx0" brushRef="#br0" timeOffset="833.4635">4021 1191 24 0,'-11'-8'649'0,"2"2"-148"0,1 0 7 0,-1 1-59 16,2-1-39-16,-2 0-77 0,2 0 39 0,-2-1-41 15,2 3 22-15,7 4-50 0,-11-11-41 0,11 11-73 16,-10-10-49-16,10 10-31 0,0 0-57 0,1-13-32 16,-1 13-57-16,17-9-18 0,-4 3-53 0,4 0 11 15,1 1-50-15,3 1 13 0,3 0-41 0,1-2 47 16,1 1-46-16,-2 1 49 0,2 2-18 0,1-2 49 15,-1 1-25-15,-1 2 59 0,-5-2-16 0,0 1 47 0,-2 1-22 16,-3 0 33-16,-1 0-21 0,-14 1 52 16,22-1-7-16,-22 1 62 0,19 2-1 0,-19-2 21 15,14 1-36-15,-14-1 39 0,14 6 4 0,-14-6 27 16,10 8-2-16,-10-8 9 0,8 13-51 0,-8-13 20 0,9 16-45 16,-4-8 15-16,-1 2-43 0,1 0 27 15,1 0-37-15,1 0 21 0,2 0-35 0,-1 0 32 16,-1-1-46-16,3 2 20 0,-1-3-35 0,0 1 10 0,1-3-39 15,-2 1 31-15,1-1-28 0,1-2 29 0,0 0-27 16,-10-4 38-16,17 3-24 0,-17-3 31 16,17-2-27-16,-17 2 30 0,18-7-27 0,-10-1 39 15,0 0-35-15,-1-1 32 0,0-3-13 0,-2 2 28 0,0 0 16 16,-2-1 39-16,1 2-37 0,-1-1 62 0,-3 10-21 16,4-18 29-16,-4 18-38 0,4-13 7 0,-4 13-41 15,4-11 8-15,-4 11-41 0,0 0 23 0,6-8-30 16,-6 8 30-16,0 0-29 0,0 0 22 0,13 6-43 15,-13-6 7-15,15 12-72 0,-5-4 0 0,2 2-65 16,5 0-20-16,-1 1-97 0,4 1-25 0,3 1-42 16,2 1-31-16,-1-3-74 0,3 0-372 0,-3-3-345 15</inkml:trace>
  <inkml:trace contextRef="#ctx0" brushRef="#br0" timeOffset="2268.3451">5291 667 683 0,'-13'-44'576'0,"0"2"-84"16,1 3 55-16,-3 3-116 0,5 7 71 0,-2 2 11 15,5 5-75-15,0 2-68 0,0 4-83 16,0 1-59-16,2 3-51 0,1 2-37 0,4 10-39 16,-4-11-13-16,4 11-9 0,0 0-3 0,0 0-4 0,4 19 0 15,1-2-25-15,2 5 1 0,2 9-11 0,2 6-12 16,1 6 2-16,0 2-5 0,3 3 7 0,2 7-7 15,1-2-6-15,-2-9-1 0,0-1-13 0,-1 0-8 16,1-4-15-16,-1-2-12 0,0 0 1 0,-1-4-24 16,-2-4-12-16,0-4 8 0,-3-5-1 0,-1-1 9 15,0-3-4-15,-3-2 9 0,1-1 17 0,-1-2 8 16,-5-11 1-16,5 15 10 0,-5-15-7 0,0 0-35 16,0 0-5-16,-6 7-46 0,6-7 26 0,-15-6-27 15,3 2 33-15,-2-1-12 0,-2-3 41 0,-4 1-21 16,-1-1 41-16,0 1-27 0,-1 1 35 0,-2 0-27 15,-1 0 38-15,0 4-32 0,-2-1 37 0,-2 3-29 16,-1 0 39-16,-1 3-24 0,-2-1 32 0,0 3-23 16,5 1 26-16,4 0-28 0,0 1 19 0,3 1-26 15,4 2 32-15,3-2-35 0,4 3 39 0,5-2-28 16,1 1 7-16,4-10-6 0,8 18 4 0,3-10-2 16,7 1-1-16,4-1-13 0,9-2-19 0,5-1-3 15,1-2-14-15,4-1-30 0,9 1 37 0,1-3-26 0,2 0 30 16,1-2-37-16,1-1 21 0,-1 0-45 0,1-3 19 15,-1 1-37-15,-2-5 32 0,-1 0-7 16,-1-1 28-16,-3 0-15 0,-1-2 45 0,-6 0-22 16,-1 0 40-16,-9 1-25 0,-1 0 63 0,-4 0 2 0,-5 2 57 15,-4 0-30-15,-4-1 55 0,-3 3-23 0,-5-1 37 16,-4 9-23-16,-3-15 13 0,-3 9-36 0,-5-1 36 16,-3 2-12-16,0 0 17 0,-1 2-45 0,3 0 14 15,-2 1-42-15,14 2 14 0,-22 0-30 0,10 2 18 16,2 1-35-16,10-3 29 0,-17 8-33 0,17-8 28 15,-10 15-30-15,10-15 30 0,-3 16-24 0,3-16-2 16,7 19-2-16,-1-8 4 0,5 1 1 0,1-2-2 16,4 2-4-16,1-2-17 0,1 0-30 0,1-1 16 15,1-2-54-15,1 1 15 0,-1-1-35 0,1 0 28 16,-2-4-19-16,-1 3 39 0,1-2-22 0,-2-2 43 0,1-1-18 16,-3-1 32-16,1-1-21 0,0-1 35 15,0-3-33-15,-1-1 37 0,0-1-28 0,-1-1 42 16,0-1-5-16,-2-2 29 0,0 3 23 0,-2-2 51 15,0 1-30-15,-1 1 32 0,-2-2 2 0,0 5 31 16,-1-3-20-16,-6 8-3 0,10-12-32 0,-10 12-18 16,7-8-25-16,-7 8-13 0,0 0-5 0,10-5 15 15,-10 5-4-15,0 0-1 0,10 6-7 0,-10-6-5 0,12 12-6 16,-6-6-2-16,1 1 2 0,2 3-5 0,0-1-2 16,0 2-6-16,0-1 0 0,2 0 0 0,-1 0-9 15,0 0 6-15,2 0-22 0,-2-2-38 16,2 1-1-16,-2-1-16 0,1-1-2 0,0-2-5 0,-2-1-11 15,0-1 9-15,-9-3 10 0,17 1-7 0,-17-1-29 16,16-4 28-16,-6-2-9 0,-3-2 29 0,1-1-17 16,0-3 44-16,-1 0-26 0,-1-2 54 0,-1 1-14 15,0-2 49-15,-1 2-9 0,0-1 68 0,-1 0-27 16,1 3 34-16,-1 0-12 0,0 1 1 0,-3 10-7 16,5-16-6-16,-5 16-15 0,4-13-5 0,-4 13-17 15,4-9-9-15,-4 9 1 0,0 0 7 0,9-5 9 16,-9 5 0-16,12 3 1 0,-12-3 2 0,14 9-14 15,-4-2 0-15,1 2-4 0,0 0 6 0,6 3-4 16,0 1-13-16,4 3-4 0,3 0-5 0,0 1-5 16,3-1 5-16,-2-2-2 0,2 2-4 0,0-5-4 15,-2 2 0-15,0-3 3 0,-5 1-3 0,0-5 2 16,-3 1 11-16,-2-2 0 0,1-2 7 0,-4 0-11 16,-12-3 6-16,23-1 27 0,-13-3-5 0,-2-2-3 15,0-3-10-15,-2-3 0 0,-2-3 6 0,-1-2-13 16,-3-2-1-16,-1-6 0 0,-2-4 4 0,-3-6-6 15,-3-7 1-15,-2-1-10 0,-1-1 0 0,-5 2 3 16,0 0 2-16,-2 4-8 0,1 3 48 0,2 3-6 0,2 8-7 16,3 3-1-16,2 5-15 0,1 1-1 15,1 5-14-15,-1 3 0 0,8 7 0 0,-13-4 8 16,13 4 19-16,-9 8 6 0,5 4-58 0,1 3 67 0,0 7-12 16,4 3 3-16,0 7-5 0,4 4-4 0,3 8 0 15,2 1-8-15,3 2-52 0,4 8 55 0,2-2-50 16,0-9 55-16,0-2-55 0,-1-2 53 0,2-3-50 15,-1-2 56-15,0-2-59 0,-1-4 60 0,-4-6-68 16,2 1 54-16,-5-6-70 0,0-1 48 0,-1-2-59 16,-1-3 66-16,-3-2-44 0,0 0 60 0,1-4-55 15,-7-6 62-15,8 7-59 0,-8-7 49 0,0 0-61 16,0 0 63-16,8-8-59 0,-8 8 61 0,-1-18-59 16,0 6 67-16,0 0-65 0,-1-3 58 0,0 0 3 15,0-1-1-15,2 3-1 0,0-1 0 0,0 0-8 16,2-1-5-16,3 1-3 0,2 0 1 0,6-2-5 15,3 2-24-15,8-3 29 0,7 0 4 0,5 3-15 16,6 1 11-16,8-1 3 0,16 0-7 0,5 5-1 16,7 0-6-16,4 3-10 0,4 2-21 0,0 2-51 15,2 0 15-15,-2 3-31 0,-1 2-48 0,-3 0-30 16,-2 1-26-16,-8 2-59 0,-11 0 9 0,-5 0-44 0,-5 0-1 16,-5 1-67-16,-10-1 10 0,-6 1-37 0,-7-1-36 15,-9 1-5-15,-7-1-312 0,-7-6-258 0</inkml:trace>
  <inkml:trace contextRef="#ctx0" brushRef="#br0" timeOffset="2751.3634">2603 1995 319 0,'-38'0'399'0,"1"-1"-57"16,5 1-77-16,1-2-22 0,1 1-56 0,2-1 46 16,2 1-36-16,4-1 3 0,1 0-20 0,1 1 36 15,3 0-37-15,2 1-1 0,2-1-59 0,13 1 5 16,-24-3-50-16,24 3 9 0,-17-1-37 0,17 1 23 0,0 0-40 15,0 0 26-15,0 0-23 0,0 0 44 0,15 0-17 16,12 0 45-16,22-3-17 0,26-1 22 16,17-2-24-16,36-1 39 0,18-1-33 0,15 0 11 15,21 1-2-15,8-1-11 0,13 1 1 0,10 0-2 0,53-3-4 16,-2 3-7-16,0 0 5 0,1 1-18 0,-5-2-5 16,-46 4-68-16,3 0 84 0,0 1-66 15,-2 0 57-15,-2 1-71 0,-2 0 80 0,-2 1-62 0,-12 1 80 16,-3 0-56-16,-9 0 56 0,-3 3-60 0,-8-1 51 15,-7 1-72-15,-8-2 58 0,-5 2-70 0,-7 0 57 16,-8 1-65-16,-6-2 54 0,-26 0-63 0,-4 2 55 16,-6-3-62-16,-5 1 38 0,-7 1-64 0,-4-2 45 15,-17 1-86-15,-5-1 40 0,-4 1-134 0,-6-1 23 16,-12 0-71-16,-6-1-63 0,-3 0-56 0,-7 0-97 16,-6 0-134-16,-15 0-557 0,18-1-753 0</inkml:trace>
  <inkml:trace contextRef="#ctx0" brushRef="#br0" timeOffset="10379.0217">2968 2458 141 0,'0'0'232'0,"-4"9"-70"0,4-9-23 15,-9 16-25-15,2-4-4 0,-3 1-19 0,1 5 7 16,-3 1-4-16,-1 5 10 0,1 1-15 0,-1 1-13 15,1 3 1-15,3-1-13 0,-1 3-7 0,3 2-11 16,1 1 11-16,0 6 3 0,2 2-6 0,2-5-4 16,1 2-4-16,1-1-2 0,1 10-8 0,2-5-4 15,0-1-6-15,1 2-3 0,0-3 1 0,2-7-4 16,-1 0-6-16,1 0 2 0,-2-2-3 0,1 0-1 16,-1-2-3-16,-1-6 2 0,0 1-2 0,-1-3 3 15,0-3 3-15,-1-2 5 0,0 0 24 0,1-3-8 16,-2 0 9-16,0-3 16 0,0-11-10 0,0 22 40 15,0-22-42-15,0 17-7 0,0-17-5 0,-5 14-11 16,5-14 21-16,-4 15 65 0,4-15-60 0,-9 14 13 16,3-6-17-16,0-2 1 0,-1 1-8 0,1 1-8 15,6-8 0-15,-10 11-18 0,10-11 1 0,-11 11-3 16,11-11 1-16,-7 8-6 0,7-8 6 0,-4 9 12 16,4-9 13-16,0 0 13 0,6 9-8 0,-6-9 2 0,21 3-5 15,-1-3-8-15,6-5-1 0,11 0 36 0,9-4-55 16,6-3 41-16,12-3-60 0,3-1 44 0,2-2-6 15,3 1-12-15,-2-3-4 0,-1 2-9 16,-2-1-6-16,-3 0-6 0,-4-1-9 0,-3 1-5 0,-11 1 4 16,-4 1 3-16,-4-1 2 0,-2 0 2 0,-5 0 7 15,-8 1-3-15,0 0 12 0,-4-1-8 0,-4 3-3 16,-2 0 18-16,-6 1-8 0,0 0 7 0,-1 0-11 16,-3 2 3-16,-3 2-4 0,-1-3-4 0,-3 1 2 15,-2 1-1-15,-4 1-2 0,-2 0 0 0,-3 1 3 16,-3 2-5-16,-3 0 0 0,0 2 3 0,-2 1-1 15,1 2-2-15,1 0 3 0,0 1-3 0,1 1 1 16,1 0 0-16,0 0 4 0,6 1-6 0,-1 2-2 16,4 0-1-16,10-3 6 0,-16 8 1 0,16-8-3 15,-2 10 7-15,2-10-3 0,16 12 1 0,0-6-2 0,7 0 0 16,7 1-15-16,4-1-6 0,3 0-4 16,8 1-8-16,0 0-4 0,1 3-9 0,-1-2 14 15,0 2-10-15,0 0 11 0,-3 2 0 0,-3-1-3 16,-3 3 6-16,-6-2 2 0,-2 3 4 0,-3-2 12 0,-4 2 1 15,-2-2-6-15,-5-1-42 0,-1 2 59 0,-5 1-44 16,-2-2 56-16,-4 2-48 0,-2-2 59 16,-2 3-56-16,-4 0 10 0,-4-1-4 0,-4 2 8 0,-2-1-2 15,-5 2-9-15,-2-1-6 0,0 0-17 0,-4-3-4 16,0 2-15-16,0-1-24 0,0-2-19 0,2-1-73 16,7-2-76-16,1-3-416 0,6-1-189 0</inkml:trace>
  <inkml:trace contextRef="#ctx0" brushRef="#br0" timeOffset="11555.3146">5007 3398 488 0,'0'0'435'0,"0"0"-74"15,-17 0-74-15,17 0-46 0,0 0-58 0,-9-4-29 16,9 4-44-16,0 0-19 0,1-12-26 0,-1 12-9 16,9-9-42-16,-1 2-9 0,3 0-10 0,0-2-9 15,2 1-27-15,1 0-5 0,2-3 8 0,0 1 7 16,-1-1 4-16,0-1 6 0,-4 1 5 0,1 1 8 0,-3-2 5 16,-2 0 3-16,-1 1 6 0,-1 0 15 0,-3 0-4 15,-2 11-13-15,-2-20 10 0,-4 10-5 16,1 2 15-16,-4 3-7 0,-4-1 8 0,-1 1 7 15,-3 4 4-15,-1 1 5 0,-3 1-8 0,-2 4 16 0,-4 5-14 16,-2-1 21-16,1 5-29 0,0 0 32 0,-2 5-7 16,5-2-5-16,3 3-9 0,3-1 2 15,2 0-14-15,4 0 0 0,3 0-39 0,5-2 42 0,3 0-42 16,4 1 51-16,4 1-51 0,5-2 6 0,6 1 0 16,5 0-6-16,3-4-4 0,9 2-17 0,1-2-7 15,4-4-5-15,-3-2-12 0,1-1 9 0,0-3-17 16,0-1 25-16,-1-2-20 0,-6-2 33 0,0 0-19 15,-2-2 38-15,-2-1-13 0,-1-3 37 0,-3-2 0 16,-3 1 0-16,0-4 31 0,-3 2-17 0,-2-5 7 16,-2 1 10-16,-2 1 27 0,-2 1-8 0,0-1 55 15,-2 1 23-15,-1 1 43 0,1 1 7 0,-2 1-32 16,-4 9-40-16,7-15-26 0,-7 15-27 0,5-11-15 16,-5 11-16-16,5-8-10 0,-5 8-5 0,0 0-2 15,0 0-5-15,11-4-6 0,-11 4 7 0,0 0-10 16,9 7 12-16,-9-7-11 0,7 11-3 0,-7-11 0 15,7 11-49-15,-7-11 58 0,11 15-58 0,-6-8 36 16,0 1-54-16,1-1 42 0,-1 2-56 0,2-1 53 0,-1 0-62 16,0-1 39-16,1 0-65 0,-7-7 61 0,12 13-43 15,-12-13 78-15,12 11-51 0,-12-11 20 16,11 7 65-16,-11-7-55 0,13 2 45 0,-13-2-54 16,12-3 62-16,-12 3-54 0,16-10 71 0,-9 3-65 0,0 0 71 15,1-2-53-15,-1 1 71 0,0-3-60 0,0 3 60 16,-1-1-42-16,-1 2 44 0,2-1-43 0,-7 8 37 15,9-13-60-15,-9 13 43 0,9-10-52 0,-9 10 48 16,13-6-57-16,-13 6 51 0,15-1-53 0,-15 1 56 16,21 1-52-16,-10 2 51 0,1 0-50 0,1 3 61 15,1-1-56-15,2 1 43 0,-2 2-52 0,3-3 49 16,-2 2-45-16,3 0 50 0,0-2-55 0,-1 0 52 16,0-1-49-16,1 0 45 0,-1-3-40 0,-2 1 45 15,1-4-44-15,-1-1 56 0,2-1-44 0,-3-3 63 16,2-4-31-16,-3-1 46 0,-2-4-22 0,-2-1 40 15,-4-4-46-15,-2-3 60 0,-3-1-62 0,-4-6 60 16,-3-3-43-16,-4-4 6 0,-3-2-6 0,0 1 75 16,-3 0-59-16,1 1 99 0,-1 5-86 0,3 6 86 15,1 2-92-15,4 4 55 0,-2 2-63 0,3 2 39 0,0 3-94 16,2 1 50-16,1 4-82 0,5 9 68 16,-10-10-76-16,10 10 70 0,0 0-69 0,0 0 58 15,-5 12-68-15,5-12 7 0,1 26 11 0,1-7 7 0,1 5-1 16,4 5 4-16,0 3 4 0,4 4 57 0,0 4-78 15,3-1 53-15,0 0-103 0,4 0 46 0,-2 0-109 16,2-2 50-16,1-2-102 0,-1-1 38 16,-1-2-69-16,-2-7 46 0,-2-2-33 0,-2-4 1 0,-1-2 26 15,-1-3 39-15,-2-2 38 0,-1-2 31 0,-1-1 21 16,-5-9 8-16,8 9 14 0,-8-9 38 0,0 0-52 16,0 0 55-16,0 0-44 0,7-8 45 0,-7 8-44 15,0-16 53-15,0 16-6 0,0-18-3 0,0 18-4 16,1-21 0-16,-1 10 5 0,2 1 18 0,0-1 1 15,1 0-10-15,1 2-11 0,3-2-6 0,2 2-4 16,1 0 0-16,2 2 3 0,2-1-7 0,1 1-7 16,2 4 5-16,0 0-5 0,2 1 3 0,0 2-45 15,-1 2 57-15,0 2-46 0,0 0 52 0,0 3-40 16,1-1 49-16,-2 2-47 0,0 3 51 0,-3-4-45 16,0 3 48-16,1 2-50 0,-1-1 51 0,-2 0-51 15,-1 1 48-15,0 0-51 0,0-1 0 0,-1 1-21 16,1 0-63-16,-2 1-30 0,0-3-33 0,1 3-20 15,-2-4-37-15,0 0-63 0,-1 2-54 0,1-4-397 0,-8-7-244 16</inkml:trace>
  <inkml:trace contextRef="#ctx0" brushRef="#br0" timeOffset="11736.9291">6345 3140 329 0,'-12'-17'521'0,"-1"2"-106"15,2 2-84-15,2 0-14 0,0 1-56 0,1 2-37 16,1 1-39-16,2 2-44 0,-2-1-36 0,7 8-48 16,-7-12-41-16,7 12-8 0,0 0-20 0,0 0-30 15,7-10-26-15,-7 10-40 0,19 3-96 0,-6-1-32 16,4 3-146-16,3 3-199 0,0-1-95 0</inkml:trace>
  <inkml:trace contextRef="#ctx0" brushRef="#br0" timeOffset="12322.6029">6539 3194 311 0,'0'0'534'0,"0"0"-105"0,6-9-45 15,-6 9-18-15,5-8-29 0,-5 8-4 0,8-8-77 16,-8 8 40-16,11-7-94 0,-11 7 43 0,13-5-71 16,-13 5 43-16,19 1-86 0,-6 1 34 0,2 2-79 0,2 3 53 15,3 1-86-15,5 4 52 0,1 1-83 0,1 2 57 16,-2 0-75-16,0-1 57 0,-1 4-71 0,0 0 65 15,-1-1-66-15,-1 1 57 0,-1 0-79 16,-1-1 52-16,-4-2-86 0,0 0 41 0,-3-3-67 0,-2-1 61 16,-2 0-51-16,-3-2 67 0,-1-1-48 0,-5-8 57 15,4 13-54-15,-4-13 17 0,0 0-48 16,-9 11 43-16,9-11-76 0,-13-2 61 0,13 2-37 0,-17-6 51 16,8-1-38-16,-1-1 53 0,1-2-39 0,3 0 34 15,1-2-31-15,2 2 47 0,2-3-46 0,1-1 60 16,3-1-44-16,3 0 53 0,3-3-39 0,3 0 47 15,4-1-45-15,2-2 54 0,2 2-54 0,1 0 54 16,2 0-48-16,1 2 9 0,1-1 3 0,-2 1 6 16,1 1 2-16,0 0 9 0,-2 0 9 0,-1 1 14 15,-1-1 31-15,1 1-7 0,-6 1-6 0,1-3-1 16,-2 0 33-16,-1-1 27 0,-2-1-46 0,-3-2 45 16,-1 1-46-16,0 1 88 0,-4 1-77 0,-1 0 61 15,-3 0-27-15,-1 1-24 0,-1 2 1 0,-3 1-14 16,2 0 14-16,-1 1-10 0,1 3-17 0,0 1-16 15,4 9 4-15,-10-10-18 0,10 10-5 0,-16 0 1 16,7 4-58-16,-4 2 69 0,3 3-61 0,-1 2 67 16,1 1-67-16,1 2 67 0,4 2-58 0,1 0 13 0,3 3 7 15,3 0 64-15,5 5-59 0,4 1 56 16,5 0-66-16,8 3 63 0,6-1-63 0,6-1 63 16,13 2-66-16,9-2 66 0,6-1-77 0,7-1 38 15,3-2-83-15,6-3 26 0,0 0-93 0,1-3-1 0,-3-1-103 16,0-3 18-16,-5-2-48 0,-3-1-13 0,-16-2-15 15,-3-2-32-15,-5-1-18 0,-10-1-63 16,-10-1-231-16,-7-2-157 0</inkml:trace>
  <inkml:trace contextRef="#ctx0" brushRef="#br0" timeOffset="12737.4725">4112 4276 375 0,'-42'9'375'0,"7"0"-65"0,3-1-76 0,0 0-7 0,1-1-25 16,5 0-4-16,2 0-13 0,1-2 0 15,1 0-15-15,3 0-17 0,1 0 2 0,1-2-12 16,1 2-37-16,3-3-18 0,1 2-18 0,0-2-12 0,2 2-8 15,0-2-9-15,10-2 0 0,-17 5-7 0,17-5 3 16,-11 6 1-16,11-6 12 0,0 0 21 0,0 0 27 16,13 9 51-16,13-7 8 0,15-2-13 15,19-3 7-15,28-3-1 0,35-4 2 0,17-3 4 0,15 0-5 16,14-3 0-16,16-1-20 0,13 0-7 0,48-5-11 16,5 1-14-16,0 2-23 0,-1-2-6 0,-1 2-7 15,-1 3-23-15,-45 1-13 0,1 3-6 0,2 2-1 16,-2 0-12-16,-7 3-10 0,-11 0 4 0,-9 3-47 15,-12 1 26-15,-13 2-14 0,-15-1-15 0,-34 1-14 16,-11 0-14-16,-11 1-12 0,-22-2-27 0,-7 2-1 16,-11 0 10-16,-9 0-3 0,-3 0-30 0,-6 0-58 15,-2-1-84-15,-1 1-57 0,-6 0-43 0,-14 0-83 16,19 1-544-16,-19-1-613 0</inkml:trace>
  <inkml:trace contextRef="#ctx0" brushRef="#br0" timeOffset="28509.6625">4809 6454 67 0,'4'-13'463'16,"-4"13"-121"-16,0-12-64 0,0 12-59 0,-3-13-46 16,3 13-26-16,-8-13-6 0,8 13-7 0,-12-12-28 15,3 6-12-15,0 1-12 0,0 2-14 0,-3-1-18 16,-1 3-15-16,-1-1-1 0,1 4-12 0,-4-1-2 16,1 4-7-16,-2 1-2 0,0 4-4 0,-2 0-2 15,3 3 6-15,-1 0-17 0,1 1 9 16,3 2 1-16,0 2 37 0,4 0-46 0,1 0 38 0,3 0-43 15,2 0 34-15,4-2-35 0,4 2 40 0,4-2-45 16,5 1 48-16,6 2-46 0,6-2 37 0,7 2-4 16,4-3 3-16,2 1-3 0,2-1 1 0,0-1-3 0,1 1-6 15,-1-1 2-15,-1 0-18 0,-2 0 10 16,-3 1-4-16,-7-1-40 0,-3-1 49 0,-2 3-40 16,-3-1 46-16,-5-1-44 0,-3 1 63 0,-4 0-35 0,-3 0 48 15,-3 1-42-15,-4 2 56 0,-4-1-46 0,-7 3 48 16,-2 1-30-16,-10 0 31 0,-3 2-30 15,-5-2 33-15,-3-1-28 0,-2-2 27 0,-5 1-31 16,-2-3 23-16,-2-1-27 0,1-2 25 0,-1 0-26 0,3-2 15 16,-1-1-18-16,4-2 9 0,5-4-23 0,3 1 14 15,5-1-15-15,3-3 7 0,3-2-50 0,2 0-13 16,2-2-59-16,1-1-3 0,5-3-95 0,3 1-19 16,3-2-69-16,2-2-77 0,6-1-363 0,1-3-232 15</inkml:trace>
  <inkml:trace contextRef="#ctx0" brushRef="#br0" timeOffset="28776.7773">4982 6623 394 0,'2'-14'556'0,"0"2"-141"0,-2 12-10 16,2-19-60-16,-2 19-21 0,1-14-87 0,-1 14-37 0,2-11-57 15,-2 11-16-15,0 0-47 0,0 0 9 0,0 0-25 16,0 0 20-16,0 0-26 0,-4 19 13 16,3-7-26-16,-1 4 5 0,2 3-1 0,0 0-11 0,1 3 0 15,1 2-11-15,1 1-5 0,1 0-4 16,1 0-29-16,4 2-36 0,-1 2-65 0,2-2 6 0,1-1-83 16,2 0 26-16,1-1-84 0,1 0-69 0,0-2-76 15,0-2-338-15,-2-3-235 0</inkml:trace>
  <inkml:trace contextRef="#ctx0" brushRef="#br0" timeOffset="29276.8998">5081 7063 444 0,'-8'-7'535'0,"8"7"-51"0,-14-9-75 15,14 9-34-15,-11-9-31 0,11 9-49 0,-8-10-54 16,8 10-50-16,-6-12-37 0,6 12-38 0,2-13-19 15,-2 13-20-15,7-14-17 0,-1 7-20 0,2-1-24 16,4 1-24-16,-1-1-18 0,3 1-35 0,2-1-10 16,0 2 2-16,4-2-3 0,0 1-8 0,-2 3 12 15,2-2 7-15,2-1-6 0,-5 2 19 0,-1 0 8 16,0 0 10-16,-3 0 1 0,-2 3 10 0,0-1 29 16,-11 3 24-16,18-5 33 0,-18 5 18 0,13-4 3 0,-13 4-4 15,12-3-14-15,-12 3-7 0,0 0-14 16,12-2-13-16,-12 2 9 0,0 0 14 0,7 6 0 0,-7-6 6 15,0 0-5-15,3 17-10 0,-3-17-12 16,0 14 6-16,0-14-13 0,2 18 4 0,-2-18-11 16,3 20 4-16,-1-9-15 0,2-3 0 0,-1 5-4 0,2-5 9 15,0 2-14-15,0-1-17 0,2 0-14 0,-1-1 4 16,0 0-44-16,1-2 6 0,2 0-10 0,-2 0 21 16,-7-6-12-16,15 6 27 0,-15-6-17 0,15 2 24 15,-15-2-19-15,15-5 24 0,-7 0-16 0,-1-1 11 16,0-2-6-16,0-1 27 0,0-1-9 0,0 0 23 15,-3 0 20-15,1-1 12 0,-2 2 5 0,0 0 27 16,-3 9 12-16,6-15 11 0,-6 15-6 0,5-11-19 16,-5 11-14-16,4-11-20 0,-4 11-9 0,0 0-5 15,5-10-8-15,-5 10 1 0,0 0-6 0,0 0 1 16,0 0-3-16,14 3-2 0,-14-3-15 0,12 7-23 16,-3 0-21-16,0-1-43 0,3 0-71 0,-1 4-8 0,2-3-83 15,1 1-25-15,-1 2-117 0,5-1-494 16,-5-1-456-16</inkml:trace>
  <inkml:trace contextRef="#ctx0" brushRef="#br0" timeOffset="30727.6134">5929 6528 473 0,'-10'-29'662'16,"0"2"-113"-16,0-1-25 0,-1 3-60 0,3 3-35 15,-1 2-55-15,0 0-18 0,2 3-28 0,0 2-37 16,1 3-61-16,1 2-51 0,0-1-41 0,5 11-36 16,-7-13-21-16,7 13-14 0,0 0-8 0,0 0-15 15,0 0-9-15,12 15-5 0,-3 1-4 0,4 6-6 16,3 3-1-16,3 7 13 0,2 2-20 0,1 2-4 16,-1 2 1-16,4 1 0 0,1 6-5 0,1 0 8 15,-5-6-7-15,0-1 0 0,-1 0-4 0,0-1-26 16,-2-2 1-16,-1-1-1 0,0-2-2 0,-4-5-2 15,-1-1-23-15,-1-2-8 0,-3-5 17 0,0-1-1 16,1-1 11-16,-3-3-16 0,-1-3 8 0,0 1 3 0,0-3 16 16,-2 0-2-16,-4-9 6 0,6 9-10 15,-6-9 9-15,0 0-3 0,0 0-4 0,0 0 1 16,-2-11 4-16,-2 3 6 0,-1-2 0 0,-2-1 1 16,-2-3 7-16,-2 0 0 0,-2-1 0 0,-1 1 3 0,-3 0 4 15,-1 3 0-15,-2-1-4 0,-2 2 5 0,-1 2-2 16,-3 2 2-16,-1 0 4 0,-2 5-3 15,-1 1-9-15,-5 2 6 0,1 3-1 0,0 1 5 0,0 2-2 16,4 1 0-16,2 2 0 0,3 0 1 0,4 2-6 16,3-1 8-16,3 2-5 0,4-1 7 0,2 2-3 15,6-5 4-15,3-10-6 0,4 22-5 0,7-10-18 16,6-2-31-16,7-4-34 0,10-1-54 0,6-1-12 16,13-4-56-16,5-1 20 0,2-3-42 0,10-3 54 15,0 0-22-15,-13-1 55 0,-1-1-13 0,-4-1 66 16,-4-1-32-16,-3-1 66 0,-4-3 12 0,-4 1 9 15,-2-4 20-15,-7 4 16 0,-4-3 15 0,-2 1 14 16,-2-1 37-16,-6 3-6 0,0-3 4 0,-4 3 27 16,-3 1 23-16,-2-1-2 0,0 1 2 0,-4 3-12 15,-1 10 11-15,-2-20 15 0,2 20-17 0,-7-16 1 16,1 9-16-16,-1 1-14 0,7 6-3 0,-17-5-11 16,17 5-8-16,-16-1 5 0,16 1-10 0,-21 6-6 15,12-1-14-15,0 3 1 0,-1 0-5 0,2 1-7 0,2 1-1 16,0-1-8-16,2 3-1 0,2-2 1 0,2-10-1 15,-1 23-3-15,3-12-2 0,2 0-2 16,4 1-9-16,1-2-8 0,2 1-11 0,3-4-11 0,1 0-14 16,1-1-9-16,1-1-12 0,1 1 4 0,-1-3-3 15,1 0 15-15,0-1 5 0,-4-2 6 0,1 0 12 16,-2 0 5-16,0-2 8 0,-1-1-2 16,-1-1 8-16,2-3 1 0,-3 0 2 0,-1-3-1 0,1 0 4 15,-2 1 0-15,-1-3 1 0,-1 1 8 16,-1 1 5-16,1 1 17 0,-3-1 12 0,-3 10 18 15,8-17 5-15,-8 17 0 0,4-12-7 0,-4 12-8 0,5-12-14 16,-5 12-10-16,0 0-8 0,5-12-2 0,-5 12-7 16,0 0 8-16,0 0-1 0,0 0 4 0,12-1 1 15,-12 1 16-15,0 0-25 0,8 8-6 0,-8-8 4 16,7 9-1-16,-7-9-1 0,8 10-1 0,-8-10-2 16,9 12 5-16,-9-12-8 0,9 14 3 0,-9-14-2 15,9 11-4-15,-9-11-2 0,12 12-1 0,-12-12-2 16,12 9-23-16,-12-9 8 0,16 8-7 0,-16-8 0 0,17 1-11 15,-17-1 8-15,21-1-5 0,-10-2 4 16,1-2 5-16,0 2 4 0,2-4 2 0,-2 0 0 16,0 0 11-16,-1 0 5 0,-1-2 5 0,0 1 2 0,-1 2 27 15,-2-1 27-15,0 0 11 0,-1 0 2 0,-6 7 3 16,11-8 1-16,-11 8-7 0,8-8-6 16,-8 8-17-16,7-6-12 0,-7 6-15 0,0 0 0 0,9-6-2 15,-9 6-4-15,0 0-1 0,14 1 2 0,-14-1-2 16,14 5 17-16,-14-5-20 0,17 7 1 15,-8-2-5-15,1 1 4 0,2-2 2 0,1 2-4 0,0-2-6 16,1 2-6-16,0-1 1 0,-1-1 1 0,-2 0 1 16,1-2-11-16,-1 2-6 0,-11-4 7 15,19 5 6-15,-19-5 3 0,13 1 1 0,-13-1 3 0,14-1 1 16,-14 1 1-16,11-9 17 0,-11 9-25 0,10-14 27 16,-6 4-17-16,0-1 2 0,-3-5-2 0,-1-1-3 15,0-2 2-15,-4-4 1 0,1-5 1 0,-2-5-2 16,1-2 5-16,-1-8-4 0,-1 2 7 0,2 0 22 15,-2 7 46-15,3 2 1 0,-1 7 14 0,0 1 3 16,1 1-17-16,0 4 13 0,0 2 3 0,0 1-2 16,1 4-14-16,0 1-9 0,-2 0-22 0,4 11-12 15,-3-17-6-15,3 17-12 0,-4-9-5 16,4 9 1-16,0 0-3 0,0 0 0 0,-6 11-5 0,6-11 8 0,0 24-5 16,1-7 5-16,0 2-6 0,2 2 2 15,1 3 3-15,-1 0-3 0,2 1-8 0,1 3 9 16,0 0-6-16,0-1-14 0,0-2 15 0,2 3-36 0,-1-6-7 15,-1 1-6-15,1-3-19 0,0 1-6 16,-1-3-10-16,0-2 10 0,-2-3-8 0,0 0 8 0,0-2-7 16,-2-1 37-16,-2-10-4 0,7 16 22 0,-7-16-30 15,2 10 12-15,-2-10-23 0,0 0 11 0,0 0-9 16,0 0-13-16,0 0 13 0,-8 6 9 0,8-6 6 16,-8-6 11-16,8 6 2 0,-10-8 11 0,10 8 5 15,-14-13 8-15,14 13 12 0,-13-9 21 0,13 9 14 16,-12-13-4-16,12 13 7 0,-11-9 1 0,11 9 3 15,-8-8-6-15,8 8-9 0,-6-7-7 0,6 7-7 16,0 0-9-16,0-12-23 0,0 12-35 0,14-12-52 16,2 7-55-16,4-3-90 0,8-2-94 0,4 2-50 15,10-2-111-15,2 2-44 0,5-2-254 0,3 0-329 16</inkml:trace>
  <inkml:trace contextRef="#ctx0" brushRef="#br0" timeOffset="30978.1169">8492 6034 544 0,'-15'-25'667'0,"-2"0"-91"0,0 1-56 0,2 2-44 0,-2 1-10 16,4 3-81-16,1 4 4 0,2 1-83 0,2 1-35 16,-2 3-95-16,4 0-18 0,6 9-59 0,-10-8 5 15,10 8-47-15,0 0 17 0,-12 8-36 0,11 4-14 16,0 4-5-16,1 5 4 0,2 4 5 0,2 9-3 15,0 8-10-15,2 4-1 0,-1 1-48 0,2 2-34 16,1 1-36-16,0-2-40 0,0 1-50 0,0-2-22 16,2-1-60-16,-2-3-28 0,-1-1-69 0,-2-8-50 15,1-1-98-15,-4-6-359 0,-1-2-436 0</inkml:trace>
  <inkml:trace contextRef="#ctx0" brushRef="#br0" timeOffset="31178.2314">7799 6261 651 0,'-30'-29'543'0,"1"0"-83"0,6-1 5 0,1 1-71 15,4-1-61-15,6 2-61 0,4 1-55 16,5 0-36-16,4 1-10 0,4-3-35 0,6 0-28 16,7-3-19-16,3 2-18 0,8 3-16 0,2 0-16 0,8 2-39 15,9-1-42-15,-3 6-57 0,2 5-55 0,2 3-21 16,1 0-52-16,0 6-17 0,-1 3-92 15,-6 4-26-15,-4 2-101 0,6 3-195 0,-4 5-166 0</inkml:trace>
  <inkml:trace contextRef="#ctx0" brushRef="#br0" timeOffset="31714.2062">8211 6479 580 0,'-21'20'402'0,"2"0"-20"0,4-3-116 0,1-2 11 16,3-1-78-16,2-1 29 0,1-2-48 15,4-2 22-15,4-9-25 0,-1 18-32 0,1-18-18 0,13 13-19 16,-1-6-27-16,5-2-5 0,1-2-18 0,4 0-15 16,4-3-24-16,1 1-10 0,1-2-25 0,-1-2-13 15,1 0-50-15,4-3 43 0,-1-1-55 0,0-3 53 16,-1 1-40-16,-1-3 61 0,-2 0-40 0,-3-1 69 16,-3 2-16-16,-2 1 74 0,-2 0 35 0,-5 1 44 15,0 0-18-15,-3 0 23 0,-2 2 24 0,-1-1 28 0,-6 8 4 16,11-11-38-16,-11 11-11 0,7-9-49 15,-7 9-9-15,6-7-35 0,-6 7 0 0,0 0-33 16,0 0 15-16,0 0-17 0,0 0 43 0,12 5-43 16,-12-5-4-16,4 14-6 0,0-5-2 0,-1 1-3 0,1 3-6 15,2 0 2-15,-1 1-6 0,3 1 1 0,-1 0-2 16,1-1 1-16,0 2-1 0,0-2-10 0,0 0-29 16,1 1-2-16,-1-3-30 0,2 1 12 0,-3-1-30 15,2-2 10-15,0 0-28 0,0-1-1 0,-1-1 15 16,0-3 6-16,-8-5 12 0,18 4-18 0,-18-4 6 15,20-2-5-15,-10-3 1 0,1-3 7 0,1 0 9 16,-1-5-5-16,1-1 26 0,0-1-2 0,-1-2 25 16,1 1 10-16,-3 1 39 0,0 1 3 0,-2 1 18 15,1 1 2-15,0 0 18 0,-3 3 5 0,1 0 1 16,-1 2-11-16,-5 7-12 0,9-15-19 0,-9 15-1 16,8-7 0-16,-8 7 10 0,12-3-1 0,-12 3-8 15,18 1 0-15,-7 3-4 0,3 0 0 0,0 3-9 16,3-2 3-16,3 3-15 0,2 1-28 0,6 0-30 0,1 1-31 15,2-1-34-15,2 0-79 0,7 3-37 16,3-4-32-16,-1 1-50 0,3-1-69 0,-3-1-85 16,-5-4-344-16,0 1-345 0</inkml:trace>
  <inkml:trace contextRef="#ctx0" brushRef="#br0" timeOffset="32028.2456">10002 5871 467 0,'-12'-49'602'0,"-1"1"-122"0,-2 3 8 0,-1 2-22 16,0 3-55-16,-1 1-27 0,-1 5-35 0,0 0 16 16,-1 5-60-16,3 4-63 0,-1 3-37 0,3 1-30 15,0 7-31-15,1 0-30 0,2 3-30 0,0 5-20 16,1 1-9-16,10 5-1 0,-26 6-3 0,11 6 2 16,-3 8-5-16,-1 10 35 0,3 5-51 0,1 4 40 15,2 5-44-15,2 4 5 0,4 4 16 0,3 12-11 16,2 5-28-16,4 1 23 0,3 3-1 0,3 4 4 15,5 1-14-15,0 1 2 0,4 0-4 0,2-4 4 16,2 1-38-16,0-2 10 0,0-1 33 0,0-4-40 16,0-3 32-16,-3-2 0 0,1-4-8 0,-2-3-11 15,-5-11-15-15,-1-3-18 0,0-2-9 0,-3-9-59 16,-3-1-19-16,-1-6-34 0,-1 0-54 0,-1-6-30 0,-2-1-39 16,-1-1-58-16,-2-4-7 0,0-2-73 15,-3-4-76-15,6-7-80 0,-15 5-337 0,15-5-472 16</inkml:trace>
  <inkml:trace contextRef="#ctx0" brushRef="#br0" timeOffset="32502.202">9703 6838 549 0,'4'-25'456'0,"1"-4"-107"0,4 1 9 0,1 0-72 0,3 0 39 16,5-3-20-16,2 1-4 0,1 2-31 0,3 1-7 16,1 2-24-16,3 1-12 0,0 2-22 0,2 1-36 15,4 2-13-15,0 3-12 0,4 5-26 0,1 0-11 16,4 1-17-16,-6 5-14 0,3 2-11 0,0 3 17 15,-1 4-28-15,7 3-14 0,-4 0-7 0,-3 4-5 16,-1 2-3-16,-4 1-10 0,-4-1 0 0,-3 4 0 16,-2-3-5-16,-1 4 4 0,-3 0-8 0,-2-2 3 15,-3 0-5-15,-3-1 6 0,-2 1-2 0,-2-4-5 16,-1 1 7-16,-3 0-7 0,-1-2 12 0,-4-11-9 16,2 19 0-16,-2-19 2 0,-7 17 11 0,-1-9-8 15,-2-4 4-15,-4 0-6 0,-3-1-1 0,0-2 5 16,-3-3-3-16,-2-2-1 0,-2-2-4 0,-2-6-1 15,0-1 0-15,2-5-3 0,3-1 2 0,2-2-6 16,1-3-2-16,5-5-5 0,4 2 1 0,4 2 2 0,3-2-3 16,5 3 3-16,1-1-4 0,4 2 1 15,2-2 2-15,1 6 2 0,1 2-1 0,0 3 7 16,3 2 8-16,1 2 2 0,3 2 6 0,-1 2-1 0,2 5 7 16,2 1-2-16,4 1-1 0,0 4-1 0,4 1-7 15,0 4-1-15,-2 0-2 0,-1 2 3 0,-1 1-8 16,-1 1 4-16,-1 1-3 0,-1 0 0 0,-4 0-1 15,-2-1-3-15,-2 0 5 0,0-1-7 0,-5-1 0 16,-1 1 5-16,0-2-1 0,-4-3 0 0,-1 2 3 16,-4-10 0-16,2 15-7 0,-2-15 14 0,-4 12-18 15,4-12 2-15,-13 11-28 0,13-11-14 0,-16 7-56 16,16-7-59-16,-20 3-86 0,20-3-133 0,-17 2-46 16,17-2-221-16,-15-2-502 0,15 2-762 15</inkml:trace>
  <inkml:trace contextRef="#ctx0" brushRef="#br0" timeOffset="34679.8893">2371 7954 127 0,'-51'3'264'0,"4"1"-28"0,6-2-59 0,3 1 20 0,1 0-61 15,8-1 15-15,1-1-41 0,2-1 27 0,6 3-25 16,-1-2 23-16,3 1-29 0,4-2 2 15,2 1-10-15,-2 0-4 0,14-1-16 0,-18 1-17 0,18-1-9 16,-18 1-12-16,18-1-16 0,-13 1-1 16,13-1 1-16,0 0-10 0,-17 2-10 0,17-2 3 0,0 0-10 15,0 0 16-15,0 0 3 0,0 0 1 0,6 9 7 16,-6-9 7-16,21 6 9 0,-5-3-2 0,5 0 16 16,7-2 1-16,9 3 15 0,11-2 7 0,7 1 31 15,4-1-5-15,24-3 1 0,5-2-16 0,8 0-8 16,7 1-9-16,6-1-7 0,28-3 20 0,6-1-24 15,10-1 7-15,6-1-13 0,7-1 9 0,7-2-19 16,11 1 9-16,9-3-17 0,8 1 8 0,52-4-4 16,4 0-21-16,-1 1 10 0,4 0 1 0,7-1-16 15,1 2 3-15,3-1 18 0,8 0-1 0,0 2-4 16,4-1 9-16,5 2-4 0,-1 0-4 16,5 3 6-16,5-1-5 0,-3 1 0 0,5 2 15 0,2 1-20 15,-1 0-5-15,4 1 19 0,-5-3-30 0,5 5 22 16,4 2-26-16,-3 0-11 0,-1 0 27 0,0 2-27 15,-2 0-3-15,2 0 21 0,0 1-26 0,0-1 5 16,3 2 4-16,-1 1-5 0,2 1 1 0,3 0 21 16,-2-1-24-16,0 2 3 0,1 2-7 0,-2 0 8 15,1 1 20-15,1 2-22 0,-3 1 2 0,-1 0 12 16,0 3-14-16,-5-3-3 0,-2 4 30 0,-2 0-25 0,-3 1 0 16,-5 2 1-16,-3-1 1 0,-5 1 0 0,-4 1-1 15,-2-1 5-15,-8-1-2 0,-7 2 3 0,-1-2-2 16,-8 3 0-16,-47-7-2 0,44 5 3 15,-45-5 0-15,0 4-2 0,0-5 1 0,-1 3 4 0,2 0-3 16,-6 0-1-16,-4-1-5 0,-2 0 5 0,-3 1-4 16,-5-3-8-16,-3 1 0 0,-7-1 2 0,-5-1 21 15,-3 0-32-15,-5-1 8 0,-1 1 0 0,-9-2 3 16,-3 0 20-16,-5 1-16 0,-6-2 19 0,-2 1-26 16,-4-2 31-16,-4 0-26 0,-21-1 21 0,-3 0-24 15,-2 0 26-15,-2-1-23 0,0 1 8 0,-4-1-7 16,-1-1 22-16,-2 2-25 0,-2-1 21 0,-4-1-20 15,0 1 21-15,-4-1-20 0,-1-1 19 0,-5 1-20 16,-2 1 25-16,-10-4-25 0,-3 4 22 0,3-3-28 16,-6 2 27-16,2-2-23 0,-4 1 21 0,-1 0-22 15,-3-1 22-15,-4 2-20 0,-6-2 15 0,-2 0-17 16,-5-1 22-16,-5 0-20 0,-3 1 19 0,-5-1-20 16,-2-1 27-16,-2 2-26 0,-3-2 23 0,0 0-21 0,-15 0 22 15,21 0-22-15,-21 0 21 0,19-2-18 0,-19 2 25 16,16-3-19-16,-16 3 21 0,13-1-19 0,-13 1 18 15,0 0-23-15,16-3 26 0,-16 3-27 16,0 0 28-16,11-3-22 0,-11 3 25 0,0 0-26 0,9-6 21 16,-9 6-23-16,0 0 22 0,6-7-27 0,-6 7 26 15,0 0-25-15,0 0 24 0,0 0-22 0,2-11 24 16,-2 11-25-16,0 0 22 0,0 0-32 0,0 0 26 16,0 0-22-16,0 0 22 0,0 0-29 0,4-9 25 15,-4 9-25-15,0 0 22 0,0 0-20 16,0 0 24-16,0 0-26 0,0 0 20 0,0 0-18 0,0 0-4 15,0 0 15-15,4 9 16 0,-4-9-21 0,0 0 23 16,4 18-27-16,-4-18 7 0,0 18-1 0,2-7 3 16,-2 3 0-16,0 0 3 0,2 5 3 0,-2 0 1 15,0 6 19-15,1 3 0 0,-1 6 1 0,0 2 0 16,2 2 3-16,-2 7 3 0,0 4-2 0,0 1 8 16,0 3 20-16,0 5-9 0,-2 12 9 0,-1 1-22 15,1 8 1-15,-2-3 3 0,2 4 4 0,-1-1-4 0,-2 5 9 16,1 3-7-16,0 2-6 0,1 4-1 15,-3 2-1-15,2 3-9 0,-4 16 2 0,1 0 2 16,-1 2 11-16,-1 0-15 0,-1 1 7 0,2 0-14 16,-3 2 0-16,-1-1-4 0,-1-2 6 0,-1 6 5 0,1 0 25 15,2 2-26-15,-3 2 30 0,1-1-27 0,3 3 18 16,-1 3-18-16,3 2 26 0,-1 2-32 0,1 0 33 16,2-1-38-16,1 2 39 0,-1 2-39 0,2 1 31 15,-2-1-8-15,0-3-17 0,-1 2-34 0,-1-1 15 16,-2 0 26-16,-1 0-9 0,0-2-2 0,-1-2-4 15,-3-1-31-15,1 2 11 0,-1-1 36 0,-1 0-1 16,0-2-2-16,0-1-8 0,-1-2 13 0,1-2-13 16,0 0-7-16,0-4-2 0,1 0 30 0,1-6-41 15,1-4-1-15,1-18 0 0,5-2 3 0,-1 2 35 16,1-3-55-16,1-2 14 0,0 0-41 0,2-4-37 16,2-3-52-16,2-4-42 0,-2-3-35 0,4-5-34 15,-2-10-27-15,2-5-38 0,2-2-50 0,-1-2 1 0,2-3-2 16,-1-3-3-16,1-2-76 0,-1-8 16 0,2-2-372 15,-1-7-324-15</inkml:trace>
  <inkml:trace contextRef="#ctx0" brushRef="#br0" timeOffset="36279.7745">2501 7899 191 0,'0'0'305'0,"-4"-11"-58"15,4 11-19-15,-4-11-19 0,4 11-17 0,-4-12-15 16,4 12-18-16,-6-10-18 0,6 10-3 0,-3-8-8 15,3 8 32-15,0 0-77 0,-6-11 25 0,6 11-65 16,0 0 36-16,0 0-48 0,0 0 68 0,0 0-48 16,-7 7 58-16,7-7-26 0,-2 17 14 0,0-5 1 15,1 1 4-15,-1 4 2 0,0 2-5 0,0 1-2 0,1 2-5 16,0 3 0-16,0 1 20 0,1 3-18 0,1-3 14 16,1 8-2-16,1 1-2 0,0 1-12 0,3 6 0 15,0-1-18-15,3 5 14 0,0 1-10 0,2 2 23 16,1-2-7-16,1 13 22 0,1 1-44 0,0 1 35 15,-1 2-44-15,1 0-3 0,-1 3 5 0,1 2 5 16,-2 4-11-16,-2 2-9 0,1 2 2 0,-3 2-7 16,-2 3 0-16,-1 1-15 0,0 2-6 0,-2 3-18 15,-1 2 23-15,0 2-9 0,-2 1-5 0,0 3 1 16,1-1-11-16,-2 5 1 0,-1 0-11 0,0 20 21 16,1-1-7-16,-2-2 3 0,-1-17-12 0,2 0-1 15,1 0-1-15,0 21-13 0,1-20 24 0,0 20-5 16,1-2 2-16,1 1-6 0,-1-19-3 0,0 18 2 0,1 1-10 15,-2 2 22-15,0-2 2 0,-3 0-19 0,1-2 4 16,-3 1 4-16,0 0 9 0,-1 0-4 0,-2 1-4 16,-3 0-7-16,-1 1 39 0,-2-2-46 15,1 1-2-15,-3-2 9 0,3 1-1 0,-1 0 42 0,-1-1-59 16,1-1 43-16,-1-4-42 0,2 0 8 0,1 0 5 16,1-1 33-16,1-2-5 0,-1-17-15 0,3 2 3 15,0 0-7-15,-1 0-42 0,1 17 13 0,1-18 41 16,-1 1-9-16,-1-1-12 0,2 1-4 0,-1-2 0 0,-1-2-8 15,0-1-3-15,1-1 4 0,-1-1 2 16,1-1-12-16,-2-2-3 0,1-1 65 0,1-1-77 0,-2-3 63 16,3-3-92-16,-1-1 67 0,1-4-73 0,-1 1 60 15,2-6-87-15,1-2 70 0,1-11-75 0,1-1 84 16,0-1-93-16,0-3 39 0,1 0-37 0,0-5-47 16,-2-1-39-16,3-8-41 0,1-5-55 0,1-2-39 15,-1-2-30-15,1-1-12 0,0-5-32 0,1-1-14 16,1-1-328-16,0-4-262 0</inkml:trace>
  <inkml:trace contextRef="#ctx0" brushRef="#br0" timeOffset="38731.4235">4182 8174 223 0,'6'-14'401'0,"-6"14"-101"0,2-11-43 15,-2 11-53-15,0 0-24 0,1-11-20 0,-1 11 15 16,0 0-62-16,-7-6 13 0,7 6-47 0,0 0 26 15,-22 3-58-15,12 1 32 0,-4 1-44 0,-1 2 37 16,-3 1-45-16,-1 1 37 0,-1 1-42 0,-1 0 39 16,2-1-53-16,-2 4 50 0,2-1-47 15,1 0 37-15,-1 1-41 0,3-1 42 0,0 1-52 0,1 1 36 16,2-1-46-16,0 0 48 0,4-1-45 0,-1-1 44 16,3 1-50-16,1-1 41 0,2-1-48 0,1 1 52 15,3-11-44-15,-4 20 40 0,4-20-41 0,4 19 42 16,0-8-45-16,3 0 41 0,0 0-40 0,1 2 43 15,3-2-44-15,-2 1 42 0,5 0-42 0,-1 1 42 16,0 1-50-16,1-1 54 0,0 1-46 0,1 1 49 16,-2-1-53-16,1 0 46 0,-2 0-46 0,-1 1 45 15,-1-2-44-15,-1-1 45 0,-1 1-38 0,-2-1 47 16,0 0-34-16,-3-2 48 0,0 0-8 0,-3-10 48 16,1 19-13-16,-1-19 35 0,-5 20-21 0,-1-10 9 0,-3 0-21 15,-1 0-9-15,-4 1-7 0,-2-1-10 16,-2 0-9-16,-1 1-5 0,-2-1-9 0,0-1-3 0,0 0-4 15,-1-1-3-15,0 0-9 0,1-2-9 16,0 0-4-16,2-2-1 0,2 1-39 0,-1 0-12 0,3-2-23 16,1-1-2-16,1 1-62 0,13-3 26 0,-21 4-62 15,21-4 0-15,-14 3-77 0,14-3-48 0,0 0-66 16,-14 1-315-16,14-1-195 0</inkml:trace>
  <inkml:trace contextRef="#ctx0" brushRef="#br0" timeOffset="39247.4151">4370 8713 131 0,'0'0'484'15,"0"0"-117"-15,-9 5-10 0,9-5-96 0,0 0 14 16,0 0-75-16,0 0 21 0,-9 6-71 0,9-6 24 16,0 0-48-16,0 0 11 0,0 0-37 0,0 0 4 15,0 0-36-15,0 0 15 0,-10 2-35 0,10-2 15 16,0 0-31-16,0 0 20 0,0 0-18 0,0 0 5 16,0 0-17-16,0 0 14 0,0 0-24 0,0 0 10 15,0 0-13-15,0 0 10 0,-8 5-23 0,8-5 24 16,0 0-18-16,0 0 18 0,0 0-18 0,0 0 31 15,0 0 3-15,0 0-7 0,0 0 19 0,0 0-19 16,0 0 9-16,13 1-16 0,-13-1 5 0,13-2-17 16,-13 2 0-16,18-4 10 0,-18 4-25 0,23-2-11 15,-11 0-59-15,1 1-33 0,0-1-70 0,0 1 20 16,-1-1-63-16,1 1-47 0,0-1-43 0,0 1-94 16,-1-2-300-16,0 0-212 0</inkml:trace>
  <inkml:trace contextRef="#ctx0" brushRef="#br0" timeOffset="39632.1988">4794 8459 455 0,'3'-13'452'0,"-3"13"-108"0,0 0-4 15,0 0-24-15,0-14-14 0,0 14-19 0,0 0-32 16,0 0-42-16,0 0-40 0,0 0-35 0,0 0-18 16,0 0-12-16,0 0 8 0,0 0 26 0,0 0 1 15,0 0-26-15,0 0 1 0,0 0-7 0,7 6-14 16,-7-6 9-16,4 13-16 0,-4-13-15 0,5 12-3 15,-5-12-9-15,4 18 1 0,0-8-19 0,-2-1 5 16,1 1-18-16,-1-1 0 0,1 2-10 0,0-1 5 0,-1 0-15 16,0 0 10-16,-2-10-16 0,4 19 5 15,-4-19-38-15,3 18-60 0,-3-18-42 0,2 16-47 16,-2-16-22-16,1 16-92 0,-1-16 14 0,0 14-72 0,0-14-60 16,0 0-107-16,0 15-261 0,0-15-301 15</inkml:trace>
  <inkml:trace contextRef="#ctx0" brushRef="#br0" timeOffset="39818.7887">4722 8308 454 0,'-5'-14'393'0,"1"2"-9"0,-1 1-114 0,1-1 33 15,0 2-94-15,-1-1 8 0,2 2-94 0,0-1 1 16,3 10-60-16,-3-16 9 0,3 16-71 0,-1-13 7 15,1 13-63-15,3-10 6 0,-3 10-77 0,7-5-28 16,-7 5-59-16,13-1-41 0,-13 1-303 0,16 0-67 16</inkml:trace>
  <inkml:trace contextRef="#ctx0" brushRef="#br0" timeOffset="40330.4246">5273 8164 95 0,'10'-7'622'0,"-3"-1"-186"16,0 0-29-16,-1 1-22 0,-1-1 28 16,2 1-65-16,-7 7-24 0,10-12-46 0,-10 12-47 0,8-8-50 15,-8 8-35-15,6-6-27 0,-6 6-2 0,0 0-10 16,14 1-3-16,-14-1 14 0,10 11-20 0,-3-2 13 16,1 2-27-16,-1 5 0 0,1 2-2 0,-1 1-9 15,2 4-11-15,-1 4-11 0,0 0-1 0,0 1-11 16,1 1-10-16,0 1 1 0,0 0-7 0,1-1-5 15,0 1-7-15,-1-2 27 0,1 0-34 0,-1-2 21 16,-1-2-28-16,0-4 25 0,1 1-24 0,-2-2 21 16,-2-4-27-16,1 1 23 0,-1-3-22 0,2-3 19 15,-4 2-23-15,1-4 28 0,-4-8-22 0,5 16 5 16,-5-16-2-16,5 9-6 0,-5-9 17 0,0 0-21 16,0 0 10-16,0 0-26 0,0 0 17 0,0 0-30 15,6-12 20-15,-6 12-15 0,-2-14 14 0,2 14-12 16,-2-16 11-16,2 16-6 0,-5-17 13 0,1 8-6 0,0 1 10 15,-1 0-5-15,1 0 7 0,-3 1-5 16,-1 1 13-16,1 2-14 0,-4-1 12 0,1 1-7 16,-2 2 8-16,-2 1-12 0,0 2 15 0,-2 1-8 15,-2 2 7-15,0 1-5 0,-3 1 4 0,1 1-4 0,1 0 7 16,0 2-6-16,0 1 9 0,0 1-6 16,3-2 8-16,0 2-9 0,4 0 10 0,1-1-10 15,1 0 11-15,1-1-8 0,5 0 9 0,0 1-8 0,4-10 10 16,4 13-10-16,3-7 2 0,6-2-23 0,6 0-36 15,6-1-23-15,3-2-43 0,4-1-30 0,5-1-84 16,0 1-25-16,-1-2-55 0,-5 1-43 0,-4 0-98 16,0 0-468-16,-6-1-495 0</inkml:trace>
  <inkml:trace contextRef="#ctx0" brushRef="#br0" timeOffset="42816.1755">7520 8463 366 0,'-8'-6'456'0,"1"0"-56"0,7 6-73 15,-15-11-7-15,8 6-23 0,0-2-35 0,1 1-8 16,-2 0-15-16,1-2-7 0,7 8-1 0,-11-9-19 16,11 9-31-16,-10-11-23 0,10 11-49 0,-8-6-21 15,8 6-20-15,0 0 1 0,-10-6-19 0,10 6 2 16,0 0-2-16,-7 6 5 0,7-6 19 0,-6 12-5 15,6-12 4-15,-4 20-4 0,2-8 9 0,-1 3 2 16,1 1-23-16,0 2-5 0,0 0-8 0,1 2-8 16,0 0-8-16,0 1-2 0,1 1-4 0,2 1-5 0,-1 2-3 15,0-6-2-15,1 4-3 0,0-3-2 0,0-2-1 16,0 0 2-16,1-1-3 0,-1 0 2 16,2-2-5-16,-1-4 1 0,0 2-8 0,-1-2-3 15,-2-11-4-15,4 18 0 0,-4-18 5 0,5 12 1 0,-5-12-10 16,0 0-23-16,8 8-37 0,-8-8 5 0,0 0-29 15,13-8 9-15,-7 1-4 0,-1-1-15 16,2-3-7-16,2-2-20 0,-2 0 23 0,1-3 11 0,1-1 11 16,1 0 4-16,-1 0 22 0,0 0 11 0,1 1 12 15,-1 0 9-15,-1 3 11 0,0 1 9 16,0-2 2-16,-1 4 10 0,-1-2 3 0,0 5 3 16,0-1 6-16,0 1-2 0,-6 7 1 0,9-11 1 0,-9 11 16 15,9-6 27-15,-9 6 6 0,0 0-3 0,15-2 1 16,-15 2-6-16,11 2 0 0,-11-2 12 0,16 7-14 15,-7-3 0-15,1 2-7 0,3-1 1 0,1 1-14 16,3-1-2-16,0 1-8 0,5 0 1 0,0 0-7 16,1-1-1-16,2-1-5 0,-1 0 2 0,-1 1-14 15,-3-4 2-15,1 2-8 0,-2-3-5 0,-1 1 7 0,-2-1 12 16,-3-2-9-16,3-1 8 0,-2-2-8 16,-1-1 9-16,-3-1-7 0,-1 0 9 0,0-4-1 15,-3 1-1-15,0 1 1 0,-3-2 4 0,-1 0-4 16,0 1 19-16,-2 10 3 0,0-20-4 0,0 20 1 0,-4-18 11 15,4 18 0-15,-6-13 5 0,6 13 7 16,-9-10 2-16,9 10-7 0,-15-5 6 0,15 5-2 16,-21 3-4-16,10 0 4 0,-1 1 0 0,-2 2-9 0,2 2-6 15,0 0-1-15,0 2-9 0,3 1-3 0,-1 1-1 16,2 1-2-16,1-1-2 0,2 1 1 0,0-1-5 16,1 0 0-16,3-1-3 0,1-11 4 15,0 21-4-15,2-10-7 0,3-1-1 0,0-3-10 0,1 2-7 16,1-1-15-16,3-2-3 0,-1 0-25 0,1-2-10 15,2-1 13-15,-1-1-2 0,1 1 11 0,-12-3-12 16,24-3-8-16,-13 1-1 0,1-2 17 0,-2 0-3 16,2-4 8-16,-1-1-1 0,-1-1 18 0,-2 0-11 15,1-2 19-15,-1 0 3 0,-1 0 5 0,-2 0 10 16,2 2 22-16,-3 0 12 0,0 1 1 0,0 0 11 16,-4 9 12-16,6-14 2 0,-6 14 0 0,3-12-9 15,-3 12-7-15,4-10-11 0,-4 10-3 0,0 0-1 16,0 0-2-16,0 0-8 0,0 0 2 0,0 0 0 15,0 0-5-15,-5 9-1 0,5-9 2 0,0 11-5 16,0-11 5-16,2 14-7 0,-2-14 2 0,4 15-1 16,-4-15-2-16,8 17-7 0,-3-10-33 0,0 2-9 15,1-2-27-15,0 1-6 0,2-2 0 0,0 0-23 0,1 0 9 16,1-1-22-16,0-2 20 0,0 0-3 16,-10-3 34-16,21 2-7 0,-21-2 34 0,23-5-11 15,-13 0 34-15,0 0 2 0,2-2 33 0,-2-2 11 16,-1-2 40-16,1 1 38 0,-3-2 8 0,0 1-10 0,-2 1 29 15,0 1 22-15,0-2 25 0,-1 4 1 0,-4 7-18 16,6-15-15-16,-6 15 3 0,4-12-37 16,-4 12 12-16,4-10-60 0,-4 10 1 0,0 0-37 0,3-8 17 15,-3 8-29-15,0 0 28 0,0 0-33 0,0 0 19 16,-2 13-21-16,2-13 14 0,-1 12-3 0,1-12-4 16,-1 17 1-16,1-17-12 0,1 21-2 0,0-10 1 15,0 0-2-15,0 0-13 0,1 1-23 0,0-2-10 16,2 2-14-16,-1-2-20 0,0 0-1 0,-3-10-9 15,5 17 0-15,-5-17 5 0,5 13 8 0,-5-13 16 16,4 10 9-16,-4-10 4 0,7 6 5 0,-7-6-6 16,0 0-3-16,14 0-5 0,-14 0 12 0,11-8 3 15,-5 2-12-15,2-3 7 0,-2 1 8 0,0 0 5 16,2-3 8-16,0 3-3 0,-2-2 8 0,1 2 1 16,0-1 7-16,-2 1 8 0,2 1-1 0,-7 7 6 0,9-10-6 15,-9 10 2-15,9-8 6 0,-9 8 5 16,10-4 5-16,-10 4-1 0,0 0 8 0,13 3 0 15,-13-3-3-15,9 6-3 0,-9-6-2 0,10 9-2 0,-10-9-8 16,9 11 1-16,-9-11 2 0,9 15-4 16,-9-15 0-16,7 14-2 0,-7-14-2 0,11 15 0 15,-11-15 1-15,7 13 1 0,-7-13-10 0,6 10 5 0,-6-10-3 16,6 10-4-16,-6-10-7 0,0 0 9 0,8 10 0 16,-8-10 3-16,0 0-7 0,0 0-7 0,8 5-9 15,-8-5-2-15,0 0 10 0,9-9-9 0,-9 9 3 16,9-10 1-16,-9 10 0 0,10-15 5 0,-10 15 0 15,9-15 1-15,-5 7 8 0,-4 8 1 0,8-17 2 16,-8 17 2-16,9-14 1 0,-9 14-2 0,4-12 6 16,-4 12 4-16,5-11-2 0,-5 11 0 0,5-8-2 15,-5 8-5-15,0 0-5 0,6-11 0 0,-6 11 6 16,0 0 3-16,8-5-3 0,-8 5-1 0,0 0 4 16,0 0-1-16,15 1-2 0,-15-1 3 0,12 6 0 15,-12-6 2-15,13 6-4 0,-13-6 3 0,16 7-1 16,-6-4 4-16,1 2-12 0,-2-1-1 0,4 0-3 15,0 2 0-15,2-1 3 0,0-1-5 0,1-1-6 16,0 1 0-16,2-1-6 0,0 2-2 0,1-3 9 16,1 0 0-16,-1-2 5 0,2 0-4 0,0-2 8 0,4-2 1 15,-3 0 4-15,2-2-7 0,-1-1 1 16,-2-2 5-16,1 0-7 0,-3-2 13 0,0 0 6 0,-1-1 5 16,-1-1 7-16,-2 0 4 0,-2-1 10 0,-2 4 33 15,-1-2 11-15,-3 1-30 0,0-1 23 0,-2 3-8 16,-3-1 4-16,-2 10-16 0,3-18-2 15,-3 18-22-15,-3-12 10 0,3 12-22 0,-13-10 12 0,13 10-12 16,-19-4 6-16,19 4-6 0,-25 3 6 16,12 1-7-16,0 3 0 0,0 2 3 0,2 1 0 0,2 2 1 15,1 0 9-15,3 3 4 0,-1-1 15 0,4 1-7 16,3 0 11-16,1 1 24 0,4 0-20 0,1 0-7 16,3 1-6-16,5-3 0 0,0-1-5 0,8 2-7 15,3-5-5-15,6 2-4 0,7 0-26 0,4-3-57 0,4 0-64 16,1-3-82-16,0-1-82 0,-1-2-157 15,-8 2-65-15,-3-4-244 0,-4-1-331 0,-4 0-707 16</inkml:trace>
  <inkml:trace contextRef="#ctx0" brushRef="#br0" timeOffset="44816.3543">12203 8329 278 0,'12'-8'531'15,"-5"0"-96"-15,-1 1-58 0,-1 0-62 0,-5 7-40 16,3-17-31-16,-3 17-35 0,-6-16 8 0,0 7-28 15,-3-1-19-15,-5 1-19 0,-1 1-18 0,-3 0-8 0,0 1-2 16,-5 3-12-16,2 1-17 0,1 2 6 0,-2 2-11 16,-2 2-14-16,-1 2-4 0,2 1-3 15,1 3-7-15,0 1 11 0,-1 3-22 0,5 1 14 16,2 0-29-16,3 1 16 0,-1 1-21 0,6 1 17 0,2-2-24 16,2 0-6-16,4-1 0 0,2 1-3 0,5 0-1 15,-1-1-2-15,6 3-6 0,1-3-10 16,1-1-15-16,4-1-15 0,1-2-9 0,0 0-7 0,1-3-7 15,3 1-2-15,-3-3 4 0,2-1-5 0,-1-1 2 16,-2-2 6-16,2-1 9 0,-3-1 9 0,0-2 7 16,0-2 3-16,0-1 3 0,0-2 4 0,-3-3 5 15,0-1 1-15,-2-1 2 0,0 1 15 0,-1-2-14 16,-2-1 1-16,0 0 1 0,-2 3 15 0,-1-1 1 16,-2 1 8-16,2 2 10 0,-3 0 9 0,-2 2 10 15,-2 8-7-15,7-16 0 0,-7 16-7 0,2-11-8 16,-2 11 1-16,0 0-5 0,0 0 0 0,-2-9 4 15,2 9 15-15,0 0-4 0,0 0-3 0,0 0 14 16,0 0-25-16,0 13 20 0,0-13-25 0,7 11 22 16,2-3-26-16,0-1-4 0,4 1 2 0,5 2-6 15,3-2-8-15,1 0-10 0,7 1-18 0,2 0-9 16,1-3-9-16,1 1-10 0,-1-1 4 0,2-2-1 16,2 0-2-16,-7-3 1 0,1 0 4 0,1-2 7 15,-5 0 10-15,3-3 13 0,-4 0 1 0,0-3 8 16,-2-1 22-16,-4-1-14 0,0-2 7 0,-1-2 4 15,-3 1 12-15,-2-1 4 0,-1-1 13 0,-3 1 11 0,-2 1 0 16,-3-1 19-16,1 1-12 0,-3 2-12 0,-2 10-4 16,-4-20 10-16,-3 12 10 0,0 1-5 0,7 7-5 15,-17-6-2-15,3 4 1 0,1 2-3 0,-1 0-3 16,3 3-8-16,-3 0-5 0,3 2 10 0,2 1-14 16,-1 0 10-16,2 2-19 0,3 1 17 0,1 0-20 15,0 1 12-15,1-1-14 0,3-9 12 0,3 21-19 16,1-11 2-16,1-1-18 0,5 0-2 0,0-1-38 15,1 1-6-15,0-2 0 0,3 0 3 0,-3-2-3 16,0-1 7-16,0 0 9 0,0-2 8 0,-11-2 7 16,18 2 2-16,-18-2 6 0,16-3 5 0,-16 3 18 15,16-7-18-15,-10 0 20 0,1 0-22 0,-3-1 6 16,2-1 6-16,0 0 1 0,-3-1 5 0,1 1 11 16,0 0 5-16,-4 9 5 0,7-16 6 0,-7 16-8 15,7-12-3-15,-7 12-6 0,4-9-3 0,-4 9 1 0,0 0-1 16,0 0 9-16,0 0 7 0,13 5 15 15,-10 2 17-15,4 5-11 0,-3 1 18 0,3 6-15 16,-2 4 0-16,3 4 2 0,-2 5-4 0,0 3-11 0,0 7-3 16,-1 0-6-16,-1 3-5 0,0 2-8 0,-1 2 4 15,0-1-6-15,-1 1 2 0,0-2 5 16,-2 1-6-16,2-3-21 0,-2-7 14 0,-2 0-15 16,2-4 16-16,-4-2-17 0,1-6 2 0,-2-2 8 0,-1-1-5 15,-3-3 8-15,-3-3 1 0,1-4 0 0,-4-1 3 16,1-4-2-16,-1-3 13 0,-4-1-18 0,1-3 14 15,-3-4-28-15,-2-4 16 0,0-1-28 0,-2-5 19 16,3-2-15-16,0-2-24 0,3-2 30 0,4-4-20 16,4 4 23-16,1 0-36 0,4-1 1 0,2 1-4 15,3-1 3-15,2 1 1 0,3-3 9 0,2 1 5 16,1 0 7-16,7-3 1 0,-1 2 2 0,6 0 5 16,6-2-1-16,2 1 3 0,2 3 8 0,2 0-11 15,0 3 11-15,1 0 0 0,-3 4-11 0,-1 0-5 16,2 1 9-16,1 0-1 0,0 1 4 0,-1 0-3 15,-1 0 2-15,2 0 3 0,-1-1-2 0,-1 2 9 16,-4-2 3-16,2 1 4 0,-6 0 5 0,-2 1 5 16,-1-2 3-16,-2 1 11 0,0 0 13 0,-3-1-1 0,1 2-2 15,-5-2 1-15,-1 2 14 0,0-2-18 16,-2 0 10-16,-3 1-10 0,-1-1 20 0,-2 12-14 16,0-21 12-16,-2 11-22 0,2 10 26 0,-7-17-32 15,3 7 17-15,-2 3-27 0,6 7 20 0,-15-11-31 16,15 11 26-16,-18-8-28 0,18 8 23 0,-18-3-27 0,18 3 24 15,-24 3-20-15,11 2 26 0,0 2-14 16,0 2 7-16,-3 3 10 0,3 2 18 0,-1 1 0 0,1 3 12 16,-1 0-3-16,3-1-6 0,3 2 8 0,-2 2-7 15,3-1 16-15,3 1 4 0,2-2 4 0,0-1-2 16,4 0 19-16,4 3-8 0,3-2 0 0,7 2-33 16,3-3 30-16,4-2-53 0,9 1 28 0,5-1-35 15,1-2 20-15,4-2-60 0,1-4-2 0,0 1-28 16,-1-1-46-16,-3-4-25 0,-1 0-42 0,-5-1-49 15,-3 0-47-15,-5-1-36 0,-6 0-51 0,-5-1-69 16,-14-1-154-16,19 1-522 0,-19-1-710 0</inkml:trace>
  <inkml:trace contextRef="#ctx0" brushRef="#br0" timeOffset="46302.857">15828 8349 425 0,'0'0'473'0,"-3"-12"-75"0,3 12-64 16,-5-15-39-16,5 15 13 0,-7-14-26 0,7 14-32 15,-6-14-9-15,6 14-9 0,-7-10-21 0,7 10-45 16,-5-9-34-16,5 9-26 0,0 0 1 0,0 0 13 16,0 0 3-16,-14 3 19 0,14-3 0 0,-6 18-22 15,3-7 4-15,1 4-28 0,0 1-17 0,1 3-2 16,1 0-8-16,0 2-2 0,2 3-11 16,0-1-4-16,1 2-5 0,1 0-18 0,1-1 5 0,0-1-8 0,0 1-4 15,0-2-5-15,0-2-4 0,0-2-1 0,-2-2-3 16,2-1 5-16,-1-2-8 0,-2-2-1 15,1 0 4-15,-3-11 4 0,4 18 12 0,-4-18 10 16,3 12-1-16,-3-12-11 0,0 0-4 0,0 0-1 0,0 0-8 16,0 0 0-16,-5-14-4 0,1 4 1 15,1-5-5-15,-1-1-2 0,-1-6 2 0,1 0 1 0,0-3-3 16,1-2-3-16,2 0 13 0,1-3-22 0,0-5-6 16,2 2 3-16,2 1 3 0,2 0-7 0,3 0 2 15,0 1 1-15,1 0-4 0,3 3 2 0,0 2 3 16,2 1-3-16,0 2-14 0,1 1 5 15,0 2-3-15,0 3 0 0,-1 4 6 0,0 0-2 0,-1 1-3 16,-1 5-8-16,0 1 4 0,-2 0 2 0,1 5 2 16,-12 1 7-16,18 0 4 0,-18 0 0 0,16 7 3 15,-9-1 3-15,-7-6 3 0,9 13 3 0,-9-13 2 16,5 17 0-16,-5-17 1 0,3 18-1 0,-3-18 1 16,-5 20 4-16,2-9 16 0,-1 0-17 0,-1 0 12 15,0 0-16-15,-1 1 18 0,-2 0-22 0,2 0 13 0,0-1-12 16,-1 0 18-16,2 1-20 0,-2-3 19 15,4 2-19-15,-2 0 7 0,2 1-16 0,1 0 14 16,0-1-32-16,1 1-16 0,2 0 4 0,0-1 9 16,2 4 3-16,1-1 11 0,1 0 2 0,2 1 6 0,2 3 2 15,0-1 1-15,3 0 7 0,0 1-1 16,3 2 3-16,3-2 0 0,1 1 0 0,0 0 2 16,1-2-3-16,0 1 4 0,-1-2 1 0,-3-3 0 0,-1 2 1 15,0-2-3-15,-4-3 5 0,-1 0-7 0,1-1 0 16,-4-1 4-16,-1-1 6 0,0 1 6 0,-6-8 9 15,5 12 3-15,-5-12-2 0,-3 10-7 16,3-10 1-16,-16 9 1 0,1-5-6 0,-1 0 0 0,-4 1-4 16,-5-3-4-16,-3 1-11 0,1-2-8 0,-3 0-20 15,-1-1-4-15,0 0-14 0,2 0-13 0,0 0-19 16,6-1-25-16,2 0-20 0,3 1-58 0,2-1-68 16,16 1 60-16,-19 1 1 0,19-1-38 0,0 0 36 15,0 0-35-15,0 0 43 0,0 0-18 0,17 0-9 16,-3 0-7-16,0 0-6 0,6-1 14 0,0 1-24 15,2-3-160-15,3 2 144 0</inkml:trace>
  <inkml:trace contextRef="#ctx0" brushRef="#br0" timeOffset="46654.2368">16135 8745 757 0,'26'-6'134'0,"0"2"14"0,-3-5 65 16,1 3-31-16,-3-2 31 0,-1-3-18 0,-1 3 43 15,-1-4-11-15,-4 1-7 0,-1 1 3 0,-3 0-26 0,-1 0 19 16,-2-1-7-16,-1 1-35 0,-2 1-15 16,-4 9 6-16,2-17-24 0,-2 17-18 0,-5-13-14 15,5 13-3-15,-10-9-19 0,10 9-13 0,-15-3 7 0,15 3-9 16,-18 2-15-16,9 2-9 0,0-2-8 0,0 6-12 15,1 0 3-15,1 1-4 0,1 2-5 16,0-1-5-16,2 0-3 0,3 1 1 0,-1 2-3 16,2-1-4-16,2-1-6 0,-1 1-4 0,6-2-13 0,0 3-2 15,0-3-10-15,2 1-12 0,2-2-10 16,-2 0 8-16,0-3 1 0,1-1 6 0,0 0 5 0,-1 0 6 16,-9-5 4-16,18 2-4 0,-18-2 8 0,16-1 2 15,-16 1 3-15,17-7-2 0,-9 2 4 0,-1-1-5 16,0-1-6-16,-1-1 11 0,-1-1 4 0,0 1 1 15,-5 8 2-15,7-16 0 0,-7 16 0 0,5-10-1 16,-5 10 3-16,4-12-1 0,-4 12-6 0,4-8-2 16,-4 8 1-16,0 0 2 0,0 0 2 0,0 0-2 15,0 0-2-15,0 0-13 0,0 0-13 0,12 4-15 16,-12-4-21-16,9 11-46 0,0-5-55 0,0 0-37 0,3 1-34 16,2 0-70-16,1-1-41 0,0 3-57 15,1-5-384-15,2 3-314 0</inkml:trace>
  <inkml:trace contextRef="#ctx0" brushRef="#br0" timeOffset="46983.2348">16765 8730 207 0,'-3'-9'427'0,"-1"-2"-18"0,0 0-34 0,0 0-36 0,0-1-39 16,1 1-1-16,0 0-10 0,0 0-16 0,3 11-35 16,-3-17-30-16,3 17-34 0,0-14-22 0,0 14-20 15,6-11-19-15,-6 11 5 0,9-5-17 0,-9 5-4 16,12 1-14-16,-12-1-15 0,18 8-7 0,-10-2-13 15,2 2-5-15,0 1-9 0,0 2-2 0,-1 1-7 16,1 0-5-16,-1 1-4 0,-2-1-4 0,1 1-1 16,1 2-3-16,-3-3-1 0,1 1 0 0,-2-1-1 15,1-3-2-15,-2 0-1 0,0-1 4 0,-4-8 1 16,6 14 15-16,-6-14 8 0,4 10-1 0,-4-10 1 16,0 0-5-16,0 0 3 0,0 0-5 0,-6 7-3 15,6-7-2-15,-11-7-3 0,4 1 2 0,0-1-15 16,-1-1 5-16,1 0-2 0,-1-3-11 0,1 1-31 15,1-1-14-15,1 0-17 0,3 0-15 0,0 0-27 16,2 11-12-16,0-19-11 0,0 19-31 0,7-15-35 16,-1 6-15-16,2 1-5 0,2 1-5 0,1 2-34 15,2-1-42-15,2 0-37 0,0 3-80 0,3-2-253 16,1 1-175-16</inkml:trace>
  <inkml:trace contextRef="#ctx0" brushRef="#br0" timeOffset="47466.3098">17290 8574 384 0,'0'0'475'0,"15"-7"-63"15,-15 7-33-15,9-7-33 0,-9 7-21 0,5-7-44 16,-5 7-16-16,0 0-8 0,5-10-16 0,-5 10-25 16,0 0-11-16,0 0-20 0,-12-7-13 15,12 7-21-15,-13 2-14 0,3 3-12 0,0-1-18 0,0 2-10 16,-1 1-11-16,1 2-16 0,0 1-17 0,1 1-7 16,1 0-4-16,2 2-5 0,1-1-8 0,1 3-3 15,0-2-3-15,3 1-7 0,1-3-3 0,2 3-7 16,1-1-12-16,2-1-22 0,2 1-15 0,2-1-17 15,1-2-29-15,0 0 10 0,0-1 3 0,3-1 2 16,-1 0 9-16,2-3 9 0,-1-1 11 0,-2 0 5 16,2-2 5-16,-13-2 9 0,24 0 9 0,-13-2 2 15,-1 0 3-15,2-3 5 0,-1-1 0 0,0-2-2 16,0 0 11-16,0-1 14 0,0-1-1 0,-1 0 1 16,1 2 9-16,-1-2 3 0,0 2-2 0,-2 0 1 15,0 2-3-15,1 0-5 0,-1 2-3 0,-8 4 1 16,18-6 2-16,-18 6 1 0,19-1 2 0,-19 1-5 15,21 4 2-15,-11 0 0 0,0 1-5 0,-1-1-1 16,0 2-1-16,-2 2-1 0,0-1-1 0,0 2-1 0,0 1-1 16,-2-2-6-16,-1 1 5 0,1 1-6 0,-1-2 5 15,-4-8-1-15,6 17 1 0,-6-17-1 0,1 14-2 16,-1-14 7-16,-3 12-2 0,3-12 7 0,-9 10-1 16,9-10-4-16,-11 7 2 0,11-7-7 0,-19 5 2 15,19-5 2-15,-20 0-5 0,20 0 1 0,-24-5 0 16,13 4-3-16,-1-2-3 0,2 0 4 0,1-2-22 15,9 5-34-15,-14-9-33 0,14 9-35 0,-7-10-63 16,7 10-48-16,2-11-23 0,-2 11-12 0,11-15-31 16,0 8-86-16,1-4-93 0,4 1-347 0,0-1-360 15</inkml:trace>
  <inkml:trace contextRef="#ctx0" brushRef="#br0" timeOffset="48271.288">18139 8345 660 0,'1'-17'565'16,"-2"1"-68"-16,-1 1 6 0,0 0-64 0,0 0-8 16,-1 2 5-16,1 1-8 0,0 0-34 0,-1 2-77 0,3 10-64 15,-3-16-55-15,3 16-37 0,-2-11-30 0,2 11-2 16,0 0 30-16,0 0 1 0,0 0-38 16,7 14 40-16,-3-3-42 0,0 5 14 0,1 4-47 15,1 4 21-15,1 5-52 0,1 2 23 0,1 7-14 0,0 1-11 16,1 0-7-16,0 0-12 0,-1 0-6 0,0-3-5 15,1 2-2-15,-2-7-7 0,-1-3-6 16,1 0-42-16,-1-8 46 0,-1 2-44 0,-1-4 42 0,0-2-37 16,-1-3 38-16,1 0-36 0,-3-2 59 0,1-2-51 15,-3-9 40-15,6 16-36 0,-6-16 38 0,0 0-41 16,5 9 36-16,-5-9-38 0,0 0 31 0,0 0-11 16,8-8 0-16,-8 8-19 0,3-13-20 0,-3 13-4 15,0-18-6-15,-1 7-9 0,0-1-3 0,0-1-6 16,-2 1 25-16,0 0 8 0,-1 0 3 0,0 0 2 15,-3 1 4-15,-2 0 1 0,0 3 10 0,-2 0-3 16,-3 1 0-16,1 1 6 0,-3 3-1 0,0 2-4 16,-3 2 5-16,1 1 18 0,-5 2-14 0,0 3-4 15,0 3-27-15,-2 3 34 0,0-2-32 0,1 3 41 0,1 3-32 16,2-1 48-16,1 1-46 0,3-1 44 16,4 0-35-16,2-1 32 0,2-1-33 0,4 0 39 15,3-1-31-15,4-1 30 0,6-1-32 0,4 0 31 0,6-1-41 16,10 0 20-16,3-2-50 0,5-1 27 0,3-2-28 15,0-2 35-15,2-1-21 0,3-2 30 0,4-3-22 16,-6 2 42-16,2-5-41 0,-7 1 38 0,-2-2-33 16,-2-2 35-16,0 0-37 0,-6 0 41 0,0-1-35 15,-5 0 36-15,-2 0-29 0,-3-1 35 0,-1 3-30 16,-5-3 37-16,0 3-45 0,-1-1 36 0,-2 1-43 16,-2 0 37-16,-1 1-33 0,-5 7 32 0,10-16-36 15,-10 16 45-15,6-11-45 0,-6 11 36 0,4-11-37 16,-4 11 31-16,0 0-40 0,2-13 31 0,-2 13-36 15,0 0 32-15,0 0-36 0,-2-13 27 0,2 13-23 16,0 0 30-16,0 0-20 0,-9-4 24 0,9 4-3 16,0 0 6-16,-17 0-28 0,17 0 27 0,-15 4-27 15,15-4 34-15,-18 7-2 0,9-4-6 0,1 2-21 0,-2 1 24 16,2 1-21-16,0-1 27 0,-1 2-24 0,2 0 24 16,1 0-26-16,1-1 30 0,1 1-18 15,4-8 43-15,-3 16-25 0,3-16 36 0,2 14-30 16,3-7 35-16,2 0-37 0,1-1 45 0,4 0-59 0,1 0 44 15,3-1-39-15,0-1 31 0,3 0-34 0,-1-1 33 16,2 0-39-16,1-2 43 0,-1 0-48 16,0 0 33-16,1-1-37 0,-3 0 36 0,1-1-2 0,-2-1-2 15,1 2-7-15,-1-2 0 0,-4 0-4 0,0 0 0 16,-1 1-4-16,-1 0-24 0,-11 1-41 0,18-4-86 16,-18 4-70-16,14-4-108 0,-14 4-90 0,10-3-60 15,-10 3-72-15,0 0-218 0,0 0-375 0,0 0-750 16</inkml:trace>
  <inkml:trace contextRef="#ctx0" brushRef="#br0" timeOffset="49936.2754">20856 8450 148 0,'0'0'509'15,"3"-10"-98"-15,-3 10-42 0,2-12-39 0,-2 12-40 16,3-13-26-16,-3 13-15 0,2-14 20 0,-2 14-32 16,0-15-8-16,0 15 9 0,-3-14-16 0,3 14-10 0,-2-13-19 15,2 13-15-15,0 0-67 0,-2-14-6 0,2 14-42 16,0 0 5-16,0 0-8 0,0 0 35 16,0 0-16-16,-5 12 20 0,5-12-10 0,-2 23 1 15,0-7 8-15,1 1-17 0,-1 2 15 0,0 2-14 0,1 2 2 16,0 2-8-16,-1 0-10 0,1 0-3 0,0 0-11 15,0 2-12-15,0-4-5 0,0 0-7 16,1-4-2-16,0 1-4 0,0-1 13 0,1-1-25 0,-1-1-25 16,1-3 35-16,-1-1-32 0,1-1 32 0,-1-12-26 15,1 20 48-15,-1-20 22 0,1 17 48 0,-1-17-6 16,0 0-24-16,1 13-15 0,-1-13-14 16,0 0-12-16,0 0-4 0,0 0-10 0,3-15-4 0,-3 15-6 15,2-22-3-15,0 6 0 0,0-2-10 0,2-4 0 16,1-3-8-16,3-5-3 0,-1-2-42 0,4-3 25 15,3-2-43-15,0 1 33 0,4-1-40 0,-1 3 31 16,3-1-29-16,0 2 40 0,-1 4-28 0,2 3 37 16,-4 2-34-16,0 4 32 0,-1 1-30 0,-1 4 16 15,-1 1-30-15,1 4 20 0,-3 0-18 0,1 2 6 16,-2 1 2-16,-1 3-2 0,-10 4 16 0,22 0-4 0,-22 0 8 16,20 4 9-16,-11 0-1 0,-1 2 11 15,0 0-6-15,-1 3 18 0,0-1-4 0,-2 1 10 16,-1 1-5-16,-1-1 7 0,1 1-9 0,-4-10 14 15,4 19-14-15,-4-19 12 0,1 17-4 0,-1-17 6 16,0 18-8-16,0-18 6 0,-2 20-5 0,2-20 7 16,-5 21-8-16,2-10 10 0,1-3-6 0,-1 3 1 15,0 0-6-15,1-2 7 0,0 4-6 0,-1-1 2 16,1 0-2-16,1 1 4 0,-1 0-9 0,2 1-3 0,0-1 0 16,0 2-8-16,2-2-5 0,-1 0-13 15,2 3 4-15,1-2-5 0,1 0-3 0,0-1 7 16,2 2-6-16,0-2 7 0,2-1 5 0,-2 1 9 15,4-1 2-15,-2-2 5 0,0 2 2 0,1-1 2 0,-1-3 2 16,0 3 0-16,-2-4 2 0,0 0 1 0,0-1 4 16,-3 2 1-16,-4-8 9 0,9 10 11 0,-9-10 8 15,5 8 22-15,-5-8 2 0,0 0 12 0,0 12 11 16,0-12 0-16,-12 7-3 0,2-3-15 0,-7-1-6 16,0 0-17-16,-4 0 3 0,-5 0-17 0,-2-2 1 15,-1 0-5-15,-1 2-5 0,0-1-22 0,-1 0-30 16,2 0-30-16,2 1-36 0,3-1-51 0,3 1-79 15,2-2-85-15,4 2-44 0,3 0-81 0,12-3-126 16,-16 3-463-16,16-3-651 0</inkml:trace>
  <inkml:trace contextRef="#ctx0" brushRef="#br0" timeOffset="50319.4288">21438 8746 661 0,'0'0'600'16,"7"-11"-85"-16,-7 11-40 0,9-14-79 0,-9 14-47 16,7-13-19-16,-7 13-21 0,6-9-29 0,-6 9-46 0,6-11-46 15,-6 11-48-15,0 0-28 0,11-6-22 16,-11 6 4-16,11 5-7 0,-11-5-15 0,14 12-14 16,-4-4-8-16,-1 3-13 0,0 2 0 0,2 3-8 0,-1 0-4 15,0-1-6-15,0 1-3 0,-1 2-4 0,0-2-6 16,1 1 3-16,-3-2-4 0,0-1 10 0,-1 0-12 15,0-1 12-15,0-1-15 0,-3-1 6 16,1-3-10-16,-4-8 17 0,6 17-10 0,-6-17 13 0,4 13-8 16,-4-13 14-16,0 0-9 0,0 0 3 0,-1 12-6 15,1-12 12-15,0 0-2 0,-10-4 9 0,10 4-1 16,-8-9-7-16,8 9-4 0,-8-16-2 16,5 7-1-16,3 9-6 0,-2-23-12 0,3 13-12 0,1-2-11 15,2-3-14-15,2 4-23 0,1-1-30 0,2 0-37 16,0 1-15-16,3 0-31 0,0 2-39 0,2 0-89 15,-1 3 18-15,0-1-60 0,1 1-50 0,-2 3-67 16,1 0-425-16,-3 1-450 0</inkml:trace>
  <inkml:trace contextRef="#ctx0" brushRef="#br0" timeOffset="52003.3089">21983 8778 888 0,'0'0'667'0,"0"-12"-68"16,0 12-63-16,-1-13-30 0,1 13-24 15,0 0-26-15,-1-15-80 0,1 15-32 0,0 0-86 0,0 0-20 16,-1-14-44-16,1 14-36 0,0 0-13 0,0 0 3 16,0 0-20-16,0 0-7 0,0 0-12 15,-4 13-4-15,4-13-13 0,-4 16-14 0,2-6-9 16,0 1 8-16,0 2-52 0,-1 0 24 0,0 0-41 0,1 0 34 15,-1 4-42-15,1-6 32 0,0 4-36 0,1-2 29 16,0 0-35-16,0-1 35 0,1 0-44 0,0-12 21 16,0 22-56-16,0-22-8 0,0 17-2 0,0-17-6 15,1 16 3-15,-1-16 9 0,2 12-1 0,-2-12-7 16,4 8 4-16,-4-8-17 0,8 5 5 0,-8-5-3 16,0 0-20-16,18 0-10 0,-18 0 7 0,17-8 5 15,-7 2 12-15,-1 0-14 0,2-2 16 0,1 1-12 16,-2 0 20-16,0-1 12 0,1 2 12 0,-3 1 9 15,0-2 11-15,-1 2 7 0,1 0 2 0,-8 5 10 16,11-9 6-16,-11 9 1 0,9-6-3 0,-9 6 3 16,9-6 4-16,-9 6-4 0,0 0 15 0,0 0 4 15,13 0 6-15,-13 0 2 0,0 0 2 0,10 6 4 16,-10-6 15-16,8 6-18 0,-8-6 10 0,8 9 10 0,-8-9-16 16,11 10-4-16,-11-10 6 0,14 10-7 0,-4-5 1 15,-1 0-9-15,3 0-5 0,2-1 10 16,2 0-9-16,-1 0-2 0,3-1-2 0,1 0 0 15,1-2-8-15,1 0 4 0,-1-1-5 0,1 0 4 0,0-1-6 16,-1 0 4-16,0-4-2 0,1 2-1 0,-1-3-2 16,1-1 3-16,-2-1-5 0,0 0 8 0,-1-1 0 15,-2-1-1-15,0-1-1 0,-4 1-5 0,-1 1 3 16,-2-3 7-16,-1 5-8 0,-2-1 7 0,0-2 0 16,-6 10-2-16,4-16-4 0,-4 16 1 0,-1-13 0 15,1 13-1-15,-9-11-2 0,9 11 5 0,-16-8-2 16,4 6 4-16,-1 1-5 0,1 2 11 0,-2 1 0 15,-1 1-4-15,-1 2 14 0,1 1-15 0,0 1 24 16,-1 2-25-16,3 1 17 0,1-2-17 0,0 3 12 16,2-2-14-16,2 2 25 0,1 0 5 0,1 0-10 15,2-2-27-15,4-9 18 0,-2 20-19 0,2-20 19 16,2 18-23-16,-2-18 9 0,10 17-25 0,-5-9 10 16,1-2-9-16,0 0 5 0,1 0-8 0,-7-6-2 15,17 9 2-15,-6-7-5 0,-11-2 7 0,19 2 7 16,-19-2 6-16,18 0-1 0,-18 0 5 0,16-6-1 15,-8 2 4-15,0-3-5 0,-1 0 6 0,0-1 3 16,-1 0-4-16,1-2 33 0,-1 0-38 0,-1 1 0 16,0-1-8-16,-1 1 16 0,-4 9 16 0,6-18 3 0,-6 18 0 15,4-13-4-15,-4 13-6 0,5-12-4 16,-5 12-3-16,0 0 2 0,3-11-6 0,-3 11 2 16,0 0-3-16,0 0-2 0,0 0 3 0,0 0 3 15,0 0 8-15,0 0-7 0,-9 6-2 0,9-6-1 0,0 0-6 16,4 14-2-16,-4-14-9 0,5 10-8 15,-5-10-21-15,9 11 4 0,-9-11-38 0,13 12-21 0,-5-8-21 16,1 0 1-16,-1 1 7 0,-8-5 4 16,19 7 17-16,-19-7 15 0,16 5 17 0,-16-5 11 0,16 0 13 15,-16 0 11-15,13-3 2 0,-13 3 19 0,13-8 10 16,-13 8 3-16,10-13 23 0,-5 5 20 0,-1 0 11 16,0-2 0-16,2-1 18 0,-3 1-3 0,2 0 3 15,-1-1 16-15,0 3 11 0,-1-3 9 0,-3 11 19 16,7-15-24-16,-7 15 7 0,5-13-44 0,-5 13 6 15,2-11-44-15,-2 11 10 0,0 0-22 0,6-6 12 16,-6 6-20-16,0 0 19 0,0 0-18 0,4 9 31 16,-4-9-29-16,0 11 24 0,0-11-34 0,0 15 26 15,0-15-36-15,-1 19 28 0,1-19-26 0,-1 22 23 16,2-11-25-16,-1-11 21 0,0 22-39 0,1-11 14 0,-1-11-20 16,2 21-4-16,-2-21-17 0,3 19 2 15,-3-19-3-15,2 15 10 0,-2-15 3 0,3 12 8 16,-3-12 8-16,0 0 11 0,7 11-7 0,-7-11 11 0,0 0-5 15,10 3 3-15,-10-3 0 0,9-3 3 16,-9 3 2-16,12-9 1 0,-6 2-2 0,1 1 1 16,1-3-9-16,1-1 4 0,-1 2 6 0,0-2-5 0,0 2 4 15,0 0 4-15,-2 2-3 0,1-1 7 16,-7 7 0-16,9-10-7 0,-9 10 5 0,10-7 2 16,-10 7 10-16,0 0-3 0,11-5 4 0,-11 5 0 0,0 0 24 15,10 7-17-15,-10-7 11 0,6 9-16 0,-6-9 12 16,5 13-23-16,-5-13 30 0,3 14-35 0,-3-14 14 15,3 18-19-15,-3-18 22 0,0 15-21 0,0-15-8 16,0 17 4-16,0-17 7 0,1 14 2 0,-1-14 1 16,0 12 3-16,0-12-6 0,0 0-17 0,1 15 24 15,-1-15-1-15,0 0 6 0,2 10-1 0,-2-10 2 16,0 0-11-16,0 0 22 0,0 0-28 0,16-5 21 16,-16 5-24-16,11-10 24 0,-4 3-25 0,0-2 14 15,3 2-25-15,-2-3 23 0,1 2-21 0,0-1 23 16,-2 2-18-16,0 0 20 0,-7 7-40 0,11-12 46 15,-11 12-28-15,10-10 21 0,-10 10-23 0,8-8 15 0,-8 8-24 16,0 0 21-16,9-7-17 0,-9 7 19 16,0 0-9-16,0 0 16 0,11 3-17 0,-11-3 18 15,0 0-16-15,6 10 16 0,-6-10-15 0,6 9 14 0,-6-9-13 16,7 10 19-16,-7-10-23 0,10 11 31 0,-10-11-25 16,12 12 15-16,-5-6-15 0,1-1 17 0,2 1-16 15,0-2 15-15,1 0-18 0,4 1 14 16,0-2-10-16,2 0 9 0,-2 0-12 0,0-1 12 0,-1-2-8 15,0-2 12-15,1 1-18 0,0-2 17 0,0-3-14 16,0 0 10-16,-1-3-21 0,0 0 35 0,-1-3-29 16,1-1 21-16,-3-1-20 0,-2-3 18 0,-2 3 0 15,0-3-1-15,-2 4 25 0,-3-1 2 0,0 0-14 16,-3 3 7-16,0 0-12 0,-3 1 3 0,-1 3 1 16,-3 1 9-16,-2 2-4 0,10 4-2 0,-23-4 15 15,11 7 17-15,-4 0 18 0,3 3-4 0,-1 1 4 16,2 4 8-16,1-1-3 0,-1 3-36 0,3 1 31 15,2-1-34-15,2 1 23 0,3 3-42 0,2-2 33 16,2 2-40-16,1 1-4 0,5 1 3 0,1-1-4 0,4 1-8 16,0-2-29-16,4 1-16 0,1-1-27 15,3 0-76-15,2-3-45 0,-1 1-63 0,3-1-106 16,-1-3-71-16,-3-1-68 0,-4-3-161 0,0-2-681 0,-3 0-946 16</inkml:trace>
  <inkml:trace contextRef="#ctx0" brushRef="#br0" timeOffset="54221.9134">25322 8544 252 0,'0'0'429'0,"-4"-16"-45"15,4 16-47-15,-2-15-36 0,2 15-31 0,-4-16-33 16,4 16 8-16,-3-15-26 0,3 15-14 0,-2-10-26 15,2 10-33-15,-5-9-37 0,5 9-15 0,0 0-15 16,0 0 6-16,0 0 0 0,0 0 13 0,0 0 12 16,-14 6-1-16,14-6 1 0,-6 18 1 0,1-8 4 15,1 4-10-15,-1 0-6 0,-1 1-7 0,1 1-3 16,-1 0-5-16,1 0-6 0,-1 0-9 0,0 1-12 0,2-1-7 16,-2-2-7-16,3 3-1 0,-1-1-13 15,-1-1 2-15,0-1-7 0,3-1-3 0,0-1-8 16,-1 0 0-16,1-1-1 0,0-1-11 0,2-10-1 15,-2 19-32-15,2-19-46 0,-2 15-51 0,2-15-66 16,-2 13-73-16,2-13-71 0,0 13-34 0,0-13-90 16,4 9-108-16,-4-9-313 0,7 5-444 0</inkml:trace>
  <inkml:trace contextRef="#ctx0" brushRef="#br0" timeOffset="54435.4038">25611 8574 101 0,'6'-11'718'0,"0"1"-121"0,-2 2-78 0,-4 8-48 16,9-14-76-16,-9 14-57 0,6-12-54 0,-6 12-45 15,0 0-38-15,6-8-14 0,-6 8 4 0,0 0-2 16,0 0-14-16,0 0 9 0,0 14-65 0,0-14-23 16,-4 18-16-16,2-7-16 0,-2 2-15 0,2 2-4 15,0 0-13-15,-2 1-6 0,0 2-26 0,1 0-38 16,-1-1-47-16,2 0-63 0,-1 1-49 0,1 0-76 15,0-1-38-15,2-2-34 0,-3 0-74 0,6-2-73 16,-3 0-446-16,0-13-515 0</inkml:trace>
  <inkml:trace contextRef="#ctx0" brushRef="#br0" timeOffset="54874.8704">25491 8795 337 0,'-12'-6'421'0,"3"0"-11"0,1 2-108 16,1-1 19-16,7 5-59 0,-16-10 15 0,16 10-28 15,-11-8-26-15,11 8-39 0,-9-7-11 16,9 7-31-16,-7-6-22 0,7 6-25 0,0 0-20 0,-5-8-14 16,5 8-14-16,0 0-9 0,12-5-12 0,-12 5-1 15,20-4-3-15,-4 2-6 0,-1 2-5 16,6-2-22-16,-3 0 19 0,4 0-16 0,3 1 16 16,-5-1-17-16,2 0 11 0,1 1-10 0,0-2 17 0,-4 1-19 15,2 1 18-15,-1 0-17 0,0 0 11 0,-3 0-12 16,-1 1 19-16,-1 1-14 0,0 1 18 0,-3-1-7 15,1 4 31-15,-1-2-15 0,-1 1 18 16,1 1-6-16,1 2 4 0,-3 0-7 0,1-1 2 0,-1 1-17 16,-2 1 3-16,-1-1-6 0,0 1 6 0,0 0-14 15,-2 0 14-15,-5-8-3 0,10 15-5 0,-10-15 0 16,3 13 0-16,-3-13 1 0,0 12-6 0,0-12 3 16,-7 10 0-16,7-10-1 0,-13 9-2 0,1-7-1 15,3 2-3-15,-5-3 4 0,3 0 0 16,-2-1-2-16,0-1-6 0,0-1 8 0,0-1 4 0,3 1-2 15,-1-3 1-15,1 0 1 0,2 0 0 0,8 5-11 16,-9-13 0-16,9 13-15 0,-4-14-9 0,4 14-13 16,6-16 9-16,0 7-20 0,3 1-9 0,3-1-46 15,1 1 6-15,3 1-54 0,-1 0 10 16,0 1-55-16,2 1 11 0,-1-1-60 0,0 4-54 0,0-2-88 16,-3 2-343-16,3 0-238 0</inkml:trace>
  <inkml:trace contextRef="#ctx0" brushRef="#br0" timeOffset="55452.8082">26456 8644 384 0,'9'-10'560'16,"-3"1"-17"-16,0 0-87 0,-2 0-65 0,1 1-59 0,1-1 1 15,-6 9-11-15,7-15-21 0,-7 15-34 16,7-12-51-16,-7 12-49 0,5-9-34 0,-5 9-35 16,0 0-19-16,0 0 4 0,0 0-13 0,0 0-3 0,6 9-4 15,-6-9 7-15,0 19-1 0,0-6-8 0,0 1 3 16,0 2-17-16,0 2-7 0,-2 0-7 16,2 1-1-16,0 1-8 0,2 1-4 0,-2 2 1 15,2 1-10-15,0-1 2 0,1-1 2 0,-1-3-5 0,0-1 2 16,3 1-8-16,-2-3 0 0,-1-1-3 15,0-3 6-15,0 0-4 0,0-4 6 0,-2-8-5 16,3 18 11-16,-3-18 8 0,2 13-18 0,-2-13 1 0,0 0-1 16,2 11-3-16,-2-11-1 0,0 0 0 0,0 0 3 15,0 0-6-15,-4-11 3 0,4 11-4 0,-3-12 2 16,3 12-12-16,-6-17 6 0,4 8 1 0,-1-1-3 16,-2 0 5-16,-1 0-2 0,1 1 0 0,1-1-3 15,-3 3 6-15,-2 0-5 0,0 0 2 0,-2 1 2 16,-5 1 0-16,1 1-1 0,-4 2-3 0,-3 1 9 15,0 2-3-15,-5 0 0 0,0 3 4 0,0 0 2 16,-3 0 6-16,5 2-5 0,-1 1 7 0,4 0-3 16,1 0 1-16,3 2 4 0,5-2 4 0,0 2 4 15,5 0-4-15,8-9 3 0,-7 14 7 0,7-14-6 16,9 15-2-16,5-7-4 0,0-1 0 0,8 0-5 16,5-1 2-16,3 1-16 0,5-1-15 0,-1-1-14 15,1 1-20-15,1-4-15 0,1 2-28 0,-6-4-34 0,1 1-21 16,-3-1-23-16,0-1-26 0,-3-1-27 0,-3 1-26 15,-2-1-11-15,-4 1-16 0,1-4-45 0,-7 3-52 16,-11 2-38-16,12-4-31 0,-12 4-243 0,0 0-192 16</inkml:trace>
  <inkml:trace contextRef="#ctx0" brushRef="#br0" timeOffset="57004.923">24850 9056 301 0,'-4'-12'503'15,"2"3"-77"-15,-2-1-78 0,1 0-37 0,3 10-22 16,-4-20-4-16,3 10-23 0,1 10-10 0,-4-19-17 0,4 19-12 16,-4-17-16-16,4 17-21 0,-3-13-38 15,3 13-37-15,-2-11-28 0,2 11-12 0,0 0-11 0,0 0-4 16,0 0-7-16,0 0-1 0,0 0-3 15,-4 8 4-15,4-8-5 0,-2 17-7 0,2-17 11 16,-1 22-29-16,1-9 22 0,0-1-26 0,-1 2 17 0,1-1-26 16,0 1 17-16,0-1-22 0,1-1 17 0,-1 0-30 15,1 0 19-15,1 0-39 0,-2-12 14 0,2 17-25 16,-2-17-4-16,2 16 8 0,-2-16 2 0,4 12 7 16,-4-12 6-16,7 9-2 0,-7-9-13 15,12 4 13-15,-12-4-20 0,17-1 11 0,-6-2-25 0,1 0 18 16,1-4-11-16,3 1 16 0,-2-3-3 0,3-1 0 15,-1 0 12-15,1-1 1 0,-3 2 4 16,0-1 7-16,-3 3 1 0,1-1 13 0,-3 2 0 16,-1 0-5-16,-8 6 3 0,15-8 0 0,-15 8 7 0,11-5 2 15,-11 5 9-15,0 0 15 0,13 2 8 0,-13-2-1 16,9 6 12-16,-9-6-13 0,7 10 37 0,-7-10-21 16,10 12 20-16,-2-5-26 0,-1 0 15 15,4 4-29-15,0-4 22 0,6 3-35 0,2-1 21 0,1 0-26 16,2-1 20-16,1 0-28 0,4-1 14 0,-3-1-20 15,1 0 20-15,2-1-23 0,0-2 9 0,-4 0-14 16,-1-1 21-16,-1-2-20 0,-1 0 20 0,-2-1-22 16,0-2 14-16,-3-1-15 0,1-1 25 0,-3-2-27 15,-1 0 29-15,-1-1-26 0,-3-1 22 0,0 1-23 16,-4-2 23-16,0 2-21 0,-4 8 4 0,3-17 0 16,-3 17-1-16,-2-14 12 0,2 14 1 0,-7-12 1 15,7 12 5-15,-12-7 19 0,12 7-16 0,-15-3 23 16,15 3-23-16,-21 1 14 0,21-1-13 0,-22 5 12 15,13-1-19-15,-2 1 16 0,1 1-18 0,2 0 14 16,-1 1-19-16,2 0-2 0,0 0 8 0,1 3 13 16,2-3-20-16,1 3 16 0,3-10-16 0,-2 15 18 15,2-15-22-15,4 13 19 0,-1-5-24 0,5-2 19 16,0 0-19-16,2-1 12 0,1-1-20 0,1-1 20 16,1 1-21-16,1-2 14 0,-1-1-19 0,-1 0 8 15,2-2 25-15,-2 0-19 0,0-1 17 0,-1-2-20 16,0 1 19-16,-1-3-19 0,0 1 17 0,-1-2-16 15,1-1 11-15,-3 0-10 0,1 1 19 0,-3 0-21 16,4 1 20-16,-9 6-20 0,9-13 18 0,-9 13-13 16,8-9 16-16,-8 9-18 0,7-8 14 0,-7 8-14 15,0 0 18-15,7-7-3 0,-7 7 23 0,0 0-19 16,0 0 12-16,0 0-15 0,-5 9 12 0,5-9-19 16,0 0 9-16,-4 14-7 0,4-14 13 0,-5 11-16 15,5-11 13-15,-2 13-17 0,2-13 6 0,1 13-32 16,-1-13-8-16,3 14-8 0,-3-14 4 0,7 13-16 15,-7-13-10-15,10 12 0 0,-10-12-5 0,13 10-7 16,-13-10-3-16,18 6 2 0,-18-6 14 0,17 3 10 0,-17-3 11 16,21 0 10-16,-21 0 9 0,21-5 6 15,-12 1 5-15,1 0 1 0,0-2 22 0,-1 0-13 16,0 0 39-16,2-1-14 0,-4 1 35 0,0 0-5 16,1 0 35-16,-8 6-10 0,12-10 18 0,-12 10-38 15,11-8-3-15,-11 8-26 0,8-6 13 0,-8 6-22 16,0 0 25-16,0 0-3 0,12 3 11 0,-12-3-14 0,5 8 16 15,-5-8-17-15,4 10 1 0,-4-10-17 16,4 11 12-16,-4-11-16 0,7 18-3 0,-7-18-5 16,7 17 3-16,-7-17-6 0,7 16 4 0,-7-16-3 15,6 16-1-15,-6-16 0 0,5 12-1 0,-5-12 0 16,4 10-1-16,-4-10 2 0,4 9-2 0,-4-9 5 0,0 0 4 16,6 12-6-16,-6-12 0 0,0 0-2 15,0 0-6-15,13 2-3 0,-13-2-9 0,8-5-17 16,-8 5-5-16,12-7-2 0,-12 7 1 0,13-9 0 0,-13 9 19 15,15-11-15-15,-7 5 16 0,-1 0-24 0,1 0 24 16,2 2-19-16,-10 4 23 0,15-9-13 16,-15 9 24-16,14-7-18 0,-14 7 19 0,11-6-20 15,-11 6 21-15,9-4-20 0,-9 4 23 0,0 0-17 16,16-2 18-16,-16 2-14 0,0 0 7 0,13 5 22 0,-13-5-20 16,10 6 0-16,-10-6 4 0,8 7 6 0,-8-7-3 15,11 9 4-15,-11-9-3 0,14 8-1 0,-14-8 3 16,16 8-2-16,-16-8 2 0,18 6-1 15,-9-3 0-15,-9-3-5 0,22 3 3 0,-22-3 0 0,22 1 2 16,-22-1-4-16,25-1-3 0,-13-1 5 0,1-2-1 16,3 0 17-16,-1-3-22 0,-2 1 19 0,4-1-19 15,-1-2 14-15,-3 0-18 0,2-1 15 0,-1-3-16 16,-1 3 20-16,-1-1 7 0,-3 1 30 0,-1 1-16 16,0 0 7-16,-4 1-11 0,-4 8 5 0,7-13-16 15,-7 13 5-15,0 0-10 0,-2-12 8 16,2 12 10-16,0 0 10 0,-14-2 2 0,14 2 0 0,-13 6 12 15,13-6-9-15,-17 10-2 0,13-3 1 0,-3 0-5 16,3 1 25-16,4-8-29 0,-6 17 24 0,6-17-35 16,2 19 26-16,2-11-36 0,3 4 21 0,5-1-32 15,3 2 22-15,8 0-91 0,4 1-50 0,2-2-62 16,7 2-83-16,2-1-87 0,-1-2-42 0,-5-1-48 16,-1-2-90-16,-1 0-644 0,-5-4-780 0</inkml:trace>
  <inkml:trace contextRef="#ctx0" brushRef="#br0" timeOffset="59278.6491">3881 10050 250 0,'0'0'380'0,"0"0"-74"15,0 0 6-15,-1-12-77 0,1 12 31 0,0 0-70 16,-2-10 34-16,2 10-62 0,0 0 27 0,0-12-23 16,0 12 13-16,0 0-25 0,-2-13 18 15,2 13-19-15,0 0 2 0,-2-15 3 0,2 15 9 0,0 0-2 16,-2-13-13-16,2 13-20 0,0 0-19 0,-3-13-7 15,3 13-3-15,0 0-7 0,-3-11-7 0,3 11-5 16,0 0-14-16,0 0-7 0,-4-11-7 0,4 11-14 16,0 0-6-16,0 0-15 0,0 0-7 0,0 0-9 15,-3-9-4-15,3 9-4 0,0 0-1 0,0 0 8 16,0 0 4-16,4 16 16 0,-4-16 10 0,5 23 19 16,-3-11 4-16,-1 7-3 0,1 1 14 0,-1 3-10 15,1 2 9-15,-2 0 40 0,1 2-56 0,-1-1 29 16,1 1-41-16,-1-1-6 0,0-1-5 0,0 1-8 15,0-2 1-15,1 0-11 0,-1-4 0 0,1-1 2 0,-1 0-8 16,1 0 1-16,-1-2-4 0,2-3 7 16,-2 1-7-16,1-3-4 0,0 0 0 0,-1-12 15 15,2 19-21-15,-2-19-12 0,1 16-5 0,-1-16-9 0,1 13-29 16,-1-13-27-16,0 0-23 0,1 15-32 0,-1-15-37 16,0 0-35-16,0 0-44 0,1 13-44 15,-1-13-74-15,0 0 36 0,0 0-82 0,0 0-54 0,2 12-80 16,-2-12-335-16,0 0-446 0</inkml:trace>
  <inkml:trace contextRef="#ctx0" brushRef="#br0" timeOffset="59989.5542">3748 11332 342 0,'-8'-9'424'0,"2"2"-61"0,-1-1-90 16,1 1 12-16,0-1-63 0,0 1 30 0,1-1-63 15,0-1 24-15,5 9-36 0,-8-16 4 0,8 16-32 16,-5-16-7-16,5 16-46 0,-1-17-1 0,1 17-36 16,5-17 2-16,0 7-22 0,1 0 6 0,3 2-22 15,1 0 6-15,1 0-18 0,1 2 10 0,-1 1-19 0,0 1 19 16,2 2-20-16,-2 0 13 0,-11 2-8 15,24 1 19-15,-13 1-13 0,0 2 21 0,-1 2 0 16,1 0 8-16,0 3-9 0,-3-1 28 0,-1 3-1 16,-1 1 17-16,-2 3 4 0,-1 0 8 0,-3 0 0 0,-3 3-1 15,-2 2-5-15,-2 4-2 0,-6 2-4 0,-4 6-6 16,-2-2-7-16,-2 2 6 0,-1 0-20 16,-2 0 10-16,0-1-25 0,2-1 13 0,0-3-13 0,2 1 0 15,4-6-21-15,0-1 14 0,4-2-21 0,1-3 15 16,2 1-17-16,2-3 19 0,3-1-22 0,3-2 24 15,1-11-24-15,5 18 20 0,3-11-26 16,7-1-1-16,2-3-42 0,9 0-32 0,2-1-35 0,2-2-51 16,6-2-48-16,1 1-78 0,2-2-5 0,-2 0-78 15,0 0-57-15,-1-1-98 0,-1 1-329 0,-5 2-409 16</inkml:trace>
  <inkml:trace contextRef="#ctx0" brushRef="#br0" timeOffset="60772.4854">3653 12659 87 0,'-11'-9'602'0,"2"0"-189"0,0 1-13 0,-1-2-71 15,1 2 39-15,2-1-52 0,0 0-14 0,-1 1-38 16,3-1-11-16,0 0-31 0,2-1-17 0,3 10-31 16,0-20-19-16,2 12-26 0,4-4-19 0,2-1-18 15,6 2-18-15,2-2 2 0,3 1-18 0,2 1-5 16,2-1-15-16,3 0-4 0,-3 3-10 0,1 2 2 16,0 0-11-16,-1 1-1 0,1 1-6 0,-1 0 1 15,-3 3-1-15,-2 0-6 0,0 1-3 0,-3 1-1 16,0 1 4-16,-2 0 3 0,1 1-3 0,-3 0 4 15,-1 2-5-15,0 1 15 0,-3 1 5 0,-7-6 13 0,10 13-11 16,-10-13 13-16,2 14-15 0,-2-14 11 16,-3 20-25-16,-1-11 23 0,-2 4-21 0,-1-2 13 15,-1 3-20-15,-1-2 16 0,-2 2-18 0,-1 0 13 16,1 2-14-16,-2-2 15 0,1-1-18 0,2-1 11 0,-1 0-14 16,2 0 10-16,0-2-19 0,2 1 14 0,-1 0-23 15,2-2 9-15,2-1-11 0,4-8-9 0,-6 15-6 16,6-15 13-16,-3 14 0 0,3-14 13 0,4 11 0 15,-4-11 7-15,7 11-2 0,-7-11 6 0,13 9-1 16,-3-4 5-16,-1 0-5 0,0-1 6 0,3-1-3 16,1 5 6-16,1-3-8 0,0 1 11 0,1 0 2 15,0 0-3-15,1 0 3 0,-1 1-2 0,0 0-1 16,0 0-3-16,0 1 4 0,-2 0-5 0,0 1 0 16,0-1 5-16,-2 1-2 0,1-1 2 0,-3 3 5 15,0 0 22-15,-2 0-14 0,0 0-1 0,-3 0 8 16,-1 1 4-16,-1 0-5 0,-2 1 4 0,-2-1 14 15,-1 2 5-15,-3 0 2 0,-2 1-1 0,-2-1 6 16,-3 3-6-16,-2-3-5 0,-6 2-1 0,0 1-8 0,-5-1-6 16,-5 1-9-16,-3-2 44 0,-4 2-58 15,-1-3 42-15,-2-1-59 0,1 0 15 0,-3-4-53 16,6-1-12-16,1-5-38 0,6 0-57 0,2-3-34 16,1-3-68-16,4-3-76 0,3 0-76 0,5-2-102 0,3-1-26 15,1-4-431-15,5-2-557 0</inkml:trace>
  <inkml:trace contextRef="#ctx0" brushRef="#br0" timeOffset="62510.0893">7395 10012 98 0,'0'0'259'0,"0"0"-56"0,0 0-22 16,0 0-28-16,0 0-5 0,0 0-22 0,0 0-1 16,0 0-34-16,0 0 5 0,0 0-26 15,0 0 12-15,0 0-29 0,0 0 11 0,0 0-26 0,0 0 27 16,0 0-48-16,0 0 44 0,0 0-24 0,0 0 33 16,13 0-25-16,-13 0 47 0,0 0-4 0,0 0-2 15,0 0-4-15,0 0 0 0,0 0-3 16,0 0-15-16,0 0 7 0,0 0-5 0,0 0-3 0,0 0-8 15,0 0-7-15,0 0 2 0,0 0-18 0,0 0 17 16,0 0 1-16,0 0-9 0,0 0 0 0,0 0-13 16,0 0 8-16,0 0-8 0,0 0-5 0,0 0-4 15,0 0-5-15,0 0-5 0,0 0-6 0,0 0 8 16,0 0-3-16,0 0-5 0,0 0 0 0,0 0-4 16,0 0 3-16,0 0-7 0,0 0 2 0,0 0 5 15,0 0-1-15,0 0 4 0,0 0-3 0,0 0 1 16,0 0-4-16,0 0 3 0,0 0 4 0,0 0 1 15,0 0-1-15,0 0-2 0,0 0 1 0,0 0-7 16,0 0 4-16,0 0 7 0,0 0-2 0,0 0-1 0,0 0 3 16,0 0-3-16,0 0-24 0,0 0 26 15,0 0-2-15,0 0-2 0,0 0 1 0,0 0-2 16,0 0-2-16,0 0 2 0,0 0-5 0,0 0 3 16,0 0 2-16,0 0-2 0,0 0 4 0,0 0 1 15,0 0 4-15,0 0-6 0,0 0 3 0,0 0 4 16,0 0 1-16,0 0-2 0,0 0-3 0,0 0 8 0,0 0-6 15,0 0-1-15,0 0 3 0,0 0-3 0,0 0-2 16,0 0-1-16,0 0 2 0,0 0-2 0,0 0-3 16,0 0 2-16,0 0 4 0,0 0-5 0,0 0-3 15,0 0 6-15,0 0 3 0,0 0-1 0,0 0 7 16,0 0 10-16,0 0 2 0,0 0 0 16,0 0 4-16,0 0 3 0,0 0-7 0,0 0 2 0,0 0-6 15,0 0-2-15,0 0-9 0,0 0 2 0,0 0-1 16,0 0-17-16,0 0 16 0,0 0-1 0,0 0-4 15,0 0-6-15,0 0 5 0,0 0 0 0,0 0-3 16,0 0 0-16,0 0 2 0,0 0-2 0,0 0-7 16,0 0 7-16,0 0-1 0,0 0-3 0,0 0 1 15,0 0 0-15,0 0-4 0,0 0-17 0,0 0-9 16,0 0-31-16,0 0-49 0,0 0-42 0,0 0-45 16,0 0-79-16,0 0-85 0,0 0-80 0,0 0-315 15,0 0-264-15</inkml:trace>
  <inkml:trace contextRef="#ctx0" brushRef="#br0" timeOffset="63143.6089">8335 9829 287 0,'0'0'465'16,"0"0"-140"-16,1-12-1 0,-1 12-30 0,0 0-13 15,0 0-33-15,-1-14-37 0,1 14-39 0,0 0-35 16,0 0-14-16,0 0 20 0,0 0 20 0,0 0 20 16,-6 7 3-16,3 2-11 0,-2 4 27 0,-1 2-42 15,-1 4-11-15,-3 2-6 0,-1 6-8 0,0 1-1 16,-4 4-16-16,1 2-17 0,0 1-13 0,1-2-16 0,1 3-11 15,-1-2-10-15,2-4-9 0,1 0 0 16,-1-2-13-16,2 0-6 0,-1 0-3 0,2-3-4 16,1-3-2-16,0-1-8 0,1-1 9 0,0-4-5 0,1-1-2 15,1 0 4-15,0-4-11 0,1 0 7 16,-1-1-3-16,4-10-1 0,-5 16 4 0,5-16 8 0,-5 12-7 16,5-12 7-16,-3 9-12 0,3-9 8 15,0 0 21-15,0 0-44 0,0 0-5 0,-9-6-8 0,9 6-3 16,-2-13-21-16,2 13-14 0,1-25-18 0,2 8-17 15,2-5 11-15,0-1 6 0,4-7 1 0,-2 2 3 16,2-2 12-16,3-7 11 0,-1 0-2 0,1 0 0 16,2 0 5-16,0 1 6 0,1 0 29 0,0 0-15 15,2 2 7-15,-1 1 5 0,1 3 3 0,-4 5 1 16,2 3 10-16,-2-1-1 0,0 6 1 0,-1 1 17 16,0 3 5-16,0 2 1 0,0 3 5 0,1 2 28 15,-2 2-5-15,-11 4 12 0,24 2 14 0,-11 3 6 16,0 4 15-16,1 2 1 0,0 4 3 0,0 1-11 15,0 6-2-15,-1 1-5 0,-1 3-1 0,-1 0 3 16,-2 1-34-16,1 2 8 0,-1 2-6 0,1-3-10 16,-1 2-7-16,1 0-7 0,1 0-1 0,0-2-9 15,0 1-21-15,1-3-15 0,-1 1-29 0,1-2-37 16,-2-4-44-16,-1-1-26 0,2-3-39 0,-2 1-32 16,-2-3-52-16,0-2-33 0,0-1-41 0,-2-2-54 15,-1-1-53-15,-4-9-495 0,5 12-537 0</inkml:trace>
  <inkml:trace contextRef="#ctx0" brushRef="#br0" timeOffset="63358.0369">8473 10308 204 0,'-18'-4'531'0,"1"0"-34"0,-4-2-122 16,3 2 42-16,-2 0-26 0,-2-1-23 0,1 0-29 15,1 1-15-15,2 1-26 0,1-2-10 0,1 3-32 16,4-2-52-16,0 2-46 0,12 2-28 0,-20-5-29 15,20 5-18-15,-12-1-17 0,12 1-13 0,0 0-10 16,0 0-14-16,13-1-26 0,0-1-29 0,7 4-44 16,3-2-43-16,6 1-53 0,2 0-48 0,5 2-83 15,1 0 5-15,-1 2-70 0,-1-1-53 0,0 1-116 16,-9-1-312-16,0 1-385 0</inkml:trace>
  <inkml:trace contextRef="#ctx0" brushRef="#br0" timeOffset="64305.9221">8218 11080 612 0,'0'-12'525'16,"0"12"-112"-16,1-20 12 0,-1 20-17 0,1-14-53 15,-1 14-53-15,0-12-49 0,0 12-40 0,0 0-10 16,0 0 1-16,0 0 3 0,0 0-5 0,0 0-22 16,4 8-10-16,-1 3-19 0,1 4-3 0,-1 1-19 15,2 5-17-15,-1 1-18 0,-1 2-3 0,0 1-26 16,3 4-7-16,-1 0-12 0,0 0-12 0,1-4-7 16,-2 0 6-16,1-1-13 0,-1-1 2 0,-1-3-10 0,1 2 9 15,0-1-15-15,-1-4 13 0,2-1-20 0,-2 0 7 16,-1-1-17-16,1-3-7 0,0-2-11 15,-3-10-8-15,3 21 3 0,-3-21 4 0,4 15 9 0,-4-15-2 16,2 14 13-16,-2-14-7 0,0 0-5 0,0 0-12 16,2 11 8-16,-2-11-9 0,0 0 17 0,0 0-14 15,-4-12 20-15,4 12-14 0,-4-18 17 0,1 8-9 16,-1-5 10-16,1-1-16 0,0-3 16 0,-2-2-15 16,1-1 1-16,0-2 7 0,2-1 3 0,-1 2-1 15,2-4 5-15,0 2 0 0,2 0 1 0,1-1-2 16,2 1 4-16,1 0 1 0,4-1 0 0,1 1 1 15,1 1-1-15,5 3 2 0,1 0-3 0,3 2-1 16,3 1 5-16,0 1 1 0,1 3-3 0,2 0 1 16,-3 5-1-16,-1 1-3 0,0 2 4 0,1 2-1 0,-3 1-3 15,-2 3 4-15,1 1 0 0,-1 2 2 16,-2 3-4-16,0 2 6 0,-3 0 0 0,-1 1 0 16,-1 3 3-16,0-2 7 0,-4 4 2 0,-1-1 0 15,-3 0 11-15,-2 0-1 0,-1 0-1 0,-1 0 3 0,-4 2-4 16,-1 2-3-16,-3 0 7 0,-1-1-14 0,-4 1 9 15,0 0-15-15,-4 1 9 0,1 0-18 16,-2-1 14-16,1 2-18 0,3-4 6 0,1-1-6 0,1 1-37 16,2 0 8-16,1-3-22 0,2 1 16 0,2-1-28 15,0 0 32-15,3-1-18 0,0 0 28 16,3-11-18-16,0 22 23 0,3-12-26 0,0 0 11 16,2 0 6-16,1 1 8 0,3-1 6 0,1-1 3 0,0 1 2 15,1-1 2-15,2 0 0 0,0-1 4 0,2 0 7 16,-1 2-1-16,1-3 2 0,2 4 11 0,-1-2 5 15,1 1 11-15,0 1 15 0,-2-2-2 0,-1 1 8 16,-2 0 1-16,1-1-8 0,-3 1 8 0,1 0 7 16,-2-1-10-16,-1 1-1 0,-2-3 2 0,-1 1 7 15,-1 1 16-15,-4-9 11 0,0 17-23 0,0-17-4 16,-9 16-18-16,-1-6 3 0,-3-2-22 0,-4 2 13 16,-3 0-12-16,-3-2 0 0,-6 3-16 0,-2-3-1 15,-3-2-25-15,-7 4-24 0,-1-3-39 0,-2 0-39 16,0 0-40-16,6-3-58 0,0 0-60 0,1 0-63 0,7-3-76 15,0 1-133-15,2-4-516 0,3 1-686 16</inkml:trace>
  <inkml:trace contextRef="#ctx0" brushRef="#br0" timeOffset="64991.4425">8961 12672 507 0,'8'-12'533'0,"-2"1"-92"0,0 1-59 15,-3-1-26-15,1-2-22 0,-2 1-44 0,-1 0-32 16,-1-1 12-16,-1-3-26 0,-2 3-16 16,0-1-7-16,-1 1 2 0,-3-1-47 0,1 3-27 0,0 0-11 15,-1 0-15-15,-1 2-24 0,-1 1-11 0,1 2-8 16,-2 0-10-16,-2 3 5 0,-1 1-3 0,-2 2 11 16,-4 5-12-16,-4 2 19 0,-4 4-25 0,-5 6 16 15,0 2-25-15,0 3 29 0,-2 2-42 0,2 3 23 16,-1 2-35-16,2 2 39 0,1 0-44 0,4 1 32 15,3 0-37-15,1 0 2 0,4-1 1 0,2 2 39 16,6-4-49-16,2-2 34 0,4-4-40 0,1 2 36 16,4-5-30-16,3 3 43 0,4-1-40 0,6-1 38 15,6-2-6-15,5-2-8 0,9-2-9 0,3-2-7 16,2-4-1-16,-1-3-7 0,0-2-39 0,1-2 44 16,0-1-42-16,0-4 40 0,0 0-35 0,-2 0 38 15,-2-1-40-15,-1 0 37 0,-2-1-39 0,-4-1 46 16,-1 3-45-16,-3-2 4 0,0-1 3 0,-3 1 4 15,-2-1-4-15,-1 3-4 0,-2-2-8 0,-1 1-14 0,-4 2-29 16,0-2-16-16,0 2-20 0,-11 2-28 0,17-6-21 16,-17 6-33-16,15-5-61 0,-15 5-27 15,10-2-89-15,-10 2-28 0,0 0-35 0,9-5-143 0,-9 5-87 16,0 0-290-16,0 0-525 0</inkml:trace>
  <inkml:trace contextRef="#ctx0" brushRef="#br0" timeOffset="66541.5513">12623 10028 50 0,'0'0'386'0,"0"0"-48"16,0 0-10-16,0-13-13 0,0 13-44 0,0 0-21 16,0 0-34-16,-2-14-25 0,2 14-26 0,0 0-16 15,-2-11 2-15,2 11 12 0,0 0-3 0,0 0 7 16,0-14-18-16,0 14-14 0,0 0-39 0,0 0-8 16,0 0-18-16,0 0 46 0,0 0-10 0,0 0 29 15,0 0 1-15,0 23-11 0,0-10-2 0,0 4-7 16,-2 1-2-16,2 3-7 0,-2 3-12 0,0 2-4 15,-2-1 1-15,2 1-5 0,0 6-19 0,-2-4-2 0,2-2-12 16,0 0-11-16,1-1-11 0,-1 0-1 0,0-2-13 16,0-3 5-16,2-1-8 0,0 0 1 0,0-2-7 15,-2 0-4-15,2-4-2 0,0 0-33 0,2-2-29 16,-2-11-44-16,0 21-16 0,0-21-62 0,0 16-32 16,0-16-47-16,2 13-37 0,-2-13-64 0,0 0-122 15,4 11-58-15,-4-11-404 0,0 0-526 0</inkml:trace>
  <inkml:trace contextRef="#ctx0" brushRef="#br0" timeOffset="67106.6136">13111 10181 15 0,'13'-19'644'0,"-1"2"-142"0,-3 0-85 0,-1-1-48 16,-3 3-24-16,-1 0-39 0,-2 0-22 0,-2 1-12 15,-2 1-53-15,0 0-17 0,-5 0-29 0,1 1-5 16,-3 1-42-16,-1 1-2 0,-1 3-36 0,-3 0 18 0,-1 3-39 16,-1 0 9-16,1 4-33 0,-3 1 14 15,2 3-23-15,-4 2 14 0,2 1-17 0,-2 2 0 16,1 2-1-16,4 1-11 0,-1 1-2 0,5 1 1 16,0 1-5-16,1-2 1 0,4 4 2 0,2-3-1 0,4-1-1 15,0 0-6-15,2 0 7 0,4 1-5 0,4-1 1 16,3 2-4-16,3-2 1 0,0 0-2 15,4 0-4-15,2 0 3 0,3 0 0 0,-1 1-3 0,1-1 1 16,1 0-3-16,-1 1 1 0,0-1-4 0,-2 0 4 16,2 1 2-16,-2 2-2 0,-2-3-1 0,-2 0-1 15,1 0 1-15,-4 0-3 0,0 0 1 0,-1 1 17 16,-2-2-18-16,-1-1 18 0,-3 1-20 0,-1 0 16 16,0 0-22-16,-4-2 16 0,-2 0-11 0,-2-10 17 15,2 19-18-15,-6-8 21 0,0-1-24 0,-4-3 22 16,0 2-21-16,-3 2 20 0,-3-4-21 0,1 0 20 15,-4-1-23-15,2-1 28 0,-3-3-25 0,5 1 11 16,-1-2-10-16,1-1 16 0,13 0-36 0,-23-5 4 16,16-1-27-16,3-1 4 0,4 7-9 0,0-22 2 15,4 7-2-15,3-4-10 0,5-5 5 0,1-1 6 16,5-3 4-16,0-2 9 0,2-3 7 0,1 0 5 16,-2 1 4-16,2 0 1 0,-2 0 9 0,-2 2 12 15,-4 3 7-15,-1 2 7 0,-1 0 13 0,-5 3 15 0,1 2-22 16,-4 2 9-16,-1 2-21 0,-2 1 22 0,-4 0-26 15,-2 1 17-15,-3 3-21 0,-1 0 15 16,-2 4-18-16,-3 0-4 0,-2 4-52 0,0 1-43 0,-1 2-41 16,-2 3-35-16,-1 1-26 0,-1 6-26 0,4 0-68 15,-4 5-80-15,1 2-490 0,4 2-429 16</inkml:trace>
  <inkml:trace contextRef="#ctx0" brushRef="#br0" timeOffset="67574.1461">12441 11481 535 0,'0'0'646'0,"3"-13"-116"15,-3 13-42-15,4-10-68 0,-4 10-26 0,2-11-66 16,-2 11-28-16,0 0-76 0,4-10-10 0,-4 10-48 16,0 0 2-16,0 0-24 0,0 0 10 0,0 0-18 15,8 5-19-15,-8-5-2 0,5 11-18 0,-5-11-12 16,6 18-8-16,-4-7-12 0,2 0-4 0,-3 0-25 16,2 3 7-16,0-1-15 0,0 0 0 0,1 2-10 15,-2-2 0-15,3 1-9 0,-1-1-11 0,-2-2-37 16,3 1-39-16,-1 0-28 0,1 0-32 0,0 0-55 15,1-1-57-15,-2-1-53 0,1 1-39 0,-1-1-87 16,1-1-98-16,2 1-483 0,-5-1-616 0</inkml:trace>
  <inkml:trace contextRef="#ctx0" brushRef="#br0" timeOffset="68157.4344">13266 11476 389 0,'17'-20'671'0,"-3"-2"-155"15,-3 3-86-15,-2 1-51 0,1-1-23 0,-4 2-27 16,-2 0-34-16,-1 1 7 0,-1 2-26 0,-2 1-36 16,0 1-35-16,-4-1-38 0,-1 4-21 0,-1 0-23 15,-2 2-19-15,-3 3-14 0,0 1 1 0,-3 3-16 16,-1 2-3-16,-3 3-8 0,0 3-5 0,-2 1-13 15,3 2-6-15,0 0-7 0,1 3-4 0,3 1-3 16,2 0-10-16,1-2 4 0,2 2-5 0,3-2-2 16,3-1 0-16,2 0 0 0,0 0-4 0,4-2-1 15,3 1-9-15,5-2-6 0,1 0-10 0,0-2-20 16,3-2-6-16,2 1-24 0,0-3 19 0,0-2-17 0,-2 1 21 16,0-2-11-16,-3-1 14 0,3 0-25 0,-3 0 33 15,-2-2-18-15,1-3 12 0,-1 1-15 0,-1-2 30 16,0-2-19-16,-3 1 27 0,1-2-16 15,-3 2 28-15,0-1-20 0,-1-1 27 0,-1 1-24 0,1 0-5 16,-4 9 32-16,4-16 35 0,-4 16-15 0,3-12 21 16,-3 12-27-16,4-11 10 0,-4 11-21 15,0 0 11-15,4-11-23 0,-4 11 22 0,0 0-21 0,0 0 28 16,10-6-9-16,-10 6 13 0,0 0-9 0,11 9 17 16,-11-9-4-16,12 12 9 0,-4-2 0 0,1 1-7 15,0 3 3-15,3 1-1 0,0 1-10 0,0 0-1 16,-1 2 3-16,0 1-5 0,1 1 0 0,-1 2 1 15,-2-1-6-15,3 1 0 0,-2 0-9 0,-1-1 4 16,-1 1-3-16,-2-1-3 0,0-3 0 0,-3 0-1 16,-1 0-1-16,0-2 11 0,-4 1-14 0,0-1 2 15,-1-1 0-15,-3 0 1 0,-4 0-8 0,-3 0 11 16,-2 0 6-16,-1-2-35 0,-9 2-19 0,-4-1-38 16,-5-1-21-16,-2 2-44 0,-4-5-43 0,-1 2-58 15,-1-1-49-15,2-3-28 0,1 0-49 0,3-2-92 16,2-2-93-16,5-3-367 0,2 2-492 0</inkml:trace>
  <inkml:trace contextRef="#ctx0" brushRef="#br0" timeOffset="68774.5724">12454 12853 311 0,'6'-10'581'15,"-4"2"-86"-15,-2 8 2 0,6-17-28 0,-6 17-79 16,3-19-28-16,-3 19-1 0,2-19 4 16,-2 19 0-16,2-18-35 0,-2 18-2 0,0-15-49 0,0 15 9 15,2-13-70-15,-2 13 6 0,0 0-83 0,0-14 15 16,0 14-65-16,0 0 35 0,0 0-28 0,0 0 47 15,0 0-51-15,0 0 44 0,3 16-43 0,-3-16 30 16,2 24-56-16,-2-10-9 0,1 3-10 0,0 1-7 16,1 1-6-16,1 0-8 0,-3 2-5 0,0-2-3 15,2 2 38-15,-2-1-54 0,0 1 35 0,2-2-75 16,-2 0-15-16,0 0-90 0,1-3-17 0,0 1-96 16,0-4-41-16,1 0-29 0,0-1-69 0,2 0-54 15,-2-3-37-15,3 1-36 0,1-3-129 0,4-2-538 16,-2-3-796-16</inkml:trace>
  <inkml:trace contextRef="#ctx0" brushRef="#br0" timeOffset="69359.5054">13140 12787 153 0,'15'-21'732'0,"-3"3"-111"0,-3 0-76 15,0 0-62-15,-3 3-15 0,-1-1-20 0,2 0-50 16,-5 0-35-16,0 0-34 0,-2 2-42 0,0 1-55 15,-2 1-2-15,-2 1-56 0,2 0 8 0,-4 1-76 16,0 2 17-16,1 1-56 0,5 7 15 0,-20-6-46 16,20 6 29-16,-24 3-47 0,8 2 29 0,3 3-39 15,-3 0 27-15,0 4-38 0,2 0 31 0,1 2-38 16,1 2 37-16,2 1-40 0,3 0 34 0,1-1-40 16,2 1 25-16,0 0-32 0,4 0 32 0,2-1-40 15,4 1 8-15,2 2 1 0,1-1 2 0,5 0-1 16,3 1 6-16,2-2-3 0,0 1 6 0,2-2 4 15,-1 2-3-15,2-3 3 0,-1 1 30 0,1-2-33 16,-1 2 29-16,-4-4-28 0,2 2 21 0,-4 0-23 0,1-1 28 16,-1 0-30-16,-1 0 26 0,-3 1-27 15,0-2 32-15,-3 0-34 0,-2 0 31 0,-1 1-27 0,-3-1 28 16,-2-1-28-16,-2 3 25 0,-3-3-30 0,-3 3 25 16,-2-2-18-16,-3 1 24 0,-3 0-27 15,-2-1 24-15,-2-2-25 0,-1 0 29 0,-1-1-13 0,0-2-18 16,-1-1 25-16,3-3-24 0,0-1 21 0,3 0-12 15,2-2-6-15,3-2-48 0,0-2-29 0,5-1-12 16,2-3 1-16,3-1-14 0,3-4-7 0,5-3-13 16,3-3-26-16,5-4 31 0,7-6-14 0,2-1 41 15,2-1 3-15,4 1 34 0,-2-2 1 0,3 1 9 16,-1 0 35-16,-3 0 24 0,1 4 19 0,-4-2 12 16,-1 3 13-16,-4 3 26 0,-2 1 10 0,-3 1 12 15,-1 3 0-15,-3 0-15 0,-5 2-4 0,2 2-9 16,-5-2-12-16,-1 2-13 0,-3 1-7 0,-3 0-8 15,-5 1-5-15,-3 0-6 0,-3 2-7 0,-2 1-22 16,-1 1-24-16,0 2-41 0,-1 1-46 0,3 4-64 16,-1-1-53-16,2 2-49 0,2 0-17 0,-1 2-70 15,3 1-77-15,2 0-477 0,-1 1-509 0</inkml:trace>
  <inkml:trace contextRef="#ctx0" brushRef="#br0" timeOffset="71262.6812">16472 9755 512 0,'-8'-9'515'0,"8"9"-98"0,-10-9-32 0,10 9-13 16,-11-9-62-16,11 9-9 0,-12-11 2 0,12 11-6 15,-13-10-9-15,13 10-20 0,-9-8-27 0,9 8-29 16,-10-8-40-16,10 8-31 0,-7-6-28 0,7 6-20 16,0 0-22-16,-8-6-13 0,8 6-11 0,0 0-4 15,0 0 13-15,0 0 23 0,-7 8 1 0,7-8 25 16,-2 12-23-16,2-12 23 0,-3 19-12 16,2-6 37-16,0 0-43 0,-2 3-9 0,1 2 6 0,1 0-13 0,-1 3 23 15,0 0-44-15,0 3 30 0,0 1-49 0,0-1 31 16,1 0-46-16,-1 0 34 0,0 2-51 15,1-3 41-15,-1 1-6 0,0 0-3 0,1-1-9 0,-1-2-2 16,1-2-7-16,-2-1 5 0,1 1-8 0,0-4-6 16,1 1-31-16,0-3 37 0,0-1-50 15,-1-2 21-15,1 1-21 0,1-11-61 0,-1 16 3 0,1-16-48 16,-3 13-38-16,3-13-46 0,0 0-80 0,0 13-100 16,0-13-58-16,0 0-74 0,0 0-82 0,0 0-488 15,17-4-729-15</inkml:trace>
  <inkml:trace contextRef="#ctx0" brushRef="#br0" timeOffset="71742.4527">16823 10119 425 0,'7'-9'613'0,"0"0"-88"16,-1 1-79-16,-1-2-42 0,1-2-30 0,0-2-38 15,1 1-10-15,-1-1-37 0,1-1-6 0,-1-1-44 16,2-1-47-16,0-1-17 0,0 3-29 0,-1-2-6 0,2 3-14 16,-2 0-7-16,0 2-17 0,0-1-25 0,1 2-11 15,-1 2-18-15,0 0-12 0,0 3-8 16,1 1-6-16,3 1-6 0,-11 4-2 0,22-3-5 16,-9 7 13-16,1 1-11 0,3 3 4 0,1 1-5 0,-1 4 2 15,-1 2 1-15,-2 0-12 0,2 6 17 0,-3 1-16 16,-1 2 3-16,-3-2-6 0,-1 0 6 15,-2 0-6-15,-1 1 9 0,-1-1-9 0,-1 0 8 0,-1-2-7 16,-2-3 4-16,-2 0-8 0,-2-1 15 0,0-1-8 16,-3-1 22-16,-1-1-7 0,-3 0 34 0,-2 0-16 15,-1-2 28-15,-3-1-34 0,2-2 33 0,-5-2-39 16,1-1 29-16,1-2-38 0,-3-2 28 0,1 0-35 16,0-3 33-16,-1 0-43 0,2-2 36 0,-1-3-34 15,1-1 28-15,3-2-41 0,0-2 38 0,4-1-39 16,0-1 31-16,4 1-43 0,3-3 15 0,1 1-55 15,2-3 12-15,2 0-21 0,2 2 10 0,1-1-1 16,2 0-14-16,2 0-5 0,3-1-26 0,-1 2-15 16,2 1-52-16,2 0-12 0,-2 5-51 0,0 0-26 0,1 1-32 15,-1 0-43-15,-1 3-25 0,1 3-65 16,0 0-118-16,-11 3-281 0,21-5-369 0</inkml:trace>
  <inkml:trace contextRef="#ctx0" brushRef="#br0" timeOffset="72193.2839">17632 9925 105 0,'-3'-15'696'0,"3"1"-167"0,-2-1-29 0,0 0-21 0,-1 0-14 16,1-1-54-16,-1 2 11 0,1 1-5 16,0 1-57-16,0 1-10 0,0 0-62 0,2 11-16 15,-4-17-80-15,4 17-12 0,-3-13-73 0,3 13 22 16,0 0-23-16,0 0 30 0,0 0-19 0,0 0 44 15,-10 5-34-15,10-5 26 0,-1 18-45 0,1-5-8 16,0 3-7-16,1 2 1 0,-1 3 0 0,2 1 32 16,1 5-60-16,-2-1 50 0,3 1-76 0,-2-2 47 0,0 2-68 15,1 3 51-15,1-3-67 0,0-1 55 0,-1 1-62 16,2-2 49-16,-1-2-59 0,2 1 55 0,-2-2-61 16,1 0 62-16,-1-2-69 0,0-4 33 0,0 1-73 15,0-2-1-15,1 1-78 0,-1-3 10 0,-2-1-83 16,2-1-19-16,-4-11-43 0,5 18-31 0,-5-18-20 15,4 14-76-15,-4-14-78 0,3 9-64 16,-3-9-146-16,0 0-536 0,0 0-841 0</inkml:trace>
  <inkml:trace contextRef="#ctx0" brushRef="#br0" timeOffset="73542.7435">16272 11421 115 0,'0'0'488'0,"0"0"-103"0,0 0-80 0,0 0-17 16,0 0-29-16,0 0-18 0,0 0-20 0,0 0-35 15,0 0-4-15,0 0-31 0,0 0-11 0,0 0-23 0,0 0-1 16,0 0-25-16,0 0 0 0,0 0-19 16,0 0 4-16,0 0-7 0,0 0 7 0,0 0-15 15,0 0 5-15,0 0-17 0,0 0 8 0,0 0-17 16,0 0 10-16,0 0-23 0,0 0 14 0,0 0-19 0,0 0 11 16,0 0-21-16,0 0 14 0,0 0-16 0,0 0 15 15,0 0-15-15,0 0 19 0,0 0-19 0,0 0 19 16,0 0-15-16,0 0 24 0,0 0-21 0,0 0 16 15,0 0-16-15,0 0 18 0,0 0-18 0,0 0 22 16,0 0-23-16,0 0 20 0,0 0-20 0,0 0 19 16,0 0-23-16,0 0 19 0,0 0-23 0,0 0 16 15,0 0-16-15,0 0 16 0,0 0-23 0,0 0 18 16,0 0-22-16,0 0 20 0,0 0-26 0,0 0 20 16,0 0-16-16,0 0 17 0,0 0-21 0,0 0 21 15,0 0-21-15,0 0 18 0,0 0-17 0,0 0 21 16,0 0-22-16,0 0 16 0,0 0-13 0,0 0 19 15,0 0-25-15,0 0 25 0,0 0-20 0,0 0 23 16,0 0-22-16,0 0 20 0,0 0-19 0,0 0 5 0,0 0-3 16,7 7 21-16,-7-7-21 0,0 0 16 15,0 0-24-15,0 0 28 0,0 0-22 0,0 0 21 0,0 0-23 16,0 0 23-16,0 0-22 0,0 0 16 16,0 0-18-16,0 0 23 0,0 0-20 0,0 0 20 0,0 0-15 15,0 0-7-15,0 0 15 0,0 0 16 0,0 0-13 16,0 0 20-16,0 0-16 0,0 0 17 0,0 0-16 15,0 0 9-15,-4-11-15 0,4 11 23 0,0 0-26 16,0 0 19-16,-2-12-17 0,2 12 16 0,0 0-21 16,-2-11 12-16,2 11 9 0,0 0 16 0,-1-12-12 15,1 12 6-15,0 0-21 0,-3-12 15 0,3 12-7 16,0 0 16-16,-2-11-2 0,2 11 2 0,0 0 2 16,0 0-9-16,-2-12 1 0,2 12-16 0,0 0-4 15,0 0-6-15,0 0 10 0,0 0 6 0,0 0 16 16,0 0 13-16,1 19 7 0,0-7 17 0,0 1-9 15,-1 4 57-15,1 1-37 0,-1 3 30 0,0 4-40 16,-1 2 38-16,1 0-47 0,-2 3 25 0,2 1-49 16,-2 2 26-16,1-5-43 0,-1 0 31 0,1 0-47 0,-1 0 36 15,1-2-49-15,-1-1 41 0,0-1-43 0,0-5 35 16,2 1-39-16,-4 0 33 0,1-3-33 16,1 0 23-16,-1-1-57 0,0-2-33 0,0-1-64 0,1-2-43 15,2-11-58-15,-3 19-92 0,3-19-84 0,-3 18-77 16,3-18-100-16,0 12-146 0,0-12-397 15,6 8-751-15</inkml:trace>
  <inkml:trace contextRef="#ctx0" brushRef="#br0" timeOffset="73959.8995">16701 11791 607 0,'7'-15'599'0,"-1"1"-98"0,1 0-48 0,0 0-50 16,0 0-60-16,3-2-49 0,0 2-2 0,-1 0-57 16,2 2-3-16,-1-1-35 0,0 3-12 0,2 0-63 15,-1 1-6-15,0 3-45 0,0 1-1 0,-1 2-29 16,-10 3 13-16,24-1-36 0,-13 3 19 0,1 3-22 16,0 2 14-16,0 2-20 0,1 4 4 0,-2 2-2 15,0 2 3-15,-3 1 0 0,-1 1-1 0,-2 2 3 16,-1-1-4-16,-3-1 14 0,-1 2-21 0,0-2 19 15,-2 0-18-15,-1 0 19 0,-1-1-7 0,-1-1 6 16,-1-1 12-16,-2-1 18 0,1-1-4 0,-1-1 8 16,-2 0-9-16,0-3 7 0,-1 0-4 0,-2-3-7 0,-2 0 2 15,0-2-21-15,-2-1 9 0,-1-2-22 0,-2-2 20 16,-1 0-25-16,-3-4 14 0,-1 1-22 0,0-4 4 16,1-1-9-16,2 0 9 0,2-3-15 0,1-1-19 15,3 1-17-15,3-3-13 0,6 2-4 0,1-1 2 16,4 2-6-16,2-2 0 0,3 3-5 0,4-3-13 15,0 2-23-15,4 0-44 0,4-2-28 0,0 5-53 16,3-3-40-16,2 4-34 0,-1-2-72 0,2 3-63 16,0 0-92-16,0 1-271 0,2-1-332 0</inkml:trace>
  <inkml:trace contextRef="#ctx0" brushRef="#br0" timeOffset="74233.9021">17386 11547 23 0,'13'-14'764'0,"-2"0"-113"16,-1 3-58-16,-2-1-16 0,0 3-69 16,-2-2-28-16,0 4-54 0,-1 0-51 0,-5 7-73 15,9-12-35-15,-9 12-44 0,7-9-23 0,-7 9 6 0,0 0-10 16,10-4 21-16,-10 4 0 0,6 9-12 0,-6-9-16 16,8 16-14-16,-4-3-10 0,0 2 27 15,0 3-80-15,1-1 47 0,-1 5-79 0,-1 0 55 0,1 1-86 16,-1 1 53-16,0-1-83 0,0 2 61 0,0-2-79 15,0 2 68-15,1-3-75 0,-1 2 61 0,-1-3-87 16,2 1 41-16,-2-2-102 0,2-1-15 0,-3-1-103 16,2-1-64-16,0-1-74 0,-1 1-81 0,1-3-50 15,1 3-83-15,-1-3-51 0,-1-3-92 0,1 1-610 16,0-3-921-16</inkml:trace>
  <inkml:trace contextRef="#ctx0" brushRef="#br0" timeOffset="74760.2274">16389 12922 139 0,'-1'-14'740'0,"1"1"-105"15,0 1-66-15,-2 0-61 0,1-1-30 0,0 1-6 16,-1 0-17-16,0 0-60 0,0 1-2 0,0 1-48 16,2 10 20-16,-4-18-80 0,4 18-10 0,-2-15-89 0,2 15-5 15,-5-10-76-15,5 10 16 0,0 0-22 16,0 0 47-16,0 0-35 0,0 0 65 0,-7 11-71 15,5 3 58-15,-1 0-93 0,1 4-8 0,0 4-5 16,-1 1-11-16,1 1-5 0,0 3-7 0,0-1 67 0,-1 1-103 16,1 0 80-16,0 0-87 0,1 0 73 15,0-1-85-15,0-1 35 0,1 0-110 0,0-5-24 0,-1 1-67 16,1 0-104-16,1-4-96 0,-1 1-113 0,1-2-86 16,1 0-42-16,1-2-142 0,2-3-635 0,1-2-1006 15</inkml:trace>
  <inkml:trace contextRef="#ctx0" brushRef="#br0" timeOffset="75143.0616">16813 13094 478 0,'9'-17'742'0,"2"1"-128"15,-2-1-84-15,1 1-73 0,0 2-66 0,1-3-26 16,0 4-55-16,1 0-29 0,-1 2-60 0,1 2-29 15,2-1-50-15,-1 8-20 0,2-4-18 0,0 4-11 16,1 1-25-16,0 2-1 0,2 3-20 0,-1 2 2 16,1 3-13-16,-3 2-5 0,0 3-5 0,-2 2 3 0,-1 1-9 15,-3 2-5-15,-2 1-7 0,-2-1 0 16,-1 1 3-16,-3-2-2 0,-1 0-3 0,-2 1 4 16,-3-2 6-16,0 0 12 0,-3 1 12 0,-2-2-1 0,1-3 31 15,-1-1-6-15,-2-1 29 0,-1-2-45 16,0-1 49-16,-2-2-36 0,0-2 47 0,1-1-10 0,2-2-17 15,-1-2-13-15,-1-2-9 0,2 0-10 16,0-1-12-16,0-3-5 0,2-2-43 0,-1-1 36 0,3-2-57 16,0-1 23-16,3-1-40 0,-2 0 22 0,4 0-40 15,1 1 13-15,2 0-35 0,0 1-18 0,0 0 6 16,2 1-22-16,1 1-27 0,0 0-62 0,3 2-17 16,0-2-57-16,2 3-57 0,3 1-81 0,3-1-84 15,0 2-48-15,4 1-449 0,1 0-607 0</inkml:trace>
  <inkml:trace contextRef="#ctx0" brushRef="#br0" timeOffset="75426.2389">17597 12894 715 0,'17'-12'731'0,"-3"-1"-44"0,1 2-33 16,-2-2-51-16,-2 2-13 0,-1 1-62 0,-1 1-2 15,0 1-87-15,-3 1-25 0,1 0-112 0,-7 7-22 16,10-9-82-16,-10 9 22 0,12-3-72 0,-12 3 60 15,9 3-75-15,-9-3 0 0,11 13-21 0,-7-1-11 0,2 2-29 16,-1 2 2-16,0 4-24 0,0 2-2 0,0 1-3 16,-1 2-15-16,2 0-3 0,-2 5 10 0,0 1-14 15,0-1-15-15,-1-4-3 0,0 0-15 0,0-1 70 16,0 0-124-16,1-1 41 0,-2-5-87 0,1-1 16 16,-1-1-95-16,0-1-13 0,0-1-87 0,-1-3-19 15,1-2-14-15,-2-10-46 0,2 19-57 0,-2-19-93 16,-1 12-87-16,1-12-239 0,0 0-363 0,-6 6-815 15</inkml:trace>
  <inkml:trace contextRef="#ctx0" brushRef="#br0" timeOffset="77111.787">21870 9689 67 0,'0'0'558'15,"6"-11"-184"-15,-6 11-24 0,0 0-108 0,-6-9 9 0,6 9-47 16,-16-5 32-16,16 5-59 0,-28 1 13 0,7 2-38 16,-4 0 27-16,-6 4-32 0,-2 1 19 0,-7 5-3 15,-2 1-19-15,0 4-17 0,0 0-2 0,-1 2 5 16,2 3-36-16,0-1 4 0,2 2-28 0,3 0-8 16,2 1-9-16,2-1 4 0,4-2-10 0,6-1-13 15,3-1 6-15,2-1-5 0,5-3-1 0,2 1 4 16,2-2-3-16,2 0 1 0,2-2 1 0,4 0 3 15,2-2-6-15,3 1-4 0,4-1-1 0,3-2-8 16,4 1-6-16,6-2-6 0,3 0-28 0,5-2-49 16,3 0-45-16,2-1-67 0,1-1-70 0,2-1-74 15,-1-2-21-15,0-1-102 0,-5 0-111 0,5-2-272 16,-2-1-365-16</inkml:trace>
  <inkml:trace contextRef="#ctx0" brushRef="#br0" timeOffset="77527.2203">22388 9856 290 0,'9'-15'569'0,"-2"2"-117"0,0 0-92 0,-1-1 12 16,-1 1-17-16,1 1-20 0,-3-1-50 16,1 1 2-16,-1 1-56 0,-3 11-24 0,2-20-27 0,-2 20-30 15,-5-15-31-15,5 15-16 0,-13-12-18 0,4 8-15 16,-4 2-9-16,-2 2-4 0,-5 2-9 0,-3 2-7 15,0 2-9-15,0 2-2 0,-1 0-6 0,2 2-7 16,3 2 0-16,0 0 17 0,2 1-26 0,2 1 16 16,2 1-21-16,2 1 14 0,4-2-16 0,2 0 19 15,2 0-23-15,4-1 21 0,1 3-22 0,4-1-1 16,1-2 1-16,5 2 1 0,2 0-7 0,2-1 4 16,2-1-5-16,3 2 0 0,1 0 0 0,-1-1 1 15,-1-3 1-15,-1 2 3 0,-1-1 1 0,1-1-1 16,-3 2 3-16,2-1-8 0,-1 0 4 0,-3 0 6 15,1-1-5-15,-4 0 2 0,-1 1 1 0,1-3 2 16,-3 2-3-16,-2-3 1 0,-1 1 5 0,-1-1 0 16,-4-8 6-16,3 15 1 0,-3-15-1 0,-7 15-1 15,1-9 0-15,-3 1 2 0,-4 0-3 0,-2-1-2 0,-5 0 2 16,-2 1-14-16,-2-2-29 0,-3 1-43 16,-4 0-36-16,-1 0-48 0,0-1-78 0,1-1-29 15,-1 3-76-15,1-2-92 0,3 1-537 0,2-1-566 0</inkml:trace>
  <inkml:trace contextRef="#ctx0" brushRef="#br0" timeOffset="78062.4577">21558 11207 507 0,'12'-10'535'0,"-1"2"-160"0,-2-3 60 0,0 2-24 16,0-1-60-16,-2 0-76 0,-2 1-10 0,-1 0 24 15,0 0-29-15,-4 9-44 0,2-15-39 0,-2 15-32 16,-4-10-24-16,4 10-24 0,-13-4 7 0,-1 4-9 15,-2 2-1-15,-7 4-7 0,-5 5 0 0,-7 5-5 16,-2 3-2-16,-1 4-18 0,-8 6 8 0,2 3-18 16,-1 2 3-16,2 2-3 0,0 2-15 0,4-1-2 15,2 1-8-15,7-6-7 0,3 0 1 0,2-1-9 16,4 0 4-16,2-3-8 0,5-3 7 0,1-3-2 16,6-2 4-16,2-4-6 0,4 1 8 0,3-2-9 15,6-1-20-15,4 1-31 0,7-3-53 0,6 1-55 16,5-3-42-16,5 0-55 0,7-1-41 0,3-3-37 15,2 0-43-15,1-1-74 0,1-3-55 0,1-1-443 0,-7-3-515 16</inkml:trace>
  <inkml:trace contextRef="#ctx0" brushRef="#br0" timeOffset="78461.3311">22478 11323 338 0,'15'-20'580'15,"-3"4"-113"-15,-3-2-48 0,-1 2-37 0,-3 2-20 0,0 0-22 16,-3 1-43-16,-1 1-16 0,-1 12-26 16,-2-21-37-16,-1 13-32 0,-4-1-33 0,0 4-25 0,-3 1-22 15,-2 2-18-15,-1 2-12 0,-4 2-12 0,0 2-3 16,-4 4-6-16,-1 0-11 0,1 3-8 0,-2 1-9 16,3 1-1-16,3 0 7 0,0 2-16 0,2-1 9 15,1 2-16-15,3-1 15 0,1 0-26 0,0 2 16 16,4-3-11-16,1 1 14 0,1-1-18 0,2 1 15 15,3-2-15-15,2 2 15 0,2 1-18 0,4 1 13 16,3 1-10-16,1-1-4 0,5 4 4 0,1-3-3 16,0 0 2-16,1 1-2 0,0-1 3 0,-1-2 1 15,-3-1 0-15,2-1-5 0,-4 0-1 0,0-1 14 16,-3-2 7-16,0 1 13 0,-3-1 4 0,0-1-2 16,-2 1 3-16,1-3 12 0,-4 2 11 0,-3-10 5 0,3 19-8 15,-3-19 18-15,-4 18-30 0,-3-9 33 0,-2 0-4 16,-2 0-16-16,-8-1-33 0,-2 0 20 15,-2 0-36-15,-8 0 13 0,-2-2-71 0,-6-1-62 16,-6 2-55-16,-2-2-59 0,-1 0-74 0,0 1-62 0,2-2-38 16,0 2-123-16,8-2-161 0,4 1-280 0,5-3-555 15</inkml:trace>
  <inkml:trace contextRef="#ctx0" brushRef="#br0" timeOffset="79244.2334">21066 12740 46 0,'0'0'189'0,"0"0"-19"0,-11 3-27 15,11-3-10-15,0 0-18 0,0 0-13 0,-10 3-12 16,10-3-20-16,0 0-15 0,0 0-11 0,0 0-11 16,0 0-8-16,0 0 0 0,0 0-26 0,0 0-11 15,0 0-3-15,12-3-8 0,-12 3-3 0,0 0 1 16,15-3 6-16,-15 3 1 0,13-3 6 0,-13 3-15 16,14-1 25-16,-14 1 2 0,18-3 17 0,-18 3 23 15,19-4 28-15,-19 4 28 0,19-5 15 0,-8 2 42 16,-11 3-18-16,19-7 49 0,-19 7-30 0,18-7 47 15,-18 7-16-15,16-9-20 0,-16 9 12 0,13-9 12 16,-13 9 22-16,11-8 11 0,-11 8-2 0,8-9-10 16,-8 9-17-16,6-6-15 0,-6 6-17 0,0 0-39 0,7-8-24 15,-7 8-9-15,0 0 2 0,0 0 6 0,-12 6 4 16,1 1 1-16,-4 3-3 0,-6 5-5 0,-3 3 19 16,-4 5-24-16,-4 2 4 0,0 2-32 0,-1 0 7 15,-1 3 26-15,1-1-50 0,2-1 14 0,2 1-28 16,2-3 20-16,3 2-43 0,4-6 40 0,5 0-12 15,3-2-2-15,5-2 2 0,5-1-4 0,4 0-1 16,7-1-4-16,7-1-4 0,8-1-50 0,11 1-45 16,4-2-36-16,5-2-27 0,1-2-25 0,5-1-20 15,-2-2-4-15,3-1-53 0,-3-3-26 0,-6 1-104 16,-2-3 23-16,-2-1-106 0,-1-1-89 0,-3-2-433 16,-4-1-563-16</inkml:trace>
  <inkml:trace contextRef="#ctx0" brushRef="#br0" timeOffset="79728.0098">22368 12783 123 0,'15'-14'759'0,"0"0"-174"0,-2 2-91 16,-3 0-4-16,-1 1-71 0,1-1-50 0,-3 1-17 15,0 0-23-15,-3 2-36 0,-1 0-60 0,-3 9-48 16,1-16-33-16,-1 16-31 0,-11-13-22 0,0 8-22 16,-6 2-8-16,-3 2-15 0,-3 2-13 0,-6 1-7 15,-3 4-6-15,-3 0-10 0,-3 5 1 0,1 2-3 16,7 1-5-16,3-1-2 0,1 2-2 0,5 1 3 16,3-3-8-16,3 0 5 0,1 2-12 0,4 0 11 15,2-2-15-15,0-1-5 0,4 2 11 0,3-3 12 16,1 1-1-16,3 0-9 0,0 1 10 0,4 0-18 15,0-2 7-15,1 1-2 0,0 0 11 0,3-1-11 16,0 0 11-16,-1 1-14 0,3 0 12 0,1 0-9 16,0 1 1-16,0 0-1 0,1-1-1 0,0 2 4 15,0-2-4-15,0 1 1 0,1 0 4 0,-2 0-1 16,1-1-3-16,-2 1-1 0,-1-2 5 0,0 0-6 16,-2-3 2-16,-1 3 14 0,1-1-13 0,-3 0 5 15,-1-1-5-15,-1 0 6 0,-5-9 6 0,7 15 6 16,-7-15 11-16,0 16 6 0,0-16 1 0,-10 13 3 15,4-7-4-15,-3 0-5 0,-4-1-2 0,0 0-2 0,-4-1-6 16,-1 1-6-16,-2-2-5 0,-5 1-10 0,2-1-37 16,-4-2-34-16,2 1-39 0,2-1-61 0,0-1-61 15,1 0-89-15,1-1-77 0,1 0-84 0,3-3-709 16,2 0-804-16</inkml:trace>
  <inkml:trace contextRef="#ctx0" brushRef="#br0" timeOffset="82229.3109">24980 9750 98 0,'0'0'517'0,"0"0"-75"0,0 0-76 15,5-12-61-15,-5 12-46 0,0 0-40 0,0 0-41 16,0 0-38-16,2-7-17 0,-2 7 5 0,0 0 9 16,0 0 13-16,10 6 13 0,-10-6-8 0,9 12-5 15,-1-6-2-15,4 2 1 0,-1 3 8 0,4 0-43 16,2 3 27-16,5 0-21 0,-3 3 13 0,2 0-23 16,2 1-1-16,-4 1-23 0,2 1-2 0,-2 1-16 0,0 3 0 15,0-2-9-15,3 4-7 0,-5-2-12 16,0 0-5-16,0 0-4 0,-3 0-9 0,0 1-1 15,1-3-6-15,-2 0 3 0,-2-3-3 0,3 3-7 0,-3-4 12 16,1-2-16-16,-3-2 6 0,0-2-28 0,1 0-39 16,0 0-58-16,-4-3-49 0,1-1-49 0,-2 0-56 15,-5-8-62-15,10 10-139 0,-10-10-183 0,0 0-310 16,8 4-550-16</inkml:trace>
  <inkml:trace contextRef="#ctx0" brushRef="#br0" timeOffset="82495.5208">25755 9943 338 0,'10'-12'729'16,"-3"2"-146"-16,-1 2-104 0,-6 8-73 0,9-14-62 16,-9 14-47-16,2-11-30 0,-2 11-21 0,0 0 26 15,-8-7-35-15,8 7-22 0,-18 1-35 0,2 4-14 16,-5 1-16-16,-2 2-18 0,-5 3-26 0,-6 3-19 15,-2 4-15-15,0 0-14 0,0 2-9 0,3-1-15 16,-3 4-4-16,0-2-6 0,2 2-10 0,3-3-2 16,0 4-18-16,2-3-22 0,5-3-32 0,2 0-28 0,1-2-40 15,6-1-59-15,-3-2-44 0,5-1-61 16,2 0-35-16,0-2-38 0,3-1-64 0,2-2-57 16,6-7-425-16,-6 12-477 0</inkml:trace>
  <inkml:trace contextRef="#ctx0" brushRef="#br0" timeOffset="82764.0181">26092 10037 600 0,'15'-7'616'0,"-2"1"-101"0,-3 1-78 0,0 1-68 15,-10 4-50-15,13-6-21 0,-13 6-7 0,0 0-2 16,0 0-19-16,0 0 3 0,0 0-28 0,-9 17-30 15,-1-9-17-15,-5 7-35 0,1-2-7 0,-3 6-38 16,-3 0 2-16,2 3-42 0,0-1 5 0,0 1-37 16,-2 0 12-16,5 1-30 0,-2-1 12 0,1 0-27 15,3-1 24-15,2-2-34 0,0-1-28 0,4 1-38 0,0-4-46 16,1-1-41-16,-2 0-89 0,2-1-42 16,1-1-54-16,1-4-30 0,0 3-89 0,-2-3-97 15,6-8-480-15,-8 14-643 0</inkml:trace>
  <inkml:trace contextRef="#ctx0" brushRef="#br0" timeOffset="82979.9571">25870 10072 204 0,'2'-19'683'16,"-2"2"-143"-16,0 0-54 0,0 4-42 0,0 0-29 15,-1 0-48-15,0 2-22 0,1-1-62 0,0 12-31 16,-2-16-69-16,2 16-20 0,-2-12-55 0,2 12-2 15,0 0-36-15,-6-9 6 0,6 9-24 0,0 0 5 16,-10 9-28-16,10-9 12 0,-5 15-25 0,5-15-3 16,-2 24-29-16,0-12-36 0,0 4-60 0,2 1-82 15,2 2-86-15,0 3-72 0,2 0-151 0,4 1-566 16,1-4-685-16</inkml:trace>
  <inkml:trace contextRef="#ctx0" brushRef="#br0" timeOffset="83429.2221">26302 10224 41 0,'2'-20'692'0,"0"10"-181"0,-2 10-113 0,2-20-41 16,0 9-12-16,0 2-49 0,1-2-20 15,0 0-39-15,1 1-43 0,0 0-4 0,1 1-17 16,-1-1-19-16,1 1-14 0,4 1-42 0,-4 1 0 0,3 0-34 15,1 1-10-15,-1 0-6 0,0 2-9 0,3 1-11 16,-11 3 10-16,21-5 2 0,-21 5 4 0,19 0-2 16,-19 0 2-16,21 6 12 0,-13-1 5 0,2 0-7 15,-1 2 12-15,-3 0 10 0,-1 1-8 0,0 3-7 16,-3-1 10-16,0 1 13 0,-2 2 19 0,-4-1-15 16,-1 4 9-16,0-1-13 0,-5 3 41 0,-1 0-49 15,-4 3 26-15,-5 0-41 0,0-1 32 0,-5 5-49 16,-1-3 31-16,0 1-46 0,-1-1 34 0,4-2-53 15,2-3 37-15,1 0-41 0,6-1 29 0,-2-3-31 16,5 0 36-16,3-1-32 0,-2-2 46 0,8-1-33 0,2-9 36 16,2 15-38-16,8-8-1 0,3-1 3 15,9 0-9-15,5-2 2 0,5-1 30 0,6 0-43 16,4-3 33-16,2 0-37 0,6 0 33 0,2-1-40 16,-2-1 39-16,-3-1-45 0,-6 0 29 0,-3 0-56 0,-4-1 13 15,-5 1-70-15,-2 0-30 0,-6-1-70 0,-2 1-72 16,1 0-77-16,-6-2-113 0,-1 2-86 15,-4 0-197-15,-9 3-481 0,16-7-834 0</inkml:trace>
  <inkml:trace contextRef="#ctx0" brushRef="#br0" timeOffset="84670.2967">24977 11423 238 0,'0'0'452'0,"-3"-11"-88"0,3 11-33 16,-4-11-68-16,4 11-19 0,-5-12-27 0,5 12-24 16,-5-13-22-16,5 13-2 0,-4-11-5 0,4 11-8 15,-4-9-25-15,4 9-17 0,-4-10-15 0,4 10-6 16,-3-9 1-16,3 9-6 0,0 0 2 0,-6-11-10 15,6 11 6-15,0 0 1 0,-5-8-1 16,5 8-5-16,0 0 0 0,0 0-4 0,-7-10-9 16,7 10-7-16,0 0-6 0,0 0-11 0,0 0-3 0,-7-7-2 15,7 7-8-15,0 0 1 0,0 0 3 0,0 0 4 16,-9 8 8-16,9-8 7 0,0 0 1 0,-7 10 12 16,7-10-9-16,-7 11 8 0,7-11-6 0,-4 14 4 15,4-14 8-15,-5 20 4 0,4-9 7 0,1 1-10 16,1 4 25-16,0 2-14 0,1 1 30 0,2 5-26 15,-2 1 41-15,0 0-8 0,3 4-12 0,-2 1-12 0,-1 2-18 16,1 0-7-16,-1-1-11 0,0-3-8 16,0-2-10-16,0 2 1 0,0-2-17 0,0-2-39 15,0 1 36-15,0-3-37 0,2-4 36 0,-2 0-41 16,0-3 41-16,0 1-42 0,0-4 41 0,0 1-40 0,1-5 18 16,-3-8-70-16,2 19 8 0,-2-19-60 0,2 16-9 15,-2-16-34-15,3 11-64 0,-3-11-81 0,0 0-88 16,4 10-37-16,-4-10-32 0,0 0-90 0,0 0-90 15,0 0-325-15,0 0-562 0</inkml:trace>
  <inkml:trace contextRef="#ctx0" brushRef="#br0" timeOffset="84948.2898">25277 11589 130 0,'7'-6'711'15,"-1"-2"-167"-15,-6 8-107 0,7-8-56 0,-7 8-42 16,0 0-21-16,0 0-13 0,-9-8-16 0,9 8-15 16,-20 3-17-16,7 0-25 0,-7 3-25 0,0 3-26 15,-5 2-23-15,-4 3-26 0,-3 3-15 0,-2 4-16 16,3 0-16-16,-2 0-17 0,1 2-12 0,1 1-11 16,1-1-9-16,1 0-8 0,2-1 1 0,0 0-9 0,3-4-3 15,3 0-2-15,1-1-6 0,1-3-9 0,4 0-26 16,1-2-20-16,0-1-50 0,2 0-19 15,0-3-62-15,3 0-41 0,1-1-32 0,-1-1-36 0,1 0-11 16,8-6-49-16,-12 7-116 0,12-7-115 0,-10 4-252 16,10-4-366-16</inkml:trace>
  <inkml:trace contextRef="#ctx0" brushRef="#br0" timeOffset="85464.027">25898 11718 180 0,'0'0'552'0,"6"-12"-70"15,-6 12-96-15,4-10-40 0,-4 10-27 0,0 0-42 16,3-11-26-16,-3 11-10 0,0 0 10 0,0 0-2 16,-12 4-6-16,4 2-13 0,-4 3-11 0,-3 4-18 15,-4 1-18-15,-2 3-17 0,-4 6-24 0,-2-1-18 16,2 3-11-16,-2 0-12 0,2 0-17 0,-2-2-1 16,3 5-23-16,4-6-14 0,1 1-9 0,2-1-4 15,0-1-11-15,4 0 3 0,-1-2-6 0,3-1 0 16,1-2-7-16,0 0-2 0,3-3-25 0,1-1-23 15,-1-1-45-15,3-1-11 0,-3-1-47 0,4-2-9 16,3-7-41-16,-9 13-35 0,9-13-88 0,-6 8-68 16,6-8-64-16,0 0-66 0,0 0-462 0,-12-1-565 15</inkml:trace>
  <inkml:trace contextRef="#ctx0" brushRef="#br0" timeOffset="85680.2316">25469 11628 621 0,'-1'-17'557'0,"-1"3"-97"0,-2 1-29 0,2 1-16 16,0 4 0-16,2 8-64 0,-3-19-43 0,3 19-78 15,-5-14-30-15,5 14-57 0,0 0-14 0,-5-9-37 16,5 9 15-16,0 0-40 0,-3 9-6 0,3-9-5 16,-1 19-15-16,1-5-5 0,0 2-12 15,1 1-1-15,0 4-3 0,1 2-5 0,1 0-21 0,1 2-36 16,0 0-58-16,0-2-39 0,2 2-58 0,-3-2-55 15,3 0-34-15,-1-2-75 0,2 0-89 0,0-3-481 16,1-2-506-16</inkml:trace>
  <inkml:trace contextRef="#ctx0" brushRef="#br0" timeOffset="86213.4071">25983 11833 75 0,'0'0'668'0,"6"-17"-114"0,-6 17-93 0,7-15-35 15,-3 7-51-15,-1-1-45 0,4 0-44 0,-2 1-36 0,3-3-36 16,-1 1-25-16,3 1-28 0,0 0-22 0,1 2-27 16,3 0-22-16,-3 0-22 0,2 1-16 0,3 2-4 15,-1 0-13-15,0 0-7 0,-2 2-4 0,3-1-7 16,-3 3-2-16,1 0-8 0,-1 0 1 0,1 1 0 15,-3 1-4-15,2 0 1 0,-1 0-2 0,-2 1 3 16,-1 0-2-16,1 1 7 0,-1 1 6 0,-3 1 13 16,1 1 20-16,-2 0 3 0,-5-7 22 0,6 17 19 15,-6-17 4-15,0 21 5 0,-4-11-9 0,-5 5-2 16,0-1-34-16,-4 2 42 0,-1 1-21 0,-4 3 10 16,-2-1-32-16,-1 0 26 0,-1 1-37 0,2-2 22 15,-1 0-22-15,0 0-3 0,4-3-35 0,2-1 34 16,1 1-38-16,3-2 36 0,-1-1-28 0,4-2 46 15,3 0-17-15,1-1 23 0,4-9 3 0,2 15 12 16,5-7 0-16,7-3-6 0,1 1-3 0,4-1 0 0,6-1 14 16,2-1 0-16,7 0-1 0,3 0-13 15,-1-1-4-15,2-1-11 0,-1-1 34 0,1 0-60 16,1-2 37-16,-3-1-53 0,0 3 43 0,-2-2-56 0,-1-2 42 16,-4 2-49-16,-2-1 42 0,-2 1-46 15,-2-1 43-15,-5 0-20 0,0 0 24 0,-1 2-60 0,-1 1 32 16,-5-2-62-16,1 1 12 0,-12 1-77 15,20-3 1-15,-20 3-83 0,14-1-27 0,-14 1-57 0,0 0-76 16,13-2-55-16,-13 2-80 0,0 0-18 0,0 0-108 16,-13 3-682-16,13-3-908 0</inkml:trace>
  <inkml:trace contextRef="#ctx0" brushRef="#br0" timeOffset="88383.5634">24635 12816 222 0,'-4'-13'477'0,"2"1"-64"0,-1 4-108 0,3 8 1 0,-2-19-79 15,2 19 25-15,-3-14-61 0,3 14 14 16,3-14-13-16,-3 14-16 0,6-11-9 0,-6 11 0 16,10-4-5-16,-10 4-10 0,12 2-2 0,-2 3-14 0,-2 3-16 15,2 2-5-15,0 3-1 0,0 3-8 0,1 2-12 16,-2 1 7-16,1 6-30 0,-1 2-2 15,2 0-20-15,-2 1-8 0,0 3-6 0,2-2-8 0,-2 8-6 16,1-6-5-16,1 0-3 0,-1-1 5 0,1-2-12 16,-1-2 6-16,1 1-13 0,-2-8 6 0,-1 1-9 15,1-3-29-15,-3-3-35 0,0-1-37 0,0 0-13 16,-2-3-30-16,1-1-9 0,-5-9-69 0,7 14-2 16,-7-14-79-16,5 7-66 0,-5-7-77 0,0 0-406 15,0 0-402-15</inkml:trace>
  <inkml:trace contextRef="#ctx0" brushRef="#br0" timeOffset="88631.3032">25106 12915 626 0,'0'0'512'0,"4"-13"-107"0,-4 13-58 0,0 0-31 15,-1-13-24-15,1 13-14 0,0 0-3 0,-11-5-18 16,11 5-10-16,-20 2-21 0,7 3-24 0,-4 0-24 0,-3 2 5 15,-5 4-40-15,-1 3-6 0,-4 4-39 0,-2 1-14 16,2 2-14-16,-2 1-14 0,1 2-11 0,-1-1-8 16,2 2-10-16,1-1-8 0,0 0-1 0,3 0-23 15,1-1-25-15,6-4-32 0,0 1-36 0,4-4-43 16,1-2-62-16,3 0-38 0,2-2-72 0,-1 0 25 16,3-3-64-16,7-9-70 0,-6 18-496 0,6-18-486 15</inkml:trace>
  <inkml:trace contextRef="#ctx0" brushRef="#br0" timeOffset="88931.7387">25774 12872 248 0,'15'-8'693'0,"-3"1"-138"0,-3 1-107 0,0 0-88 15,0 1-77-15,-9 5-11 0,11-5 11 0,-11 5 12 0,0 0-17 16,0 0-16-16,0 0-24 0,-4 15-31 16,-1-6-20-16,-6 4-23 0,-1 2-27 0,-4 6-20 15,1 1-20-15,-7 5-20 0,2 1-14 0,-3 1-17 16,1 0-8-16,1-1-4 0,1 1 22 0,0-2-42 0,3-3-7 16,2-2-15-16,0 1-21 0,1-5-43 0,3 1-48 15,-1-4-18-15,2 2-29 0,1-4-57 0,0-1-39 16,0 0-66-16,2-2 23 0,-2 0-60 0,-1-2-20 15,4-2-70-15,6-6-364 0,-13 8-354 0</inkml:trace>
  <inkml:trace contextRef="#ctx0" brushRef="#br0" timeOffset="89148.7684">25282 12905 369 0,'-7'-15'462'0,"3"3"-124"16,-3 0-4-16,2 4-31 0,1-2-82 0,4 10 19 15,-9-14-90-15,9 14 20 0,-9-7 0 0,9 7 34 16,0 0-7-16,-15 1-22 0,15-1-14 0,-11 11-13 16,5-4-17-16,1 3-22 0,0 3 11 0,2 1-27 15,-1 1-15-15,1 2-19 0,1 1-8 0,2 1-11 16,0 1-15-16,3 2 2 0,3 0-11 0,-2 2-74 16,3-2-76-16,1 0-91 0,0-2 3 0,1 0-110 0,0-1-78 15,3-1-124-15,-1-2-251 0,2-2-305 0</inkml:trace>
  <inkml:trace contextRef="#ctx0" brushRef="#br0" timeOffset="89583.368">25855 13068 506 0,'9'-10'544'0,"0"2"-93"0,1-2-63 16,2 1-28-16,-3 0-45 0,2 1-42 0,3-2-5 15,-1 1-34-15,3 1-42 0,-1 0-28 0,4 1-26 16,-1 0-26-16,2 0-23 0,0 2-16 16,-2 2-12-16,4 0-14 0,-1 1-5 0,1 0 15 0,0 2-33 15,-1 1 10-15,0 1-23 0,0-1 17 0,-2 2-22 16,-2 0 0-16,1 2-3 0,-2 1 1 0,-2-1 1 16,-1 2 1-16,-2 0 13 0,-2 1 11 0,-2 2 3 15,-3-1 7-15,1 2 16 0,-5 1 11 0,-2 1 0 16,-5 2-2-16,-2 2 9 0,-2 2-4 0,-7 2-5 15,0 0 5-15,-6 4-13 0,3-5-2 0,0 1-5 16,0-1-1-16,0-1 7 0,0 1-8 0,4-4-2 16,1-2 11-16,3 0-1 0,1-2-2 0,3-1 22 0,3-1 29 15,1 0 37-15,5-10 12 0,2 15-14 0,5-9-18 16,9 2-26-16,4-1-7 0,7-3-12 16,6 3-17-16,11-1-12 0,5-1-10 0,3 1-3 15,4-2-11-15,2-1-2 0,1 0-9 0,-2-1-26 0,2-2-25 16,-3 0-33-16,-2 0-34 0,-5-2-68 0,-1-1-41 15,-10 0-54-15,-4-1-47 0,-5-1-60 16,-4 0-99-16,-5 0-29 0,-5-1-147 0,-5 1-501 0,-10 5-764 16</inkml:trace>
  <inkml:trace contextRef="#ctx0" brushRef="#br0" timeOffset="91715.1943">3741 13825 185 0,'0'0'309'0,"-1"-11"-70"0,1 11-36 0,0 0-9 15,0 0-16-15,-2-12-12 0,2 12 7 0,0 0-55 16,0 0 15-16,-3-8-43 0,3 8 27 0,0 0-56 16,0 0 39-16,0 0-50 0,0 0 29 0,-3-10-46 15,3 10 44-15,0 0-48 0,0 0 37 0,0 0-36 16,0 0 44-16,0 0-50 0,0 0 45 0,0 0-60 16,0 0 55-16,0 0-50 0,-3-10 46 0,3 10-36 15,0 0 38-15,0 0-29 0,0 0 9 0,0 0 2 0,0 0 22 16,0 0-28-16,0 0 22 0,0 0-25 15,0 0 19-15,0 0-22 0,0 0 16 0,0 0-22 16,-2-10 28-16,2 10-22 0,0 0 14 0,0 0-28 16,0 0 14-16,1-11-21 0,-1 11 23 0,0 0 8 0,0 0 13 15,3-12-16-15,-3 12 6 0,0 0-19 16,1-10 11-16,-1 10-1 0,0 0 17 0,1-12-11 16,-1 12-2-16,0 0-9 0,0-12 11 0,0 12-14 0,0 0 6 15,0-12 0-15,0 12 5 0,0 0-12 0,0 0 6 16,0-13-3-16,0 13 7 0,0 0-3 0,0 0-3 15,0-13-9-15,0 13-6 0,0 0 1 0,0 0-4 16,0 0-9-16,0 0-1 0,0 0-1 0,0 0 5 16,0 0 10-16,0 0 18 0,0 0 14 0,12 8 0 15,-9 2 34-15,-2 2-12 0,1 3 24 0,-1 4-14 16,-1 1 26-16,0 5-44 0,-2 4 30 0,-2 3-44 16,-2 1 30-16,1 2-11 0,-2-2-3 0,1 0-7 15,-1 0-13-15,-1 0-42 0,0-3 39 0,1-1-39 16,-1 0 37-16,-2-3-49 0,4-2 65 0,-1-3-63 15,0 0 35-15,1-3-46 0,1-3 43 0,-1-1-43 16,3 0 2-16,-1-3 3 0,0 0 11 0,4-11 35 16,-5 16-45-16,5-16-1 0,-3 15 5 0,3-15 6 15,0 0-1-15,3 12 47 0,-3-12-55 0,11 1 38 16,-11-1-47-16,22-5 23 0,-7 0-54 0,4-3 42 16,0-2-33-16,3 0 15 0,3-4-31 0,2-1-15 15,4-4 2-15,1 0 12 0,-2-2 3 0,0-1 2 0,-1-1 14 16,-1 1 0-16,-3 0 0 0,-3 2 16 0,4-4-2 15,-7 6 17-15,-4 3-7 0,0 0 23 0,-2 1-16 16,-3 3 35-16,1 0 0 0,-2 2 36 0,-2 1-26 16,0 0 30-16,0 2-42 0,-7 6 14 0,10-8-40 15,-10 8 45-15,10-5-21 0,-10 5 65 0,0 0-30 16,13 7 37-16,-13-7-40 0,7 17 41 0,-4-5-54 16,0 1 36-16,0 3-52 0,-1-1 35 0,1 4-46 15,1-1 35-15,-2 0-46 0,0 2 37 0,-1-1-41 16,1 0 35-16,0 1-42 0,-1-1 4 0,0 1-4 15,0-1-15-15,0-2-37 0,0 1-44 0,0 0-44 0,0 0-52 16,-1-3-57-16,-1 3-54 0,0 0-72 16,0-2-69-16,-2 0-102 0,1 1-627 0,-2 0-791 15</inkml:trace>
  <inkml:trace contextRef="#ctx0" brushRef="#br0" timeOffset="92665.7019">4441 14964 47 0,'17'-6'527'0,"-4"0"-122"0,1 1-63 15,-3 1-49-15,0-1-18 0,0 1 13 0,0 0 1 0,-1-1-16 16,0 2-1-16,-10 3-5 0,16-7 3 0,-16 7-6 16,13-6-11-16,-13 6-14 0,10-4-22 0,-10 4-23 15,0 0-14-15,12-6-7 0,-12 6-58 16,0 0 32-16,0 0-30 0,0 0-24 0,0 0-21 0,0 0-15 16,-8-6-12-16,8 6 1 0,-28 3-13 15,9-1-14-15,-7 2-3 0,-5 2-6 0,-3 1-36 0,-2 0 43 16,-5 4-47-16,0-3 51 0,-1 3-10 0,2-1-7 15,1 0 3-15,6 0-4 0,2-1-1 0,2-1 2 16,3 2 17-16,3-1-30 0,3 0 3 0,1 1-37 16,-1 1 44-16,4 2-38 0,-1 1 44 0,2 1-32 15,0 0 40-15,3 2-45 0,-1 1 50 0,2 0-44 16,1 1 42-16,-1-1-41 0,2 1 56 0,1 0-58 16,0 0 45-16,-1 0-10 0,2 0 1 0,0-1 3 15,0 1-7-15,-1-5 1 0,2 1-2 0,0 0 0 16,1-3-2-16,0 1 7 0,1 1-8 0,-1-4 3 15,2-1-9-15,3-9-2 0,-6 15 5 0,6-15 17 16,-5 13-25-16,5-13-4 0,-3 9 0 0,3-9-6 16,0 0 0-16,0 0 5 0,8 5-1 0,-8-5-1 15,16-6-4-15,-4 0 5 0,4-1-4 0,-1-1 4 16,5-1 6-16,-2 1-33 0,1-1 40 0,-1 1-31 0,-1 2 37 16,0 0-34-16,-1 1 33 0,0 0-32 0,-1 3 34 15,1-1-32-15,-2 1 40 0,1 0-41 0,-2 3 38 16,0 0-30-16,1 1 31 0,-1 1-28 0,0-1 30 15,-2 3-3-15,0 0 3 0,0-1 0 0,-3 3-7 16,0-1-5-16,-2 2 7 0,0-1-2 0,-6-7-2 16,7 16 5-16,-7-16 5 0,-3 19-11 0,-4-7 3 15,-3 1 3-15,-5 2-6 0,-6 1 0 0,-6 4 2 16,-6 1-2-16,-3 1-9 0,-4 0 2 0,-12 3-12 16,-2 0-27-16,-3 0-31 0,2 0-38 0,-2 0-56 15,1 0-29-15,1-2-140 0,2 0-78 0,11-4-111 16,1 0-661-16,2-3-796 0</inkml:trace>
  <inkml:trace contextRef="#ctx0" brushRef="#br0" timeOffset="93282.589">4363 16383 379 0,'5'-15'519'0,"-3"3"-104"0,0 1-75 0,-2 11-43 16,-1-21 25-16,-2 10-14 0,-1 2-8 0,-1 0 8 0,-3 1-15 16,-1 1-22-16,-2 1-10 0,-1 3-21 15,-2 2-26-15,-4 2-5 0,0 3-12 0,-5 5-1 16,-4 5-11-16,-6 6-6 0,0 5-3 0,0 2 43 15,-5 8-55-15,0 5 30 0,2 2-54 0,2 2-12 0,2 1-19 16,5 3-16-16,1 1-15 0,7-7-17 16,4-2 24-16,3 3-48 0,4-3 25 0,2-4-41 0,4-1 25 15,5-2-39-15,3-1 31 0,2-2-44 0,5-3 30 16,2-2-58-16,3-2 34 0,3-4-60 0,3-4 20 16,2-2-62-16,2-4 30 0,-4-4-77 0,4-3 60 15,0-3-64-15,6-4 13 0,-2-1 66 0,0-4-75 0,-1 1 98 16,-2-4-63-16,-1 0 89 0,-3-1-61 15,-3-1 94-15,-5 2-74 0,-2 0 12 0,-2-2 17 0,-4-2 18 16,-2 3 5-16,-4 3 19 0,-3-2 8 0,-5 0 9 16,-2 1-3-16,-3 0-37 0,-3 1 48 0,-5 3-41 15,-3-2 39-15,-2 2-42 0,-2 2 42 0,-1 0 2 16,-1 0-21-16,1 3 2 0,0 1-5 0,4 1-4 16,1 1-62-16,1 0-55 0,4-1-71 0,1 1-82 0,15 0-19 15,-22 1-96-15,22-1-17 0,-16 3-57 0,16-3-148 16,0 0-332-16,0 0-513 0</inkml:trace>
  <inkml:trace contextRef="#ctx0" brushRef="#br0" timeOffset="95101.3554">8641 13746 468 0,'-10'-5'426'0,"10"5"-65"0,-15-6-54 16,15 6-30-16,-12-8-31 0,12 8-27 0,-11-9-22 16,11 9 1-16,-7-10 4 0,7 10 3 0,-7-11-18 15,7 11-21-15,-7-10-10 0,7 10-13 0,-2-10-6 16,2 10-6-16,0 0-14 0,-3-13-23 0,3 13-17 16,0 0 15-16,0 0 5 0,0 0 33 0,0 0 8 15,0 0-4-15,11 6 1 0,-8 6 1 0,2 3 28 0,0 4-7 16,-1 4-25-16,0 2-15 0,-1 8-6 15,1 2-17-15,0-1-18 0,-1 3-5 0,-2 1-21 16,1-2-7-16,0 1-8 0,-1-1-2 0,0-2-10 0,1 1-4 16,-1-2-5-16,1-5-3 0,-1 0 2 0,1-3-35 15,-1-1 34-15,1-4-34 0,-1-3 37 0,0 0-32 16,0-2 34-16,-1-2-35 0,2-2 45 0,-2-11-36 16,1 21 37-16,-1-21-32 0,1 13 30 0,-1-13-33 15,0 0 41-15,0 0-52 0,0 0 29 0,0 0-5 16,0 0-40-16,-7-10-6 0,5 0-19 0,0-7-14 15,-1 1-6-15,0-7-10 0,0-2 13 0,1 0-10 16,0-8 6-16,1-1 7 0,0 0 8 0,0-1 8 16,1 0 8-16,1 1 6 0,0 0 6 0,0 1 8 15,1 0 15-15,0 6-4 0,2-3 9 0,0 4-7 16,0 1 3-16,0 1 0 0,3 2 4 0,-2 0-1 16,-1 6 0-16,1-1 3 0,0 2 0 0,0 2-6 15,1 2 1-15,-1 2 3 0,2 2 3 0,-7 7-5 0,18-9 5 16,-7 7 9-16,-11 2-10 0,25 2 2 15,-9 3-1-15,3 4 8 0,-1 1-5 0,4 6 10 16,0 0 0-16,5 6 0 0,-2 0-3 0,-1 3 4 16,-1 0 0-16,0 1 24 0,0 1-24 0,-1-1 27 0,-4-4-32 15,-2 0 33-15,1 2-31 0,-3-3 28 0,1 1-32 16,-4-3 4-16,0 0 2 0,-3-3 5 16,0 1 5-16,-2 0 9 0,-3-4-3 0,2 2 5 0,-4-2 38 15,-1-2 1-15,-2 1-2 0,-4 2-8 0,-1-4-9 16,-4 2-6-16,-4 1-3 0,-3-1-17 0,-8 0-2 15,-2 1-1-15,-3-3-6 0,-7 2-8 0,-2-1-19 16,-1 1-41-16,1-1-65 0,-1-2-58 0,8 1-68 16,2-3-66-16,1 0-81 0,8 1-47 0,0-3-132 15,6 0-582-15,3-2-766 0</inkml:trace>
  <inkml:trace contextRef="#ctx0" brushRef="#br0" timeOffset="95717.2767">9384 15077 74 0,'4'-9'607'0,"-4"9"-96"16,3-19-122-16,-3 19 10 0,1-16-53 0,-1 16-20 16,-2-15-22-16,2 15-18 0,-4-19-38 0,1 10-20 15,-3 1-12-15,1-2-10 0,0 0-10 0,-2 2-46 16,-2-3-4-16,-1 3-26 0,1 0 12 0,-2-1-46 0,-1 2 20 16,-1 1-31-16,-3 2 16 0,1 0-20 15,-4 3 42-15,-1 1-39 0,-6 2 35 0,-4 6-46 16,-2 2 43-16,-7 5-39 0,-1 3 45 0,-1 4-30 15,-8 4 44-15,3 6-41 0,-1 1-6 0,2 4 14 0,1 4-20 16,3 0-10-16,1 4-2 0,2 0 22 16,3 2-45-16,2 0 25 0,3-2-45 0,3 0 28 15,7-5-38-15,2-2 29 0,4 0-35 0,2-3 28 0,6-2-28 16,1-2 26-16,3-5-34 0,4 1 33 0,2-4-30 16,3-1 1-16,6 3 8 0,2-6 1 0,5 0-4 15,4-5 30-15,6-1-34 0,2-6 28 0,3-4-50 16,3 0 8-16,2-4-61 0,8-3 28 0,-1-1-75 15,0-2 17-15,-1-2-47 0,-1 0 13 0,-3-3-67 16,0 2-16-16,-5-2-40 0,-6 0-45 0,-3 3-40 16,-6-1-43-16,-1 0-24 0,-3 1-67 0,-5 2-71 15,-1-2-444-15,-5 2-596 0</inkml:trace>
  <inkml:trace contextRef="#ctx0" brushRef="#br0" timeOffset="95950.6216">8874 15671 152 0,'-16'-3'729'0,"1"-1"-115"0,3 2-99 0,0-2-55 0,2 2-50 16,10 2-34-16,-18-6-39 0,18 6-55 16,-11-5-59-16,11 5-31 0,-4-9-22 0,4 9-47 15,6-9-23-15,2 2-18 0,4-1-17 0,6 1-15 0,3-4-10 16,7 1-28-16,4 0-45 0,6-3-51 15,2 0-66-15,1 0-44 0,0 1-43 0,1-1-69 0,-1 1 4 16,0 1-93-16,-1 1-82 0,-1-1-390 0,-7 3-419 16</inkml:trace>
  <inkml:trace contextRef="#ctx0" brushRef="#br0" timeOffset="96768.165">9044 16486 515 0,'0'0'401'0,"-13"-9"-55"0,13 9-34 0,-13-4-38 16,13 4-4-16,-17-3 58 0,17 3-67 15,-18-1 40-15,18 1-61 0,-21 4 51 0,10 0-70 0,1 0 68 16,-2 7-73-16,1-2 58 0,-2 5-79 0,1 1 10 15,1 3-20-15,1 2-23 0,2 2-2 16,-1 5 2-16,1 1-43 0,2 1 11 0,2 2-20 0,-1 0-14 16,3 1-19-16,0 1-8 0,2 0-20 0,-1-4 36 15,2 1-60-15,1-2 37 0,-1-1-52 0,2 1 40 0,-1-3-54 16,0 0 44-16,0-1-55 0,-1-4 30 16,1-2-75-16,0-1 28 0,0-2-82 0,-1-1-32 0,1-2 41 15,-1-2-121-15,-1-10 25 0,1 18-103 0,-1-18 10 16,3 15-24-16,-3-15-49 0,-3 10 2 0,3-10 21 15,0 0 69-15,-7 7-11 0,7-7 50 0,0 0 30 16,0 0 20-16,-12-4 23 0,12 4 24 0,-8-8 29 16,8 8 18-16,-12-13 23 0,7 6 16 0,-2 0 13 0,1-4 21 15,-2 1 27-15,0-2 2 0,1 1 44 0,0-1-12 16,0-1 54-16,0 0-18 0,2 0 2 0,0-1 15 16,1 1-10-16,0-1-11 0,0 2-6 0,3-1-15 15,-1 3-1-15,0-1-2 0,1 0 22 0,1 11 16 16,-2-18-4-16,2 18-3 0,1-17-3 0,-1 17 25 15,1-17 3-15,-1 17 18 0,2-14 9 0,-2 14-2 0,2-14-9 16,-2 14-1-16,1-13 6 0,-1 13 5 0,2-13-2 16,-2 13-14-16,3-14-2 0,-3 14-10 15,0-14-11-15,0 14-16 0,1-16 6 0,-1 16-7 0,1-18 9 16,-1 18 1-16,-1-21-20 0,0 9-10 0,0-2-6 16,-1-2-8-16,0 0-5 0,0 0-12 0,1-3-3 15,-1 0-2-15,0 0 11 0,1 0-20 0,0 1 1 16,0-2 8-16,1 2-7 0,0-1-4 0,1 2-2 15,0-2 2-15,1 3-1 0,1 0-3 0,0 0 5 16,2 1-10-16,1 1 0 0,2 0 2 0,4-2-2 16,4 3 6-16,1-1 11 0,6 0-17 0,4 0-7 15,2 3-3-15,7-3-10 0,2 3-18 0,3 0-31 16,0 0-53-16,1 1-40 0,3 2-45 0,-3-1-37 16,2 2-80-16,-6 1-38 0,-3 1-24 0,-1 2-67 15,-5 1-535-15,-3-2-584 0</inkml:trace>
  <inkml:trace contextRef="#ctx0" brushRef="#br0" timeOffset="97017.5493">9125 16633 575 0,'-13'12'506'0,"1"-2"-99"16,2 0-37-16,1-1-13 0,2-2-49 15,-1 1-37-15,3 0-23 0,5-8-17 0,-8 12-21 0,8-12-11 16,-2 10-9-16,2-10-14 0,7 8-23 16,2-4-25-16,4-2-26 0,2-2-14 0,5-2-21 0,7 1-13 15,1-3-12-15,7-1-5 0,1-1-11 0,7-3-33 16,0 1-32-16,-1-1-50 0,-7 1-84 0,-2 1-98 16,-2-2-40-16,-5 3-62 0,-2-2-144 0,-2 0-413 15,-2 1-504-15</inkml:trace>
  <inkml:trace contextRef="#ctx0" brushRef="#br0" timeOffset="99302.2099">12655 14008 127 0,'0'0'163'0,"0"0"-41"0,0 0-28 16,0 0-16-16,0 0-18 0,-11-2-12 0,11 2-9 15,0 0-9-15,0 0-8 0,0 0-2 0,0 0-12 16,0 0 3-16,-14-1 3 0,14 1 2 0,0 0 8 15,0 0 7-15,0 0 15 0,0 0 15 0,0 0 9 16,0 0 18-16,0 0 5 0,-13 2 5 0,13-2 6 16,0 0 28-16,0 0-21 0,0 0 27 15,0 0-29-15,-14 2 36 0,14-2-50 0,0 0 48 0,0 0-66 16,-15 1 37-16,15-1-54 0,0 0 37 0,0 0-17 16,-16 0 40-16,16 0-19 0,0 0 25 0,0 0-12 15,-12-2 2-15,12 2-24 0,0 0 6 0,0 0-28 16,-6-6 0-16,6 6-28 0,0 0 6 0,4-12-24 0,-4 12 9 15,11-11-20-15,-4 5 16 0,0 1-19 0,2-2 14 16,0 1-2-16,0 0-6 0,2 0-4 0,-2 2 2 16,0-2 0-16,1 2-4 0,-10 4-2 15,19-7-10-15,-19 7 15 0,16 0 1 0,-16 0 15 0,15 5-4 16,-15-5 14-16,14 12-4 0,-9-5 18 0,-1 2-3 16,-2 2 4-16,0 2-2 0,-2 3 6 0,-2 0-1 15,-2 6-7-15,-3 0 1 0,-5 4-2 0,-3 2-2 16,-3 3-9-16,-2 1-5 0,-2-2-4 0,-1-1-2 15,0 0-2-15,1 0-7 0,-1-2 3 0,1-2 5 16,5-2-9-16,0-3-1 0,4-2-3 0,1-1-3 16,0-2-2-16,5-2 2 0,0-1-2 0,0 0-2 15,2-3 6-15,5-9 3 0,-2 17 8 0,2-17-1 16,3 11-2-16,-3-11-6 0,15 10-1 0,-1-9-1 16,0 2-7-16,1-3 2 0,4 0-29 0,2-1-32 15,4-2-37-15,0 0-42 0,2 2-69 0,0-4-47 16,2 1-37-16,3-1-32 0,1-2-79 0,1 0-63 15,-1-2-451-15,-1 2-481 0</inkml:trace>
  <inkml:trace contextRef="#ctx0" brushRef="#br0" timeOffset="99585.4497">13288 14191 494 0,'9'-12'419'0,"-2"1"13"0,-1-2-110 0,1-1 28 0,0 1-1 16,-2-1 16-16,1 0-4 0,-1 1-2 0,1-1-15 15,-2 2-50-15,2 0-10 0,-4 3-10 0,2-1-25 16,-4 10-33-16,5-15-42 0,-5 15-41 0,6-10-11 16,-6 10 43-16,0 0 6 0,0 0 29 0,10 6-19 15,-10-6-5-15,4 17-4 0,-2-1-30 0,1 2-15 16,-1 3-10-16,0 2-12 0,2 3-17 0,-2 0-12 16,1 6-16-16,1 0-50 0,-2-2 33 0,4 2-37 15,-2 0 33-15,0-3-46 0,1 1 41 0,-1-2 9 16,0-3-22-16,2 0-6 0,-2-1-7 0,0-2-35 15,1 0-50-15,-3-4-41 0,2 1-80 0,-2-4-72 16,1 2-41-16,-3-2-64 0,2 1-79 0,0-3-60 16,1 0-55-16,-3-1-107 0,0-12-569 0,0 22-853 15</inkml:trace>
  <inkml:trace contextRef="#ctx0" brushRef="#br0" timeOffset="100235.2147">12900 15268 634 0,'-12'-6'435'0,"1"0"-12"16,0 1-84-16,-1-2 17 0,1 0-57 0,-2-1 11 0,1 0-29 15,2-1-31-15,-1-1-15 0,1 1-7 16,3 0-18-16,1 0-39 0,2-1-26 0,4 10-34 16,0-19-18-16,6 9-20 0,3-2-13 0,7 0-13 0,1 4-5 15,4-5-11-15,6 5-4 0,-2 0-5 0,-1 1-6 16,1 3-4-16,0 1-3 0,-3 2-6 0,-2 1 5 15,0 2-2-15,-1 1 3 0,-4 3 0 0,-1 2 13 16,-3 2 1-16,-4 3 38 0,-5 1-31 0,-6 4 8 16,-3 9 5-16,-9 5 0 0,-4 1 23 0,-3 2-26 15,-2 2 25-15,-8 2-37 0,8-3 47 0,-9 6-40 16,-1-3 43-16,7-6-37 0,1-2 37 0,1 0-53 16,4-1 41-16,-1-3-42 0,5-4 35 0,3-2-48 15,2-3-1-15,3 0 37 0,3-2-44 0,0-2 12 16,5-3 1-16,-1 0 3 0,3-11 3 0,6 20 8 0,2-13-21 15,5-1-3-15,6-3-41 0,3 0-25 16,5-3-13-16,9-3-58 0,9-3-31 0,2-2-50 16,2-2-58-16,1-2-72 0,9-3-36 0,-1-3-2 15,-9 2-64-15,-1 1-52 0,-2-3-456 0,0 2-534 0</inkml:trace>
  <inkml:trace contextRef="#ctx0" brushRef="#br0" timeOffset="100603.4347">13627 15480 417 0,'0'0'472'0,"0"-14"-109"0,0 14-27 16,0-12-77-16,0 12 29 0,3-19-56 0,-3 19 11 16,2-21-14-16,0 9-1 0,0 0-26 0,1-2-21 15,3 0-27-15,-1 0-21 0,3 0-6 0,0 1 2 16,0 1-1-16,1 1-4 0,1-1-10 0,-1 3-17 16,3-2-3-16,0 3-14 0,-1 2-6 0,0 0-1 15,3 1 2-15,-3 4-10 0,3 0 3 0,-1 3-12 16,3 0 5-16,-3 4-5 0,2 3 1 0,0 1-3 15,-2 5-2-15,-1 0-10 0,-2 1 33 0,-3 4-49 16,0 0 34-16,-4 3-45 0,-1 0 33 0,0-3-47 16,-2 1 39-16,-2 2-37 0,-1 0 36 0,-4-2-36 15,1 0 48-15,-1-1-45 0,-2-1 57 0,-2-3-40 16,0 1 48-16,-2-2-50 0,-4-1 41 0,2-1-46 0,-3-2 42 16,-1-2-45-16,-2-1 32 0,0-2-36 15,-2-3 29-15,2 0-46 0,0-2 47 0,-4-4-52 16,2-1 42-16,0-2-47 0,2-3 43 0,3-1-64 0,0-3 12 15,4-3-92-15,5-1-17 0,1-1-36 0,5 1-30 16,1-2-19-16,5 0-21 0,3-3 12 0,3 2-64 16,5 1 8-16,-1-1-54 0,5 1 24 15,-2 6-75-15,2 0-47 0,-3-1-429 0,1 7-415 0</inkml:trace>
  <inkml:trace contextRef="#ctx0" brushRef="#br0" timeOffset="101069.3421">12931 16467 592 0,'0'-13'518'0,"0"13"-63"0,-2-21-39 15,2 21-10-15,0-16-29 0,0 16-6 0,-2-15-35 16,2 15-27-16,-2-10-46 0,2 10-38 15,0 0-21-15,0-12 11 0,0 12 5 0,0 0 0 0,0 0-16 16,-2 12 6-16,2-12-21 0,-1 23-19 16,1-7-14-16,-2 4-12 0,-1 4-17 0,1 2-9 15,0 4-52-15,-2 2 18 0,1 1-39 0,1 1 21 0,-2-1-38 16,0 2 21-16,1-2-5 0,-2 1-10 0,0-1-1 16,1 0-18-16,0-1-6 0,-1-1-38 0,3-3-33 15,-2-2-68-15,0-3-52 0,1-1-72 0,2-3-38 16,-1-1-159-16,2-3-48 0,0-2-21 0,2-3-141 0,1-1-548 15,-3-9-819-15</inkml:trace>
  <inkml:trace contextRef="#ctx0" brushRef="#br0" timeOffset="101636.38">13748 16473 509 0,'23'-33'534'16,"-3"2"-85"-16,-5 6-36 0,-2 2-27 0,-3 2-29 0,-1 2-8 16,-2 0-53-16,-4 3 0 0,-1 1-20 0,-2 0-46 15,0 5-18-15,-4-1-38 0,-2 2-10 0,0 1-35 16,-3 2-4-16,-2 2-30 0,-1 2 25 16,-1 2-34-16,-1 2 36 0,-1 2-47 0,-1 3 33 0,-1 4-55 15,-2 2 44-15,1 3-14 0,-2 2-6 0,4 1-21 16,5-1-12-16,0 1-7 0,1-1-5 0,4 3-12 15,1-1 0-15,1-4-2 0,4 0-1 0,2 1-10 16,1-2-10-16,3 0-11 0,1-3-34 0,2 0-10 16,4-2-16-16,1-2-11 0,0-1-9 0,2-2 6 15,1-1-3-15,1-3 9 0,-3-1 14 0,2-1-11 16,0-4-1-16,1-1-4 0,-2 0 60 0,2-4-59 16,-1 0 70-16,-2-3-53 0,1-1 71 0,-3 0-57 15,0 0 12-15,1 0 28 0,-3 2 45 0,-2 0 29 16,0 1 20-16,-2 3 10 0,-3 0 13 0,3 1-2 15,-7 7-43-15,9-14 19 0,-9 14-16 0,7-8-16 16,-7 8 8-16,0 0-14 0,10-3-17 0,-10 3 11 16,0 0 2-16,7 10-10 0,-7-10 4 0,7 15-1 15,-4-5-1-15,1 2-10 0,1 1 4 0,1 1-3 0,1 1 4 16,0-1 4-16,2 3-6 0,-1 0 0 16,2 1 0-16,-1-1-5 0,0 1-4 0,1 0 0 15,0-1 11-15,-1-1-12 0,-2-1-40 0,0 0 47 0,-3-1-28 16,3 0 25-16,-3-1-35 0,2 0 50 0,-3-2-38 15,-1 0 45-15,0 0-41 0,-2-11 52 0,3 18-28 16,-3-18 48-16,-7 19-42 0,0-11 35 0,-1 3-8 16,-6-2-5-16,-4 1-14 0,-3 1-6 0,-7 0-9 0,-9 0-4 15,-3 1-7-15,-3-1-27 0,-3-3-27 16,0 3-50-16,2-4-96 0,0 1-60 0,8-1-88 0,-1-2-71 16,5 0-95-16,5-1-71 0,2-2-748 0,6-2-926 15</inkml:trace>
  <inkml:trace contextRef="#ctx0" brushRef="#br0" timeOffset="103420.188">16097 13939 122 0,'5'-13'517'0,"0"2"-72"0,0 1-68 0,1-1-50 16,1 0-36-16,-1 0-40 0,0 3-25 0,-1-2 8 15,1 2-7-15,0 1-13 0,0 0-15 0,-6 7-39 16,12-11-24-16,-12 11 0 0,11-7-11 0,-11 7 10 15,14 0 3-15,-14 0 13 0,16 8-7 0,-7-1-5 16,0 4-10-16,0 1 12 0,0 5-4 0,0 3-18 0,-1 0-6 16,-1 4 2-16,1 2-23 0,-2 2-2 0,0 1-27 15,0-1-10-15,-2 2-8 0,1-5-8 16,-1 3-8-16,-1-2-3 0,1 0-5 0,-2 1-28 0,1-2 30 16,-1 2-50-16,0-3-26 0,0-1-29 0,-1-1-74 15,1-2-38-15,-1-1-44 0,1-1-41 0,1-1-66 16,0-2-43-16,0 0-76 0,2-3-75 0,1-3-447 15,0-2-582-15</inkml:trace>
  <inkml:trace contextRef="#ctx0" brushRef="#br0" timeOffset="103853.305">16813 14155 640 0,'9'-20'549'0,"1"0"-72"0,-1-1-37 0,0 0-59 16,3-2-20-16,-1 3-34 0,0 0-31 0,2 1-18 16,-1 1-35-16,0 3-39 0,2-2-25 0,-3 8-38 0,2-1-27 15,-1 4-20-15,-1 2-15 0,-11 4-9 0,22 2-13 16,-10 0-6-16,1 6-10 0,-1 1-9 16,0 2-4-16,0 4-5 0,-1 3-3 0,0 0-12 0,-2 1 7 15,-1 2-7-15,0 1 1 0,-3-2-2 16,-1 2-2-16,-1 0-1 0,-1-3 3 0,-1 0-1 0,-1-1-1 15,-1-1-2-15,-1 0 1 0,-1-1 0 16,-1-2 2-16,-1-2-2 0,-2 1 3 0,-1-2-4 0,-2 1 5 16,-1-4 3-16,-1-1 6 0,-1 0-2 0,-2-2 0 15,0-3 2-15,-2 1-6 0,1-3-4 0,-2 0 5 16,0-3-5-16,1 1-4 0,-3-6 1 0,3-1 14 16,-1-1-16-16,4-2-4 0,-1 0-4 0,3-3-1 15,2 2-8-15,3-1 2 0,1 0-4 0,4-1-4 16,0 0-12-16,1 1-19 0,3 0-1 0,3-1-11 15,1 1-15-15,4 1-16 0,3 0-18 0,4 0-26 16,1 2-17-16,3 1-89 0,2 2-2 0,0 1-41 16,4 0 15-16,1 2-59 0,6 0-34 0,-5 2-57 15,4 0-320-15,-2 1-251 0</inkml:trace>
  <inkml:trace contextRef="#ctx0" brushRef="#br0" timeOffset="104287.6377">17637 13966 521 0,'0'0'388'0,"6"-13"2"0,-6 13-61 0,4-13-52 16,-4 13-28-16,3-15-21 0,-3 15-15 0,0-16-17 0,0 16-8 15,2-15-18-15,-2 15-21 0,2-16-13 0,-2 16-21 16,6-14-23-16,0 5-24 0,-1 2-7 16,2 0-9-16,1 0-9 0,2 1-2 0,-1 0-4 0,2 2-5 15,0 1-10-15,-1-1 4 0,1 1-5 0,1 2-1 16,-12 1 0-16,22-2 6 0,-22 2-1 0,23 3-11 15,-11-1 7-15,-2 2 5 0,0-2 4 0,1 3-1 16,-3 2 7-16,0-1 13 0,0 1 2 0,0 4 13 16,-3 1 9-16,0 0 10 0,-2 2 5 0,-2 2-3 15,-2 0 2-15,-1 3 0 0,-3 2-9 0,-1 1-6 16,-3-1-5-16,-1 4 0 0,-1 0-4 0,-2-1-1 16,1-1 4-16,0 2-20 0,1-2 1 0,2-2-6 15,-1-3-20-15,3 1 13 0,2-3-18 0,1 1 15 16,1-1-12-16,3-4 20 0,3 3-16 0,2-2 20 15,3-1-24-15,7 1 30 0,3-2-37 0,4-3 21 16,8 1-27-16,3-2 25 0,2-2-33 0,3-2 26 16,1 0-29-16,0-2 26 0,1-2-13 0,7-3-19 15,-2-2-27-15,1-2-19 0,-2-2-33 0,-1 1-1 0,-1-3-24 16,-2 1-21-16,-7 2-26 0,-2 0-29 16,-1 2-18-16,-6 0-53 0,-1 0-17 0,-4 3-54 15,-3 1 26-15,-3 1-47 0,-13 2-8 0,21-1-54 0,-21 1-399 16,12 2-345-16</inkml:trace>
  <inkml:trace contextRef="#ctx0" brushRef="#br0" timeOffset="104920.5811">16255 15271 241 0,'13'-8'327'0,"-1"3"-54"0,-1-2-1 0,-2 0-31 16,1 0 29-16,-1 3-50 0,-1-3 58 0,0 2-30 16,-8 5 29-16,13-11-22 0,-13 11 2 0,10-8-31 15,-10 8-13-15,9-5-22 0,-9 5-18 0,0 0-11 16,10-8-3-16,-10 8 11 0,0 0 5 0,0 0-14 15,11 6 2-15,-11-6 19 0,4 10-13 0,-2 0 40 16,0 2-37-16,0 2-3 0,1 4-6 0,0 4 4 16,-2 2-10-16,1 3 3 0,0-1-57 0,1 7 7 0,0-1-49 15,0 0 19-15,1 1-44 0,-1-1 21 0,0 2-39 16,2-4 27-16,-2 1-40 0,1-5 26 16,-1-1-34-16,0 0 25 0,1-1-56 0,-1-1-50 0,0-1-50 15,-2-2-73-15,2-2-52 0,0-1-76 16,0-1-66-16,-1 0-42 0,1-2-60 0,-1-1-25 15,2-3-112-15,-1 0-453 0,2-2-710 0</inkml:trace>
  <inkml:trace contextRef="#ctx0" brushRef="#br0" timeOffset="105387.2591">17057 15593 435 0,'6'-21'712'0,"1"1"-142"16,1-2-81-16,-2 0-100 0,1 1-50 0,1 0-19 15,0-1-27-15,2 2-30 0,0 1-1 0,1 0-39 16,2-1-48-16,0 3-23 0,3 2-26 0,-1 1-24 16,3 3-24-16,-1 1-8 0,0 4-11 0,1 3-15 15,-1 1-5-15,2 5 5 0,-1 1-14 0,2 3-7 16,-1 3 1-16,-3 3-3 0,1 1 0 0,-1 5 1 15,0 2 31-15,-5-2-41 0,0 1 28 0,-1 1-37 16,-2 1 29-16,-1 0-32 0,-3 0 33 0,0 0-37 16,-2-3 32-16,-2-1-35 0,0 1 36 0,-4-1-32 15,1-3 35-15,-2 3-35 0,0-2 39 0,-2-2-42 16,-4 2 50-16,0-2-48 0,-1 0 47 0,-4-2-47 16,0-2 37-16,-4 0-46 0,-1-2 0 0,0-1 5 0,-2-2 11 15,-2-1-10-15,0-2 2 0,4-2 3 0,-2 0 1 16,1-1 0-16,-3-4 2 0,4 1 3 0,1-3-8 15,0-1-2-15,4-2-15 0,1-1-7 0,3-3 28 16,4 1-41-16,1-3 40 0,3-1-50 0,4-2 4 16,2 1-4-16,4-4 5 0,2 0-6 0,3 0-21 15,3-1-8-15,2 2-14 0,0 1-15 0,2 1-38 16,2 3-45-16,1 1-27 0,0 1-32 0,0 3-54 16,0 1 29-16,1 1-76 0,1 1-58 0,1 3-470 15,1 0-440-15</inkml:trace>
  <inkml:trace contextRef="#ctx0" brushRef="#br0" timeOffset="106003.7914">18080 15325 286 0,'-7'-13'544'0,"1"3"-115"15,0-1-93-15,1 3-37 0,1-2-44 0,0-1-48 16,2 1-62-16,-1-1 43 0,2 2 16 0,1-4 1 16,0 13-25-16,3-21-13 0,0 11-28 0,1 1-9 15,2 0-23-15,2 1-2 0,-1 1-21 0,2 0 0 16,0 2-9-16,2 2 9 0,-1 0-14 0,-10 3-3 0,23 0-10 16,-23 0 0-16,23 4 20 0,-10 1-4 0,-2 3-4 15,1 0-5-15,-2 2-1 0,-1 3 1 16,0 1 15-16,-1 5-7 0,-4-3 5 0,-1 4-4 15,-3 0 0-15,-2 4 6 0,-2 2 5 0,-4 4-3 0,-3-1 7 16,-4 3-9-16,-3 2 34 0,-1 0-51 0,-2-4 37 16,-2 0-46-16,-1 2 46 0,1-3-50 0,0-2-5 15,0 0-5-15,5-5-1 0,-1 0-4 0,2-1 2 16,3-1-3-16,1-3-7 0,2 0-3 0,2-1-2 16,2-4-1-16,-1 1 5 0,4-2 8 0,1-3 2 15,3-8 6-15,3 17-7 0,-3-17 2 0,14 14-6 16,-2-9-7-16,5-2-4 0,2-2-7 0,4 1 0 15,4-1-2-15,3-1 30 0,0-3-60 0,5 2 14 16,2-4 12-16,1 2-57 0,0-4 26 0,-1 2-74 16,-2 1-6-16,-1-2-45 0,-1 1-31 0,-7 1 1 15,-1 0-32-15,-4 2-25 0,-3 0-26 0,0-1-63 16,-4 1-29-16,-1 2-37 0,-13 0 36 0,20 2-52 16,-20-2-35-16,13 3-72 0,-13-3-283 0,0 0-323 0</inkml:trace>
  <inkml:trace contextRef="#ctx0" brushRef="#br0" timeOffset="106537.3033">16559 16531 296 0,'2'-10'597'0,"-2"10"-70"0,2-17-74 0,-2 17-44 15,1-13-59-15,-1 13 12 0,1-11-93 0,-1 11 33 0,0 0-86 16,0 0 82-16,0 0-18 0,0 0 16 0,0 0 1 15,0 0-16-15,2 13-24 0,-1-1-9 0,-1 4-35 16,0 3-27-16,-1 4-24 0,0 1-27 16,0 3-45-16,1 1 22 0,-2 0-17 0,2 0-18 0,0 1-17 15,0 0-2-15,0 0-17 0,0-1-6 0,1 1-11 16,0-2-2-16,1 2-4 0,0-4-28 0,-1 1-48 16,0-1-16-16,1-1-111 0,0-4-82 0,0-2-27 15,1 0-142-15,-1-1-29 0,2-1-68 0,0-3-86 16,0-1-129-16,1-1-305 0,2-3-670 0</inkml:trace>
  <inkml:trace contextRef="#ctx0" brushRef="#br0" timeOffset="106939.5792">17141 16840 498 0,'15'-25'551'0,"3"1"-98"0,-2 0-56 15,1 0-7-15,0 2-65 0,2 0-45 0,-2 2-8 16,3 2 57-16,-1 0-80 0,-2 4-30 16,0 3-23-16,-1 1-30 0,1 3-32 0,-2 2-15 0,3 2-14 15,-4 3-14-15,4 3-11 0,-4 1-4 0,2 2-9 16,-3 2-12-16,0 2 0 0,-1 1-8 16,-1 0-17-16,-1 2-5 0,-2 0-4 0,-1 1-18 0,1 0 16 15,-3 1 1-15,1-1-7 0,-3-1-3 0,-1 0 0 16,-1-1-2-16,-1-12 7 0,0 23 13 0,-3-14-10 15,0 1 4-15,-2-1 1 0,-2 2-6 0,-3-2-2 16,-1 1-3-16,-1-3-2 0,-3 0 0 0,-1-1-2 16,-2-1-3-16,-2-2 14 0,0 1-18 0,-2-3-2 0,0 1-13 15,-1-2 18-15,3-2 5 0,-3 2-9 16,4-2 1-16,1-2-3 0,1 1-5 0,2-1-7 0,0-1-6 16,4 0-28-16,1-1 9 0,0 0-17 0,7-3 15 15,-1 1-36-15,4 8-6 0,1-23-12 0,4 9-5 16,5-4-23-16,2 0-35 0,6-3-50 0,5-3-78 15,4 0-16-15,5 2-27 0,1 0-43 0,2 2 2 16,3 2-114-16,1 1-247 0,-1 2-238 0</inkml:trace>
  <inkml:trace contextRef="#ctx0" brushRef="#br0" timeOffset="107471.3985">17972 16550 123 0,'0'0'566'0,"7"-8"-123"0,-7 8-57 0,6-11-50 16,-6 11-10-16,4-12-2 0,-4 12-35 0,7-13-20 16,-7 13-16-16,10-14-47 0,-4 7-29 0,0 1-24 15,2 0-29-15,2 0-21 0,-1 0-23 0,1 1-15 16,1 1 51-16,0 1-89 0,0 0-9 0,1 1-2 16,-12 2-1-16,21-1 45 0,-21 1-63 0,22 2 57 0,-22-2-68 15,19 6 52-15,-19-6-59 0,16 7 56 0,-16-7-60 16,15 11 65-16,-15-11-66 0,9 12 4 0,-9-12 59 15,7 17-59-15,-7-17 7 0,2 15 1 0,-2-15 6 16,-2 18 1-16,-1-7 4 0,1-2 3 0,-1 2 1 16,-2-1 1-16,1-1 1 0,0 2-1 0,-2 1-1 15,1-3-3-15,0 4 3 0,2-2 0 16,-1 0-1-16,0-1 1 0,1 0-8 0,-1 1 7 0,2-3-6 16,2-8-6-16,-3 19-4 0,3-19 1 0,0 19 4 15,0-19-2-15,4 18 2 0,-4-18 16 0,8 17-16 0,-2-9 1 16,0 0 3-16,2 0-1 0,1 1 6 15,2-2-3-15,0 2 2 0,2-1-1 0,-1-1 3 16,2 0 4-16,-1 1-5 0,0 0 6 0,1-1 3 0,-1 1 18 16,0 0 5-16,0-1 2 0,-1 1 88 0,-1 0-79 15,-2-1 27-15,1-1-6 0,-2 0 0 0,-2 2 31 16,1-2 24-16,-7-6 4 0,11 14 5 0,-11-14-1 16,6 12-6-16,-6-12-16 0,4 11-7 0,-4-11 3 15,0 0 7-15,-1 17-6 0,1-17-3 0,-6 10-12 16,6-10-21-16,-14 9-13 0,4-4-12 0,-1-3-5 0,-4 3-17 15,-1-2-12-15,-3-1-34 0,-1 0-40 16,-1-1-60-16,-1-1-84 0,-2-1-26 0,-3 1-142 16,0-3-49-16,-1-1-96 0,0-3-178 0,-1 0-458 0,5-2-776 15</inkml:trace>
  <inkml:trace contextRef="#ctx0" brushRef="#br0" timeOffset="108855.4401">21705 13995 326 0,'5'-8'511'0,"-5"8"-122"15,5-14-43-15,-5 14-99 0,3-11 26 0,-3 11-23 16,1-11 11-16,-1 11-54 0,-1-12-3 0,1 12-41 15,-3-12-4-15,3 12-30 0,-6-12 3 0,6 12-36 16,-9-10-1-16,9 10-22 0,-14-11-3 0,14 11-20 16,-16-8-1-16,4 5-21 0,0-1 8 0,-4 2-16 15,-1 0 2-15,-3 1-9 0,-2 1 4 0,0 2-9 16,-5 0 8-16,0 2-16 0,-2-1 13 0,-3 1-12 16,-1 1 8-16,1 3-5 0,0-2 5 0,-1 0-16 15,2 2 13-15,-1 0-10 0,2 2 9 0,0-1-8 16,1 3 7-16,1-1-8 0,1 2 4 0,0 0-5 15,1 3 8-15,2-2-4 0,-2 5 9 0,-2 3-9 16,1 0 13-16,0 3-6 0,1 3 13 0,-1 1 5 16,0 4 14-16,1 0 2 0,-1 0 8 0,1 2 0 15,2-1-10-15,1 2 2 0,3-1-6 0,1-1-8 16,4-2 11-16,2-2 1 0,3-2-8 0,2-2 20 0,2-3-7 16,3-3 18-16,3-1-10 0,2-2 22 0,4 0-22 15,2-2 13-15,4 1-27 0,5-6 8 16,3 2-24-16,3-5 14 0,8 2-24 0,3-4 12 0,2-2-26 15,3-1 23-15,1 0-46 0,0-4-15 0,3 0-40 16,-2 1-33-16,7-3-19 0,-9 1-49 0,-1 0-22 16,-2-3-72-16,-2 3 17 0,-6-1-44 15,-2-1-19-15,-2 1-69 0,-2-2 0 0,-5 1-419 0,-2-2-343 16</inkml:trace>
  <inkml:trace contextRef="#ctx0" brushRef="#br0" timeOffset="109072.4917">21022 14552 672 0,'0'0'497'0,"-19"-4"-102"16,19 4-49-16,-14-5-34 0,14 5-29 0,-11-4-31 16,11 4-32-16,-8-9-43 0,8 9-39 0,0 0-17 15,2-14-25-15,4 8-23 0,2 0-12 0,5-1-11 16,2 0-10-16,7 0-10 0,3-1-15 0,6 1-35 15,4-2-44-15,6 2-83 0,4-2 4 0,0 2-77 16,2-1-40-16,0 1-76 0,1 0-482 0,-1 0-351 0</inkml:trace>
  <inkml:trace contextRef="#ctx0" brushRef="#br0" timeOffset="109455.7346">22532 14107 359 0,'8'-9'529'0,"-2"2"-149"0,-6 7-19 0,6-14-82 16,-6 14 6-16,1-15-61 0,-1 15 14 0,-4-14-34 15,0 6-8-15,-1 1-30 0,-1 1-2 0,-3 0-30 16,-1 1 0-16,-1 0-26 0,-2 2-4 0,-2 2-17 16,-3 2 4-16,-2 1-13 0,-6 3 0 0,-4 4 7 15,-2 1-5-15,-6 7 5 0,-2 1-7 0,-1 4-7 16,-7 5-11-16,0 2 1 0,0 2-10 0,1 3 17 15,-1 1-20-15,2 0-4 0,2 1-2 0,5 1-3 16,2-1-7-16,8-5-2 0,5 0-2 0,1 0-2 16,6-1 13-16,3-3-19 0,4-3 18 0,5-3-17 0,3-2 43 15,2 0-17-15,5-2 11 0,4 0-37 0,5-1 31 16,3-1-43-16,8-2 39 0,4-1-49 16,3-4-2-16,9 0 3 0,4-2 0 0,0-2-3 15,4-1-2-15,1-2 15 0,1-1-57 0,2-3-2 0,-1 1-39 16,0-2-22-16,-1 1-27 0,-2-2-31 0,-1 0-20 15,-9 1-50-15,-2 0-15 0,-2 1-64 16,-9 1 17-16,-4 1-83 0,-1 0-52 0,-6 0-62 0,-15 1-244 16,21 2-249-16</inkml:trace>
  <inkml:trace contextRef="#ctx0" brushRef="#br0" timeOffset="110695.3947">20971 15604 296 0,'0'0'506'0,"0"0"-105"16,0-17-33-16,0 17-92 0,0 0 21 0,-1-15-28 15,1 15 19-15,0 0-31 0,-2-14-11 0,2 14-13 16,0 0-23-16,-2-13-19 0,2 13-24 0,0 0-27 16,0 0-19-16,-2-12-23 0,2 12-20 0,0 0-12 15,0 0-13-15,0 0 2 0,-2-10-13 0,2 10-3 16,0 0-3-16,0 0-4 0,0 0-1 0,0 0-3 15,0 0 0-15,0 0-5 0,0 0-1 0,-2-12 1 16,2 12 3-16,0 0-8 0,0 0 0 0,0 0 0 16,0 0-10-16,0 0 2 0,0 0-4 0,0 0 1 15,0 0-2-15,0 0-3 0,0 0 4 0,0 0-5 16,0 0 2-16,0 0-3 0,0 0 0 0,0 0 0 16,0 0-1-16,0 0 8 0,0 0-16 0,0 0 11 15,0 0 1-15,0 0-3 0,0 0-7 0,0 0 7 16,0 0 4-16,0 0-4 0,0 0 0 0,0 0 0 15,0 0-1-15,0 0-2 0,0 0 1 0,0-12 4 0,0 12-5 16,0 0 0-16,0 0 1 0,0 0-7 0,0 0 7 16,0 0-6-16,-4-11 15 0,4 11-13 15,0 0 10-15,0 0-10 0,-1-11 9 0,1 11-10 0,0 0 10 16,-1-12-4-16,1 12 6 0,0 0-10 0,-1-13 10 16,1 13-2-16,0 0 26 0,-1-13-7 15,1 13 28-15,0 0-26 0,-2-14 15 0,2 14-25 0,0 0 2 16,-1-14-1-16,1 14 3 0,0 0 18 0,-2-9-6 15,2 9-1-15,0 0-10 0,0 0-5 0,0 0 3 16,0 0 9-16,0 0 11 0,0 0 12 0,0 0 6 16,-2 10 9-16,2-10 14 0,0 25 43 0,-1-8-51 15,1 2 34-15,-1-1-47 0,1 4 40 0,-1 2-46 16,0 1 37-16,1 0-46 0,0 0 21 0,-1-1-48 16,1 1 34-16,0-1-43 0,0-3 32 0,-1 0-28 15,1-2 19-15,0 1-38 0,-1-3 3 0,1-1 0 16,-1-3 2-16,1 1 2 0,-1-3 2 0,1-11 2 15,-1 19 0-15,1-19 0 0,0 17 7 0,0-17-10 16,0 0-11-16,0 14-26 0,0-14-10 0,0 0-23 0,0 0-27 16,0 0-12-16,0 0 27 0,-1-17-33 0,2 6 0 15,1-4 4-15,2-2 2 0,0-5-20 16,2-2-3-16,2-5 15 0,0 0 15 0,-1-3 12 0,2 0 17 16,1 0 14-16,-2 2 12 0,1-2 14 0,-1 3 4 15,1 2 11-15,-3 4 5 0,0 3 18 0,0 1 8 16,0 2 7-16,-2 2 1 0,-1 5-12 15,0-2 6-15,1 3-11 0,-4 9 0 0,4-14 4 0,-4 14 4 16,6-9 6-16,-6 9 21 0,0 0-5 0,0 0 3 16,14 3 12-16,-14-3-17 0,10 10 23 0,-3-1-18 15,1 1 15-15,0 2-22 0,0 1 23 0,1 2-26 16,3 1 32-16,-2 0-43 0,0 0 27 0,1-1-32 16,-2 1 23-16,-1-1-35 0,1-2 34 0,-1-1-41 15,-1 0 31-15,-1 0-31 0,-1-4 33 0,1 2-34 16,-1 1 35-16,-5-11-33 0,7 13 27 0,-7-13-28 15,7 12 33-15,-7-12-35 0,5 7 37 0,-5-7-38 16,0 0 45-16,7 11-45 0,-7-11 36 0,0 0-37 16,4 8 35-16,-4-8-38 0,0 0 39 0,0 0-41 0,0 0 36 15,0 0-36-15,0 0 36 0,0 0-38 16,0 0 43-16,0 0-42 0,0 0 35 0,0 0-55 16,0 0 20-16,0 0-38 0,0 0-1 0,0 0-24 0,0 0-24 15,-15-1-19-15,15 1-36 0,0 0-36 0,-8-6-29 16,8 6-9-16,0 0-62 0,-7-6 30 0,7 6-50 15,0 0-19-15,-6-10-41 0,6 10-68 16,0 0-283-16,-2-13-233 0</inkml:trace>
  <inkml:trace contextRef="#ctx0" brushRef="#br0" timeOffset="111306.688">21585 15279 620 0,'0'0'541'15,"8"-13"-136"-15,-8 13-23 0,3-10-68 0,-3 10-3 16,0 0-37-16,1-13-13 0,-1 13-26 0,-3-9-6 0,3 9-39 15,-6-9-28-15,6 9-33 0,-10-7-16 16,10 7-22-16,-15-6-13 0,5 3-20 0,10 3-8 16,-21-4-10-16,8 3-6 0,-2 1-7 0,0 1-3 0,-3-1-8 15,-1 2-2-15,-2 0 1 0,-3 1-3 0,-1 0-2 16,2 0-1-16,-3 2-4 0,2-1 0 0,-1 2-2 16,1-2 3-16,2 3-2 0,-1 0 1 0,2-2-1 15,1 2 0-15,0 0-1 0,1 0-3 0,3 1 2 16,1 0 3-16,0 1 0 0,-1 1 9 0,4 2 11 15,-2 1 7-15,2 2 26 0,0 1-7 0,0 2 7 16,2 0-6-16,1 1-1 0,-1 1-1 0,2 2 4 16,0 0 12-16,0-1-2 0,0 3 10 0,-1 1-34 15,1 1 31-15,-1 0-43 0,1-4 37 0,-1 5-47 16,0-1 41-16,-1-1-52 0,1 2 49 0,0-2-45 16,0-3 3-16,2-1 5 0,0 1-1 0,0-1-7 15,0 0 8-15,2-2-2 0,1-2-2 0,0 0-1 16,0-1 2-16,1-1-1 0,0 1 0 0,0-1 0 15,1-5 6-15,-1 3 45 0,3-13-48 0,-2 21 48 16,2-21-33-16,0 16 41 0,0-16-38 0,8 15 42 16,-8-15-46-16,13 11 29 0,-2-6-46 0,5 0 38 15,2-3-50-15,4 0 32 0,5-1-37 0,4-1-2 0,1 0 4 16,6-3-3-16,3 2-24 0,-1-2-16 0,7-1-9 16,-2-1-13-16,-6 2-21 0,1-1-23 15,-3-1-23-15,-2 0-22 0,-2 0-20 0,-5 1-26 16,-2-1-15-16,-1 2-39 0,-5-2-29 0,-1 1-77 0,-3 0 7 15,-1-2-114-15,-3 1-15 0,-2 1-462 0,-10 4-524 16</inkml:trace>
  <inkml:trace contextRef="#ctx0" brushRef="#br0" timeOffset="111589.1926">21113 15877 775 0,'-12'-6'634'16,"2"1"-120"-16,2 0-56 0,8 5-50 0,-16-9-21 15,16 9-28-15,-12-9-28 0,12 9-35 0,-11-7-60 16,11 7-16-16,-7-7-38 0,7 7-7 0,-5-8-64 16,5 8 14-16,0 0-58 0,0 0 16 0,1-15-45 0,-1 15 23 15,11-2-45-15,-11 2 28 0,21-7-41 16,-9 3 17-16,6 1-43 0,5-1 9 0,2 1-58 15,1-1-23-15,8-1-38 0,3 1-37 0,0 0-47 0,1-1-70 16,1 2-44-16,1-1-18 0,-3 1-31 0,-1 0-41 16,-1 0-67-16,-6-1-322 0,0 0-342 15</inkml:trace>
  <inkml:trace contextRef="#ctx0" brushRef="#br0" timeOffset="111973.6703">22353 15437 293 0,'13'-10'578'0,"-2"1"-156"15,-1 1-19-15,0 0-58 0,0-1 19 0,-2 1-43 16,-2 0 13-16,1 2-3 0,-7 6-22 0,12-13-28 16,-12 13-37-16,7-9-44 0,-7 9-38 0,7-8-33 15,-7 8-21-15,0 0 11 0,0 0 13 0,0 0-14 16,-12 6 22-16,0 2-8 0,-4 3-10 0,-4 6 0 15,-3 0 24-15,-3 6-34 0,-2 1 2 0,-1 2-53 16,-1 0 35-16,1 2-51 0,0 2 32 0,1-1-48 16,2 0 38-16,0 1-48 0,1 0 34 0,4 0-40 0,1-1 32 15,5-5-36-15,2 1 31 0,3-4-35 16,3-2 0-16,2-1 0 0,4 0 10 0,2-1 0 16,4-1 4-16,2-3-2 0,5 1 8 0,3-2-11 0,5 0-3 15,5 0-5-15,4-5 0 0,4 1-6 0,2-3-13 16,3 0-32-16,0 0-10 0,1-2-5 0,8 1-47 15,0-1-49-15,-7 0-42 0,2-1-44 0,-2 2-46 16,-1-2-62-16,-1 2-37 0,-4 0-45 0,-1 1 1 16,-7 0-62-16,-3 1-52 0,-2 1-388 0,-8 0-509 15</inkml:trace>
  <inkml:trace contextRef="#ctx0" brushRef="#br0" timeOffset="112840.4419">20838 16760 351 0,'-12'-4'305'16,"3"0"-42"-16,9 4-31 0,-11-9-30 0,11 9-5 16,-6-13-26-16,6 13-1 0,0-14-4 0,0 14-2 15,3-17 28-15,-3 17-3 0,6-16 33 0,-6 16 17 16,4-14 2-16,-4 14-19 0,4-10-28 0,-4 10-23 15,0 0-5-15,5-11 24 0,-5 11 42 0,0 0 15 16,0 0-1-16,5 14-61 0,-5-14 31 0,0 24-45 16,-1-6 28-16,-1 2-13 0,0 4-24 0,-1 1-17 15,-1 6-20-15,0-1-11 0,1 1-20 0,-3-1-16 16,2 1-9-16,0-1-17 0,0-5-4 0,0 0-12 16,0-1-8-16,1 0-5 0,-1-4-1 0,-1 1-8 15,2-3-3-15,0-1 14 0,0-1-22 0,0-1-4 0,0-3-5 16,1-1-10-16,0-1-9 0,2-10-11 0,-4 18-7 15,4-18-14-15,-4 13-24 0,4-13-2 0,-6 8-5 16,6-8-20-16,0 0-9 0,0 0 11 0,0 0-11 16,-12-4-17-16,12 4 71 0,-6-17-74 0,3 7 79 15,1-6-82-15,-2-2 73 0,2 0-66 0,1-5 20 16,0 2 15-16,2-4 21 0,1-1 13 0,3 0 16 16,0-4 8-16,1 1 9 0,1 2 7 0,0 1 8 15,2 2 2-15,0 4 5 0,0 1 12 0,1 0 0 0,0 2 3 16,0 5 7-16,1 2 23 0,0 1 18 15,0 2 7-15,0 3 14 0,0 1 13 0,-11 3 14 16,24 3-45-16,-13 1 24 0,2 3-23 0,-2 2 32 16,1 1-47-16,0 3 37 0,-2 2 10 0,1 2-1 15,-1 0-12-15,-1 2-20 0,0-1-7 0,0 1-5 0,-1 0-5 16,-2-2-11-16,0-1-5 0,-1 0-9 0,1-2 5 16,-2-1-5-16,0-1-3 0,0-1-2 0,-1-2-2 15,-3-9 6-15,6 17-4 0,-6-17 3 0,4 12-4 16,-4-12 5-16,7 8-28 0,-7-8-25 0,0 0-17 15,12-1-9-15,-12 1-18 0,12-10-3 0,-3 1-43 0,0-4 11 16,1-2-26-16,2-2-2 0,-1-2 17 16,5-4 17-16,-2 3 24 0,2-2 18 0,-3 5 11 15,-1 0 6-15,0 2 14 0,-2 2 2 0,0 3 4 0,-1-1 10 16,-2 5 5-16,0 1 14 0,-7 5 15 0,14-7 13 16,-14 7 10-16,0 0 15 0,14 7-3 15,-14-7-5-15,7 13-3 0,-3-4-19 0,-1 1 5 0,0 1-5 16,0 3-2-16,0 1-4 0,2-2-14 0,-2 2-18 15,1 1 9-15,0-1-134 0,1-1-8 0,0 1-122 16,1 0-36-16,-1-1-48 0,2 0-114 0,2-3-50 16,0-1-373-16,0 0-456 0</inkml:trace>
  <inkml:trace contextRef="#ctx0" brushRef="#br0" timeOffset="113190.4934">22449 16598 456 0,'7'-17'521'0,"-3"3"-111"16,-1 1-79-16,-1 1-32 0,-2 12-18 0,1-21-16 16,-1 21 2-16,-4-17-6 0,-2 10-11 0,6 7-13 15,-14-9-8-15,14 9 5 0,-22 2 3 0,6 2-26 16,-2 4-17-16,-2 5-16 0,-2 2 4 0,-4 7-45 15,-1 1 48-15,0 3-43 0,0 0 15 0,2 3 8 16,1 1 44-16,2 0-46 0,0 0 23 0,2 0-26 16,1 0-7-16,4-2-10 0,1-2-15 0,1 0-9 15,1 0 0-15,1-1-22 0,2-4-14 0,3 0-15 16,1-1-11-16,2-3-12 0,-1 0 4 0,2-2-11 16,2-2-8-16,2-1-7 0,1-1-31 0,2-2-35 0,3 0-59 15,4 0-56-15,1-3-56 0,5 0-48 16,1-3-53-16,6 0-43 0,1-5-19 0,1 1-116 0,-1-2-4 15,1-2 18-15,-3-1-70 0,0 0 29 0,0-2-516 16,-2-2-651-16</inkml:trace>
  <inkml:trace contextRef="#ctx0" brushRef="#br0" timeOffset="113406.7018">22347 16920 8 0,'-12'-5'666'0,"2"-1"-113"0,1 3-114 16,-1-1-2-16,0 1-23 0,1-2-12 0,-2 2 9 15,11 3 5-15,-16-8-37 0,16 8 15 0,-13-6-72 16,13 6 2-16,-9-6-101 0,9 6-2 0,0 0-73 16,0 0 11-16,6-16-71 0,5 11 21 0,2-1-54 15,8-1 23-15,1 0-55 0,4 1 32 0,5-1-49 16,2-1 34-16,1 0-53 0,1 0 6 0,-1 2-60 16,0-1-12-16,-2 1-79 0,-5 2-34 0,-2-1-60 15,-3 1-65-15,-3 1-83 0,-4 0-10 0,-2 0-109 16,-13 3-119-16,16-4-397 0,-16 4-647 0</inkml:trace>
  <inkml:trace contextRef="#ctx0" brushRef="#br0" timeOffset="115107.8068">24770 14153 113 0,'-3'-13'555'0,"1"0"-152"16,0 1-16-16,-2 0-94 0,0 2 48 15,1 0-49-15,1-1 5 0,-3 1-37 0,5 10-30 0,-6-16-41 16,6 16-29-16,-6-10-38 0,6 10 13 0,0 0 16 16,-13 3 10-16,4 6-1 0,1 4-25 0,-2 3-15 15,-3 7-17-15,2 4-1 0,0 0-29 0,-3 6-5 16,2 2-8-16,4-4-8 0,-1 2 1 0,2-1-10 16,2 0-5-16,0 1-10 0,2-2 0 0,-2-4-6 15,3 0-2-15,1-2-2 0,0 1-2 0,0-2 14 0,1-3-25 16,-1-2 22-16,1-2-28 0,0-3 18 15,0-1-19-15,0-1 23 0,0-12-20 0,0 20 30 16,0-20-24-16,-1 15 27 0,1-15-32 0,0 0-1 16,0 0 2-16,-2 10-3 0,2-10-2 0,0 0 3 15,-2-13-2-15,2 13-1 0,-1-24-5 0,1 11-4 16,1-6 5-16,0-1 1 0,2-5-41 0,-2-2 5 16,2-5 0-16,1-2 8 0,2 0 15 0,-3-1-15 0,2-7 10 15,0 9-10-15,1-10 18 0,-1 3-6 0,2 6 7 16,-2 2-5-16,0 0 3 0,1 3 2 0,-1 6 1 15,2 1 4-15,-1 3-2 0,-1 3 1 0,1 1-2 16,1 5 5-16,3 0-2 0,0 1 10 0,-1 4-11 16,2 1 3-16,1 3-2 0,-12 1 8 0,27 2-12 15,-13 3 7-15,3 1-9 0,-3 2 9 0,4 1-5 16,-1 2 2-16,-1 0-1 0,-1 3-3 0,-1-3 3 16,-2 3 3-16,-1-3-4 0,-2 1 1 0,-1 0 0 15,0 0 4-15,-4-3-2 0,-1 1 8 0,-3-10-4 16,0 19 3-16,-4-10 2 0,-2 0-1 0,-3 1-2 15,-2-1-2-15,-5 1-11 0,-4 0-21 0,-2-2-15 16,-1 1-28-16,-4-1-3 0,-3 2-33 0,0-3-24 16,2 1-56-16,3-1 6 0,1-2-58 0,2 2 8 15,5-1-71-15,2 0-63 0,2-1-54 0,3 2-289 0,10-7-222 16</inkml:trace>
  <inkml:trace contextRef="#ctx0" brushRef="#br0" timeOffset="115824.8123">25259 14241 390 0,'5'-13'495'0,"2"1"-125"0,-4-2-39 16,0 1-77-16,2-3 12 0,-1 1-57 0,1-3-8 15,1 0-12-15,4-2 7 0,-4 2-28 0,3 0 3 16,1 0-39-16,-1 3-2 0,1 0-26 0,-1 2-1 15,3 3-25-15,-4-1-4 0,1 2-25 0,3 2 3 16,-3 1-15-16,0 3 8 0,-9 3 3 0,22 0 23 16,-13 3-13-16,3 3 11 0,-2 3-6 0,1 3 3 15,1 2 8-15,-1 5-2 0,1 0 7 0,-1 5-11 16,-2 2 5-16,0 2-20 0,-2 2 5 0,-3-1-15 16,-1 2-11-16,1 1 1 0,-4-3-5 0,-3 4-2 15,1 0-5-15,-2 1-6 0,-3-2 2 0,-2 0-8 16,0-1 2-16,-4 1 10 0,-1-3-18 0,-1 1 15 15,-3-5-16-15,2-2 14 0,-5-2-19 0,1 0 24 16,-3-3-23-16,1-2 15 0,-2-1-17 0,-1-3 17 16,2-1-19-16,0-2 17 0,2-4-15 0,1-2 9 15,2-1-20-15,3 0-6 0,0-4-23 0,-1-1-6 0,3-2-22 16,0-3-18-16,4-1 1 0,2-1-6 0,2-2 15 16,2-2-4-16,2-3 11 0,1 1 7 0,2-3-3 15,3-3 5-15,1 1 9 0,3-5-10 16,1 0 15-16,1 0 2 0,2 1 22 0,3 2-15 0,1 1 25 15,0 3-8-15,1-1 22 0,-1 5-13 0,0 2 23 16,2 3-7-16,-3 1 16 0,0 3 10 0,0 4 11 16,-3 0-13-16,1 2 12 0,-2 3-1 0,0 0 9 15,-1 3-7-15,-2 2 5 0,1 1 1 0,-3 2-4 16,-1 1-10-16,-1-2 1 0,-2 3 1 0,-2-1-13 16,1 1 2-16,-4 0-3 0,0 2-3 0,-3-1-7 15,-1 2 2-15,-3 1-6 0,-3-1-1 0,1-1 0 16,-3 1 2-16,-3-2-9 0,-1 0-2 0,2-1-10 15,-4-2-8-15,-1 0-13 0,2-1 1 0,0-2-7 16,-1-1 5-16,4-2-12 0,-2-2 18 0,3 0-5 16,1-2 8-16,14-1-14 0,-22-1 14 0,22 1-11 15,-17-4 16-15,17 4-4 0,-10-5 16 0,10 5-13 16,-8-5 21-16,8 5-14 0,0 0 22 0,0 0-8 0,6-8 24 16,-6 8-6-16,11-3 16 0,-11 3-6 15,18 0 11-15,-5 1-4 0,1-1 7 0,1 3-15 16,2-1 7-16,2 0-14 0,-1 4 5 0,5-1-17 15,-1 1-23-15,0-2-66 0,1 2-68 0,2-1-100 0,-5 2-19 16,2 0-113-16,-1-1-107 0,-5-1-338 0,2-1-370 16</inkml:trace>
  <inkml:trace contextRef="#ctx0" brushRef="#br0" timeOffset="116441.4253">25816 14437 366 0,'2'-11'605'0,"-2"11"-153"0,1-17-39 0,-1 17-87 16,-1-12-35-16,1 12-54 0,0 0 4 0,-4-8-4 15,4 8 0-15,0 0-16 0,-11 4-16 0,11-4-13 16,-12 14-21-16,6-5-17 0,-1 3-25 0,1 3-24 16,-1 0-20-16,-1 2-9 0,4 1-7 0,-2 3 2 15,2-1-21-15,1-1 0 0,-1 0-23 0,4 0 17 16,-2 0-29-16,0 0 2 0,-1-4-5 0,2-1 9 15,0 0-18-15,1-2 17 0,0-12-15 0,-1 21 14 16,1-21-9-16,0 16 26 0,0-16-10 0,-2 13 28 0,2-13-32 16,0 0 43-16,0 0-55 0,0 0 24 15,0 0-33-15,0 0 28 0,0 0-35 0,-4-16-1 16,4 16 7-16,2-23-1 0,0 5-1 0,0-1 1 16,1-3-2-16,2-4-2 0,1-4-6 0,1-1 8 0,0 0-11 15,4-1 22-15,-4-1-25 0,3-2 19 0,2 0-20 16,-1 4 9-16,0 1-14 0,3 4 20 0,-3-2-23 15,3 4 18-15,-1-1-16 0,0 7 19 0,-1 0-16 16,-1 3 16-16,3 2-20 0,-3 4 13 0,2-1-9 16,1 3 14-16,1 2-12 0,-3 3 14 0,1 2-10 15,3 0 10-15,-3 5-10 0,2 1 8 0,-2 0-11 16,-1 2 13-16,0 0-15 0,-1 3 15 0,-2 0-14 16,-2 1 4-16,0 0-5 0,-3-1 9 0,-1 1-11 15,-3 1 12-15,-1-1-13 0,-3 3 6 0,-3-2-1 16,-2 3 1-16,-4-1 2 0,0 0-2 0,-6 2 2 15,-3-1 0-15,2 0 4 0,-1 1 5 0,1-4 0 16,2 0 0-16,2 0-1 0,-1 0 1 0,3 1 1 16,1-1 4-16,3-1 5 0,2 1 17 0,3-1 29 0,5 1 51 15,2-2-13-15,5 3 34 0,9 1-30 16,4-1-4-16,7 1 1 0,6 0 3 0,6 1-2 16,1-1-19-16,1-4-10 0,2 3-9 0,-1-3-12 15,1 1-10-15,2-2-6 0,-7 3 25 0,4-3-97 0,-1 0-23 16,-9-1-68-16,1-2-65 0,-4 2-70 0,-6-3-90 15,-3 1-50-15,-2-3 19 0,-5 3-40 0,-3-1-38 16,-10-6-94-16,8 11-245 0,-8-11-345 0</inkml:trace>
  <inkml:trace contextRef="#ctx0" brushRef="#br0" timeOffset="117207.8882">24185 15408 279 0,'2'-21'639'16,"0"3"-172"-16,-1 1 11 0,1 2-30 15,-1 2-39-15,0 1-31 0,-1 12-46 0,2-21-64 16,-2 21-51-16,0-16-38 0,0 16-5 0,0 0 22 0,0 0-19 15,0 0-15-15,0 0-18 0,0 0-13 0,-8 15-11 16,7-1-13-16,0 3-21 0,1 3-5 0,-2 4 27 16,2 1-50-16,-1 0 28 0,1 3-46 0,0-3 25 15,0 1-52-15,1 0 36 0,-1-3-48 0,1 3 37 16,0-2-44-16,-1-4 39 0,1 1-46 0,-1-3 43 16,0 1-36-16,0-3 31 0,0 1-45 0,-1-5 44 15,1 1-13-15,-1-2 9 0,1-11-40 0,-1 21 43 16,1-21-43-16,-2 16 51 0,2-16-36 0,-1 12 30 15,1-12-40-15,-4 10 37 0,4-10-63 0,0 0 45 16,0 0-54-16,0 0 48 0,-11-6-61 0,11 6 42 16,-8-18-46-16,4 5 16 0,0-3-29 0,-1-3 9 15,1-4-2-15,0-2-15 0,1-6 22 0,1 2-6 16,1-3 12-16,1-1 0 0,2-3 10 0,1 4 3 0,2 0 7 16,1 2 2-16,2 1 9 0,2 0 4 15,0 4-1-15,1 2 14 0,2 0-11 0,0 5 7 16,1 2-1-16,0-1 3 0,2 6 2 0,1-3 2 15,1 4-1-15,-1 1 5 0,1 4-6 0,-1-1 8 0,1 2 2 16,1 2-3-16,-2 2 0 0,1 0 2 0,0 2-2 16,0 1 0-16,-2 2 1 0,1 1 3 15,-3 2 3-15,1 0-6 0,-3 1 4 0,0 3-3 0,-2-1 7 16,-1 1-5-16,-3 2 1 0,-3-1 1 0,-2-1 2 16,-3 1 1-16,-3 1 6 0,-2 0 8 0,-4 1-5 15,-4-1-1-15,-1 1 0 0,-7 0-1 0,-2-2-2 16,-4 1-1-16,0-2 2 0,-1 0-7 0,-1 0-12 15,0-1-45-15,4 0-51 0,1-3-78 0,4 0-109 16,4 1-47-16,2-1-47 0,5-1-79 0,1 0-494 16,10-7-546-16</inkml:trace>
  <inkml:trace contextRef="#ctx0" brushRef="#br0" timeOffset="117942.3838">24782 15423 141 0,'10'-15'654'16,"-3"-3"-82"-16,2 1-75 0,-2-2-53 0,0 0-78 15,-1-1-5-15,1 1-27 0,0 0-39 16,-1 0-27-16,1-2-29 0,-2 2-16 0,1 3-44 16,-1-2-2-16,-1 2-50 0,3 2 32 0,-3 0-62 0,3 1 12 15,-1 1-57-15,4 2 39 0,-1 2-65 0,2 2 28 16,1 2-40-16,0 3 32 0,2 2-32 0,0 2 33 15,2 4 3-15,-3 1-5 0,4 3 12 0,-2 3 6 16,2 5 8-16,-3 2-22 0,2 2 46 0,-5 5 7 16,-2-1-9-16,0 5 22 0,-2 0-54 0,-1 4 21 15,-3-1-45-15,1 0 30 0,-4 1-10 0,2-2-12 16,-4 1-43-16,2-3 34 0,-4 0-32 0,1-1 29 16,-3-1-35-16,1-7 29 0,-2 0-33 0,-2-2 38 15,-3 2-41-15,-2-1 32 0,1-3-32 0,-2-3 35 16,0-2-35-16,-4 0 31 0,2-3-32 0,-4-1 35 15,1 0-39-15,-1-4 41 0,-1-1-55 0,2-2-10 16,0-3-1-16,0 0 28 0,0-1-39 0,2-4 21 16,2 1-41-16,0-3 31 0,1-3-76 0,3-2 26 15,2-3-61-15,2-2 31 0,4-3-36 0,2-5 30 16,3 0 1-16,4-4 22 0,5-4 2 0,3-3 41 16,3-2-27-16,2 1 28 0,4 1 3 0,3 4 11 0,-1 0 6 15,3 3 11-15,-1 3 7 0,3 1 8 0,-5 8 9 16,1 1 11-16,-5 2 2 0,0 3 7 0,0 5 12 15,-4 0 3-15,0 4 1 0,-1 2 14 16,0 3 3-16,0 4-2 0,-1 2-3 0,-2 4 10 0,-1 4 30 16,1 1-52-16,-3 3 35 0,-5 1-47 0,1 3 37 15,-3 0-45-15,-4 0 32 0,2 0-45 0,-5-1 37 16,1 1-47-16,-5 1 46 0,0-1-46 0,-2-1 45 16,0-4-48-16,-1 0 40 0,0-3-43 0,-2-1 41 15,-2-1-44-15,1-2 47 0,-2-1-50 0,-1-2 41 16,1-1-56-16,0-3 26 0,1-1-40 0,1-3 37 15,2-2-57-15,-1 2 16 0,3-4 12 0,-2 1-20 16,1-2-7-16,2-1 11 0,0-1 12 0,10 5 10 16,-16-8 6-16,16 8 7 0,-9-8-2 0,9 8 7 15,0 0 6-15,-2-9 16 0,2 9 14 0,0 0 10 16,13-5 33-16,-13 5-13 0,19 0 4 0,-10 3-1 16,4-1-1-16,1-1-37 0,3 3 21 0,1-1-22 15,1 1 11-15,2 0-47 0,3 2-5 0,1-1-51 0,0 2-76 16,2-3-80-16,-2 2-100 0,4 2-43 0,-3-1 10 15,-1-1-92-15,0 1-99 0,-1-1-372 0,-4-1-506 16</inkml:trace>
  <inkml:trace contextRef="#ctx0" brushRef="#br0" timeOffset="118608.4457">25682 15554 622 0,'2'-17'607'0,"-2"4"-102"15,2 2-33-15,-2 11-92 0,0-17-54 0,0 17-67 16,0-13-9-16,0 13 6 0,0 0-5 0,0 0 18 16,0 0-28-16,-4 5 5 0,4-5-14 0,-5 23-17 15,3-7-70-15,2 2 17 0,-2 1-58 0,0 0 32 16,-1 4-61-16,0 1 29 0,2 0-53 16,-1-1 36-16,2 1-49 0,-1-1 27 0,-1-2-48 0,2-1 37 15,0-1-50-15,-2 1 1 0,2-3-3 0,-2 0 7 16,2 0-5-16,-1-4-1 0,0-1 2 0,1 0 6 15,0-12-5-15,-1 20 1 0,1-20 12 0,-1 17-12 16,1-17 3-16,-1 11 1 0,1-11-1 0,0 0 4 16,0 0-7-16,0 0-2 0,0 0-2 0,0 0 32 15,0 0-28-15,0 0 14 0,1-19-61 0,1 6 27 0,-2-3-64 16,1-3 27-16,2-6-56 0,-1-2 42 0,0-1-54 16,1-6 42-16,4-2-26 0,-1-3 38 15,3 1-9-15,0 1 30 0,1 7-8 0,0 1 26 16,2 2-11-16,1 2-2 0,-2 6 11 0,1 1 4 0,1 1 6 15,0 3-1-15,1 2 5 0,-1 3 1 0,3 2 1 16,-3 0 25-16,3 2-26 0,0 1 20 0,0 4-21 16,-1-1 18-16,1 2-17 0,0 3 18 0,-2 1-16 15,-1 4 17-15,1-2-2 0,-3 5-2 0,-3-3 4 16,-1 5 2-16,0-1 6 0,-4 2 8 0,-1-1-8 16,-4 0 2-16,-1 2 0 0,-4-1-6 0,-2 0 1 15,-4 1 0-15,-7 2 3 0,-1-2-8 0,-1 1-6 16,-5-1 3-16,2-1-2 0,0 0-2 0,-1-1 2 15,6 0 2-15,-1-1-8 0,3-1 2 0,5 1 0 16,0 1 21-16,5-1 12 0,0-1 87 0,8 2-27 16,4-1 72-16,4 0-12 0,7 3 43 0,8 0 2 15,10 4 76-15,5-1-21 0,6-3-18 0,2 0-35 16,-1 0 0-16,4 0-79 0,1-2 76 0,-1-1-84 0,-2 0 54 16,0-2-122-16,1 1-43 0,-4-4 0 15,0 3 0-15,-4-4 0 0,-5 0 0 0,-5-1 0 16,-3 0 0-16,-3-1 0 0,-4-3 0 0,-2 3 0 15,-4-3 0-15,0 1 0 0,-1-1 0 0,-2 0 0 0,-11-2 0 16,18 3-215-16,-18-3-119 0,0 0-25 0,10 4-72 16,-10-4-69-16,0 0-101 0,-19 2 5 15,19-2-75-15,-27-2-116 0,7 2-373 0,2-1-776 0</inkml:trace>
  <inkml:trace contextRef="#ctx0" brushRef="#br0" timeOffset="120365.1458">24178 16655 524 0,'7'-12'433'16,"0"2"-81"-16,-2 0-58 0,0 0 28 0,0 1-79 15,-1 0 34-15,-1 0-45 0,-3 9 62 16,7-17-66-16,-7 17 52 0,5-15-69 0,-5 15 45 16,4-11-88-16,-4 11 40 0,3-12-97 0,-3 12 37 0,0 0-85 15,4-8 63-15,-4 8-58 0,0 0 96 0,0 0-49 16,-9 6 74-16,4 2-51 0,-3 5-2 0,-1 4-6 15,-1 2-1-15,-4 6-7 0,1 2 10 0,-2 6-12 16,1 2-6-16,-1 2-10 0,3 1-9 0,0 2-13 16,0 1 27-16,1-1-32 0,0 1 16 15,3-1-47-15,-1-1 22 0,1-2-38 0,-1-4 20 0,0 2-40 16,3-7 30-16,1-3-39 0,0-1 29 0,0-4-32 16,1-2 32-16,0-2-32 0,0-1 7 0,1-2 14 0,0-2 8 15,1-2 22-15,2-9 16 0,-5 17 18 16,5-17 4-16,-4 13-5 0,4-13-10 0,0 0-16 0,-2 12 10 15,2-12-48-15,0 0 19 0,0 0-7 0,0 0 0 16,10-8-6-16,-10 8 1 0,12-13-17 16,-3 3-2-16,3-1-9 0,1-3-6 0,6-3-28 0,-1-3-16 15,7-5-9-15,1-1-11 0,2-2-15 0,2 0 6 16,1-2-8-16,1 0 10 0,2 1 9 0,-1 1 8 16,0 1 9-16,0 2-1 0,-1 1-25 0,-2 2 44 15,-1 3-26-15,-5 4 45 0,-2 0-38 0,-4 4 42 16,0 1-4-16,-5 2-6 0,-2 1-16 0,-1 1-8 0,-1 0-10 15,-9 6 8-15,13-6 1 0,-13 6-18 0,0 0 47 16,0 0 5-16,0 0 4 0,-4 12-4 16,-5-6 2-16,-3 2 1 0,-5 4 2 0,-1 1 1 0,-5 1 48 15,-2 2-55-15,-7 3 41 0,1 0-49 0,-4 0 42 16,2-1-45-16,0 0 46 0,-2 1-52 0,2-1 51 16,2 0-50-16,4-3 53 0,1 0-53 0,4-2 52 15,5-2-51-15,0 1 49 0,5-3-44 0,0 1 60 16,2 0-45-16,4-2 55 0,1 0-48 0,5-8 52 15,0 14-47-15,0-14 47 0,11 14-46 0,1-8 45 16,4-1-53-16,3-1 38 0,3 1-46 0,5 0 42 0,0-1-47 16,2-1 13-16,1 0-96 0,1 0 5 15,-2-1-156-15,-1 0-43 0,-1 0-134 0,-1 0-16 0,-4 0-51 16,-1 0-95-16,-2-1-89 0,-1 1-342 0,0-1-633 16</inkml:trace>
  <inkml:trace contextRef="#ctx0" brushRef="#br0" timeOffset="120759.0262">24929 16927 228 0,'0'-18'747'0,"0"2"-136"16,-2 4-94-16,2-1-71 0,-2 1-61 15,2 12-31-15,-1-20-23 0,1 20-44 0,-2-13-34 16,2 13-35-16,-2-12-31 0,2 12-5 0,0 0 22 0,-6-6-37 15,6 6 39-15,-7 9-4 0,-1 0-17 0,2 3-18 16,-3 5-2-16,0 1-20 0,2 3-16 16,-3 0 24-16,1 4-35 0,-1 2 35 0,1-5-42 0,0 5 25 15,0 0-41-15,0 0-14 0,0-1-3 0,2-2-16 16,1-3-6-16,-1 3-9 0,2-3-10 0,1 0-6 16,0-3 1-16,0-2-11 0,0 1-4 0,3-2 0 15,-3-2-4-15,3-1 9 0,-2-2-5 0,3-10-1 0,-3 19 4 16,3-19 9-16,0 16 0 0,0-16 7 15,4 14 4-15,-4-14-13 0,13 7-2 0,-3-5 8 0,-10-2-23 16,24 4 6-16,-11-4-8 0,4 0-1 0,3-1-2 16,-2-2-13-16,2 1-26 0,4-1-43 0,-1 0-19 15,1-1-71-15,0 1-3 0,0-3-101 0,-2 1 29 16,1 1-131-16,0-3-17 0,-1 1-87 0,-2-2-87 16,0 1-12-16,-2 0-85 0,2-2-538 0,-4 0-809 15</inkml:trace>
  <inkml:trace contextRef="#ctx0" brushRef="#br0" timeOffset="121426.919">25410 16842 285 0,'8'-16'596'0,"-2"3"-92"0,1 1-41 0,-1 3-2 0,-2-2-42 16,0 3-31-16,1 0-37 0,-5 8-27 0,7-11-3 15,-7 11 20-15,0 0 8 0,9-6-6 0,-9 6-12 16,5 8-7-16,-5-8-50 0,4 20 10 0,-2-3-60 15,-2 1 9-15,-2 7-22 0,0 1-18 0,-2 5-19 16,1 2-14-16,-4 2-26 16,0 3-22-16,-3 0-15 0,1-1 1 0,0-5-30 0,1-1-9 0,-1 1-20 0,1-3-8 15,0-2-31-15,2-4 0 0,-2-1 0 16,3-1 0-16,-3-2 0 0,2-3 0 0,0-2 0 0,1 0 0 16,0-2 0-16,1-2 0 0,2-1 0 0,2-9 0 15,-10 14 0-15,10-14 0 0,-8 9 0 0,8-9 0 16,0 0 0-16,-11 3 0 0,11-3 0 0,-10-7 0 15,10 7 0-15,-11-17 0 0,7 5 0 0,-3-4 0 16,3-3-56-16,-2-3-44 0,3-3-17 0,3-2-9 16,0-8-7-16,3 0 6 0,3-7-4 0,1-2 12 15,3 2 22-15,1 0 22 0,3 3 15 0,0 1 8 16,2 6 10-16,-3 3 11 0,1 3 2 0,-1 4 6 16,3 0-5-16,-5 6 12 0,0 1-2 0,1 4 0 15,-2 2 7-15,2 2 1 0,-1 3 12 0,-11 4 4 16,23 0 11-16,-14 4 4 0,3 3 11 0,-1 2-1 15,1 1 0-15,-1 4 4 0,3 1-3 0,-1 1 1 0,-1 1-8 16,-3 2 1-16,1 0 27 0,1 0-38 0,-1 0 29 16,-1 0-34-16,1-1 25 0,-1 0-39 0,-1-6 37 15,-2 1-39-15,2-2 35 0,-3-2-33 0,1 0 33 16,-6-9-29-16,7 15 32 0,-7-15-35 0,8 8 33 16,-8-8-43-16,0 0 32 0,0 0-31 0,16-4 24 15,-11-4-63-15,1-1-5 0,2-3-4 0,-1-2 3 16,3-4-3-16,2-2 7 0,3-2 11 0,-2 0 10 15,3 1 5-15,-4 5 5 0,2 0 1 0,-2 3 2 16,0 1 3-16,-3 0 4 0,-2 5 5 0,1 0 7 0,-8 7 29 16,14-5 32-16,-14 5 29 0,11 8 14 0,-7 0 11 15,1 6 11-15,0 1-9 0,-2 3-16 16,1 5-6-16,-2 0-9 0,0 2-7 0,2 2-14 0,-3-1-18 16,3 6-11-16,0-1 0 0,1 0-6 0,-2 1-40 15,1-7-53-15,-2 3-66 0,2-2-32 0,-3-1-117 16,0-2-15-16,-1-2-159 0,0-3-56 0,-2 0-129 15,-2-2-48-15,-3-1-189 0,0-1-374 0,-2-1-857 16</inkml:trace>
  <inkml:trace contextRef="#ctx0" brushRef="#br0" timeOffset="166258.9504">14171 2223 52 0,'0'0'226'15,"-1"-11"-2"-15,1 11-76 0,-6-11 7 0,6 11-27 16,-9-11 20-16,9 11-40 0,-13-10-17 0,13 10 0 16,-16-11-4-16,8 6-8 0,-2 1-8 0,1 0-9 15,-1-1-7-15,-1 2 12 0,-1 0 0 0,0 0-10 16,-1 2-2-16,-1 0 3 0,0 2 16 0,-4 0-23 15,-1 2 18-15,-4 3-1 0,-2 5-1 0,-6 1-4 16,-3 6-1-16,-2 4-5 0,-6 8-1 16,-3 6-3-16,0 4 8 0,0 4 51 0,0 3-73 0,0 4 35 15,4 0-67-15,-1 1 0 0,3 0-2 0,6 0 10 16,3 2 20-16,7-4-17 0,4-7-16 0,3-2 3 16,3 0-3-16,6 0 6 0,3-7-8 0,4 0-2 15,0-3 8-15,6 0-9 0,1-4-1 0,2-2-3 16,3-1 2-16,1-6 4 0,1-2-16 0,1-1 17 15,1-4-4-15,2-3-4 0,0-2 6 0,1-5-8 16,0-1 8-16,3-1-9 0,0-4 11 0,1 0 2 16,2-6 0-16,2 1-4 0,-2-4-2 0,2-2-8 15,-3 0 47-15,5-5-46 0,-2 1 38 0,2-2-40 16,-1 0 42-16,-1 0-50 0,0 0 0 0,0 1 4 0,-3 4 0 16,0 0 6-16,-3 3 2 0,0 2 3 15,-4 1 0-15,3 2 7 0,-6 2-1 0,2 1-10 16,-1 3 8-16,-1 2 7 0,-14 1 4 0,20 3 9 15,-8 2 43-15,-2 2-44 0,-1 3 30 0,-1 2-44 16,-2 1 34-16,-1 0-42 0,-1 3-1 0,-2 0 7 16,0 1-3-16,0-1 0 0,-2 0 0 0,-2 1 10 0,0-2-7 15,0 0 7-15,-1 0-4 0,0-3 7 0,0-2 27 16,-3 0 2-16,2-1-3 0,-2-1 6 0,-1-2 13 16,7-6-7-16,-15 8 0 0,15-8-5 0,-18 5-4 15,18-5-5-15,-21-2 0 0,12-2-15 0,-2 1 6 16,-3-3-9-16,2 0 4 0,-2-2-9 0,3 0-4 15,0-3 1-15,1 3-18 0,2-3 0 0,3-1-19 16,-1 1 16-16,5 1-30 0,1 10 10 0,3-23-23 16,3 12 15-16,3-1-42 0,1 2 37 0,3-1-45 15,2 0 2-15,3 1-8 0,3 0-13 0,-1 0-13 16,0 1-29-16,3 2-12 0,-2-1-28 0,0 0-51 16,0 2-52-16,2-1-266 0,-6 1-74 0</inkml:trace>
  <inkml:trace contextRef="#ctx0" brushRef="#br0" timeOffset="166516.2432">14516 2583 85 0,'6'-19'519'16,"-2"3"-99"-16,-2 0-49 0,0-1-38 0,-1 3-7 16,0 1 14-16,-1 2-20 0,0 11 33 0,1-20-88 15,-1 20-16-15,0-16-103 0,0 16 37 0,0 0-35 0,0 0 81 16,0 0-94-16,-7 7 49 0,3 5-90 15,-1 5 58-15,0 4-94 0,-2 7 2 0,-1 3-8 16,-4 6-2-16,3 1-6 0,0-1-31 0,0 2 15 0,0 1-17 16,1-1 12-16,-1-1-23 0,2-5-12 0,2 0-37 15,-1-1-13-15,3 1-47 0,-3-1-33 0,4-1-21 16,-1-5-53-16,-2-1-52 0,3 0-16 16,0-1-8-16,-1-1-18 0,1-2-36 0,0-2-43 0,0-3-60 15,2-1-214-15,0-2-173 0</inkml:trace>
  <inkml:trace contextRef="#ctx0" brushRef="#br0" timeOffset="166742.7529">14589 2935 123 0,'13'-25'439'0,"1"1"-56"0,-3 3-62 0,-2 2-8 16,1 2 21-16,-4 4 57 0,0 0-101 0,-1 4-1 15,-1-1-98-15,0 2 5 0,-4 8-84 0,7-12 26 16,-7 12-19-16,0 0 103 0,0 0-66 0,0 0 65 15,0 0-91-15,0 19-20 0,-5-6-20 0,1 3-13 16,-1-1-14-16,0 8-22 0,0 0 9 0,1 0-15 16,0 2-13-16,-2 2-44 0,4-1-52 0,2 2-58 15,-2 2-61-15,2-1-99 0,1-1-22 0,0 2-46 16,3-1-71-16,2-3-88 0,-2-2-279 0,3-3-322 16</inkml:trace>
  <inkml:trace contextRef="#ctx0" brushRef="#br0" timeOffset="167809.8681">14855 3261 569 0,'0'0'420'0,"0"0"-92"16,2-13-78-16,-2 13-33 0,4-9-32 0,-4 9-27 16,6-12-29-16,-1 6-25 0,3-1-30 0,1-1-13 15,5-2-14-15,2 0-16 0,2-2-7 0,1 1-16 16,0-1-8-16,3-1-3 0,-3 0 40 0,3-1-50 15,-4 1 46-15,-2-2-48 0,1 1 41 0,-1-4-46 16,-2 3 48-16,-2-1-42 0,-1 0 12 0,-1 0-1 16,-3 1 29-16,-2 0 5 0,1 2-5 0,-4 0 8 15,-1 1 3-15,-1 12 21 0,-1-20 1 0,1 20 3 16,-11-15 15-16,4 9-2 0,-3 3-7 0,-2 0 16 16,12 3 3-16,-27 3-7 0,11 1 11 0,-6 4-8 15,3 2 8-15,-4 5 6 0,0 0-20 0,0 2-14 16,4 2-10-16,-2 0-8 0,6 0-17 0,-1 2 6 15,5-3-6-15,1 0-4 0,5-1-2 0,-1-1-8 16,4-1-8-16,2-2-5 0,2 0-15 0,2 2-11 16,1-3-13-16,2-1-10 0,0 0-18 0,3-2-19 15,0-2-32-15,1-1 17 0,-2-3-2 0,5 0-1 16,-1-1 10-16,2-3-19 0,4-1 13 0,-1-3 38 16,3-3-35-16,2 0 5 0,4-6 13 0,-1 0 43 0,5-6-36 15,-1-1 40-15,0-2-35 0,-1-2 55 0,-1 0-46 16,-2 0 15-16,-1-1 16 0,-4 4 8 15,-2 1 7-15,-5 1 11 0,-1 2 11 0,-1 2 15 16,-3 3 15-16,-2-1-7 0,0 3-4 0,-3 3-1 0,1 0-5 16,-5 8-4-16,4-12-5 0,-4 12 4 0,0 0 6 15,0 0 5-15,0 0-8 0,-16 0-5 16,16 0-7-16,-11 12 10 0,5-5 28 0,0 0-44 0,1 1 33 16,-1 1-46-16,2 3 37 0,1-4-52 0,-1 1 45 15,4-9-54-15,-3 16 48 0,3-16-52 0,-2 14 46 16,2-14-46-16,0 12 53 0,0-12-47 0,0 0 60 15,3 11-57-15,-3-11 51 0,0 0-50 16,0 0 51-16,13 3-51 0,-13-3 52 0,13-5-50 0,-13 5 47 16,14-10-41-16,-7 3 50 0,0-1-48 0,2-3 6 15,0 0 0-15,0 1 5 0,0-1 1 0,0 0 15 16,-1 0 0-16,1 3-4 0,-2 0 6 0,-1 0-3 16,-6 8 7-16,13-9 17 0,-13 9 11 0,13-3 20 15,-13 3 32-15,18 6 14 0,-9 1-6 0,3 3 1 16,2 5-4-16,0 6 4 0,3 3-6 0,-1 8-3 15,0 3-6-15,-3 6-14 0,1 2-12 0,-3 2-11 16,-1 4-10-16,-1 1-2 0,-4 2-11 0,0-2-5 16,-1 0 1-16,-2-4-7 0,-2 0 10 0,0-8-10 15,-3-2-4-15,-3 3-6 0,-3-7 3 0,-3 4-8 16,-4-4 10-16,-3-3-10 0,-2-2 2 0,2-5-4 16,-3-3 5-16,-1-2-11 0,-1-3 0 0,3-1-19 15,0-4 6-15,0-2-42 0,3-2 4 0,-1-2-13 16,3-3-12-16,2 0-36 0,1-3 17 0,-1-2-1 15,5-1-29-15,2 0-2 0,3-7 2 0,4 2-8 0,4-6-25 16,5-3 68-16,6-7-33 0,6-5 9 16,6-2 20-16,8-8 2 0,3 0 12 0,2-2 19 15,4-1 2-15,2-3 23 0,0 1 5 0,0-2 11 0,2 0-3 16,-1 1 23-16,-1-2 39 0,-1 0-35 0,-1 3-5 16,-1-2 7-16,-3 2 20 0,-4 3 14 0,-2 2-3 15,-7 7 3-15,-3 2 8 0,-5 2-4 0,-3 6 17 16,-3 1-28-16,-3 5 29 0,-3 1-29 15,-2 4 47-15,0 0-54 0,-3 3 51 0,1 0-73 0,-3 11 5 16,3-12 42-16,-3 12-57 0,0 0 6 16,0 0-1-16,-15 6 8 0,8 2-1 0,-1 4-9 0,-1 1 8 15,2 3 5-15,2 1 5 16,1 0 7-16,3 2 47 0,5 2-34 0,2 2 37 0,6 2-45 0,7 4 18 16,6-2-24-16,3 0-3 0,3-1-11 0,4-3 2 15,2 1-2-15,6-3-21 0,6 4-16 0,-3-9-20 16,0 0-16-16,2-2-12 0,-1-2-39 0,1 0-12 15,-2-2-52-15,-1-1-36 0,-3-1-105 0,-6-3 3 16,-1-2-197-16,-8-1-18 0</inkml:trace>
  <inkml:trace contextRef="#ctx0" brushRef="#br0" timeOffset="168277.6844">12770 3938 502 0,'-59'10'391'0,"10"-1"-88"16,4 0-66-16,2 0-46 0,9-2-32 15,3-1-30-15,6 1-14 0,3-3-21 0,3 0 4 16,4 0-6-16,-1 0 30 0,3-2-54 0,1 1 42 0,12-3-57 15,-15 3 35-15,15-3-52 0,0 0 42 16,-12 2-62-16,12-2 40 0,0 0-48 0,10-6 44 16,-1 1-53-16,6-1 46 0,6-2-47 0,10 0 64 0,9-4-16 15,9-2 35-15,21-3 2 0,11-1 16 0,26-4-3 16,17-1 25-16,14 0-10 0,14-2 0 0,12 1 3 16,14 1-20-16,6 0 4 0,11 2-20 0,6 2-6 15,0 2-16-15,2 3-5 0,-2 2-16 0,-2 2-8 16,-9 2-1-16,-6 1-4 0,-10 1-10 0,-10 2 1 15,-10 0-10-15,-11 2-4 0,-33 1-17 0,-6 0-10 16,-9 1-6-16,-10-2-1 0,-8 1-13 0,-17 0 8 16,-7-1-20-16,-12 1 20 0,-4-1-13 0,-7 0 17 15,-2 0-32-15,-1-2 15 0,-4 1-34 0,-3-1 3 16,-1 0-47-16,-2 1 34 0,0-3-55 0,-3 1 28 16,1-1-50-16,-3 0-14 0,0 0-33 0,-3-1-42 15,0 2-77-15,1-4-349 0,-3 2-197 0</inkml:trace>
  <inkml:trace contextRef="#ctx0" brushRef="#br0" timeOffset="169326.8552">19694 2542 226 0,'0'0'392'0,"0"-15"-109"16,0 15-25-16,-6-10-35 0,6 10-34 0,-12-12-13 16,4 6-22-16,-3 2-10 0,-1-2-28 0,-4 3-15 0,0 0-20 15,-3 2-24-15,-2 1 3 0,-4 3-20 0,-2 1 1 16,-5 3-7-16,-1 2 29 0,-6 5-46 0,0 2 13 15,-2 3-11-15,1 2 42 0,-8 6-43 16,0 3 2-16,2 2 1 0,-1 2 3 0,1 2 7 0,-1 3 44 16,3 1-39-16,1 1 29 0,0 1-30 0,3 0-1 15,4 1-2-15,2-1-2 0,3-2 0 16,6-5-7-16,4-1-3 0,3 0 0 0,2-2 9 16,5-3 0-16,1-4-5 0,5-1-5 0,3-1 3 0,2-3 0 15,4-2 6-15,3-1-12 0,5-1 14 0,4-2-21 16,7-2-22-16,5-1-16 0,4-3-45 0,3-2-32 15,1-1-13-15,3-2-14 0,0 0-32 0,0-1-67 16,1-2-80-16,0 0-427 0,-1-3-245 0</inkml:trace>
  <inkml:trace contextRef="#ctx0" brushRef="#br0" timeOffset="169860.0656">20739 2554 571 0,'16'-21'426'0,"-5"4"-73"0,-1-1-43 0,-4 2-58 0,-1 1-1 16,-3 0 33-16,-2 2-77 0,-2 1 24 15,-4-1-84-15,-3 2 23 0,-1 2-80 0,-3 3 36 16,-4 0-77-16,-1 1 34 0,-3 4-58 0,-2 2 40 15,-3 3-58-15,-4 3 42 0,-1 1-53 0,1 4 46 16,-3 5-52-16,0 2 49 0,0 0-53 0,3 3 46 16,0 1-49-16,3 2 41 0,1 1-50 0,4-1 37 15,4-2-50-15,3-1 50 0,2 0-52 0,4-2 3 0,1 3-14 16,3-3 16-16,1 2 10 0,2-3-16 0,3 0 10 16,3 1 31-16,0 0-17 0,1 2-4 0,3-2 30 15,1 0-23-15,2-1-8 0,3 3 8 16,1-1 3-16,0-2-9 0,3 2 14 0,-1-1 1 0,2-1 2 15,2 1 2-15,-1-2-2 0,1 0 1 0,2 1 4 16,-3-1-4-16,1-1 3 0,0 0 8 0,-1 0-17 16,1-1 8-16,-2 2 5 0,-3-3-3 0,1 0 2 15,-2-1 4-15,2 1 0 0,-3 0 0 0,-1-2-3 16,-3-3 12-16,-2 2 4 0,0 0-5 0,-2-2 5 16,-3 0 5-16,-3-10 3 0,0 20-1 0,-4-11-1 15,-4 2-11-15,-4-2-2 0,-2 2 2 0,-5-1-2 16,-3 0-1-16,-5 0 3 0,-4-1-9 0,-2-1 0 15,-8 1 1-15,-4-1 8 0,0 0-25 0,-4-2 7 16,0-1 1-16,-1 1-16 0,0-2-1 0,-1-1-24 16,2 0-25-16,7-2-45 0,1 1-3 0,0-2-11 15,3 1-16-15,7-2-26 0,2 1-31 0,3-2-75 16,6-1-110-16,3 0-232 0,5-3-130 0</inkml:trace>
  <inkml:trace contextRef="#ctx0" brushRef="#br0" timeOffset="170377.631">23455 2370 41 0,'2'-16'494'0,"-3"3"-109"0,-1 1-57 16,-3 2-49-16,0-3-32 0,-1 1-37 0,-2 1-25 16,0 2-23-16,-3 0-9 0,1 1-22 0,-2 2-23 15,-1 0 5-15,0 2-41 0,-1 2-11 0,-1 1-4 16,-3 1 7-16,-1 3 4 0,-3 1-7 0,-3 3-2 15,-4 3-8-15,-6 4 53 0,-2 4-59 0,-3 1 49 16,-8 7-47-16,-3 4 38 0,-3 3 2 0,-2 3 0 16,-2 3-54-16,-3 0 53 0,1 2-57 0,0 1 50 15,0 1-59-15,3 0-2 0,2-1 0 0,4 1 25 16,3 1-28-16,6-1-2 0,2-2 8 0,6 0-10 0,8-4-1 16,5-1-2-16,1 0 2 0,5-2-1 15,4-4 1-15,3-3 1 0,3-2-3 0,2-1 3 16,3-3-3-16,0-2 4 0,3 1-2 0,2-1 18 0,2-1-20 15,5-1 5-15,1-3 4 0,4-1-4 0,3-1-3 16,6-1-1-16,4-1-1 0,4-3-5 0,3 0-2 16,8-1-15-16,1-3-30 0,4 0-35 15,2-3-41-15,0-3-48 0,1 0-62 0,0-1 2 0,-1-1-20 16,-2-1-54-16,-2 1-93 0,-5-3-45 0,-10 0-262 16,-4 0-208-16</inkml:trace>
  <inkml:trace contextRef="#ctx0" brushRef="#br0" timeOffset="170611.8143">22391 3132 297 0,'-23'-5'489'16,"1"-1"-71"-16,4 4-60 0,1-3-31 0,3-1-13 0,3 2-26 15,1 0-41-15,2-1-34 0,8 5-40 16,-8-11-27-16,8 11-22 0,2-11-29 0,-2 11-19 15,15-12-13-15,-1 5-12 0,4 1-14 0,5 0-4 16,2 2-10-16,8-2-17 0,2 1-23 0,2-1-51 16,3 4-25-16,-1-3-67 0,6 3-11 0,2-2-54 15,0 0-70-15,2 1-93 0,1-3-362 0,-1 0-260 16</inkml:trace>
  <inkml:trace contextRef="#ctx0" brushRef="#br0" timeOffset="170944.003">23998 2515 414 0,'20'-17'388'0,"-5"1"-43"16,1 0-31-16,-4 2-29 0,1 0 67 0,-4 3-80 15,-2-1-17-15,-1 1-35 0,0 2 10 16,-2 0-90-16,-4 9 21 0,5-16-72 0,-5 16 25 0,-2-11-61 16,2 11 39-16,-8-6-66 0,8 6 39 0,-18 0-35 15,4 4 64-15,-6 3-47 0,-5 3 45 0,-3 4-62 16,-7 5 50-16,-4 1-61 0,-2 5 68 15,-6 5-69-15,-3 2 56 0,1 2-61 0,-2 1 56 0,0 3-60 16,2-1 51-16,1 1-63 0,4-1 12 0,0 1-4 16,6-1 3-16,6-6-3 0,4 1 4 0,3-1-2 15,4-1 0-15,1 1 11 0,7-6-3 0,2 0 10 16,4-3-12-16,4 0 0 0,2-2 0 0,4 1 1 16,5 0 0-16,3-1-4 0,5 1-5 0,5-2 4 15,7 0-11-15,4 0-21 0,4-2-14 0,2-3-26 16,1-1-32-16,3-3-27 0,-1 0-50 0,-4-3-63 15,2-4-21-15,0 0-37 0,-2-3-107 0,1-3-550 0,-3-3-534 16</inkml:trace>
  <inkml:trace contextRef="#ctx0" brushRef="#br0" timeOffset="171978.0043">25190 3070 208 0,'8'-15'467'0,"-1"0"-94"0,-2 0-48 16,0-1-8-16,-1 2-23 0,0-2 16 0,-1 0-47 15,-1-1 31-15,0 3 13 0,-2 1 58 0,0 1-67 16,0 12 42-16,2-22-130 0,-2 22-53 0,0-16-38 16,0 16-26-16,0 0-21 0,-2-14 10 0,2 14-15 15,0 0-6-15,-11 8 7 0,5 0-9 16,-2 6-24-16,-1 2 26 0,-1 3-28 0,-3 6 17 15,2 1-7-15,3 1-7 0,-4 1-8 0,2 3-6 0,3-1 1 16,-1 0-7-16,0 1 0 0,3 2 3 0,1-1-4 16,-1 0-1-16,3-6-7 0,0 1-2 0,2-2-7 15,0 0-15-15,0-4-5 0,0-1-7 0,0 0-32 16,0-3-19-16,0-4-17 0,1 0 9 0,-1-13 20 16,0 22 20-16,0-22 14 0,-1 15-10 0,1-15-29 15,0 0-2-15,0 0-22 0,0 0 12 0,0 0 3 16,-10-13 10-16,8 1 1 0,1-6 6 0,0-5 5 15,-1-2 9-15,2-4 7 0,0-6 10 0,0-3 4 16,2-5 4-16,2-1 7 0,2-2 4 0,0 0-3 16,3-2 6-16,0 2 54 0,5-2-39 0,-1 2 41 15,3 0-47-15,0 3 58 0,2 1-56 0,1 2 65 16,2 1-65-16,3 3 54 0,-1 2-62 0,1 4 54 16,1 2-58-16,0 3 59 0,-5 5-62 0,1 3 50 15,1 2-56-15,-5 3 52 0,2 5-54 0,-3 1 53 16,0 4-53-16,-1 3 57 0,0 1-51 0,2 4 66 15,0 2-73-15,-2 4 58 0,0 3-55 0,0 0 58 16,1 6-52-16,0 0 48 0,-3 3-53 0,1 1 59 16,-3 1-63-16,1 0 10 0,-1 2 4 0,-3 0 4 15,1-2 1-15,1 1 6 0,-2-1-2 16,-1-4 3-16,-2-1-2 0,2-1 1 0,-2-5 1 0,1 0-2 0,-2-3-2 16,-1-1 5-16,-1 0 6 0,-2-11 4 0,7 16 0 15,-7-16 9-15,5 8-16 0,-5-8-10 16,0 0-9-16,15-4 2 0,-7 0-6 0,2-5-8 15,1-3-13-15,1-1-5 0,1-3 49 0,5-3-65 0,-3-2 48 16,4 1-48-16,-2-2 47 0,2 2-44 16,-2 1 52-16,1 0 1 0,-5 4 3 0,1 1-6 15,-3 4-2-15,1-1 1 0,-3 3-8 0,-1-1-2 16,-8 9 4-16,14-8 3 0,-14 8 3 0,12-1 2 0,-12 1-42 16,10 9 59-16,-6 0-40 0,0 1 52 0,0 5-41 15,-4 0 16-15,2 3 6 0,-4 1-4 0,2 6 8 16,-2 0-1-16,0 2 2 0,2 1-2 0,-4 5-1 15,2 2-2-15,2-2-1 0,0 3-17 0,0-1-5 16,2-1-33-16,2-1-77 0,2 0-58 0,1 1-52 16,-1-3-19-16,1 0-60 0,2-2-156 0,-2-4-267 15,2-3-244-15</inkml:trace>
  <inkml:trace contextRef="#ctx0" brushRef="#br0" timeOffset="172328.0112">27577 2658 250 0,'9'-22'468'16,"-2"0"-85"-16,-2 2-6 0,-3 0-90 0,0 3 54 16,-2-2-15-16,0 2-66 0,-3 1-53 0,-1 2-39 15,-4 0-30-15,-2 4-27 0,-3 1-21 0,0 3-12 16,-7 5-8-16,-2 2 1 0,-9 5-1 0,-7 7-3 15,-4 6-32-15,-8 10 41 0,-4 4 6 0,-2 4-58 16,2 6 58-16,-4 2-37 0,2 4 11 0,-3 2 12 16,-6 11-10-16,0 1-3 0,13-9-5 0,0 0-7 15,6 0-2-15,0 1-5 0,8-3-3 0,2-2-4 16,3 0-4-16,8-2 1 0,6-10-6 0,4 0-2 16,4-1-3-16,2-6 0 0,5-2-3 0,3-4 2 15,1 0 0-15,3-1 2 0,4-2-8 0,2-1-8 16,2-3-20-16,7 1-39 0,2-2-33 0,4-2-48 15,1-2-23-15,3-5-90 0,5-1 22 0,-6-4-68 0,5-2-23 16,3-4-68-16,1-2-73 0,0-1-277 16,5-6-245-16</inkml:trace>
  <inkml:trace contextRef="#ctx0" brushRef="#br0" timeOffset="172495.7556">26911 3306 41 0,'-14'-8'489'15,"3"1"-78"-15,2 2-50 0,-1 1-60 0,4-2-42 0,6 6-39 16,-5-11-34-16,5 11-23 0,5-13-7 0,3 7-22 16,6-1-18-16,5 0-7 0,3 1-42 0,3-1-24 15,4 0-51-15,2-1-38 0,0 2-56 0,-3 2-76 16,-3-2-107-16,2 0-488 0,-3 0-290 16</inkml:trace>
  <inkml:trace contextRef="#ctx0" brushRef="#br0" timeOffset="173361.1809">29815 2819 127 0,'0'0'418'0,"8"-14"-70"16,-8 14-26-16,5-11-50 0,-5 11-14 15,3-12-23-15,-3 12 24 0,1-12-70 0,-1 12 27 16,-3-11-35-16,3 11-39 0,-8-10-22 0,8 10-17 0,-13-7-51 16,2 5 41-16,-3 1-2 0,-5 2-5 0,-2 1-3 15,-6 2 1-15,-7 5-45 0,-9 2 62 0,-2 4-48 16,-2 2 57-16,-8 4-45 0,-2 4 28 0,0 1-33 15,-1 2 7-15,2 3-4 0,1 3 4 16,3-1 1-16,-1 3-1 0,4 1-6 0,4 1-4 0,1-1 50 16,6-1-84-16,7-3 12 0,3 0-7 0,5-1-1 15,3 0-4-15,2 2 1 0,7-7-6 0,4 2 4 16,3-5 4-16,2 1-3 0,4-1 0 16,2-1-4-16,3-1 7 0,4 2-17 0,3-2 18 0,1-1-16 15,4-4 3-15,4 1-5 0,2-3 14 0,1-2-18 16,5-2 12-16,0-1-15 0,4-2 15 0,-2-1-25 15,2-3 17-15,-1 0-12 0,2-3-3 0,-5 0-28 16,0-3-15-16,3 1-21 0,0-3-26 0,-1-1-26 16,-1 0-43-16,-5-1-44 0,-1 1-68 15,-1-1 13-15,-2-2-77 0,-2 1-74 0,-1 0-75 0,-1-4-352 16,-3 1-383-16</inkml:trace>
  <inkml:trace contextRef="#ctx0" brushRef="#br0" timeOffset="173845.1343">30568 2914 174 0,'19'-20'574'0,"0"-1"-116"16,-4 2-50-16,-2 2 0 0,-2-1-17 0,-1 1-34 15,-3 2-3-15,-1-1-34 0,-2 2-21 0,0-1-49 16,-3 3-20-16,0 1-51 0,-1 11-31 16,-1-20-34-16,-3 12-88 0,-3 1 57 0,-3 2-75 0,-4 0 61 15,-4 4-71-15,-2 1 59 0,-4 3-63 0,-3 1 64 16,-4 4-71-16,-1 0 64 0,0 3-62 0,-4 3 54 16,1 3-61-16,-2 1 71 0,2 0-70 0,1 2 61 15,0 0-54-15,2 1 4 0,0 2 9 0,2 1 9 16,3 0 1-16,-1 2 2 0,0 2 7 0,3 2 11 15,0 3 0-15,1 0-2 0,-1 0 0 0,2 1-1 16,2 1-5-16,-1 1 6 0,0-1-4 0,2 0-1 16,-1-1-1-16,2 0-3 0,2-3 0 0,3-3-4 15,2-2-2-15,1 0-1 0,1 0-30 16,2-5 38-16,1-1-37 0,0 1 35 0,2-4-30 0,1 0 26 16,1-2-27-16,1 0 11 0,0-1 2 0,3-2 5 15,1 1 14-15,3-1-3 0,3 1-5 0,2-2 0 16,4 1 1-16,3-3-1 0,3 1 29 0,1-1-44 15,4-2 24-15,0-1-84 0,2 0-14 0,2-3-49 16,0-1-60-16,2-2-73 0,3-3-39 0,1-1-20 16,-1-2-71-16,-1-1-41 0,0 0-73 0,0-4-463 15,-4 0-553-15</inkml:trace>
  <inkml:trace contextRef="#ctx0" brushRef="#br0" timeOffset="174029.0333">30007 3459 10 0,'-9'-5'673'16,"9"5"-189"-16,-9-8-81 0,9 8-33 0,6-10 46 15,6 3-96-15,7-1 22 0,11-2-82 0,11-2 24 16,10 2-91-16,5 0 22 0,13 1-93 0,3 1 27 16,3 0-149-16,0 0-58 0,0 1-110 0,-4 0-138 15,-12 1-140-15,-1-1-572 0,-7-3-626 0</inkml:trace>
  <inkml:trace contextRef="#ctx0" brushRef="#br0" timeOffset="186071.4953">27647 10049 46 0,'3'-9'133'0,"-3"9"-16"15,0 0-7-15,0 0-3 0,0 0-4 0,0 0-7 16,2-11-12-16,-2 11-8 0,0 0-10 0,0 0-8 16,0 0-4-16,0 0-7 0,0 0-9 0,4-10-5 15,-4 10-1-15,0 0-5 0,0 0 2 0,0 0-7 16,0 0 4-16,0 0-4 0,0 0 1 0,0 0-3 15,0 0 3-15,0 0-2 0,0 0 5 0,0 0 1 16,0 0 3-16,0 0-6 0,0 0 14 0,0 0-14 16,0 0 17-16,0 0-19 0,0 0 10 0,0 0-9 0,0 0 10 15,0 0-18-15,0 0 17 0,0 0-21 16,0 0 14-16,0 0-21 0,0 0 16 0,0 0-14 16,0 0 17-16,0 0-17 0,0 0 24 0,0 0-19 15,0 0 25-15,0 0-26 0,0 0 41 0,0 0-26 16,0 0 22-16,0 0-21 0,0 0 30 0,0 0-29 15,0 0 28-15,0 0-36 0,0 0 32 0,0 0-38 16,0 0 32-16,0 0-40 0,0 0 34 0,0 0-40 16,0 0 32-16,0 0-28 0,0 0 26 0,0 0-38 15,0 0 33-15,0 0-35 0,0 0 31 0,0 0-34 16,0 0 31-16,0 0-39 0,0 0 36 0,0 0-38 16,0 0 37-16,0 0-29 0,0 0 29 0,0 0-29 15,0 0 23-15,0 0-24 0,0 0 29 0,2 12-26 16,-2-12 31-16,0 0-35 0,-2 16 30 0,2-16-27 15,0 11 34-15,0-11-33 0,0 14 32 0,0-14-34 16,-2 14 35-16,2-14-33 0,0 14 33 0,0-14-28 16,-2 15 25-16,2-15-26 0,0 16 34 0,0-16-23 0,-2 16 35 15,2-16-39-15,-2 16 26 0,2-16-35 16,-1 16 38-16,1-16-40 0,-2 14 39 0,2-14-47 16,0 11 27-16,0-11-14 0,0 0 38 0,0 16-40 15,0-16 42-15,0 0-32 0,0 12 46 0,0-12-33 16,0 0 42-16,2 11-35 0,-2-11 42 0,0 0-43 15,0 0 43-15,7 8-46 0,-7-8 32 0,11 3-41 16,-11-3 41-16,18-1-42 0,-18 1 42 0,23-3-30 16,-10 2 16-16,0-4-20 0,3 3 26 0,1-2-32 15,-2 0 27-15,1 1-31 0,-1-2 26 0,1 1-34 16,-1 0 28-16,-4 1-20 0,1 0 28 0,-1-2-18 16,-2 3 25-16,-9 2-11 0,20-5 14 0,-20 5-24 15,14-4 16-15,-14 4-24 0,11-3 6 0,-11 3-12 16,0 0 15-16,13-5-21 0,-13 5 14 0,0 0-18 15,12-4 17-15,-12 4-21 0,0 0 20 0,0 0-22 16,11-3 21-16,-11 3-23 0,0 0 22 0,0 0-18 16,0 0 15-16,0 0-17 0,11-3 21 0,-11 3-19 15,0 0 20-15,0 0-18 0,0 0 19 0,0 0-26 16,0 0 25-16,0 0-16 0,0 0 19 0,0 0-23 16,11-3 16-16,-11 3-14 0,0 0 19 0,0 0-20 15,0 0 22-15,0 0-22 0,0 0 9 0,0 0-4 16,0 0 12-16,0 0-13 0,0 0 16 0,0 0-18 15,0 0 20-15,0 0-24 0,0 0 24 0,0 0-18 16,0 0 18-16,0 0-23 0,0 0 20 0,0 0-13 16,0 0 11-16,0 0-18 0,0 0 20 0,0 0-16 15,0 0 16-15,0 0-18 0,0 0 20 0,0 0-20 16,0 0 15-16,0 0-12 0,0 0 13 0,0 0-19 16,0 0 23-16,0 0-21 0,0 0 21 0,0 0-25 15,0 0 21-15,0 0-25 0,0 0 13 0,0 0-15 16,0 0 15-16,0 0-18 0,0 0 22 0,0 0-26 15,0 0 28-15,0 0-20 0,0 0 22 0,0 0-25 16,0 0 22-16,0 0-18 0,0 0 26 0,0 0-21 16,0 0 22-16,0 0-23 0,0 0 27 0,0 0-28 15,0 0 28-15,0 0-30 0,0 0 30 0,0 0-29 16,0 0 30-16,0 0-22 0,0 0 20 0,0 0-31 16,0 0 32-16,0 0-19 0,0 0 17 0,0 0-28 15,0 0 28-15,0 0-23 0,0 0 26 0,0 0-20 16,0 0 25-16,0 0-31 0,0 0 24 0,0 0-20 15,0 0 23-15,0 0-23 0,0 0 23 0,0 0-25 16,0 0 21-16,0 0-20 0,0 0 22 0,0 0-21 16,0 0 22-16,0 0-22 0,0 0 25 0,0 0-28 15,0 0 22-15,0 0-25 0,0 0 27 0,0 0-27 16,0 0 25-16,0 0-16 0,0 0 17 0,0 0-26 16,0 0 26-16,7-6-21 0,-7 6 25 0,0 0-29 15,0 0 26-15,0 0-30 0,0 0 16 0,0 0-19 16,0 0 5-16,0 0-40 0,0 0 26 0,0 0-51 15,0 0 21-15,0 0-51 0,0 0 3 0,0 0-80 16,0 0-74-16,0 0-67 0,0 0-332 0,-9-6-172 16</inkml:trace>
  <inkml:trace contextRef="#ctx0" brushRef="#br0" timeOffset="187510.7723">19433 4110 108 0,'10'-6'409'0,"-2"-2"-133"0,-8 8-41 16,12-8-68-16,-12 8-25 0,10-9-40 0,-10 9 1 15,9-8-11-15,-9 8 9 0,8-9-29 0,-8 9-3 16,8-9 35-16,-8 9 5 0,6-9-21 16,-6 9-11-16,7-6-25 0,-7 6-17 0,0 0-2 0,6-6-9 15,-6 6-5-15,0 0-5 0,0 0 1 0,8 7-4 16,-8-7-5-16,3 14 5 0,-3-14-4 15,2 20-1-15,-1-9 7 0,0 1-2 0,0 1-1 16,1 1-3-16,0 1 2 0,1 0 1 0,1-1-4 16,1 3 7-16,1-3 11 0,0-1-4 0,1 0 6 0,3-1-2 15,-1 1 1-15,3 1 3 0,3-1 44 0,-1-3-52 16,3 0 45-16,1-1-44 0,3-1 0 0,2-2 7 16,2-2-5-16,3-1 6 0,4-1 11 15,6-2-1-15,1-3-7 0,8-1 10 0,1-3-12 16,2-1-12-16,1-3 3 0,0-2 0 0,11-2-9 0,0-2 7 15,0-1 1-15,0 0-13 0,-1 0 42 0,-1 0-50 16,-2 0 56-16,-9 3-70 0,-3-1 45 0,-2 2-48 16,-3 0 52-16,-2 1-48 0,-9 2-2 0,-2 1 4 15,-5 2 11-15,-4 2 13 0,-2-1 9 16,-3 3 29-16,0 0-52 0,-3 0-7 0,-1-1 16 0,-1 2 29 16,-9 3-49-16,16-6 2 0,-16 6-5 0,13-4-7 15,-13 4-9-15,11-3-2 0,-11 3-11 0,8-4-2 16,-8 4-5-16,0 0 5 0,13-3-2 0,-13 3 1 15,0 0 7-15,0 0 4 0,10-3 4 16,-10 3-18-16,0 0 18 0,0 0 9 0,0 0-1 16,0 0 5-16,10-5-1 0,-10 5 3 0,0 0-4 0,0 0-1 15,0 0-1-15,0 0-6 0,0 0-7 0,0 0-9 16,0 0-13-16,0 0-2 0,0 0-34 0,0 0-7 16,0 0-76-16,0 0-29 0,0 0-91 0,0 0-202 15,12-2 4-15</inkml:trace>
  <inkml:trace contextRef="#ctx0" brushRef="#br0" timeOffset="190550.7539">22279 4139 83 0,'0'0'195'0,"0"0"-13"0,-2-11-29 0,2 11 12 16,0 0-45-16,-1-12 6 0,1 12-29 16,0 0 39-16,-2-12-31 0,2 12 7 0,0 0-27 0,0 0 4 15,-2-13-30-15,2 13 0 0,0 0-21 0,0 0 10 16,0 0-23-16,-2-12 14 0,2 12-25 0,0 0 14 15,0 0-21-15,0 0 11 0,0 0-16 16,0 0 6-16,0 0-12 0,0 0 17 0,-1-12-19 0,1 12-1 16,0 0 3-16,0 0 14 0,0 0-18 0,0 0 20 15,0 0-16-15,0 0 11 0,0 0-12 0,0 0 12 16,0 0-14-16,0 0 12 0,0 0-12 0,0 0 17 16,0 0-16-16,0 0 12 0,0 0-7 0,0 0 7 15,0 0-14-15,0 0 12 0,0 0-10 0,0 0 20 16,0 0-25-16,0 0 17 0,0 0-17 0,0 0 22 15,0 0-24-15,0 0 20 0,0 0-12 0,0 0 11 16,0 0-13-16,0 0 16 0,0 0-18 0,0 0 16 16,0 0-10-16,0 0 15 0,0 0-21 0,0 0 18 15,0 0-13-15,0 0 14 0,0 0-19 0,0 0 13 16,0 0-10-16,0 0 22 0,0 0-13 0,0 0 17 16,0 0-17-16,0 0 13 0,0 0-7 0,0 0 17 15,0 0-20-15,0 0 16 0,0 0-10 0,0 0 19 16,0 0-13-16,0 0 22 0,0 0-7 0,0 0 12 15,0 0-8-15,0 0 8 0,3-8-7 0,-3 8-2 0,0 0 1 16,0 0-5-16,0 0-1 0,0 0-6 16,0 0-5-16,0 0-3 0,0 0-4 0,0 0 5 15,0 0-1-15,0 0 1 0,0 0-3 0,0 0 1 0,0 0 4 16,0 0-4-16,0 0 2 0,0 0-2 0,0 0-2 16,0 0-2-16,0 0-4 0,0 0 2 0,0 0-3 15,0 0-3-15,0 0 8 0,0 0 2 0,0-13-4 16,0 13 4-16,0 0-4 0,0 0 3 0,0 0 1 15,0 0-4-15,0 0-2 0,0 0 9 0,0 0-6 16,0 0 3-16,0 0-1 0,0 0 1 0,0 0-4 16,0 0 2-16,0 0-7 0,0 0 1 0,0 0 2 15,0 0-5-15,0 0 1 0,0 0 3 0,0 0-10 16,0 0 4-16,-2-9-7 0,2 9 7 0,0 0 3 16,0 0 0-16,0 0-4 0,0 0 0 0,0 0 0 15,0 0-3-15,0 0 1 0,0 0-1 0,0 0 3 16,0 0-3-16,0 0 4 0,0 0-3 0,0 0 0 15,0 0 5-15,0 0-3 0,0 0 2 0,0 0-4 16,0 0 0-16,0 0 6 0,0 0-10 0,0 0 9 16,0 0-10-16,0 0 11 0,0 0-7 0,0 0 3 15,0 0 0-15,0 0-1 0,0 0-5 0,0 0 2 16,0 0 3-16,0 0-2 0,0 0-2 0,0 0 9 0,0 0-2 16,0 0-1-16,0 0 0 0,0 0 3 0,0 0-7 15,0 0 3-15,0 0 1 0,0 0 0 16,0 0-1-16,0 0-3 0,0 0 9 0,0 0-7 15,0 0 0-15,0 0 1 0,0 0-7 0,0 0 9 0,0 0 2 16,0 0-2-16,0 0-4 0,0 0 6 0,0 0-4 16,0 0 4-16,0 0-8 0,0 0 6 0,0 0 0 15,0 0-1-15,0 0-6 0,0 0 6 0,0 0-1 16,0 0-3-16,0 0 3 0,0 0 6 0,0 0-8 16,0 0 5-16,0 0 3 0,0 0-10 15,0 0-3-15,0 0 12 0,0 0-3 0,0 0 15 0,0 0 20 16,0 0-49-16,0 0 1 0,0 0-2 0,0 0 8 15,0 0 3-15,0 0-4 0,0 0-5 0,0 0 6 16,0 0 6-16,0 0-6 0,0 0 2 16,0 0 7-16,0 0-8 0,0 0 3 0,0 0 2 0,0 0-4 15,0 0-6-15,0 0 13 0,0 0 0 0,0 0-5 16,0 0 2-16,0 0-3 0,0 0 2 0,0 0-7 16,0 0 8-16,0 0 3 0,0 0 0 0,0 0 0 0,0 0-2 15,0 0-3-15,0 0-1 0,0 0 3 16,0 0 3-16,0 0-4 0,0 0 0 0,0 0-3 15,0 0 2-15,0 0-3 0,0 0 3 0,0 0-4 16,0 0 7-16,0 0-6 0,0 0 3 0,0 0 5 16,0 0-6-16,0 0-1 0,0 0 9 0,0 0-5 0,0 0-2 15,0 0 6-15,0 0-3 0,0 0-6 16,0 0 6-16,0 0 5 0,0 0-8 0,0 0 1 0,0 0-1 16,0 0 2-16,0 0-5 0,0 0 3 0,0 0 10 15,0 0-7-15,0 0-3 0,0 0 0 16,0 0-2-16,0 0 3 0,0 0-1 0,0 0 2 0,0 0 2 15,0 0-6-15,0 0 4 0,0 0 11 0,0 0-16 16,0 0 5-16,0 0 3 0,0 0-5 0,0 0 7 16,0 0-13-16,0 0 14 0,0 0-5 0,0 0 3 15,0 0 8-15,0 0 32 0,0 0-56 0,0 0 2 16,0 0 3-16,0 0-7 0,0 0 6 0,-11-3 5 16,11 3 0-16,0 0 4 0,0 0-12 0,0 0 8 15,0 0 3-15,0 0-6 0,0 0 15 0,-7-6-10 16,7 6-4-16,0 0 4 0,0 0 0 0,0 0-2 15,0 0 0-15,0 0 14 0,0 0-14 0,0 0 0 16,-10-5-3-16,10 5 5 0,0 0-13 0,0 0 17 16,0 0 6-16,0 0-15 0,0 0 5 0,0 0-2 0,0 0 1 15,-8-4-1-15,8 4 4 0,0 0 6 16,0 0-6-16,0 0-5 0,0 0-3 0,0 0 6 16,0 0-7-16,0 0 9 0,0 0 10 0,0 0-15 15,0 0 3-15,0 0-2 0,0 0 3 0,0 0-6 0,0 0 2 16,0 0 6-16,0 0 2 0,0 0-3 0,0 0 2 15,0 0-11-15,0 0 7 0,-8-4 0 16,8 4 2-16,0 0-6 0,0 0 6 0,0 0-2 0,0 0 2 16,0 0-11-16,0 0 15 0,0 0-11 0,0 0 4 15,0 0 4-15,0 0-5 0,0 0 3 0,0 0 0 16,0 0 1-16,0 0-2 0,0 0 0 0,0 0-2 16,0 0 3-16,0 0-13 0,0 0 13 0,0 0 4 15,0 0 0-15,0 0 0 0,0 0-6 0,0 0-2 16,0 0 7-16,0 0-11 0,0 0 9 0,0 0 0 15,0 0-10-15,0 0 9 0,0 0-7 0,0 0 10 16,0 0-10-16,0 0 6 0,0 0 0 0,0 0 4 16,0 0-13-16,0 0 6 0,0 0 2 0,0 0-6 15,0 0 9-15,0 0 0 0,0 0-6 0,0 0 4 16,0 0 4-16,0 0-2 0,0 0-5 0,0 0-3 16,0 0 3-16,0 0 5 0,0 0-4 0,0 0 8 15,0 0 2-15,0 0-10 0,0 0 0 0,0 0 4 16,0 0-6-16,0 0 7 0,0 0-7 0,0 0 6 15,0 0-8-15,0 0 8 0,0 0 3 0,0 0-4 16,0 0-1-16,0 0 2 0,0 0-8 0,0 0 0 16,0 0 7-16,0 0-5 0,0 0 8 0,0 0 1 0,0 0-8 15,0 0 10-15,0 0-16 0,0 0 15 0,0 0 1 16,0 0-8-16,0 0 5 0,0 0-4 0,0 0-8 16,0 0 4-16,0 0 5 0,0 0-3 15,0 0 2-15,0 0 2 0,0 0 1 0,0 0 1 0,0 0-13 16,0 0 10-16,0 0 6 0,0 0-13 0,0 0 9 15,0 0 1-15,0 0-6 0,0 0-3 0,0 0 8 16,0 0-4-16,0 0-1 0,0 0 6 0,0 0-7 16,0 0 1-16,0 0 3 0,0 0 2 0,0 0-5 15,0 0-1-15,0 0 4 0,0 0-1 0,0 0-4 16,0 0 1-16,0 0 3 0,0 0 8 0,0 0-6 16,0 0-1-16,0 0 3 0,0 0-5 0,0 0 0 15,0 0 7-15,0 0-7 0,0 0 9 0,0 0-5 16,0 0-9-16,0 0 10 0,0 0-9 0,0 0 10 15,0 0 4-15,0 0-8 0,0 0-4 0,0 0 7 16,0 0 2-16,0 0-5 0,0 0 9 0,0 0-1 16,0 0-1-16,0 0 0 0,0 0 3 0,0 0-8 15,0 0 1-15,0 0 7 0,0 0-4 0,0 0 0 16,0 0-1-16,0 0-5 0,0 0-2 0,0 0-2 0,0 0 2 16,0 0 1-16,0 0 13 0,0 0-21 0,0 0 6 15,0 0-3-15,0 0-1 0,0 0 7 16,0 0-2-16,0 0-11 0,0 0 9 0,0 0 0 0,0 0 2 15,0 0-13-15,0 0 9 0,0 0-12 0,0 0 9 16,0 0 4-16,0 0 0 0,-2 12 5 0,2-12-11 16,0 0 14-16,0 16-1 0,0-16-10 0,0 16 13 15,0-16 4-15,1 14-1 0,-1-14-9 0,1 16 7 16,-1-16-9-16,1 18 17 0,-1-18-6 0,1 16 0 16,-1-16 7-16,1 16-7 0,-1-16-2 0,1 16 4 15,-1-16 3-15,1 16-9 0,-1-16 7 0,0 17 3 16,0-17-9-16,0 16-1 0,0-16-1 0,0 15 3 15,0-15 5-15,0 13-19 0,0-13 14 0,0 13 3 16,0-13 2-16,1 12 18 0,-1-12 8 0,1 11-2 16,-1-11 7-16,3 11 3 0,-3-11 0 0,7 9 25 15,-7-9 17-15,12 6-6 0,-12-6 4 0,21 2-6 16,-6-2-14-16,5-1-6 0,7-3-15 0,6-3 44 16,9-2-62-16,3-3 43 0,2-2-63 0,2-1 47 0,9-5-57 15,1-2-3-15,2 0 43 0,0-2-53 16,2-1 48-16,-1 0-49 0,-1 2 47 0,-2 0-49 15,-4 1 5-15,-10 3 1 0,-3 2 0 0,-3-1 5 0,-3 1 1 16,-3 2 1-16,-5 1 3 0,-3 2 4 0,-3 0-1 16,-3 2 2-16,0 0-2 0,-1 1-1 0,-3 1 3 15,-2 1-1-15,1-1-4 0,-1 1 3 0,-1 0-5 16,-3 1 3-16,0 2 1 0,-9 4 0 0,16-10-3 16,-16 10-1-16,12-6 8 0,-12 6-5 0,11-7-5 15,-11 7 4-15,9-5-2 0,-9 5-2 0,0 0 0 16,10-6 1-16,-10 6-1 0,0 0-7 0,8-5-1 15,-8 5-3-15,0 0 5 0,0 0-5 0,10-4-3 16,-10 4-2-16,0 0-1 0,0 0-6 0,0 0-1 16,0 0-2-16,0 0-3 0,9-6-4 0,-9 6-3 15,0 0 0-15,0 0-7 0,0 0-4 0,0 0 11 16,0 0-17-16,0 0 6 0,0 0-20 0,0 0-5 16,0 0-14-16,0 0-6 0,0 0 37 0,0 0-36 15,0 0-1-15,0 0-7 0,0 0-15 0,0 0-27 16,0 0 5-16,-5 10-21 0,5-10-32 0,-6 6-48 15,6-6 25-15,-8 9-56 0,8-9-159 0,-8 9 97 16</inkml:trace>
  <inkml:trace contextRef="#ctx0" brushRef="#br0" timeOffset="192284.6512">25024 4154 4 0,'0'0'176'15,"0"0"-73"-15,0 0 21 0,0 0-57 0,-8-6 21 16,8 6-28-16,0 0 23 0,0 0-54 0,0 0 29 16,0 0-46-16,0 0 31 0,0 0-44 0,-8-6 34 15,8 6-32-15,0 0 34 0,0 0-30 0,0 0 37 0,0 0-33 16,0 0 30-16,0 0-35 0,0 0 39 0,-6-7-27 16,6 7 35-16,0 0-33 0,0 0 29 15,0 0-28-15,0 0 25 0,0 0-29 0,0 0 28 16,0 0-33-16,0 0 35 0,0 0-22 0,0 0 28 0,0 0-16 15,0 0 30-15,0 0-18 0,0 0 28 16,0 0-17-16,0 0 17 0,0 0-17 0,0 0 13 16,0 0-19-16,0 0 11 0,0 0-17 0,0 0 8 15,0 0-9-15,0 0 8 0,0 0-14 0,0 0 7 0,0 0-12 16,0 0-2-16,0 0-13 0,0 0 10 0,0 0-2 16,0 0 3-16,0 0-5 0,0 0-7 0,0 0 3 15,0 0-8-15,0 0 4 0,0 0-3 0,0 0-5 16,0 0-2-16,0 0-4 0,0 0 2 0,0 0-4 15,0 0-2-15,0 0 2 0,0 0 2 0,0 0-1 16,0 0-3-16,0 0-1 0,0 0 2 0,-3 10-2 16,3-10 3-16,-2 10-3 0,2-10 5 0,-3 14 0 15,3-14 4-15,-1 16-1 0,1-16-6 0,-3 19 4 16,3-19-2-16,-3 19-7 0,3-19 7 0,-1 19 11 16,1-19-1-16,-1 19 1 0,1-19-4 0,-2 20-1 15,2-20-1-15,0 19 1 0,0-19 3 0,0 17 0 16,0-17-3-16,0 19 42 0,0-19-40 0,0 19 24 15,0-19-28-15,2 19 42 0,0-8-42 0,0-1 40 16,3-1-36-16,0 1 27 0,-3-1-27 0,2 2 36 16,1-3-33-16,-1 1 35 0,1-1-5 0,2-1 26 15,0 0 4-15,2-1 24 0,4 0 4 0,1-2 24 16,4-1-12-16,1-3 15 0,7-1-7 0,9-4-5 16,9-2-15-16,4-5-11 0,10-3-10 0,5-3-12 0,3-5-4 15,1 1-7-15,3-1-10 0,0-2-8 16,3 0 47-16,0 0-74 0,-4 0 10 0,0 1-16 15,-1 1 4-15,0 0 2 0,-5 3 55 0,0-1-70 16,-1 1 66-16,-3 2-85 0,-10 4 69 0,-1-1-62 0,-2 2 66 16,-1 1-72-16,-2 0 63 0,-5 0-66 15,-5 3 3-15,-1 0 67 0,-3 2-71 0,-4 0 7 0,-4 3-1 16,-1-1 9-16,-3 0-8 0,0 1-3 16,-2 0-9-16,-3 1 2 0,1 1-3 0,-3 0 0 15,-10 2-8-15,19-5-2 0,-19 5-8 0,13-4-9 0,-13 4-3 16,12-3-8-16,-12 3 1 0,11-2 37 0,-11 2-53 15,0 0 0-15,14-3 4 0,-14 3-1 16,0 0 7-16,0 0-1 0,11-2-4 0,-11 2-5 16,0 0 14-16,0 0 12 0,0 0 3 0,0 0-6 15,0 0-12-15,0 0 4 0,0 0 3 0,0 0-6 0,0 0 0 16,-9 7-4-16,9-7-11 0,0 0-17 0,-16 3-25 16,16-3-15-16,-13 2-34 0,13-2-13 0,-19 2-65 15,19-2 13-15,-20 3-67 0,20-3-131 0,-20 2 85 16</inkml:trace>
  <inkml:trace contextRef="#ctx0" brushRef="#br0" timeOffset="193569.005">28781 4293 10 0,'0'0'179'0,"-17"-7"-67"15,17 7 12-15,-12-4-44 0,12 4 54 0,-11-6-26 16,11 6 20-16,-9-8-45 0,9 8 24 0,-7-7-9 16,7 7 25-16,-9-5-27 0,9 5 12 0,-5-8-34 15,5 8-2-15,-6-6-12 0,6 6 16 0,-7-7-7 16,7 7 12-16,-6-7-12 0,6 7 18 0,-6-8 3 16,6 8 4-16,-6-9-3 0,6 9-4 0,0 0 15 15,-6-8-27-15,6 8 49 0,0 0-61 0,-4-10 26 16,4 10-59-16,0 0 28 0,8-7-49 0,3 5 33 15,5 0-48-15,7-1 0 0,15 3 3 0,4 0 40 16,16 3-48-16,18 0 42 0,5 0-50 0,7 4 31 16,2 1-38-16,1-1-2 0,0 1 30 0,2 1-11 15,-1-1-19-15,0-1 17 0,0 0-14 0,-1 0 23 16,0-2-22-16,-5 1 25 0,-1 0-19 0,-8-1 1 16,-3-1 11-16,-14-2 15 0,-3 0-21 0,-4 0 19 15,-2 0-21-15,-9-1 23 0,-4-1-11 0,-5 0 3 16,-3 1-10-16,-3-2 28 0,-4 1-21 0,-2 0 34 15,-3 0-30-15,-2 0 31 0,-2 0-35 0,-14 0 37 16,25 0-37-16,-25 0 27 0,20 0-36 0,-20 0 33 16,15-1-39-16,-15 1 35 0,0 0-41 0,13-2 39 15,-13 2-43-15,0 0 5 0,0 0-8 0,-11-3 14 16,11 3-7-16,-21-1 13 0,7-1-10 0,-4 1-1 16,-2-1-5-16,-2 1 7 0,-5-1-5 0,-3-1 11 15,-4 1-15-15,-1-2-2 0,-2 3-10 0,-2-2-23 16,-1 0-12-16,0 0-20 0,-7 0-22 0,0 0-40 15,0-2-29-15,6 4-18 0,0-2-87 0,-1 0-172 16,2 0 54-16</inkml:trace>
  <inkml:trace contextRef="#ctx0" brushRef="#br0" timeOffset="194335.7735">29132 4236 186 0,'0'0'210'0,"0"0"21"0,-2-15-88 16,2 15-4-16,-2-11 24 0,2 11-24 0,-3-14-29 0,3 14 23 16,-2-12 20-16,2 12-37 0,-2-13-15 15,2 13-34-15,-3-11 12 0,3 11-8 0,0 0 1 16,-2-14-17-16,2 14-2 0,0 0-21 0,-1-12-3 16,1 12-18-16,0 0 5 0,0 0-11 0,0 0 11 15,0 0-16-15,0 0 17 0,18 3 4 0,-7 5 9 16,5 4-1-16,7 2 3 0,7 7-6 0,4 3 0 0,3 1-5 15,9 5 0-15,2 0 6 0,-1 1-9 16,2 0 33-16,-2 1-36 0,-1 0 22 0,0-2-34 16,-3 1-1-16,-8-4-6 0,1-1 6 0,-3-1 3 15,-1 1-2-15,-2-2-1 0,-1-1-3 0,-1-1-2 16,-5-3 7-16,0-1-1 0,-3-2-1 0,-1 1-1 0,-1-3 0 16,-3 0-2-16,2-1 5 0,-2-1-1 0,1 1-5 15,0-1 4-15,0 1-5 0,-1-1 12 16,1-2-9-16,-1 1-12 0,-1-2-4 0,-2 0-14 15,0-2 0-15,-1-1-12 0,-3 0 7 0,1 0-3 16,-9-6-7-16,14 7-78 0,-14-7-49 0,12 4-61 16,-12-4 4-16,0 0-49 0,13-6-179 0,-13 6 65 0</inkml:trace>
  <inkml:trace contextRef="#ctx0" brushRef="#br0" timeOffset="194653.1537">30072 4316 186 0,'-5'-9'145'0,"5"9"-10"0,0 0-62 15,-5-9 16-15,5 9-51 0,0 0 21 0,0 0-39 0,-6-8 43 16,6 8-14-16,0 0 40 0,0 0-22 0,-14 2 48 15,14-2-27-15,-14 9 35 0,3-3-22 16,-3 1 0-16,-4 2 1 0,-3 3 18 0,-5 1-10 16,-6 5-2-16,-4 0-20 0,-2 1-12 0,-3 1 26 15,-1 0-53-15,-8 4-8 0,0 1-1 0,-1 0-15 16,1 0 0-16,1 0-5 0,-1 0-3 0,2 0 1 16,4-4-3-16,1 0-5 0,1-1-5 0,1 0-16 15,1 0-33-15,2 0-53 0,0 0-72 0,2 0-116 16,2 1-312-16,2-3-111 0</inkml:trace>
  <inkml:trace contextRef="#ctx0" brushRef="#br0" timeOffset="207940.9871">32134 4332 71 0,'23'-9'142'0,"-2"0"26"16,1-1-53-16,-3 1-20 0,1-2-15 0,-3 0-12 15,1-2-18-15,0-1 4 0,-2 0-9 0,-1-1-1 16,-1 1-9-16,-1-3 3 0,2 2-14 0,-3-1 4 15,1-1-2-15,-2 0 4 0,0 1-10 0,1 0 4 0,-1 0-3 16,-2 0-4-16,2 1-1 0,-3 1 13 16,2-1-12-16,-1 0-4 0,-1 2 4 0,-2-1-2 15,1 2 1-15,0-2-4 0,-1 0 2 0,0 0-8 16,-1 1 5-16,0-2-2 0,-1 2 8 0,2 0-5 16,-3-4-2-16,0 3-3 0,0-1-2 0,-1-1 2 15,0 0-1-15,-1-1-2 0,0 1 3 0,-1-2-2 16,0 1 3-16,1-1 3 0,0 1-3 0,-1-2-1 15,0 1-1-15,1 0-7 0,-1 0 22 0,0-2-9 16,0 2 10-16,-1 0-10 0,1 0 5 0,-1 0 5 16,0-1-7-16,0 1 2 0,0-1-6 0,0 0-1 15,-1 0 8-15,1-1-5 0,0 1 3 0,-1-2-4 16,0-1-2-16,0 0-6 0,0-2 0 0,-1 2-1 16,-2 1 1-16,3-2 7 0,-2 3-6 0,-1-1-3 15,0-1 0-15,1 1 9 0,-2 0-5 0,0 1 1 16,-1 0 5-16,1 0 3 0,0 1-10 0,0 0 12 15,-1 0-4-15,1 2 4 0,1 0-12 0,0 1 6 16,1-2-6-16,-2 2-3 0,1-1-1 0,0 0 4 16,-1-2-7-16,1 0 1 0,-1 0 1 0,-2-1 2 15,0 0 2-15,1-1-5 0,-3 0 11 0,-2-2-17 16,0-2 6-16,-2 0 1 0,0 0-5 0,-1 0 6 16,-3-4-7-16,1 4 4 0,-1-4-5 0,-2 1 6 15,3 4-3-15,0-1 1 0,0 2 2 0,0-1 1 16,0 0-3-16,-1 1 3 0,-3-4-3 0,-1 2 1 15,-2-1 1-15,2 1-6 0,-3-1 7 0,-1 1-4 16,0-2 2-16,-1 0 4 0,-1 1-12 0,1 0 4 16,-1-2 2-16,0 2-3 0,0 0 5 0,-1 1-1 15,1-1-6-15,-2 2 3 0,1 1 5 0,1-1-1 16,-2 1-4-16,0 1 10 0,1 0-15 0,-1 1 9 16,-1 0-2-16,-1 0 5 0,-1 0-2 0,-1 1 7 15,-2 0-8-15,-1 0-2 0,-4 0 3 0,1 1-2 16,-2 0 4-16,-2 0-4 0,-1-1 2 0,-1 3 0 15,1-2 2-15,-1 3-6 0,1 0 1 0,0 1 13 16,1 0-14-16,0 1 2 0,-1 0-1 0,2 2 3 16,-1 0-3-16,0 1 0 0,3 1 1 0,-2-2-2 15,3 3-2-15,-1-1 7 0,6 3 0 0,0-1-4 16,1-1 4-16,-1 2-2 0,0 0 4 0,0-1-2 16,1-1 1-16,-2 3-5 0,2-1 2 0,-1 0-1 15,1 0 5-15,0 0-5 0,-1 0 3 0,-1 0 0 16,1 0-1-16,-2 2-3 0,1-1 0 0,-1 1 6 15,-1 0-4-15,0 0 0 0,0 2 1 0,0-1-3 16,1 3 0-16,1-3 6 0,5 3-4 0,1 1 2 16,1-1-4-16,0 1 0 0,2 1 1 0,0-1 6 15,5 3-5-15,2 0 3 0,-1-1 1 0,0 1-3 16,3 1 8-16,-1 0-4 0,2 1 8 0,-2 1-12 16,1-1 4-16,-1 2-10 0,-1 0 7 0,2 0 14 15,0 1-10-15,-1 0-5 0,2 1 2 0,-1 2 4 16,2-3-1-16,-3 3-4 0,2-1 4 0,-1 0-3 15,0 2 1-15,-1 1 1 0,0-1 5 0,-3 2-1 16,1 2-3-16,0 0 2 0,-1 0-3 0,2 1 3 16,-2 0-9-16,2 1 7 0,0 0-1 0,1 1-1 15,-1 1-4-15,2 0 5 0,1 0-1 0,0 0 6 16,0 0-4-16,1 1-3 0,-2 0 2 0,4-1-2 16,-1 1 0-16,0 0 2 0,1 0-3 0,0 2 4 15,0-2-4-15,2 1 1 0,1-2 6 0,0-1 1 16,0 0-3-16,0 2 0 0,1-1 0 0,1 1-8 15,0-1 4-15,-3 1 2 0,5 0-3 0,-2 1 9 16,-2 1-3-16,2-1-2 0,-1 3-1 0,0 0 0 16,-1 0 3-16,0 1-4 0,-1 0 1 0,1-1-3 15,1 2 2-15,-1 0 4 0,0 0-2 0,-1-1 2 16,0 0-4-16,1 2 3 0,-3-2-1 0,3 0-5 16,-3 0 5-16,3-1-2 0,0 2 0 15,-1-2-3-15,0 3 2 0,2-3 4 0,-2 0 1 0,1 1-4 16,-2-1 4-16,4 0 2 0,-1 0 5 0,-1-1-8 15,2 1 15-15,-1-3-18 0,2 3 12 0,-2 0-18 16,1-3 17-16,-2 3-15 0,2-1 11 16,-1 0-12-16,-1 1-2 0,0-1 10 0,0 1-7 0,3 0 3 15,-3 0 0-15,3-4-4 0,-3 4 4 0,3-3-1 16,0 0 0-16,-1 0 5 0,1 0-10 16,-2-1 5-16,3 1 5 0,-1-1-2 0,-1 2-2 0,1-2 1 15,0 1-1-15,-1 0 3 0,2-2 3 0,-2 2 5 16,2-2-8-16,0 1 12 0,-2 0-19 0,2 0 18 15,-1-1-1-15,1-1-7 0,1 3 6 0,-1-1 0 16,0 1-7-16,2-1 1 0,-1 2-2 0,0-2 0 16,0 3-8-16,0 0 6 0,-1 3-10 15,1 2 15-15,-2-1-12 0,3 0 14 0,-3 1-19 0,4 2 18 16,-3-1-16-16,3 1 16 0,-2-2-11 0,0 0 12 16,2 0-10-16,-1 1 19 0,1-3-20 0,2-1 20 15,0 1-17-15,1 1 14 0,0-2 0 16,-1 2-4-16,0 0 2 0,2 1 2 0,0-1-7 0,2 2-3 15,-2-1 2-15,2 0-6 0,-1 3 1 16,0-3 0-16,1 3 3 0,0 0 0 0,0-1-1 0,2 0-15 16,0 0 19-16,1-1-20 0,1 0 19 0,2-2-15 15,0 2 14-15,1-2 8 0,3 0-3 0,-1 0-5 16,2 1 8-16,2-3-3 0,-1 1 4 16,2-2-2-16,0 0 5 0,2-2 0 0,1 1-4 15,-2 0-4-15,5-4 34 0,2 5-40 0,-3-4 24 0,4 2-18 16,2-2 28-16,0 1-35 0,1-2 37 0,1 1-39 15,0 0 40-15,4-2-39 0,-1 0 33 0,1 0-39 16,2-1 15-16,0 1 0 0,3-1-3 0,1 1 0 16,1-2 1-16,0 1 2 0,2 2-6 15,-3-2 0-15,2 2 0 0,-2-3 4 0,1 0-4 16,1 1 1-16,-2 0 1 0,1-1 8 0,-3-1-7 0,1 0 1 16,0-1 20-16,0-1-19 0,0 0 3 0,0-1-12 15,1-1 2-15,0-2 5 0,1 1-1 0,0-1 3 16,0-1-3-16,2-2-7 0,0 3 5 15,1-3-1-15,-6-1-6 0,7 0-4 0,-5-1 0 16,7-1 2-16,0 1 10 0,3 0-2 0,-1-3 4 16,0 1-11-16,3-1 0 0,-1-2 2 0,0 1 0 15,0-2-3-15,-1 1-5 0,0-2 3 0,-1-1 2 16,2 2-5-16,-2-3-7 0,-1 1 4 0,1-2 5 16,-3 1 7-16,2-1-9 0,-3 0 7 0,1 0-2 15,-1-1-1-15,-5 1 2 0,5 0-5 0,0-1 4 16,0-1-1-16,-1-1 2 0,0 1-1 0,1-1 0 0,0-2 4 15,0 0-6-15,0 0 6 0,2-2-6 0,0 0 7 16,1 0-4-16,0-1 2 0,1 1 1 0,-1-1 1 16,1 1-3-16,-1-1-3 0,1 1 4 15,0 0-6-15,-1-1 3 0,0 2 6 0,0-1 0 0,-1 1 0 16,-1-2-1-16,-1 2 0 0,1-2 2 0,-2 1 0 16,1-3 1-16,-2 2 3 0,0-1-1 0,0-1 8 15,-1-2-3-15,-1 3-6 0,-1-2 15 0,0 1 35 16,-2-2-52-16,-1 0 47 0,0-1-11 0,0-1-3 15,-2-1-8-15,0 0-7 0,0 0-5 0,-1-4-9 16,-1 2 2-16,0-1 1 0,-1-1-8 0,-1-2 4 16,1-1-1-16,-3-1-4 0,2-2-1 0,-4-2-16 0,0 0-2 15,-3-2-9-15,0-1 4 0,-3-3-8 16,-1 1-10-16,-2-1-28 0,-4-4 21 0,0 3 0 16,-2-1-10-16,-2-2 3 0,0 0 16 0,-3 1-28 0,-1-1 2 15,0 0-9-15,-1 5-20 0,-1-4-22 0,0 5-29 16,-1-2 5-16,0 2-31 0,-3-1 0 0,0 2-26 15,0-2-16-15,-4 0-31 0,0-4-111 0,-3 0 189 16</inkml:trace>
  <inkml:trace contextRef="#ctx0" brushRef="#br0" timeOffset="232415.3993">28282 6023 30 0,'0'0'42'0,"0"0"-16"0,-10-2-1 0,10 2-3 0,0 0-7 15,0 0-4-15,0 0-3 0,-14-1-1 0,14 1 18 16,0 0-24-16,0 0-4 0,-16 0-5 0,16 0 11 16,0 0 0-16,-15 0-1 0,15 0 1 15,0 0-10-15,-12 1 11 0,12-1-6 0,0 0 7 16,-13 1-5-16,13-1 1 0,0 0-2 0,0 0 8 0,-16 0 8 16,16 0 4-16,0 0 7 0,0 0 10 0,0 0-3 15,-13 0-5-15,13 0 9 0,0 0-7 0,0 0 1 16,0 0-4-16,0 0-4 0,0 0 14 0,0 0 5 15,-14 1-7-15,14-1-1 0,0 0-6 0,0 0-2 16,0 0 1-16,0 0 0 0,0 0-9 16,0 0-4-16,0 0 0 0,0 0 6 0,0 0 17 0,0 0 4 15,14 11-2-15,-2-9 8 0,5 2-5 0,8 0-1 16,7 3 0-16,5-1-1 0,10 0 2 0,7 3 6 16,3-3-7-16,14 2-11 0,5 3 4 0,2-2-4 15,5 1-3-15,4-1 1 0,7 0 2 16,3 1-4-16,4 1-5 0,19 1 6 0,2 0 6 15,1 1-13-15,4-1-5 0,2 1-15 0,0 0 19 0,-1-1-13 16,-3 0 10-16,0 1-16 0,-1 1 19 0,-1-3-23 16,-3 3 16-16,-22-3-18 0,-1 0 19 0,-3 0-23 15,-6-3 3-15,-4 2 1 0,-6-2-4 16,-5 0 0-16,-14-2 1 0,-5-1 0 0,-1 2 4 0,-6-3 2 16,-10 0 4-16,-1 0-5 0,-3 0-2 0,-5-1 0 15,-2 1 3-15,-1-1 0 0,-3 1 3 0,-2-1-1 16,-1 2 2-16,-3-2-10 0,1 1 6 0,-3-1 6 15,-2 0-5-15,0 2 12 0,-2-2-12 0,-10-3 3 16,18 4-3-16,-18-4-2 0,13 6 3 0,-13-6-6 16,12 5-17-16,-12-5-5 0,0 0 2 0,9 7 6 15,-9-7 11-15,0 0-12 0,0 0 3 0,-8 4 1 0,8-4-8 16,-19 1 5-16,6-2-9 0,-5 0-7 0,-3-1-12 16,-5-1 11-16,-1-1-39 0,-9-2 29 15,-10-1-37-15,-5 0 15 0,-5-3-22 0,-14-2 19 16,-5 1-57-16,-6-2 35 0,-4 1-80 0,-1-2 48 0</inkml:trace>
  <inkml:trace contextRef="#ctx0" brushRef="#br0" timeOffset="232949.9622">27574 6453 80 0,'-12'-3'68'0,"12"3"51"0,-16-2-42 15,16 2 27-15,-12-2-37 0,12 2 26 0,0 0-22 16,-14-4 21-16,14 4-37 0,0 0 17 0,-11-3-34 15,11 3 19-15,0 0-39 0,0 0 28 0,0 0-36 16,-12-1 25-16,12 1-31 0,0 0 28 0,0 0-24 16,0 0 29-16,0 0-14 0,0 0 39 0,0 0-28 15,22 3 9-15,-2 0-22 0,9 0 27 0,19 0-21 16,8 1 18-16,18 1 2 0,14 0 9 0,12 3-7 16,33-1 9-16,9 2 4 0,9 1 0 0,10 2-14 15,10 1-1-15,6 0-22 0,4 1 12 0,3 1-13 16,3 0-8-16,-2 0 1 0,-7 0-4 0,-9 0-4 15,-10-2-3-15,-8 2-1 0,-13-7 1 0,-12 3-4 16,-29-5-6-16,-8 0-5 0,-9-2 18 0,-8 0-4 16,-14-1 4-16,-5-1 4 0,-10-1-5 0,-5 1 0 15,-1 0-2-15,-8-1-4 0,-2 0-1 0,-4 0 3 16,-2-1-7-16,-3 1 6 0,-2 0-1 0,-3-1 0 16,1 2-5-16,-14-2-2 0,23 0-9 0,-23 0-17 15,17 1 0-15,-17-1-7 0,16 0-18 0,-16 0-7 16,12 3 1-16,-12-3-2 0,11 4-11 0,-11-4-13 15,10 5-11-15,-10-5-6 0,7 7-26 0,-7-7-24 16,4 10-23-16,-4-10-113 0,-1 11 250 0</inkml:trace>
  <inkml:trace contextRef="#ctx0" brushRef="#br0" timeOffset="246036.9061">28897 6091 58 0,'5'-16'116'0,"-5"16"-27"0,6-15-18 16,-6 15-16-16,6-16-9 0,0 8 4 0,-2 1-3 16,2-1-16-16,0-2 2 0,1 3-8 0,0 0 8 15,0-1-37-15,2 0 29 0,-1 0-25 16,0 1 23-16,0 1-9 0,0-1 40 0,-8 7-37 0,13-11 22 15,-13 11-35-15,10-8 18 0,-10 8-37 0,11-6 31 16,-11 6-29-16,13-3 31 0,-13 3-32 0,20 0 23 16,-8 2-25-16,2 0 30 0,2 3 0 0,5 0 0 15,0 3-8-15,8 4 21 0,7 2-2 0,0 4-1 16,3 2-10-16,-1 3-3 0,9 4 0 0,-3 4-6 16,0 0-16-16,-2 3 20 0,0 1-28 0,-1 0 32 15,-2 1-24-15,0-1 25 0,-2 1-35 0,-5-9 33 16,1 4-16-16,-1-1 22 0,1 0-22 0,-1-3 26 15,0 3-27-15,2-3 17 0,0 0 15 0,0 0-3 16,1 0-21-16,1-2 24 0,0 1 2 0,0-2-6 16,-3 1-2-16,1-1-6 0,-2-4 2 0,-1 3-9 15,-2-4-3-15,-5-2 2 0,-2-3 1 0,0 1-1 16,-3-3-3-16,-3-1 3 0,1 1-5 0,-2-2 1 16,0-1-14-16,-3-1-23 0,-1 1-14 0,1-1-33 15,-2-1 28-15,-1 0-52 0,-1-2-17 0,-1 2-131 16,-7-7 78-16</inkml:trace>
  <inkml:trace contextRef="#ctx0" brushRef="#br0" timeOffset="246472.6615">30764 5970 17 0,'-16'2'30'0,"7"2"53"0,-2-1-6 0,-5 2-3 16,-3 2-15-16,-9 4-15 0,-2 1 18 0,-12 2-2 15,-3 3-9-15,-12 5-2 0,-5 2-30 0,-5 2 29 16,-2 2-30-16,-5 2 33 0,0-1-27 0,-19 8 28 16,13-6-27-16,-14 7 17 0,15-8-30 0,-13 8 23 15,15-7-31-15,2-2 39 0,1-1-33 0,3-1 23 16,2 1-7-16,6-5 1 0,3 0-3 0,4 1-6 16,10-6-1-16,3 0 1 0,3-1-7 0,1 0 3 15,4 0-1-15,6-5 0 0,1 1-4 0,5-3 1 16,2-1-3-16,2 0-1 0,5-4 1 0,-1 2 1 15,2-1 6-15,4-2 3 0,-1 0-5 0,10-4 3 16,-14 7-6-16,14-7-17 0,-13 5-13 0,13-5-10 16,-11 3-29-16,11-3-53 0,0 0-46 15,-12 0-130-15,12 0 254 0</inkml:trace>
  <inkml:trace contextRef="#ctx0" brushRef="#br0" timeOffset="293521.1326">3267 13939 9 0,'-66'-10'141'0,"-3"0"-31"16,-2-1-11-16,1 0-24 0,-1 3-17 0,1-4-6 0,0 1-5 16,1 3 0-16,2-3-11 0,9 3-12 0,-8-2 2 15,9 2-17-15,2 1-3 0,1-4 0 0,3 2-16 16,0 0-4-16,4 1-76 0,0-3 7 0,4 3-89 16,-2-3 45-16</inkml:trace>
  <inkml:trace contextRef="#ctx0" brushRef="#br0" timeOffset="302391.0146">3607 16226 102 0,'0'0'126'0,"-15"-1"-23"16,15 1-26-16,-16-1-17 0,16 1-2 0,-15-1-17 16,15 1-8-16,-16 0-2 0,16 0-8 0,-16 0-6 15,16 0 1-15,-17 0-9 0,17 0-1 0,-15 0-7 16,15 0 8-16,-17 0-2 0,17 0-4 0,-16-1-2 16,16 1 7-16,-16 0-2 0,16 0-2 0,-16-1 13 15,16 1 8-15,-14 0 5 0,14 0 12 0,-13 0 10 16,13 0-17-16,0 0-2 0,-18 1-2 0,18-1-9 15,0 0 0-15,-14 1-5 0,14-1 1 0,0 0-8 0,-16 3 10 16,16-3-1-16,-11 4 10 0,11-4 8 16,-11 5-2-16,11-5 7 0,-11 7 5 0,11-7-4 15,-14 9-9-15,14-9-12 0,-12 10 8 0,12-10-6 0,-11 8-1 16,11-8-11-16,-9 7 7 0,9-7-9 0,-7 7-9 16,7-7 8-16,0 0-5 0,-9 8 3 15,9-8-3-15,0 0-3 0,0 0 2 0,-8 8-7 16,8-8 10-16,0 0 4 0,-1 12-3 0,1-12-2 0,0 0 0 15,3 12-1-15,-3-12 0 0,6 8-1 0,-6-8-3 16,7 9 4-16,-7-9-2 0,12 9-2 0,-12-9 5 16,15 10-3-16,-6-7 3 0,1 2 3 15,1-2-4-15,0 1-2 0,2-1-5 0,2 0 7 0,1 1-3 16,0-1-7-16,1 0 8 0,-1 0 0 0,3 2-1 16,1-3-2-16,-1 2 2 0,2-2 1 0,0 0-3 15,1 2 0-15,0-1 5 0,2-1-3 0,1 0-6 16,-1 1 9-16,1-1-2 0,-2-1-8 0,2 1 9 15,2-2-1-15,-2 2-4 0,-2-2 0 0,5 0 2 16,-5-2 3-16,5 2-7 0,-1-1 6 0,-2 0-3 16,1 0 0-16,1 0 6 0,0-1-5 0,-1 0-2 15,0 0-10-15,0 1 5 0,-2-1 3 0,2 0-2 16,-1 1-1-16,0-1-17 0,0-1 16 0,-4 2 3 16,1 0-4-16,4-1 3 0,-5 1 3 0,-1-1-1 0,2 1-3 15,-2-1 5-15,0 0 2 0,0 1-20 16,0 0 22-16,-2-1 0 0,2-1-2 0,-1 2-1 15,0 0 1-15,1-1 0 0,-2 0-3 0,2 1 5 16,0-2 0-16,-2 2-1 0,3-2-5 0,-2 0 6 16,1 1 2-16,0-1-11 0,-1 0 7 0,2 1-3 15,-1-2-4-15,-1 2-7 0,1-1 9 0,0 0 1 0,-1 0-8 16,0 1 8-16,0-1 0 0,1 0 0 0,0 0-4 16,-1 0 5-16,0 1 3 0,1-1-8 0,0 1-1 15,0 0 4-15,1-1-6 0,-2 1-4 0,2-1 4 16,0 0-1-16,-1 1 0 0,0-1 2 0,2 2 3 15,-2 0 2-15,1-2 1 0,0 1 0 0,0-1-1 16,1 0 6-16,0 2-4 0,0-3 5 0,0 2-2 16,2 0 6-16,-2-1-8 0,-2 1 3 0,2 0-1 15,3-1-2-15,-3 1 3 0,-1 0 0 0,3 0 2 16,0-1-6-16,1 1 6 0,-3 1 1 0,-1-2-4 16,5 0-3-16,-1 2 7 0,0-2 0 0,1 1 4 15,0 0-4-15,0-1-5 0,2-1-4 0,-2 0 3 16,2 1-2-16,0 0 2 0,0-1 0 0,0 2 3 15,1-2-2-15,4 0-2 0,0 0 2 0,1 1 5 16,-1-1-4-16,-3 0-3 0,0 1 5 0,3 1-3 16,0-2 4-16,1 0-8 0,0 1-1 0,0 0 3 0,1 0-1 15,-1 0 0-15,1 0 1 0,0 1-3 16,0-1-1-16,0 1-1 0,0-1-3 0,0 1 4 16,1 0-2-16,0 0-1 0,2 0 0 0,-1 1 4 15,0 0-7-15,0-1 2 0,2 1-3 0,-2-1 3 0,1 0-4 16,1 0 7-16,-2 0 7 0,2 1-3 15,-1 1-7-15,1-3 5 0,-1 1 4 0,1-1 0 16,-1 3 0-16,0-3-7 0,-1-1 11 0,2 1 15 0,-2 2-1 16,-1-3-11-16,1 2 1 0,0 0 6 0,0-1-3 15,0 0-5-15,-1 0-6 0,0 2 7 0,0-2-4 16,1 2-1-16,-2-2-4 0,0 1 1 0,0 1 2 16,-4-1 0-16,3-1 12 0,0 0-16 0,1 1 3 15,-1-2 6-15,2 2-1 0,-2 0 0 0,1-2 1 16,1-1 5-16,-1 3 5 0,-1-2-3 0,-3 3 1 15,4-4-3-15,1 3-1 0,-1 0-3 0,0-1-6 16,1 1-4-16,-1-1 4 0,1 2-2 0,-1-1 3 16,2 0-5-16,0 0 0 0,-5 2 4 0,4 0-9 15,-3 0 0-15,4-1-6 0,-4 1 2 0,5 1 4 16,-1-1 4-16,0 0-5 0,-1 2 1 0,1-1-3 16,2 0 7-16,-3 0 0 0,1-1-4 0,0 1 0 15,0-1 2-15,1 0 1 0,-1 1-10 0,-1-1 16 16,1 2 7-16,0-2 1 0,1 0 2 0,-1 0 0 0,-1 1-1 15,1 0 4-15,-4 0 2 0,-1-1-3 0,2 0-4 16,4 0 0-16,-2 3-3 0,-4-3-2 16,0 0-3-16,0 0-3 0,0 2-3 0,0-1 8 15,0 0-13-15,-1-1-8 0,1 2 10 0,-1-1-2 0,0 1-1 16,-1-1-4-16,0 1 4 0,0 0-11 0,0 0 14 16,0 1-8-16,0-1 8 0,-1 1-3 15,1 0 11-15,0-2-5 0,4 2 5 0,-4 0-8 0,-1-2 10 16,0 0-8-16,1 1 8 0,0 0-8 0,0-1 9 15,0 0 6-15,1 1-1 0,-1-2-5 0,0 0 1 16,0 2 1-16,0-2 6 0,0 0 1 0,0 0 3 16,0 0-11-16,-3 0 7 0,3 0-2 0,-2 0 4 15,1 0 1-15,-1 1 0 0,1-1-5 0,-1 0 4 16,0 0-7-16,1 1 6 0,-1 0-8 0,1-1 1 16,-1 1 5-16,-2-1-4 0,2 0-2 0,1 2 0 15,-1-1-7-15,1 0 5 0,-2 1-11 0,2-1 13 16,-2 1-5-16,0 0 0 0,1 2-3 0,1-3 7 15,-3 2-5-15,1-1 2 0,2 0-1 0,-1 0 4 16,-1 0-2-16,1 0 5 0,0 0-4 0,1 0 1 16,-2 0 2-16,0-2 5 0,-1 2-8 0,1-1 8 15,0 2-6-15,-1-2 7 0,1 1-5 0,-1-1 4 16,1 1 6-16,-2 0-22 0,2-1 13 0,2 1-2 0,-2-1 0 16,0 0-6-16,2 1 1 0,0-1 8 0,-1 1-2 15,1-1-12-15,0 3-1 0,-2-2 5 16,1 1-5-16,2-2 3 0,-1 0-10 0,2 0 4 15,3 1-2-15,-3-1 10 0,-1 1-9 0,4-1-7 0,-3 0 19 16,1-1 4-16,-2 2-4 0,3-1 3 16,-2 1-5-16,1-1 6 0,-1 0-4 0,0 1 2 15,1-1-10-15,-1 0 16 0,1 0-8 0,-1 1 11 16,1 0-5-16,-1-1-2 0,-1 0 8 0,1 2 1 0,0-1-1 16,-1-1-2-16,1 0-12 0,0 1 9 0,-1-1-3 15,1 1 6-15,-2-1-10 0,1 2 2 0,1 0-5 16,-2-1 4-16,0 1-5 0,1 0 2 0,3 1 2 15,-6-1 0-15,0-1 6 0,2 2-6 0,-2 0-4 16,2-1 3-16,0-1-5 0,-2 1-16 0,3 0 23 16,-1-1 8-16,0 0-10 0,5 2 0 0,-5-1 0 15,0-1-8-15,3 4 0 0,-3-5 10 0,0 1 1 16,0 1-2-16,-1-2 6 0,-2 0-1 0,3 1 2 16,-2 0-5-16,0-1 9 0,0 0-5 0,0-1-2 15,-2 1 3-15,2 0-5 0,-5 0 1 0,3 0 0 16,-2 0 5-16,-1 0-1 0,2-1-3 0,-1 0 5 15,0 0-7-15,6 1 8 0,-6-1-4 0,-2 0-1 16,4 2-7-16,-2-2 5 0,-1 0 4 0,1 0 5 16,-1 0-3-16,1 0-10 0,0 0 9 0,-1 0-3 0,2-1-4 15,-1 0 1-15,1 0 6 0,3 1-6 16,0-1-1-16,-2 0-3 0,2 0 3 0,0-1-1 16,-2 1 3-16,-3 1 4 0,2-1-2 0,0 1 4 0,-2-1-14 15,0 0 14-15,3 1 1 0,1-1 1 0,2-1 1 16,-5 2-4-16,2-1-2 0,2 0-2 15,-5-1 9-15,2 1 0 0,-1 1-15 0,3-1 13 16,-1 0-1-16,2 0 2 0,0 1-6 0,-2 0 7 0,2 0-6 16,-3 0-1-16,3 0-2 0,2 0-1 0,-2-2 1 15,1 2 0-15,0-1 0 0,0 0-3 16,-1 1-5-16,2 0 4 0,-1 0 1 0,-1-1 1 0,2 1-5 16,0-1 8-16,-1 1 0 0,0-2-6 0,0 1 4 15,1 0 0-15,-1 0 3 0,-1 1-6 0,2-1 12 16,-2-1-5-16,0 2 5 0,1-1-10 0,0 1 1 15,0 0-3-15,3-2 7 0,-3 2-4 0,0-1 0 16,-1 1-5-16,1 0 5 0,0 0-3 0,-1 0 5 16,0 0-5-16,1 0 6 0,1 0-6 0,-2 0 10 15,1 1-13-15,0-1 4 0,1 0 0 0,0 0 0 0,-1 0-14 16,1 2 15-16,0-4-1 0,-1 2 0 16,2 0 4-16,-4 0-6 0,2 0 5 0,-1 0-8 15,0 0 11-15,-3 0 1 0,0 0-21 0,-2 0 27 16,1-1-11-16,0 1 6 0,-1-1-15 0,-1 1 17 0,0 0-10 15,-1 0 10-15,-1 0-8 0,2-2 1 16,-3 2-3-16,2 0 3 0,0 0 1 0,-2 0-1 16,2-1-9-16,-1 0 7 0,0 0-8 0,1 0 10 0,1 1-12 15,-1 0 14-15,2-2-9 0,0 2 5 0,0-1-4 16,2 0 0-16,3 0 0 0,0 1-1 0,0 0 3 16,2-2 3-16,-1 1-11 0,0 0 6 15,-1 0-1-15,2 0 0 0,-1 1 4 0,1-2-1 0,0 1-2 16,0-2-8-16,-1 1 10 0,0 0 1 0,0 2 1 15,0-1-8-15,0 0 9 0,-2 0-2 0,1 0 6 16,1-1-6-16,-2 1 4 0,1-1-3 0,-1 0 2 16,1 1-5-16,-1 1 8 0,-3-1-6 0,3-1 0 15,1 2-4-15,0-1 3 0,0 0-6 0,1 0 6 16,0 0-1-16,-2 1 1 0,2 0-5 0,1-2-1 16,-1 2 2-16,1 0 4 0,-1 0-4 0,1 0 2 15,-1 0 3-15,-1 0 1 0,1 0-6 0,0 2 9 16,0-2-8-16,0 0 2 0,1 0-4 0,-1 1 4 15,1-1-18-15,-1 1 25 0,0 0-8 0,2 0 0 16,-1-1-7-16,0 2 6 0,1-1 2 0,1 1 4 16,-1-1-6-16,1 0-2 0,4 1 3 0,-1 1-12 15,1-1 7-15,0-1-2 0,2 1-4 0,-1 0 1 16,-1 2 3-16,0-2 3 0,0 0-9 0,1 0 5 0,-1 0 6 16,2-2-7-16,-1 2 5 0,-4-1 3 15,4 0-1-15,-4 0-2 0,3 0 6 0,-3 1-2 16,-1-1 8-16,0 1-8 0,0 0 4 0,0-2-10 0,0 2 8 15,0-1-2-15,0 2-2 0,0-2 5 0,-1 1 1 16,0 1-5-16,1-2 0 0,0 2 7 16,-1-1-8-16,0 0-2 0,0 1 6 0,1-1 0 15,-1 1 0-15,-1 0 3 0,5 1 0 0,-1-1-7 0,-4 1-3 16,1-1 1-16,3 1-2 0,0 0 2 0,0-1 3 16,0 2-2-16,1-1-4 0,-7 0 8 0,2 0 5 15,0 0-5-15,0 0-1 0,0 0 1 0,0-2 1 16,0 3-3-16,0-2 3 0,0 2-2 0,-1-1 2 15,4 1 0-15,-4-1 3 0,-1 0-1 0,1 0-5 16,-1-1 5-16,1 1-2 0,1-1 1 0,-1 0-1 16,1 1-1-16,0 0-4 0,0-1 1 0,0 0 0 15,1 1-1-15,0-1 0 0,-1 1 1 0,1-1-1 16,0 0 1-16,-2-1-2 0,2 2 2 0,-1-1-2 16,-1 1 2-16,-1-1 3 0,1 0-3 0,1 0 2 15,-1 0 0-15,-2 0 1 0,2 0-11 0,-1 0 9 16,-1 0 0-16,1 1-1 0,-2-1 0 0,1 0 2 15,-1 0-3-15,1-1-2 0,-1 1 8 0,-1 0 1 16,1-1-1-16,-1 2-9 0,1-2 14 0,-1 1-10 0,-1 0 1 16,1 0 3-16,0-1 3 0,0 1 1 0,0 0-4 15,0-1-7-15,0 1 3 0,1 0 6 0,0-1-1 16,-2 1 3-16,2 1-6 0,-1-2 0 0,1 1 1 16,0 0-4-16,-4-2 5 0,1 0-1 0,3 2-1 15,-3-2 6-15,-1 1-6 0,4 0 0 0,-3 1-2 16,3-1 7-16,-5 1-13 0,5-1 7 0,0 0 2 15,0 1-1-15,-1-1 0 0,1 0 2 0,0 1 2 16,0-1-8-16,1 1 8 0,0-1-2 0,-2 0-1 16,1 0 2-16,1 0 0 0,-1 0-10 0,-3-1 11 15,2 2 11-15,-1-2-6 0,3 2 4 16,-4-2 5-16,3 1-6 0,0-2 0 0,0 3 1 0,1-2 7 16,-3 0-6-16,1 0-3 0,2 1 0 0,-3-1 3 15,0 0-2-15,1 0 2 0,-2 0 3 0,1-1-2 16,0 1-3-16,-1 0 0 0,1-1-1 0,-1 1-8 15,0-1 0-15,-1 0 2 0,0 0 0 0,-1 0-3 16,-2 2 2-16,1-2-3 0,-1-2 0 0,-1 2 5 16,-1 0-6-16,-1 0 3 0,1 0 3 0,0-1-2 15,-1 1-2-15,0 0 0 0,1-1 2 0,-3 0-3 16,2 1 5-16,2-1-4 0,-1 1 1 0,1-1 1 16,1 0-1-16,-1 1-1 0,1-1-1 0,-1 0 1 15,2 0 3-15,-1 1-1 0,-1-1 0 0,-1 1-2 0,2-1-13 16,-3 0 15-16,1 1 3 0,0-2 0 15,3 1 1-15,-2 0-2 0,-3 1 0 0,2-2-5 16,-1 2 5-16,1-1 5 0,-2-1-1 0,2 2 9 16,1-1-3-16,0-2-2 0,-1 2-2 0,2-1 2 0,0 1 7 15,-1 0-6-15,2-1 6 0,-2 0 4 0,3 1-1 16,0-1-2-16,-1 0 3 0,2 1 5 0,0 0-6 16,0-1 0-16,2-1-3 0,2 3 4 0,1-2-10 15,0 0 6-15,-1 0 1 0,2 0-1 0,0 1 0 16,0-2 2-16,0 1-11 0,0-1 5 0,0 1 1 15,0 0-1-15,-2 0-10 0,2-1 5 0,0 2 4 16,0-2-6-16,-1 1 3 0,1 1-5 0,-1-1 0 16,-1 0-5-16,2 1 2 0,-1 0-1 0,1-1 4 15,2 1-3-15,-4-1-4 0,4 1 6 0,-1 0-1 16,-2 0-5-16,3 0 2 0,0-1-1 0,1 1 4 16,0 0-5-16,0 1 4 0,1-2 1 0,1 1-7 15,0 1 9-15,6-2-5 0,-6 2 0 0,4 0-2 16,-3 0 4-16,0 0-3 0,-1 1-8 0,5 0 13 15,-1-1-4-15,-2 1-3 0,1 1-2 0,-3-1 8 16,-1 0-3-16,0-1-11 0,0 2 8 0,-1-1 1 16,1 1 0-16,-3-1-6 0,2 1 7 0,-1 0-1 15,0 0-3-15,0-1 3 0,-1 2 2 0,0-1 0 16,0 0-4-16,-1 1 5 0,0-1-7 0,0 0 1 0,-3 1 6 16,1-2-2-16,2 2-35 0,-2 0 41 15,-1-1-37-15,-3 0 39 0,1 0-37 0,-2 0 40 0,5 1-33 16,-5-3 39-16,-1 2-43 0,0 1 41 0,0-1-37 15,1-1 46-15,-3 2-12 0,2-1-34 0,0-1 40 16,0 2-6-16,-1-1-9 0,-1-1 9 0,2 0-4 16,-2 1-2-16,0 1 0 0,1-2 1 0,-1 1-4 15,-1-1-3-15,2 1 13 0,-2-1-6 0,1 2-4 16,-3-1 7-16,2-1-2 0,2 0-5 0,-1 1-4 16,-1 0 6-16,2 0 0 0,0 0-10 0,-2 0 10 15,2 0-1-15,0 1 0 0,0-1-5 0,0 0 5 16,-1 2-1-16,0-1-5 0,3 0 3 0,-4-1 2 15,2 2-4-15,-1-3 6 0,-1 2-6 0,0 1 3 16,-2-2-3-16,-1 1 8 0,1 0-7 0,-3 0-1 16,-1 0 2-16,4 0 0 0,-5 1 5 0,3 0-2 15,-1 1-1-15,0-1 0 0,-1 2 1 0,3 0 0 16,-3 0-7-16,2 1 8 0,-1 1-2 0,-2-1-2 16,1 0 6-16,-4 0 2 0,3 1 1 0,-3 0-2 15,2 0-8-15,-2-1 8 0,-3 4 8 0,1-2 1 16,0 1 1-16,-2 0 3 0,1 0-4 0,-1 1-32 0,-2 1 33 15,2-1-22-15,-2 3 32 0,3-1-35 0,-3 1 34 16,0 3-34-16,0-1 33 0,0 1-30 16,0 2 1-16,0 0 0 0,0 0 6 0,0-1 26 0,0 3-31 15,2 0 0-15,-2-1 5 0,0 1-3 0,0 0-3 16,0 0 6-16,0 2 0 0,2 0 1 0,-2 2 0 16,-2-1-2-16,2 1 34 0,-2 1-45 0,-1-1 29 15,1 0-26-15,-1 0 33 0,-1-1-8 0,-2 1-32 16,3 0 27-16,-5-1-29 0,2-1 0 0,-2 1 6 0,1-2-4 15,-1-1 1-15,-2 0 5 0,1-2 1 16,-2-1 3-16,-1 1-2 0,2-3-1 0,-1 0 9 16,-1-2-7-16,-1 2 5 0,-1-4 5 0,3 1-5 0,-2-2 0 15,-1 0-2-15,1-3 4 0,-3 1-1 0,2-1-5 16,-2 0 2-16,-1-1 5 0,-2 0 3 0,-1 0 5 16,0 0-3-16,-2-1 2 0,1 0 0 0,-1 1 8 15,-2-2-1-15,-1 1 1 0,2 0-5 0,-2 0-4 16,1-1 0-16,-1 0-4 0,-2 0 1 0,4-1-7 15,-4 2 10-15,3-1 4 0,-3 0-6 0,2 0 4 16,-2 0-13-16,-2 0 10 0,0 1-4 0,2-1 3 0,-1-2-1 16,2 2-4-16,0-1 2 0,-1 0-2 15,1 1 1-15,-1-2-3 0,1 1 4 0,0 1-11 16,1-2 16-16,-1 1-13 0,0 0 11 0,1 0-1 0,-1 0-12 16,1 2 5-16,0-3 3 0,-2 1-3 0,1 1 1 15,-2 0-6-15,-2 0 5 0,-3 1-2 0,1 1 5 16,0-1-2-16,-1 1-6 0,1 1 12 0,1-2-5 15,-3 1 2-15,1 1-3 0,-2 0 9 0,1 1-10 16,-5 1 0-16,5-1-2 0,0-1 0 0,-5 3-6 0,4-2-2 16,1 0-1-16,1 1 4 0,-1-1 3 15,1 0 4-15,1 1-14 0,-1-1 6 0,1 0-1 16,-1-1 7-16,0 1-5 0,1-1 5 0,-1-1 6 16,1 0-5-16,-1 0-3 0,0-2 10 0,-1 2-4 15,0-2 0-15,0-1 4 0,-1-1-20 0,1 2 15 0,-3-3 7 16,0 1-10-16,-2 0 10 0,1 1 2 0,0-3-4 15,-1 0-3-15,-1 2 1 0,0-1 6 0,0 0-5 16,-2 0 0-16,1 1-4 0,0-2 5 0,-1 1-5 16,0 0 8-16,-6 0-4 0,1 1-5 0,-1-1-1 15,0-1-3-15,5 1 5 0,0-1-10 0,0-1 0 16,-1 0 6-16,0 0 0 0,0 0 16 0,-6-1 29 16,0 1-42-16,-1-1 3 0,2 0 7 0,-1 0 0 15,-1 0-2-15,1-3-1 0,-2 2-1 0,-1 0 1 0,1-1 5 16,-3 0-5-16,-1 0 12 0,-3-1-2 0,1 0 0 15,-2 0-14-15,-1 0 17 0,-1 1 0 0,-11-2 2 16,1 2-2-16,-2-1 0 0,1 1 5 0,9 1-8 16,-11 0 7-16,2 0 3 0,9-1-8 0,0 2 7 15,1 1-9-15,0-1 4 0,1 1 7 0,1-2-19 16,0 1 1-16,-1 1-11 0,2-1-4 0,-1 0-6 16,0 1 9-16,-1 0-5 0,0 0-12 0,0-1 5 15,0 1 2-15,-1 0 1 0,0-2-1 0,0 1 30 16,0-1-31-16,-2 1 8 0,-11-2-10 0,3 0 15 15,-2 0-2-15,2 0-2 0,-3-1 6 0,2 1 3 0,1-1-1 16,-1 2 0-16,11-1 2 0,0 1 23 0,-2 1-15 16,-8-2-11-16,11 1 4 0,0 0 4 0,0-1-11 15,0 2 2-15,-1-1-8 0,1 2-6 0,1 0 5 16,-1-1-4-16,0 0 51 0,2 0-60 0,-1 1 32 16,0 0-30-16,1-1 31 0,0 1-32 0,-1 0 9 15,1 0 5-15,0 0 3 0,0 0 6 0,-1-1-3 0,0 2 14 16,0-2-4-16,0 0 5 0,0 1-6 15,0-3 25-15,2 1-23 0,-1 1 18 0,1-1-10 16,1-1 3-16,-1 2-17 0,3 0 2 0,-3-2 9 0,2 0-9 16,-1 2 4-16,1-1-4 0,-1 0 8 0,0 1-1 15,2 1 0-15,-1-5 5 0,1 5 1 0,0 0-13 16,2-1 3-16,2 1 6 0,-1 1-3 0,0-1-8 16,3 0 14-16,-1 3-15 0,0-1 9 0,1-1-11 0,0 1 7 15,0 1-4-15,3-2 2 0,-2 2-9 16,0 0 0-16,2-2-1 0,-1 4 3 0,0-2-9 0,0 0 1 15,1 1 3-15,0-1-2 0,1 2 5 0,-2-3-1 16,8 0-3-16,-9 2-6 0,1-1 12 0,-1 0-3 16,-1 0 4-16,0-1-3 0,-1-1 6 0,2 1-3 15,-2 1 8-15,0-3-4 0,-1 0 1 0,0 1 0 0,-1-1 1 16,4 0-10-16,-1-1 9 0,2-1 3 16,-2 1-4-16,1 0 3 0,1-3-10 0,4 3 10 0,0 1-5 15,-6 3 12-15,0-5-14 0,-3 1 16 16,1 1-19-16,0-2 10 0,-1 2-13 0,0-1 15 0,1 1-10 15,-2 0 15-15,0-1-9 0,2 0-7 0,-1 1-1 16,-1 0 3-16,1 1-1 0,-2 0 17 0,1 0-15 16,0 1 22-16,-2 1-40 0,1-2 30 0,-1 2-35 15,1-1 36-15,1 0-20 0,-1 0-2 0,-1 1 9 0,3 0-6 16,-1 1 1-16,0 0 0 0,0-1-7 0,3 1 7 16,-1-2 1-16,0 3-6 0,-1-3 1 0,1 2 11 15,0 0-14-15,1-1 3 0,-3 2 2 0,1-3-3 16,1 3 6-16,1-2 1 0,-3 0-5 0,2 3 1 15,-1-3-1-15,1 1 2 0,-2-1-1 0,2 1 1 16,-1 1-1-16,-1-2-5 0,-1 4 8 0,1-4 1 0,1 1 2 16,-3-1-10-16,-1-2 5 0,1 3 1 0,-2-1 2 15,1 0-7-15,2 1 6 0,1 0 4 0,-3-2-1 16,2 2-6-16,1 1-2 0,0-1 8 0,0 0 2 16,0 0-9-16,2 0-2 0,0 0 9 0,0 1-2 15,1 1 0-15,-1-3-7 0,0 2 12 0,2 0-12 16,0-1-3-16,0 0-4 0,0 0 10 0,0 0 2 0,0 0-3 15,3 0 1-15,-3-2 2 0,2 3-13 16,0-3 15-16,1 2-8 0,-4-1 16 0,2 0-15 0,0-1 13 16,-1 0-12-16,1 1 14 0,-2-1-15 0,-1 2 16 15,3-2-12-15,-3-1 14 0,0 2-5 0,1-2 6 16,0 0-9-16,0 0 4 0,0 2 3 0,0-2 0 16,0 0-3-16,1-1-3 0,-1 0 6 0,0 2 1 0,1-1 3 15,0 1-9-15,1-1 7 0,-2 1-9 0,2 0 23 16,0-1-33-16,0 1 15 0,6-1-6 0,-4 2-1 15,5-2-1-15,-6 4-4 0,6-4 5 0,0 0-10 16,0 1 7-16,0 1-2 0,-1-2-2 0,-4 4 2 16,-2-3 8-16,3 2-11 0,-3-1 3 0,3 1 0 15,-1 0-2-15,0 0 3 0,-1 2 0 0,2-2-1 0,-2-1 0 16,2 1 25-16,0 1-28 0,0 1 3 16,0-2 0-16,0 0 11 0,0 2-7 0,0-2 3 0,-1 1 9 15,1 0-5-15,-2 0-13 0,1 0-1 0,-1-3 3 16,0 3 14-16,1 0-5 0,-6-1-3 0,5 0 6 15,-2 1-11-15,-1-3 7 0,2 4 4 0,0-1 2 16,1-2 1-16,-1 1 0 0,1 1-11 0,1-3 6 16,-1 0 5-16,1 2-8 0,4-3-2 0,-4 3 8 15,-2-2-4-15,2 2-6 0,-1-1 1 0,0-1-4 0,-1 1 6 16,2 0 7-16,-2 0-11 0,0 1 1 0,2-1 0 16,0-1 2-16,6 0-8 0,0 0 0 0,-1 0 6 15,0 0 8-15,0 0-15 0,-1-2 6 0,1 3-2 16,-6-1 18-16,6-1-7 0,1 1-8 0,-2-1 6 15,1 1 2-15,0-2-6 0,0 0 0 0,-1 0-1 16,1 0 9-16,2 0 0 0,0-3-4 0,0 1-7 0,2 1 7 16,0-2-3-16,1 0-4 0,0 0 5 0,0 0 1 15,1-1 6-15,1 1-6 0,0-2-1 0,-1 1 0 16,1 1 13-16,0-1-11 0,0 1-6 0,1-1 0 16,0-1 11-16,-1 1-6 0,2 0-2 0,4 0 4 15,-3 0 0-15,2 0-1 0,1 1 4 0,1-1-11 16,0 3 9-16,0-2-10 0,0 0 7 0,1 2-2 0,1-2-1 15,0 1 0-15,0 1 4 0,4-1-2 16,1 1 8-16,-1 0-10 0,0-1 6 0,1 2-1 0,2-1 3 16,-1-1 15-16,1 0-28 0,-1 2 3 0,1-1 1 15,0 0 4-15,2-1-8 0,-1 2 3 0,-1-2 0 16,0 2-1-16,2-1-7 0,-2 0 2 0,2 1 8 16,-2-2 7-16,1 1-11 0,1-1 0 0,-2 1 1 0,1 1-1 15,-1-3-3-15,0 2 5 0,1 1 1 16,-1-2 4-16,0 1-3 0,0-1 0 0,-1 0-1 0,1 1 8 15,-1 0-10-15,0-1 1 0,0 0 4 0,0 1 2 16,-1 0-3-16,1-2 39 0,-1 1-50 0,0 1 2 16,1-2 11-16,-1 2-10 0,-1-1 1 0,1 1 1 15,-1-1 12-15,0 0-16 0,1 1 0 0,-2 0 2 16,0-1 10-16,-2 0-8 0,4 1 2 0,-4 0-1 16,0-2 3-16,2 1-2 0,-3 1 3 0,5 0 8 0,-4-1-6 15,0 1 5-15,0-2-8 0,-1 0 5 0,3 1-3 16,-3 0 3-16,1 1-5 0,-1-1 17 0,4 0 5 15,1 0-6-15,-4 0-14 0,0 0 4 0,0 1-7 16,-1-2 9-16,2 1-14 0,-1 1 1 0,0-1-2 16,2 0 12-16,-1 1-10 0,2-1 0 0,0 1-4 15,-1-1 10-15,2 1-8 0,-1 0 3 0,1 1-2 0,1-2 6 16,0 1-14-16,0-1 2 0,2 2 3 0,-1-1-1 16,1 0-7-16,-1 0 6 0,1 0-8 0,2 0 13 15,-1 1 0-15,2-2-4 0,0 1 3 0,0 0 7 16,-1 0-12-16,2-1 3 0,-2 2 1 0,2-2 5 15,-1 1 2-15,1-2 2 0,-1 3 1 0,1-1-4 16,1 0 6-16,-2-1-4 0,2 0 2 0,-2 0 4 0,1 1-1 16,0-1-6-16,0 1-2 0,0-1 8 15,3-3 23-15,-2 2-21 0,-1 2-8 0,1-2 0 0,-1 2 1 16,1-2 2-16,-1 1-1 0,2 0 2 0,-1-1-1 16,-1 0 9-16,3-1 1 0,-3 2-29 0,4-2 16 15,-2 2 0-15,0-1-6 0,1 0 7 0,-1-1-1 16,1-1-4-16,0 2 3 0,-2-3-8 0,1 1 7 0,-2-1 6 15,2 0-8-15,0 1-3 0,-1-2 2 0,0-1-2 16,0 1-1-16,1 0-1 0,0-4-3 0,0 3 8 16,-1-2-1-16,0 0-13 0,1 0 8 0,1-1-5 15,-1 0 2-15,0-2-1 0,1 1 7 0,-1 2 0 16,1-2 3-16,0 1 9 0,1 0-3 0,1 1-3 16,-3-2-6-16,3 1 2 0,0 1 7 0,0 0-2 0,-1 0 1 15,1-1-2-15,0 1 3 0,0-1-4 16,0 1 19-16,2 0-23 0,-1 0 5 0,0 1-2 0,0-1-3 15,1 1-2-15,1-1 5 0,-2 1-5 0,2 1 3 16,1-2-9-16,-1 1 1 0,1-1 3 0,-2 2 3 16,1-3 0-16,0 2 6 0,1-1-2 0,0 2 0 15,0-2-6-15,-1 2 1 0,2-3 0 0,-2 3 2 16,2-3 4-16,-1 1 1 0,1 1-1 0,-2-2 0 16,2 2-1-16,-1-1 4 0,0 0 3 0,1 0 9 0,-1-1-6 15,1 1 4-15,-3 0 5 0,3 0 5 0,-1 1 1 16,1-3-11-16,-1 2 2 0,-2-2-6 0,4 2 7 15,-2-1 10-15,0 1-21 0,1 0 21 0,-1-1-9 16,1 3 5-16,-2-3-21 0,0 3 17 0,2-3-13 16,0 1 7-16,-2 1-17 0,2 1 3 0,0-2 15 15,-2 2-17-15,2-1 1 0,4 9 4 0,-8-16-4 16,8 16-1-16,-8-17-2 0,8 17 6 0,-8-14-1 16,8 14 5-16,-9-15-3 0,9 15 1 0,-6-15-4 0,6 15 3 15,-7-15 0-15,7 15 2 0,-8-16-6 0,8 16 11 16,-6-14-5-16,6 14-2 0,-8-15-1 0,8 15 10 15,-5-12-4-15,5 12-4 0,-5-14 3 0,5 14 5 16,-7-14-8-16,7 14-1 0,-4-12 2 0,4 12-5 0,-3-12-1 16,3 12-4-16,-4-9 10 0,4 9-4 0,0 0-2 15,-3-14 0-15,3 14 6 0,0 0-5 0,-3-10-3 16,3 10 8-16,0 0-2 0,0 0-2 0,-3-12 3 16,3 12-4-16,0 0 7 0,0 0-6 0,0 0 8 15,-2-13-8-15,2 13-11 0,3-12-5 0,-3 12 1 16,5-16 0-16,-4 6-1 0,3 1 5 0,-1-1 11 15,0 1-5-15,0 0 2 0,-3 9 4 0,7-18 4 0,-4 10-1 16,-3 8-2-16,6-19-1 0,-3 10 3 0,1 0 1 16,-2-2-1-16,3 3 2 0,0-3-3 15,-1 1 4-15,-1 1-2 0,1 0 4 0,-1-1-8 0,0 1 4 16,2 0 0-16,-5 9 28 0,8-18-35 0,-5 10 30 16,0-2-31-16,1 2 31 0,-4 8-38 0,7-17 27 15,-7 17-23-15,7-15 33 0,-7 15-38 0,7-12 25 16,-7 12-21-16,5-12 29 0,-5 12-32 0,6-10 27 0,-6 10 7 15,6-10-8-15,-6 10 1 0,8-10-14 0,-8 10 8 16,8-9-5-16,-8 9-1 0,5-9 2 0,-5 9 2 16,6-7-2-16,-6 7-2 0,8-13-2 0,-2 6-3 0,0-1 0 15,0 0-3-15,-1-1-1 0,3 0-11 16,0 0 19-16,-1-2-6 0,0 2 4 0,1-3-4 16,1 2 3-16,-1-1-2 0,-1-1-5 0,2 1-2 15,1 0 13-15,-2 0 1 0,1 0-2 0,0-1-26 0,1 0 32 16,-2 0-29-16,2-1 34 0,0 1-34 0,0 0 38 15,0 1-34-15,0 0 32 0,0 0-35 16,0-1 27-16,1-1-25 0,-1 2 33 0,1 0-33 0,1-2 34 16,-1 2-28-16,0 1 28 0,0-1-32 0,-1 1 13 15,2 0-8-15,-2 1 35 0,0 0-35 0,1 0 30 16,-1 1-32-16,-2 1 34 0,0 0-38 0,0 1 39 16,0 1-34-16,0-2 36 0,0 1-36 0,1 1 34 15,-1-1-42-15,1 1 18 0,-9 5 2 0,16-10 22 16,-7 6-34-16,0 0 33 0,1-1-30 0,1 1 32 15,-1-1-34-15,3-1 28 0,0 1-29 0,0-1 28 16,0 1 6-16,1-1-7 0,0 0-23 0,-1 2-5 16,3-2 38-16,-1 0-5 0,1 0-7 0,-1-1 1 15,1 1-2-15,-1 0-3 0,1-1 2 0,-1 1-24 16,1 0 24-16,0-1 1 0,-1 1-3 0,0 0 0 16,1-1-1-16,-2 1 0 0,2 0-10 0,-1 0 7 15,0 1 3-15,0 0-2 0,0 0 0 0,0-1-1 16,0 1 0-16,0 1-9 0,1-1 5 0,-2 0 2 0,2-1 0 15,-2 2-4-15,2-2 3 0,-1 2-2 16,1-2-5-16,-1 0 10 0,2 0-1 0,-1 0-1 16,1 0-1-16,3-2-9 0,0 0-18 0,2-1-7 15,0 1 14-15,-1 0 13 0,0-1-29 0,2 1-10 16,-2 0-21-16,1 0-8 0,1 1-27 0,-1 1-30 0,0 0-12 16,0 0-40-16,1 1-200 0,-1 1 159 15</inkml:trace>
  <inkml:trace contextRef="#ctx0" brushRef="#br0" timeOffset="310259.7144">28305 16885 13 0,'0'0'125'0,"11"-12"-6"0,-11 12-31 16,9-12-31-16,-9 12-6 0,5-13 17 0,-5 13-14 16,8-12-9-16,-8 12 0 0,7-13 13 0,-7 13 16 15,6-11 4-15,-6 11 2 0,3-8 1 0,-3 8-10 16,0 0-11-16,1-11-19 0,-1 11-1 0,0 0-4 16,0 0-4-16,5-8-4 0,-5 8-5 0,0 0 5 15,0 0-6-15,0 0 1 0,0 0 6 16,0 0-6-16,0 0 15 0,0 0 6 0,0 0-7 0,0 0 23 0,8 4-1 15,-8-4-11-15,0 0 11 0,7 15-9 16,-7-15-6-16,4 19 2 0,1-9 11 0,-2 5-22 0,-1 0 19 16,0 3-16-16,-1 2 14 0,-1 2-26 15,0 3 26-15,-2 1-31 0,1 2 12 0,-2 5-21 0,-1 0 20 16,-2-1-26-16,0 1 20 0,2 1-21 0,-2-2 22 16,-1 0-21-16,0 1 8 0,2-2-16 0,0 0 20 15,-1-1-22-15,2 0 21 0,-1-6-31 0,0 0 25 16,2 0-21-16,-1-1 16 0,0 0-16 0,1-6 22 15,-1-1-23-15,2 1 27 0,-2-3-24 0,2-1 17 16,-2-2-16-16,3 1 17 0,-1-4-19 0,2-8 32 16,-5 17-20-16,5-17 18 0,-2 10-26 0,2-10 15 15,0 0-22-15,-6 9 12 0,6-9-15 0,0 0 11 16,0 0-21-16,-9-10 17 0,9 10-20 0,-4-13 23 0,4 13-32 16,-6-20 23-16,6 8-15 0,-2-4 6 0,1-1-16 15,0-2 21-15,1-2-19 0,0-4 16 0,2-2-5 16,0-4 11-16,0-2-11 0,6-2 9 0,-2-5-8 15,5-3 15-15,3 0-12 0,-1 1 2 0,5 0-8 16,-2 1-2-16,2 2-4 0,1 1 6 0,0 1 3 16,1 3 10-16,-2 3-1 0,0 1 5 0,-3 5 4 15,-1 3-3-15,-2 3 11 0,0 2-11 0,-2 0-4 16,1 2 4-16,-1 2 8 0,-1 4-6 0,1-1 6 16,-1 2-5-16,3 3 13 0,0 1-5 0,2 2 24 15,0 2-5-15,5 3 9 0,3 3 9 0,1 3 13 16,3 3-3-16,4 7 9 0,2 1-4 0,0 4 15 15,1 2-16-15,8 7 21 0,0 2-21 0,0 2 13 16,1 0-16-16,-2 1 11 0,-1-1-14 0,0-1 5 16,-5 1-13-16,-7-5-9 0,-1-1-12 0,-3-1 18 0,-3 0-19 15,-3 0 15-15,-4-5-26 0,-3 1 21 0,-4-3-17 16,-2-1 3-16,-2-1 18 0,-4-1-14 0,-2 4 13 16,-3 2-19-16,-5 2 14 0,1-3-19 0,-3 0 16 15,-2 0-18-15,0-2 15 0,-3 0-27 0,-1-2 27 16,1-2-17-16,-3-1 12 0,-2-1-11 0,0-2 12 15,-1-2 0-15,-2-1-9 0,-1-2-16 0,-1-3-6 16,-2 0-19-16,3-3 19 0,-1-1-22 0,0-2 16 0,-1-1-19 16,0-1 8-16,1 0-5 0,0-2-5 0,1-1-5 15,3-2 18-15,0 0-24 0,2-1 35 16,3-1-18-16,4 2 23 0,0-2-44 0,3 1 5 0,-1 2 0 16,6-1 22-16,1 0-15 0,7 6-10 0,-11-10-12 15,11 10 15-15,-5-10-1 0,5 10 11 0,5-9 2 16,-5 9 9-16,11-9 0 0,-2 4 4 0,5 0-18 15,0 0 13-15,5-1-8 0,4 1-2 0,3-1 3 16,5 1-9-16,6-1 7 0,6-1 11 0,3 0 7 16,6 0 0-16,4 0 7 0,0 0-4 0,12-5 5 15,-2 3-3-15,0-3 0 0,-2 1-3 0,-10-1 2 16,-2 0-3-16,-3-2 11 0,-2-1-2 0,-4-1 0 0,-3-2 2 16,-3 0 2-16,-1-2 18 0,-3-3 0 15,-1 2 4-15,-2-3-8 0,-2-1 3 0,-3 2 15 0,-5 2-1 16,-1-1 7-16,-1 1-1 0,-4 1-6 0,-3 1 12 15,-1 1-7-15,-2 1-8 0,-1 4 29 0,-2-1-6 16,0 1-4-16,-2 3-20 0,-1 0 5 0,-2 10-8 16,1-16-8-16,-1 16-3 0,-2-12 2 0,2 12-2 15,-9-7 4-15,9 7 3 0,0 0-1 0,-21 4 11 16,9 3 3-16,-2 0 3 0,-3 6 19 0,-1-1-4 16,-4 5 6-16,1-1-13 0,0 4 6 0,-1-1-10 15,1 3 13-15,2-2-17 0,0 4 8 0,1-2-14 0,3 1 10 16,1 2-9-16,1 0 9 0,3 0-17 15,3-2 17-15,1 2-18 0,4-2 13 0,2 1-23 0,2-1 11 16,3 1-8-16,1-2 13 0,2 0-16 0,4 3 12 16,1-4-12-16,2-1-2 0,2-1 14 0,0-5-5 15,2-1 2-15,2-3-13 0,-1-1 14 0,4-2-6 16,2-2 2-16,1-3-1 0,1-1-7 0,2-2 6 16,4-2-29-16,2-2 16 0,4-5-21 0,3-3 4 15,-1 0-14-15,-1-4 7 0,3-3 2 0,6-5 5 16,-1-2-20-16,-2-4 14 0,-3-3-3 0,-3 0 14 0,-1-4 6 15,-5 0 8-15,-1-4-3 0,-4-1 9 16,-2 0-3-16,-2-4 13 0,-6 5-11 0,0 2 17 0,-5-2-8 16,1-1 17-16,-2 4-6 0,-2-3 7 0,-3 4-17 15,-2-1 14-15,-2 6-20 0,1 1 20 16,-3 5-11-16,-2 2 8 0,0 0-18 0,-2 6 8 0,1 0-12 16,-1 1 9-16,0 5-13 0,0 0 10 0,-1 2-14 15,2 11 10-15,-8-13-13 0,8 13 18 0,-10-5-10 16,10 5 5-16,-19 8-4 0,5 1 15 0,-4 3-10 15,-3 6 14-15,-4 5-8 0,-1 2 26 0,0 4-23 16,1 2 14-16,0 5-21 0,1 1 31 0,0 1-20 16,-3 7 25-16,2 1-22 0,7-5 11 0,-1 1-16 15,4 0 5-15,0-1-15 0,3 1 19 0,1-2-21 16,3-1 18-16,2-5-17 0,1-2 10 0,3 0-13 16,0 1 12-16,1-5-11 0,2-1 9 0,1 0-9 0,1-1 12 15,2-1-7-15,1-3 4 0,2 1 0 0,3-4 1 16,1 0-2-16,2-2-4 0,1-2 4 0,5-2-5 15,0-2 1-15,2-3 0 0,3 0-2 0,0-2 0 16,1-2-16-16,0-2 9 0,2-3 1 0,1-1-10 16,4-3-6-16,-1 0-2 0,1-2-9 0,2-3 11 15,2-2-13-15,-2-2 17 0,-1-1-9 0,-2-2 15 16,-4 2-9-16,-3-2 23 0,0-1-15 0,-4 0 13 16,0-1-12-16,-2-1 11 0,-4 0 7 0,-2 2 1 15,-2-1-8-15,-3 1 4 0,-2 2 7 0,-3 0-2 16,-1 0 3-16,-3 2-5 0,-1 1 3 0,-3 1 2 0,-1-1-5 15,-3 3-2-15,-2 1 1 0,-1 3-5 0,-1 0 3 16,-2 4-10-16,0 0 20 0,-2 4-11 16,-2 0 10-16,2 4-11 0,-4 2 10 0,3 3-10 0,-1 1 21 15,0 5-10-15,1 1 7 0,0 2-18 0,3 0 29 16,0 4-24-16,2 0 27 0,1 2-26 0,2 1 11 16,2 2-11-16,2-1 16 0,1-3-16 0,3 2 4 15,1-1-6-15,2-1 3 0,0 1-6 0,4-4 12 16,1 0-5-16,2-2 2 0,3 4-6 0,2-7 8 15,1-3 0-15,4-1 0 0,5 3 5 0,-2-8-5 16,2-1-6-16,3-2 6 0,1-4-4 0,2-1-6 0,5-4 5 16,0-2-5-16,5-4-1 0,-1-7-6 0,0-2-8 15,-2-2-23-15,-1-6 14 0,-1 0-29 16,3-9 20-16,-3-3-17 0,-2 0 4 0,-2-5 2 0,-2-4 16 16,-2-3-14-16,-3-3 5 0,0-4 3 0,-3-1-8 15,-2-2-3-15,-2 0 16 0,-1 1-4 0,-2 1 21 16,-3 9-8-16,-3 0 10 0,-1 3-10 0,-1 1 21 15,-2 2-21-15,-2 9 21 0,0 1-10 0,0 6 16 16,-1 3-18-16,-1 3 16 0,1 3-13 0,-1 1 7 0,1 4-19 16,0 1 20-16,-2 2-16 0,2 11 11 15,-4-13-12-15,4 13 27 0,0 0-6 0,-12 5 27 16,3 2-13-16,2 5 36 0,-4 4-25 0,-2 7 23 0,1 5-7 16,-2 8 8-16,-1 3-15 0,1 4 11 0,0 4-15 15,2 2-3-15,-2 7-3 0,3-6-12 16,1 0-2-16,0-1 1 0,3 1-15 0,1-3 10 0,1 1-17 15,0-4 19-15,0 0-11 0,3-6 11 0,-1-2-6 16,0-2 1-16,1 0-13 0,0-5-17 0,2-1 1 16,-1-2-1-16,0-4-21 0,0-2 1 0,0-3-6 15,0-1-12-15,1-2 10 0,-1-2 8 0,1-12-30 16,1 19-59-16,-1-19-19 0,0 0-70 0,0 14-13 16,0-14 38-16,0 0-63 0,0 0 12 0,0 0-117 15,7-12 184-15</inkml:trace>
  <inkml:trace contextRef="#ctx0" brushRef="#br0" timeOffset="310743.9227">31315 17599 187 0,'2'-20'74'16,"-2"20"19"-16,3-17-9 0,-3 17-5 0,2-17 12 0,-2 17 0 16,4-15 15-16,-4 15-3 0,7-16-18 0,-7 16-15 15,10-13-4-15,-3 6-19 0,2 1-8 0,3-1-11 16,1 2-3-16,2-1 0 0,3 1-7 0,3-1-2 16,3 1-3-16,0 0 3 0,3 1-4 0,5-2-7 15,1 1 3-15,0 0-2 0,1 0 5 0,0 1-4 0,-2-1 4 16,1-1-4-16,-5 2 0 0,3-2-4 0,-6 0 0 15,5-1 6-15,-4 0-4 0,1-2 4 16,-3 0-7-16,2-1 49 0,-1-1-53 0,-2-2-1 0,-3 2 10 16,-1-1 9-16,-3-1-4 0,1-1 4 0,-4 1 15 15,1 0-8-15,-5 2-1 0,1-2-8 0,-3 3 0 16,-1-1-4-16,-2 3-3 0,-4 8 3 0,2-18-5 16,-2 18-3-16,-2-13-3 0,2 13 1 0,-8-11 0 15,8 11-1-15,-16-4 3 0,16 4 6 0,-27 2 13 16,11 2-7-16,-5 3 6 0,-1 2-2 0,-3 3 10 15,0 2-3-15,0 2 5 0,-1 1 6 0,-1 4 2 0,2 1 5 16,3-3 10-16,3 2-11 0,2-1 10 16,2 2-3-16,3-4-7 0,2 0 17 0,3 0-10 15,3-1 15-15,1 0 7 0,4-1 20 0,2 1 11 0,5 2 13 16,2-4-5-16,8 3-1 0,3 0-20 0,2-3-13 16,4 1-1-16,7-2-18 0,2 0-7 0,1-2-13 15,-4-2 1-15,2-3-8 0,0 0-1 0,1 0-3 16,-1-2-2-16,1 0-7 0,-1-2 1 0,-1 0-1 15,-5-1-12-15,1-1 6 0,-2 2-2 0,-2-3-2 16,-3 0-2-16,-2 1 4 0,0-1-7 0,-5 0 1 16,0 0-20-16,-3 1-18 0,-13-1-34 0,23 1-46 15,-23-1-46-15,14 0-40 0,-14 0-37 0,0 0-8 16,0 0-90-16,-21 3-38 0,1-2-196 0,-9 0-86 16</inkml:trace>
  <inkml:trace contextRef="#ctx0" brushRef="#br0" timeOffset="311477.7934">27827 18281 21 0,'0'0'69'0,"-24"0"21"0,24 0-7 0,-21 0 15 0,21 0-22 15,-15 0-6-15,15 0-14 0,-14 0-6 0,14 0-1 16,-13 3-13-16,13-3-7 0,0 0 22 0,-17 3-33 16,17-3 0-16,0 0-1 0,-13 2 19 0,13-2-12 15,0 0 3-15,-10 3-4 0,10-3 28 0,0 0-9 16,0 0 30-16,0 0 26 0,0 0 9 0,3 12-1 15,-3-12 7-15,22 7 3 0,-1-2-7 0,10 2-15 16,12-3-22-16,10 2 7 0,19 3-7 0,12-3-3 16,12 1 9-16,12 0-11 0,25 0-4 0,8 0-3 0,4 0-6 15,6-1 1-15,3 1-7 0,1-2-1 16,0-1-1-16,0-1-1 0,0 1-3 0,-3 0-1 16,-3-3-13-16,-9-1-2 0,-6 0-6 0,-22 0 0 0,-3-4-2 15,-1 2 0-15,-3-1 1 0,-3-1 7 0,-1-1 7 16,-6 0-4-16,-4 0 1 0,-4 0 5 0,-5 1 0 15,-2-2 3-15,-4 1 5 0,-4-2-2 0,-13 3-8 16,-5 1 3-16,-2 0-6 0,-5 0-1 0,-7 1-5 16,-3-1-6-16,-8 1-4 0,-1 1-6 0,-2-1 1 15,-6 1-3-15,1 0 0 0,-2 1-1 0,-4-1-1 16,0 1-3-16,-2-1-3 0,-13 1-5 0,24 0 4 0,-24 0 3 16,19 1 0-16,-19-1 0 0,18 1-2 15,-18-1 3-15,16 4-2 0,-16-4 4 0,14 2 5 16,-14-2-11-16,11 3-1 0,-11-3 4 0,11 2-4 0,-11-2 1 15,0 0-12-15,13 3-4 0,-13-3-1 0,0 0-12 16,11 3 2-16,-11-3-20 0,0 0-7 0,0 0-26 16,0 0-39-16,0 0-23 0,0 0-24 0,12-2-10 15,-12 2-111-15,0 0 6 0,-8-4-332 0,8 4-124 16</inkml:trace>
  <inkml:trace contextRef="#ctx0" brushRef="#br0" timeOffset="332251.5644">23342 16923 60 0,'0'0'67'0,"0"0"2"0,4-8 13 0,-4 8 1 0,0 0-16 15,4-10-10-15,-4 10 19 0,0 0-7 0,5-12-11 16,-5 12-15-16,4-9-9 0,-4 9 18 0,7-11 50 16,-7 11-49-16,5-11 24 0,-5 11-18 0,4-13 24 15,-4 13-51-15,5-13 6 0,-5 13 4 0,4-13 2 16,-4 13-11-16,2-17 6 0,-2 17 10 0,3-15 16 16,-3 15-6-16,3-17-14 0,-3 17-7 0,0-18-11 15,0 18 14-15,-2-19-9 0,2 19 1 0,-1-20-1 16,-1 9 0-16,1 0-4 0,1-1-3 0,-1 0-2 15,0-1-10-15,0 0 3 0,0-1 1 0,-1 1-3 16,0-1-3-16,-1-3 3 0,1 3 5 0,-2 0 3 16,1 1-4-16,-1-2-6 0,-1 2 4 0,2 1-7 0,-1 0 4 15,0-1-1-15,-1 4-4 0,1-2-7 0,-1 1 5 16,-1-1 0-16,1 2-3 0,0-1-1 16,0 1 4-16,-1-2-4 0,1 3-4 0,-2-1 0 15,1-1 5-15,0 0-2 0,-1 2 2 0,-2-2-1 0,0 1-2 16,-1-1-1-16,-1 1-2 0,-1 0 4 15,1 1 2-15,-3-2-7 0,0 2 4 0,-3-2 21 16,1 1-23-16,-2-1 12 0,1 1-14 0,-2-1 13 16,0 1-10-16,0-1 15 0,0 0-19 0,-2 1 15 0,1-1-21 15,-1 2 22-15,-2-3-19 0,2 2 19 0,-5-1-1 16,0 0-2-16,-1 0-4 0,0 0 2 16,0 0-3-16,0 2-5 0,1-2 6 0,1 0 0 0,-2 2-2 15,-1 0 0-15,0-1-1 0,0 1-3 0,0-3 0 16,-1 4 6-16,0 0-4 0,1-1 3 0,-2-1-1 15,4 5 2-15,-1-3-5 0,0 1-4 0,0 1 9 16,0 0 1-16,1-1-1 0,-1 1-3 0,2 0-16 16,0 0 16-16,0 1-13 0,2-1 17 0,1 3-14 15,0-2 15-15,2 2-18 0,0-1 16 0,0 1-14 16,0 0 14-16,1 1-9 0,-2 1 11 0,0 0-16 16,1-2 18-16,-1 4-15 0,-1-2 13 0,3 1-11 15,-2 1 5-15,0-1-5 0,0 2 11 0,-3 0-15 16,0 1 15-16,0 0-16 0,-1 0 19 0,1-1-6 15,0 2 4-15,0 0 1 0,1 0-2 0,1-1-1 16,-2 0-5-16,1 0-2 0,-1 0 2 0,2 0 4 16,-1 0-4-16,-1 1 5 0,1-2 0 0,-1 1-2 15,0-1-6-15,-1 2 7 0,0-1-1 0,-1-1-4 0,-1 2 2 16,1-3 0-16,-2 3-2 0,0-2-4 16,0 0 7-16,0 1-17 0,-1-1 18 0,1 0-3 0,0 1 5 15,2-1-7-15,-1 0 0 0,2 1-19 16,0-2 20-16,0 3-7 0,1-1 18 0,-1-2-21 0,2 0 21 15,2 1-20-15,-3 0 20 0,0 0-20 0,2 1 20 16,-2 0-17-16,0-1 19 0,4 0-17 16,0-1 18-16,1 2-16 0,-1 0 11 0,-3 0-8 0,0 1 14 15,-1 1-21-15,2-1 21 0,-3 1-18 0,0 1 14 16,1 1-7-16,-3 2 11 0,0 0-17 0,0 1 2 16,0 1-1-16,1 0 4 0,0 1-9 0,2 0 6 15,6-1 1-15,0 2-3 0,2-2 6 0,-1 3-6 16,2 0 6-16,0 2-6 0,1-1 3 0,-2 3 3 15,1 2-4-15,3-2 0 0,0 0 1 0,-1 3 1 16,1 1 0-16,2-3 0 0,0-1 3 0,3 2-2 16,-1-1-4-16,2 0 2 0,0-4 3 0,2 2-2 15,0 0 12-15,2-1-11 0,0 0 11 0,0 0-14 16,1 0 11-16,0 1-11 0,1 0-5 0,-1-1 2 0,1 1 0 16,0-1 4-16,0 2 2 0,0-1-7 15,0 1 6-15,-2 0-10 0,2 1 8 0,-2 0-1 16,0 2-2-16,-1 0 6 0,-2 0-1 0,2-1 0 0,0 1 17 15,0-3-22-15,-1-1 18 0,1 1-20 0,0-2 19 16,0-1-17-16,0 2 17 0,1 0-20 16,-1-2 18-16,1 1-17 0,1 0 21 0,0-1-20 0,0 0 22 15,1 1-19-15,0-3-3 0,0 3 1 0,1-1 5 16,1 1-4-16,0-1 9 0,3 0-1 0,-3 1-5 16,1-1 3-16,2 1 1 0,-1 0 4 0,3 1-11 15,0 0 6-15,0 1 1 0,0-1 5 0,1 1-3 16,2 0-3-16,-1 0 5 0,0 2-3 0,5 3 4 15,-2-2 15-15,0 0-7 0,0-2 0 0,2 1-19 16,-2-1 21-16,2 1-24 0,2-1 36 0,-2 0-29 0,0-3 20 16,-1 1-30-16,1-1 43 0,0-2-34 0,2 2 16 15,0-3-25-15,0-1 25 0,1 1-25 16,1 0 30-16,-2-3-30 0,2 2 26 0,-1-2-21 0,1 0 27 16,-1 0-28-16,1-1 17 0,-1 0-21 0,2-1 23 15,-1 1-22-15,0 0 22 0,2-1-23 0,0 1 23 16,-1-2-21-16,2 1 20 0,-2-1-18 0,0 0 15 15,0 0-19-15,1 0 19 0,0-2-18 0,-1 2 21 0,-2-3-22 16,1 1 20-16,-1-1-24 0,0 0 25 16,-1 0-19-16,2-2 19 0,-1 2-21 0,1-2 19 15,0 0-21-15,0-1 21 0,1 1-19 0,0-2 24 0,0 1-31 16,2 0 27-16,-1-1-24 0,2-1 21 0,-1 0-18 16,2 0 24-16,0 0-23 0,4-2 26 0,1 0-15 15,0 0 2-15,2 1-12 0,2-1 18 0,4 0-20 16,1 1 19-16,2-2-18 0,-3 1 15 0,2 2-11 15,-1-2 15-15,-1-2-20 0,0 2 22 0,-2-1-20 16,-3 0 14-16,-2 0-18 0,1 0 24 0,-2 0-7 16,-1 0 0-16,0-1-20 0,1 1 22 0,-1-2-21 15,-2 0 25-15,1 3-25 0,1-3 23 0,-2 1-21 0,0 0 24 16,1-1-19-16,-1 0 13 0,1 1-18 16,1-1 19-16,-3-2-19 0,6 0 18 0,-1-2 9 0,1 2-12 15,0-1-17-15,-1-2 20 0,0 1-14 0,0-1 17 16,0-1-25-16,0 1 21 0,0-1-17 0,-1 0 22 15,0 0-15-15,1-2 12 0,-2 2-22 0,-1 0 20 16,1-1-14-16,-1 0 20 0,-1 0-23 0,-3 4 23 16,-1-3-24-16,-1 2 3 0,1-2 2 0,-2 0 5 0,0 1-6 15,0 0 3-15,-2-1 0 0,2 0 0 16,-3 0 7-16,0 0-7 0,-2 0-2 0,1 0 2 16,0-2-2-16,0 2 2 0,-1-2 5 0,1 1 1 0,0-1-2 15,1-1-1-15,0 0 0 0,1-2 4 16,-1 2-2-16,4-3 2 0,-3 2-5 0,2-1 10 15,1-1-6-15,-1 0-5 0,2-1 5 0,-1 3-8 0,1-2 5 16,1-1 1-16,-1 1-11 0,0 0 28 0,1 0-27 16,0-1 0-16,1 1-1 0,-3 1 27 0,1-1-25 15,0 0 0-15,-3 1-3 0,2-1 8 0,-4 3 5 16,1-1-7-16,-2-1 1 0,2 1 2 0,-3 0-1 16,2-1 5-16,-3-1 0 0,1 1-4 0,-2 0 3 15,1-1 5-15,-3 1-2 0,1 0 2 0,-1-1 2 16,-1 1 1-16,-2 1-4 0,1 0 2 0,0 0 5 0,-2 1-1 15,0 0 4-15,-1-1-7 0,0 0 8 16,-2 1-9-16,2-1 18 0,-2 0-23 0,-1 1 26 0,0 0-12 16,-1 1 3-16,-2 1-14 0,1-1 33 0,1 1-40 15,-2 1 21-15,1-1-3 0,-2 0-7 0,1 0 4 16,-1 2-1-16,0-1 3 0,-3 0-12 0,0-2-4 16,-1 1 10-16,-1 0-2 0,-2 0 2 15,-1-1-7-15,-3 0 5 0,-2 0-1 0,0-2-5 0,-1 3-6 16,0-1 7-16,0 1 3 0,0-1 1 0,-1 1-1 15,1-1-5-15,-1 1 6 0,1 1-7 0,-1-1-2 16,1 1 4-16,-1 0-3 0,1 0-11 0,0 0-7 16,0 0-6-16,3 3-26 0,0 0-4 0,0 0-18 15,0 1-30-15,1 0-19 0,0 0-15 0,3 2-33 16,-2 1-27-16,0 1-28 0,0 0-15 0,-2 1-217 16,0 1 58-16</inkml:trace>
  <inkml:trace contextRef="#ctx0" brushRef="#br0" timeOffset="337052.6135">20505 17788 9 0,'0'0'78'0,"0"0"-1"15,-12 2 11-15,12-2-42 0,0 0 16 0,0 0-21 16,0 0 17-16,-14 2-21 0,14-2 18 0,0 0-12 16,0 0 2-16,0 0 0 0,0 0 9 0,0 0-8 15,0 0 3-15,-12 0-6 0,12 0 8 0,0 0-9 16,0 0 6-16,0 0-2 0,0 0 1 0,0 0-3 15,0 0-4-15,0 0 3 0,0 0-6 0,0 0-7 16,0 0-1-16,0 0-2 0,0 0 1 0,0 0 2 16,0 0 2-16,0 0-4 0,0 0-4 0,14-5 4 15,-14 5 0-15,22-4-2 0,-6 2-4 0,4 0 4 16,5-3-7-16,4 1 11 0,7-2 1 0,9-2-1 16,6 2-8-16,5-2 6 0,10-4-8 0,9 0-2 0,4-1-8 15,6 0 3-15,3-3-5 0,5 0 2 0,1-1-6 16,1 1-2-16,-1 0-3 0,-1-2 1 15,-2 1-8-15,-3 0 6 0,-3 1 0 0,-4-1-3 16,-6 2 15-16,-3-2-11 0,-5 3 7 0,-5-1-8 0,-12 2 8 16,-3 2-5-16,-2-1 13 0,-4 0-10 15,-3 1 21-15,-6 3-19 0,-1-2 11 0,-3 2-15 0,-3 1 12 16,-3-1-14-16,-1 1 20 0,0 1-13 0,-2 2 6 16,-3-2-10-16,1 1 9 0,-2 1-11 0,0 0 11 15,-2 0-17-15,-2 2 25 0,2-2-24 0,-1 2 13 16,-12 2-10-16,19-5 10 0,-19 5-12 15,14-4 15-15,-14 4-9 0,13-3 19 0,-13 3-20 0,10-1 12 16,-10 1-16-16,0 0 18 0,12-4-19 0,-12 4 20 16,0 0-17-16,0 0 10 0,13-2-14 0,-13 2 16 15,0 0-17-15,0 0 15 0,0 0-17 0,11-3 24 16,-11 3-24-16,0 0 16 0,0 0-18 0,0 0 17 16,0 0-10-16,0 0 12 0,0 0-17 0,0 0 17 15,11-3-24-15,-11 3 6 0,0 0-25 0,0 0-3 16,0 0-42-16,0 0-46 0,0 0-38 0,0 0 12 15,-13-2-28-15,13 2-28 0,-16 3-172 0,2-2 166 16</inkml:trace>
  <inkml:trace contextRef="#ctx0" brushRef="#br0" timeOffset="339136.9754">20728 17722 16 0,'0'0'34'15,"0"0"-9"-15,0 0-2 0,0 0-8 0,0 0 13 16,0 0 9-16,0 0 0 0,0 0-6 0,12-2 4 15,-12 2-8-15,0 0 10 0,0 0 1 0,15-2 0 16,-15 2 21-16,12-4 11 0,-12 4-1 0,19-4-8 16,-7 0-6-16,4-1-3 0,1 2-10 0,13-6 1 15,1 0-4-15,9-1 4 0,3-1-9 0,7-3-1 16,12-1 1-16,2-1-16 0,2-1 0 0,7 0-5 16,0 0-2-16,-1 2-8 0,0-3-3 0,4 2 2 15,-6 1-10-15,-3 1 2 0,-5-2-3 0,2 3 1 16,-12 3 0-16,-2 0-4 0,-3 0 9 0,-1 0-3 15,-3 0-4-15,-2 2 17 0,-6 0-18 0,0-1 8 16,-3 2 1-16,0 0 4 0,-7 1-3 0,0 0 0 16,1 0-4-16,-2 0 9 0,-1 1-6 0,-4 1 6 15,-1 0 2-15,-2 0-2 0,1 1-8 0,-4 0 13 16,-1 0-11-16,-1 1 3 0,-11 2 3 0,21-4 14 16,-21 4 4-16,14-3 7 0,-14 3 2 0,13-3-4 15,-13 3-7-15,0 0 0 0,13-4-7 0,-13 4-4 16,0 0-5-16,0 0 2 0,0 0-3 0,0 0-2 15,0 0 2-15,-12-3-1 0,12 3 5 0,-19 1-6 16,6-1-21-16,-4 2 5 0,-1 1-4 0,-4-2 11 16,-4 2-15-16,-2 1 9 0,-7 1-6 0,-1 0 1 15,-2-1 5-15,-8 3-1 0,0 0 6 0,-3-1-10 0,-2 2 10 16,1-1-7-16,-6 0 17 0,1 2-10 0,-2 0 9 16,-9 0 3-16,0 1-2 0,-1 0 1 15,10-2-1-15,-1 0 15 0,1 1-12 0,0-1 6 0,4-1 0 16,-2 0 3-16,0 2-9 0,2-1-9 0,1 0 0 15,1 2 2-15,0-2-15 0,3 1 11 0,0 0-11 16,3-1 3-16,0 3-7 0,4-3-1 0,7 0 6 16,1 0-12-16,3 1 11 0,6-3-4 0,1 0-16 15,3 0-13-15,-2 2 1 0,6-3-7 0,2 0-5 16,1 1 0-16,-1 0 7 0,6-2-3 0,8-4 6 16,-15 9 0-16,15-9-5 0,-7 6-2 0,7-6-28 15,0 0 28-15</inkml:trace>
  <inkml:trace contextRef="#ctx0" brushRef="#br0" timeOffset="349590.4084">27824 11539 186 0,'0'0'179'0,"10"-8"-39"0,-10 8-19 0,9-9-24 0,-9 9 9 16,8-8 18-16,-8 8-9 0,9-8-14 0,-9 8-27 15,7-10-5-15,-7 10-20 0,7-7 20 16,-7 7-28-16,6-10 14 0,-6 10 5 0,5-8 19 16,-5 8-14-16,5-7 5 0,-5 7-30 0,0 0 14 15,8-13-23-15,-8 13 31 0,0 0-27 0,5-8 32 0,-5 8-2 16,0 0-11-16,0 0-3 0,4-10-6 0,-4 10-8 16,0 0 1-16,0 0-2 0,0 0 1 15,5-8-16-15,-5 8 6 0,0 0-3 0,0 0 1 16,0 0-5-16,0 0-4 0,0 0-3 0,0 0-2 15,0 0-3-15,4-8-6 0,-4 8-1 0,0 0 11 0,0 0-8 16,0 0 0-16,0 0-4 0,0 0 10 0,0 0 0 16,0 0-1-16,-2 11 10 0,2-11-3 15,-5 15-4-15,1-5 12 0,0 4-40 0,-1-1 59 16,-1 2-41-16,1 1 31 0,-2 1-42 0,1 2 12 16,-1 1-10-16,3-1 41 0,-3-2-40 0,2 0 29 0,1 0-31 15,-1-1 36-15,1-1-32 0,1 0 32 0,0-1-45 16,0 0 44-16,3-3-39 0,-3 1 11 15,3-12-11-15,3 20 34 0,-3-20-35 0,4 19 44 0,-4-19-45 16,5 16 42-16,-5-16-41 0,11 10 37 16,-11-10-40-16,16 6 33 0,-16-6-30 0,21 3 33 0,-21-3-36 15,24-3 38-15,-8-2-47 0,-1-1 46 0,6-1-53 16,-1-4 36-16,4-1-42 0,3-5 38 0,2-4-45 16,2-2 37-16,-1-2-37 0,-1-2 39 0,2-1-39 15,-1-2 42-15,-1-1-3 0,-2-2-32 0,2-1 41 16,1-8-37-16,-5 6 30 0,2-9-24 0,-5 5 0 15,2-8 11-15,-1-2 0 0,-6 9 3 0,0-4 7 16,-1 2 36-16,-3 0-36 0,2 2 52 0,-3 1-43 16,0 2 32-16,-3 7-36 0,0 1 35 0,-2 1-6 15,0 7-3-15,-1 0-25 0,-1 3 34 16,0 3-37-16,-1 0 28 0,0 1-39 0,-1 4 34 16,0 1-37-16,-3 10 32 0,4-16-14 0,-4 16 12 0,5-7-4 15,-5 7-1-15,0 0 3 0,0 0-34 0,7 13 44 16,-7 0-44-16,0 5 52 0,-3 7-36 0,-1 7 47 15,-4 10-38-15,-3 5 36 0,-5 11-38 0,-6 4 43 16,1 5-39-16,-3 1 47 0,-2 5-38 0,1 0 30 16,1 1-41-16,1-3 34 0,2-2-39 0,4-4 34 15,0-1-38-15,3-3 36 0,4-11-42 0,1-3 43 16,0-2-37-16,0-5 34 0,4-4-6 0,-1-7 2 16,1 4-7-16,1-3 6 0,0-3-13 15,0-2-36-15,1-3 40 0,0 0-29 0,-1-4 30 16,3-2-32-16,-2-1 33 0,1-2-31 0,-1-3 36 0,3-10-30 15,-2 19 30-15,2-19-28 0,-2 12 27 0,2-12-33 16,0 0 14-16,0 0-14 0,0 0 12 0,0 0-14 16,4-12-22-16,1 3-3 0,-1-5-38 0,4-4 32 15,0-1-28-15,2-6 43 0,1-2-37 0,1 0 43 16,0-9-34-16,2 1 41 0,-1-2-36 0,0-1 43 16,2 0-32-16,-3-2 47 0,2 2-37 0,-1 1 17 15,1-1-4-15,-1 3 35 0,0 0-35 0,3 2 39 16,2 4-39-16,-4 2 37 0,2 3-35 0,-1 1 34 15,4 3-44-15,-2 0 43 0,2 2-37 0,-2 4 39 16,1 2-32-16,1 1 26 0,0 2-27 0,-3 2 30 16,1 2-30-16,0 2 31 0,-1 0-34 0,-3 3 34 15,0 2-35-15,1 2 37 0,-1 0-31 0,-2 4 37 16,-1 1-29-16,-2 2 31 0,-3 1-30 0,-1 2 35 16,-1 0-34-16,-3-1 37 0,-3 3-42 0,-1-1 28 15,-2 1-24-15,-3 0 37 0,-4 0-35 0,1-1 33 16,-4 0-38-16,0-2 2 0,-1-1 5 0,0 1-5 15,-3-1 4-15,1-1-11 0,0 0-16 0,1-1-14 16,0-1-23-16,1 2-31 0,3-4-45 0,1 0-48 16,1-1-35-16,3-1-12 0,9-5-217 0,-14 5 65 15</inkml:trace>
  <inkml:trace contextRef="#ctx0" brushRef="#br0" timeOffset="351091.9221">29461 10868 43 0,'20'-29'335'0,"-3"5"-31"0,-2 2-64 0,-1-1 0 16,-2 6-53-16,-2 0-24 0,-1 3-6 0,-1 1 22 15,-1 3-67-15,-1-1 4 0,0 4-51 0,-6 7 12 16,9-12-40-16,-9 12 18 0,0 0-37 0,0 0 41 15,11 9-23-15,-12 2 41 0,-2 7-44 0,-1 12 36 16,-5 8-41-16,-4 5-7 0,-1 3 4 0,-5 11 1 0,-1 3 39 16,-2-1-48-16,-1 1 36 0,2 1-50 0,1 0 49 15,1-1-44-15,2-2 38 0,1-2-45 16,4-11 37-16,1 0-35 0,1-3-7 0,2 1 4 16,1-3 0-16,0-7 13 0,1-2-18 0,1-6 35 0,1-1-39 15,0-1 39-15,0-5-40 0,0-2 36 0,1-1-35 16,0-2 37-16,0-1-31 0,1-2 36 0,2-10-36 15,-5 13 29-15,5-13-35 0,-7 7 35 0,7-7-36 16,0 0 18-16,-14-5-57 0,14 5 46 0,-11-16-43 16,5 2 31-16,-2 1-35 0,1-5 29 0,0 0-25 15,1-2 43-15,0 1-28 0,-1-1 30 0,1 1-39 16,1-1 43-16,-1 4-34 0,-1 2 43 0,0-2-41 16,-1 2 38-16,0 2-37 0,-3 1 45 0,0 1-11 15,-2 2 2-15,-4 2-3 0,-2 0 2 0,-5 3 2 16,0 3-44-16,-5 3 43 0,-6 3-29 0,-6 3 38 15,0 3-37-15,1 1 36 0,3 2-36 0,2 0 39 16,4 3-41-16,7-2 40 0,3 0-37 0,6 0 40 16,1-2-36-16,3 1 36 0,4-1-42 0,0 0 39 15,6-2-37-15,2-1 43 0,5 3-36 0,2-3 29 0,5 2-43 16,6-1 26-16,1-3-37 0,6 1 25 16,5-1-36-16,1-3 27 0,3 0-36 0,1-2 3 15,-1-1-7-15,3-2 9 0,2-1-5 0,1-1 18 0,-1-2 0 16,5-1 4-16,1-1 5 0,-3-2 2 0,0 0 3 15,-2-2-6-15,-7 1 8 0,-2-2 11 0,0 1-3 16,-3-2 6-16,0-1 1 0,-2 0 1 16,-1 0-2-16,-1-1 8 0,-3 0 2 0,-2 1-1 0,-1 0 1 15,-3-1 1-15,0 0 25 0,-3 1-30 0,-3 0 29 16,1 0-24-16,-4 1 25 0,1-1-23 16,-1 1 22-16,-2 0-30 0,-2 2 22 0,-3 9-23 0,2-18 22 15,-2 18-21-15,0-14 30 0,0 14-36 0,-7-12 25 16,7 12-16-16,-12-9 18 0,12 9-25 0,-16-2 21 15,16 2-22-15,-23 4 28 0,10-1-26 0,-1 4 7 16,0 2 2-16,0-1 4 0,3 3 0 0,-3 2 1 16,4-1 2-16,1 1-1 0,0 0 2 0,3 0-9 15,1 0 7-15,3 0 3 0,1-1 0 0,2-1-3 16,1 1 1-16,3 0-3 0,1-2-6 0,2 1 2 0,0 0 5 16,1-3-1-16,2 1 3 0,-1-1-4 15,-1-2-9-15,2-1 6 0,-1-1 9 0,-1-1-5 16,-9-3-6-16,20 1 2 0,-20-1-3 0,22-4 8 15,-13 0-19-15,2-4 5 0,1 0-9 0,-2-3 2 0,0 2 3 16,0-2 3-16,-2-2-2 0,0 2 0 0,-1-1 34 16,0 2-30-16,-1 0 37 0,-1 1-40 0,-1 0 26 15,-4 9-30-15,7-15 30 0,-7 15-31 0,4-10 24 16,-4 10-30-16,0 0 33 0,6-10-31 0,-6 10 33 16,0 0-22-16,0 0 3 0,0 0 1 0,-7 11 3 15,7-11 3-15,-3 12 2 0,3-12-6 0,-2 15 5 16,2-15-2-16,0 16 10 0,0-16 3 0,4 16-3 15,-4-16 3-15,7 18 1 0,-3-11-4 16,2 1-7-16,1-1 4 0,1 0 3 0,2-1-4 0,0-1-1 16,1-1-2-16,2 1 1 0,-1-3-6 0,2 0 6 15,-1-1-3-15,2-1 0 0,-2-3-2 0,3 0 4 16,0-4-5-16,3-2-2 0,1-2 1 0,2-6-6 16,1-2-4-16,4-6-3 0,-2-3 33 0,0-2-38 15,1-3 36-15,0-3-41 0,3-7 18 0,-2-3-13 16,0-2 5-16,-3-1 1 0,-1 1-3 0,-1-1 3 15,-5 4 6-15,1 1-5 0,-2 0 7 0,-2 2 4 16,0 0-8-16,-2 3 16 0,-1 3 4 0,-3 7 32 16,0 1-31-16,-3 6 32 0,0 1-25 0,-1 5 28 15,0 1-42-15,-1 3 26 0,-1 1-36 0,-2 11 25 16,5-12-29-16,-5 12 30 0,0 0-32 0,0 0 13 16,-10 8 5-16,4 5 5 0,-3 5 0 0,-3 8 2 15,-3 7-4-15,-2 5 10 0,1 3-2 0,-2 3-1 16,-2 9 26-16,-1 2-34 0,1-1 33 0,2 1-43 15,-1 0 48-15,4-11-61 0,1 2 5 0,1-5 3 16,1 1 2-16,1-1 2 0,1-5 0 0,1-5 0 16,2-3 6-16,0-5-6 0,0-1 2 0,0-3 0 15,2-2 1-15,1-3 4 0,-1-2-9 0,1-1 5 16,0-2-1-16,4-9 1 0,-9 11-3 0,9-11-13 16,0 0 2-16,-12 1-11 0,12-1 0 0,-5-9-2 15,5 9-7-15,-1-19-6 0,3 8 9 0,2-3-1 16,2 0 6-16,4-2 38 0,0-2-34 0,2 2 36 15,1 0-34-15,2-1 27 0,1 0-23 0,2 1 30 16,1-1-39-16,2 3 40 0,-3 1-41 0,3 1 36 16,-1 0-28-16,-1 2 32 0,2 2-26 0,-2 0 35 15,-1 3-35-15,-1 1 36 0,-3 3-28 0,1 1 40 16,0 2-40-16,-1 2 44 0,0 2-40 0,-1 4 40 16,-1 0-35-16,0 4 33 0,-4-1-37 0,2 4 4 15,-3-1-2-15,-2 0 4 0,1 1-3 0,-3 0-5 16,2-1 9-16,-3 2-7 0,-2-2-3 0,0 0 8 15,-1 1-3-15,-1-2 1 0,-3 1-2 0,0 0-7 16,-1-1-31-16,0 0-17 0,-2 0-14 0,-1-2-31 16,0 1-58-16,0-1-44 0,-1-2-5 0,0-2-22 15,1-1-315-15,0-4-48 0</inkml:trace>
  <inkml:trace contextRef="#ctx0" brushRef="#br0" timeOffset="351310.0053">30787 11154 108 0,'17'-30'276'0,"-2"6"-24"0,-1 0-68 15,0 1-12-15,-3 4-36 0,-1 2 1 0,0 0-49 16,-2 4 0-16,1 2-38 0,0 1 14 0,1 3-43 16,-1 3 14-16,-9 4-49 0,18-2 15 0,-9 6-45 15,-2 3 19-15,0 3-29 0,-2 0 19 0,-4 7-36 16,-3 3 0-16,-3 4-29 0,-4 6 0 0,-3 7-53 15,-4-1 9-15,1 3-108 0,-2-2 79 0</inkml:trace>
  <inkml:trace contextRef="#ctx0" brushRef="#br0" timeOffset="351924.6545">30872 11546 4 0,'0'0'263'0,"0"0"-45"0,0 0-37 16,12 2-32-16,-12-2 2 0,9-5-20 0,-9 5-21 15,15-10-16-15,-7 5 26 0,0-1 3 0,0-1-12 16,4 0-12-16,-3 2-2 0,3-2 44 0,1 2-51 15,-2 1 14-15,0 0-56 0,1 0 29 0,-1 3-50 16,-11 1 15-16,23-2-21 0,-23 2 0 0,21 5 1 16,-12 1-3-16,0 0-1 0,-2 1-2 0,-1 2 1 15,-2 1-3-15,-1 2-4 0,-2 1 4 0,-1 0-4 16,0 0-3-16,-2 0 8 0,-1 0-9 0,-1 0 3 16,0-1-1-16,-4 0-6 0,1-2 2 0,-2 0 1 15,-2-1-4-15,0 0 3 0,-1-2 0 0,-2-2 4 16,2 1-4-16,2-1 3 0,-2-2-2 0,3 0 1 15,9-3-4-15,-17 3-1 0,17-3-2 16,-13-2-7-16,13 2-1 0,-9-5-8 0,9 5-25 0,-4-12 13 16,4 12-19-16,5-17 4 0,0 4-10 0,2-1-4 15,4-1 0-15,2-2 9 0,0 1 7 0,6-4 4 16,-2 3 12-16,3-1-6 0,1 3 15 0,-1-1 0 16,-2 3 1-16,2 1 6 0,-3 0 2 0,2 1 9 15,-1 2 7-15,2 0 8 0,-4 2-8 0,0 0 2 16,0 2-8-16,-1 0 12 0,1 1-1 0,-2 1 5 15,-1 0-3-15,0 2-4 0,-1-1-4 0,-12 2-1 16,24 1-3-16,-24-1-2 0,22 2 7 0,-22-2-5 16,19 4 2-16,-19-4-1 0,16 4 0 0,-16-4-2 15,12 3 0-15,-12-3 1 0,11 4 2 0,-11-4-4 16,9 3 2-16,-9-3 1 0,0 0-4 0,12 4 9 16,-12-4-8-16,0 0 8 0,10 5 3 0,-10-5-2 0,0 0-5 15,12-2-8-15,-12 2-6 0,12-3 8 16,-12 3 1-16,21-6-5 0,-10 4-1 0,3 0-5 0,2-2 5 15,1 2 2-15,1-1-1 0,0 0-7 0,2 1 12 16,-1 1-4-16,1-1 2 0,0 2 0 0,0 0 2 16,1 0 4-16,-1 0-3 0,0 2 9 0,2-1-5 15,2 2 10-15,1 1-3 0,-1-1-10 0,4 1 8 16,0 0-1-16,4 2-4 0,0-1-2 0,0 2-1 16,2 0 3-16,0 0-3 0,0 1-2 0,0 1-28 15,5 2-1-15,0 0-29 0,0 2-12 0,-1-1-10 16,-2-1-23-16,-5 0-21 0,-1-1-16 0,-1 1-23 0,-3-1-29 15,-5-1-14-15,-2 0-135 0,-2-2 201 0</inkml:trace>
  <inkml:trace contextRef="#ctx0" brushRef="#br0" timeOffset="352442.1148">27061 12390 12 0,'-23'-1'226'15,"3"-3"-4"-15,3 2-31 0,0-3 6 0,2 1 2 16,1 1-31-16,3-2-10 0,0 3-25 0,11 2 13 16,-16-8-27-16,16 8 14 0,-11-7-60 15,11 7 23-15,0 0-34 0,0 0 29 0,5-13-45 0,-5 13 35 16,19-8-28-16,-1 4 34 0,3-1-1 16,6 1-1-16,7 0-11 0,6-1-2 0,12-1 4 0,8 1-3 15,19 1 2-15,11-3 7 16,13 1 4-16,32 0 5 0,18 0-5 0,15 4-10 0,13-1-15 0,12 1-4 15,15 2-27-15,8 0 7 0,52 2-23 0,-4 1 4 16,-48-1-12-16,-3 1-5 0,-5 0-26 0,-4 0 1 16,-8-1-23-16,-8-1 0 0,-13 0 8 15,-11 0 13-15,-12 0-20 0,-10-2 3 0,-32 1 10 0,-5 0 6 16,-8-1 5-16,-7 0 8 0,-5 1-6 0,-9-1 2 16,-14-1-1-16,-3 1 1 0,-5-1-2 0,-5 2-17 15,-8-1-9-15,-4 0-8 0,-6 0-12 0,-3 0-4 16,-6 1-8-16,-1 0-20 0,-2-2-31 0,-3 2-24 15,-2 0-32-15,-14 0-52 0,21 2 16 0,-21-2-85 0,0 0-169 16,13 1 40-16</inkml:trace>
  <inkml:trace contextRef="#ctx0" brushRef="#br0" timeOffset="392558.5876">17797 6123 13 0,'0'-14'283'0,"-2"1"-50"15,2 1-30-15,-2 0-45 0,2 1-19 0,-1-1-8 16,0 1-23-16,1 0-7 0,-1 0 0 0,1 11-12 0,-2-21 13 16,2 21-10-16,0-22-18 0,0 22-23 0,-1-18 3 15,1 18 11-15,-1-14-14 0,1 14-3 16,0-13-18-16,0 13 1 0,0 0-10 0,0-17-7 16,0 17-8-16,0 0-2 0,0 0-3 0,0-13-2 15,0 13 6-15,0 0-3 0,0 0 1 0,0 0 22 0,0 0-23 16,2 17 20-16,-2-17-26 0,2 17 23 0,-1-7-26 15,1 3 35-15,0 3-28 0,2 1 21 0,2 4-24 16,1 0 29-16,1 2-23 0,2 2 19 0,2 1-27 16,0 1 2-16,1-1 6 0,1-1-3 0,0 0 2 15,1 0 2-15,-1-1-7 0,2-2 3 0,0-1 4 16,0-1 3-16,0 0-5 0,0-5 2 0,0-2-1 16,1 1 3-16,0-3-3 0,2 0 7 0,2-4 0 15,-1 0 1-15,2-3-7 0,-1-3 0 0,0-1-2 16,4-4-2-16,1-1-4 0,4-5 10 0,-1-2-3 15,4-7-2-15,-3 0 29 0,0-6-34 0,-2 0 29 16,0-5-32-16,-3-1 21 0,-1-2 3 0,-1-3-31 16,-3-1 24-16,-3-2-30 0,0-3 5 0,-3-2-2 15,-1-1 0-15,-2-4-3 0,-2 0 14 0,0-1 1 16,-3 0 5-16,0 2-1 0,-3-2 29 0,-1 3-23 0,-1 2 29 16,-1 5-29-16,-1 3 40 0,-1 2-38 15,1 3 29-15,-1 2-34 0,0 4-6 0,0 2 2 16,0 4 12-16,0 2 7 0,1 0-4 0,0 5-6 15,0 1-4-15,1 12-5 0,-2-20 1 0,2 20-6 0,0-14 4 16,0 14-1-16,0 0 34 0,0 0-36 16,0 0 34-16,7 12-33 0,-2-2 30 0,1 7-33 15,2 4 30-15,4 8-34 0,2 4 2 0,3 4 5 16,1 4 0-16,7 9 2 0,0 1 0 0,3 1 5 16,-1 1-4-16,1 0 26 0,-1 2-30 0,-1-2 42 0,-1 0-39 15,0-1 34-15,-3 0-42 0,-1-2 35 0,-3-7-36 16,0 0 2-16,-3 0 2 0,2 1 2 15,-4-5 1-15,2 0 1 0,-4-3-2 0,0 0 7 0,-1-6-6 16,-1-2 38-16,-2-1-36 0,-2-4 28 0,0-1-32 16,1-2 33-16,-3-3-39 0,0-3 33 0,0 1-34 15,-1-3 39-15,0-1-34 0,0 0 37 16,-2-11-35-16,2 15 35 0,-2-15-37 0,1 11 31 0,-1-11-28 16,0 0 24-16,-7 7-32 0,7-7 37 0,-9-3-36 15,9 3 29-15,-14-11-37 0,7 4 32 0,-2-4-38 16,-2-2 2-16,1-5 7 0,0-1-13 0,-2-5 5 15,2-1 4-15,-1-4-2 0,1-1 29 0,2-2-28 16,2-3 23-16,1 2-22 0,2-4 37 0,-1 3-31 16,4-1 27-16,2-1-33 0,1 1 2 0,1 1 3 15,2 1 0-15,0 2 7 0,3 0-1 0,2 0 3 16,1 4 2-16,3 2-3 0,-1 0 1 0,3 3-3 16,0 3 7-16,4 1-7 0,0 4 6 0,-2 2 3 15,3 2-3-15,-1 3 0 0,0 3 2 0,-1 1-3 16,1 3 1-16,-2 3 2 0,3 2-10 0,-1 2 17 15,-1 3-7-15,3 3 4 0,-2 4 31 0,-3 1-35 16,1 1 31-16,-3 1-33 0,-1 2 33 0,-2 0-38 16,-2-3 33-16,-1 1-35 0,-2-1 33 0,0-2-33 15,-2 0 30-15,-1-4-32 0,-1 0 28 0,-1-1-26 16,-1-2 36-16,-2-10-33 0,-4 21 35 0,-1-13-35 16,-3 2 28-16,-5-2-34 0,-2-2 31 0,-5 1-40 15,-3-2 42-15,-2 1-39 0,-1-5 25 0,-1 2-44 16,0-1 22-16,4-2-27 0,3 1-12 0,-1-1-50 15,3 0-18-15,3 0-46 0,1 1-58 0,14-1-29 16,-20 0-220-16,20 0 38 0</inkml:trace>
  <inkml:trace contextRef="#ctx0" brushRef="#br0" timeOffset="394073.7237">19870 5386 265 0,'2'-25'282'0,"0"0"-16"15,-1 3-43-15,-1 0-25 0,0 3-14 16,0 0-38-16,0 0-20 0,0 1-16 0,-1 3-15 0,1 1 27 16,0 2-17-16,0 12-25 0,0-22-20 0,0 22-18 15,0-16-11-15,0 16-10 0,2-10 0 0,-2 10-6 16,0 0-3-16,0 0 0 0,14-2-4 0,-14 2 1 15,12 9-7-15,-5-3 7 0,1 1-4 0,2 2-1 16,0 1 34-16,1 1-40 0,-1-3 29 0,1 4-34 16,1 0 32-16,-1-1-28 0,1 3 25 0,1 0-23 15,-1 3 26-15,1 1-35 0,-1 0 32 0,2 3-14 16,0 4 1-16,2 8 1 0,-2 2 0 0,2 2 4 16,-3 1-7-16,-1 2 1 0,1 2 0 0,-3 2 2 15,0 3 29-15,1 0-33 0,-3 2 32 0,1 0-6 0,1 1-26 16,-1-3 30-16,0 2-36 0,1-4 34 0,-1-3-39 15,0 0 39-15,0-4-37 0,0-7 36 16,-2-2-40-16,0-5 37 0,-2-2-41 0,1-5 39 16,-2-1-49-16,0-2 81 0,-1-3 31 0,0 0 19 0,-3-11-24 15,3 13-7-15,-3-13-21 0,0 0-6 0,0 0-18 16,0 0-3-16,-9-10-15 0,2 0-25 16,-4-2-33-16,-2-5 0 0,-5-1-40 0,0-2 37 0,-5-5-44 15,2 5 46-15,0-1-29 0,-1 0 24 0,0 2-26 16,0-1 39-16,0 1-31 0,0 0 37 0,1 1-28 15,1 2 12-15,2 2 7 0,0 2 7 0,3 1 2 16,-3 1 1-16,4 2 6 0,1 2 4 0,-2 2 3 16,2 1 0-16,0 1 1 0,0 3 0 0,-1 2 35 15,0 1-34-15,-1 1 19 0,1 5-21 0,0-2 40 16,3 4-34-16,2 1 29 0,2 0-37 0,-1 2 44 16,4 0-49-16,2 0 36 0,4 1-27 0,1 0 1 15,5 2 3-15,3 1 5 0,6 0-1 0,4-1 1 16,8 3-8-16,4-3 15 0,3 0 1 0,2-3-4 15,3-1-2-15,2-3-12 0,0 1 6 0,1-5 0 16,2 0-5-16,-1-2-2 0,-3-4-7 0,8-1-5 16,0-4-14-16,1-2-5 0,1-2 6 0,-1-3-12 15,-2-3 2-15,-1 0 12 0,-2-3 7 0,-2-2 21 0,-4 1-18 16,-3-2 24-16,-4 1-4 0,-2-1 14 16,-7 2-12-16,-3-1 14 0,-3 1-15 0,-4 2 6 15,-3-1-4-15,-1 0-2 0,-5 2 0 0,-2 0 3 16,-2 2-1-16,-1 0 1 0,-3 1 4 0,-2-1-6 0,-3 1-2 15,0 4 3-15,-2-3-1 0,-2 5-2 0,2 1 3 16,-1 2 2-16,-2 0-8 0,1 2 9 0,-2 4-2 16,1 1 7-16,-2 1 0 0,1 4 7 0,-2 0 0 15,2 4 14-15,1 1-12 0,0 0 20 0,2 2-23 16,3 1 16-16,0-2-19 0,3 1-1 0,1 0-8 16,2 0 4-16,1-1 1 0,1 0 2 15,0-2-1-15,1 0 5 0,2-1-2 0,-1 0-6 0,2-2 9 16,-1-1 4-16,4-1 7 0,-2 0-3 0,1-3 8 15,-6-5-2-15,15 7-6 0,-15-7 0 0,19-2-1 16,-9-3 6-16,2-1 26 0,0-3-36 0,2-5 24 16,-1-1-33-16,-1-2 34 0,3-4-29 0,-2-1 28 15,0 0-34-15,-4 2 3 0,1 0 8 0,0 1 2 16,-3 0 0-16,0 4 8 0,-1 1 16 0,0 1 8 16,-1 1-16-16,-1 1-10 0,0 3-2 0,-4 8-5 15,7-15-3-15,-7 15-10 0,5-9 2 0,-5 9-6 16,0 0 5-16,9-7-2 0,-9 7-3 0,0 0 5 15,7 7 29-15,-7-7-39 0,8 12 37 0,-3-4-42 16,0 1 36-16,3 2-30 0,0 0 36 0,1 1-39 16,3 3 34-16,0 0-37 0,1-1 35 0,3 1-30 15,1 0 24-15,0-2-29 0,2 0 34 0,-1-1-33 16,3 0 23-16,-2-3-28 0,-1-1 42 0,-1-3-39 0,-2-1 43 16,0-2-39-16,-1-2 33 0,0-2-40 0,-1-4 41 15,0-2-33-15,1-5 25 0,-2-5-35 16,-1-1 37-16,-1-8-37 0,-2-2 4 0,-1-5-3 0,0-7 6 15,-4-6-3-15,0 0-2 0,-2-3 7 0,0-3-1 16,0 2 26-16,-1 0-36 0,2 2 40 0,-1 0-31 16,1 3 2-16,0 8 3 0,-1 2-1 15,0 3 4-15,1 7 1 0,-1 2-2 0,0 5-2 0,0 1-2 16,-1 5 1-16,1 1 0 0,-1 12 2 0,3-12-1 16,-3 12-2-16,0 0 3 0,0 0 30 0,4 12-28 15,-3 0 28-15,0 7-31 0,0 4-1 0,0 5 6 16,0 8 0-16,1 1 1 0,-1 8 0 0,1 0 3 15,1 3-2-15,-1-2-1 0,1 2 0 0,1-3 3 16,1 0 29-16,0 1-29 0,1-1 32 0,-1-3-37 16,2-1 35-16,-2-6-44 0,1-3 35 0,-2-2-33 15,0-3 30-15,-1-4-36 0,-1-1 4 0,0-4 3 16,0-2 0-16,-1-2 9 0,1-2 0 0,-1-1 30 16,-1-11-38-16,0 15 24 0,0-15-44 0,0 0 30 0,0 0-32 15,0 0 14-15,0 0-26 0,0 0 13 16,0 0-26-16,7-19 5 0,-1 8-13 0,3-2 5 15,3-1-15-15,3-1 17 0,0 1 14 0,3 0 4 16,0 1 4-16,-2 1 9 0,1 0-2 0,-1 2 5 0,-1 1 13 16,-3 2 2-16,0 1 0 0,0 0 2 0,-3 3 10 15,-9 3-1-15,20-2 18 0,-20 2-4 16,19 5 10-16,-9 1 26 0,-1 0-34 0,0 3 25 0,1 2-31 16,-2 2 18-16,0 1-22 0,0 0 21 0,1 2-26 15,-1 3-1-15,0-1-1 0,-1 1-4 0,1-1 5 16,0 0-7-16,-1 0 11 0,-2-3-4 0,2 2-3 15,-1-3-40-15,-1-1-4 0,-2 0-37 0,1-3-32 16,-2 0-13-16,-2-10-47 0,2 15-52 0,-2-15-296 16,0 0-21-16</inkml:trace>
  <inkml:trace contextRef="#ctx0" brushRef="#br0" timeOffset="394263.8686">21972 5668 43 0,'4'-20'351'0,"-2"3"-44"0,1-1-64 16,-1 2-45-16,0 0 23 0,0 2-34 0,-1 3-40 16,1 0-26-16,-2 11-32 0,2-20-27 0,-2 20-13 15,5-11-54-15,-5 11-11 0,10-4-20 0,-10 4-34 0,15 7-29 16,-5 3-44-16,4 2-45 0,-1 4 20 0,2 4-66 16,-1 2-99-16,-1 3 208 0</inkml:trace>
  <inkml:trace contextRef="#ctx0" brushRef="#br0" timeOffset="394927.5756">22222 5997 69 0,'0'0'361'0,"0"0"-58"0,14 0-70 15,-14 0-46-15,16-9-34 0,-5 3-13 0,2-3-6 16,5 1-7-16,-1-2-5 0,4 0-15 0,0-1-16 16,-1 2-4-16,3-1-11 0,0 1-20 0,0 1-10 15,-2 2-13-15,-2 3-4 0,1 0-5 0,-3 2-2 16,1 2-4-16,-1 2-5 0,1 2-2 0,-3 2 0 15,3 2 28-15,-1 3-34 0,-3 2 25 0,-1 3-26 16,-1 0 25-16,-3 2-35 0,-1 1 29 0,0-1-34 16,-3 3 33-16,-1 0-27 0,-2-2-1 0,-2-1 4 15,0 0 3-15,-2-1 3 0,0 0-6 0,-2-2 1 16,1-1 2-16,-4-2 8 0,0 0 0 0,-2-2 0 16,-2-2 1-16,-3-2 0 0,-2 0-1 0,-3-3-3 15,-2-2-3-15,0-2 1 0,-5-2-2 0,0-2-1 16,1-1 0-16,1-2 28 0,2-2-30 0,1 0 31 15,3-3-42-15,3 0 23 0,1-2-49 0,4-2 17 16,3 0-22-16,4 0 24 0,2-3-43 0,5-3 12 16,3-1 7-16,5-4 1 0,6-4 6 0,5 0-6 15,2 2-3-15,0-2 4 0,5 4 11 0,-1 0 5 16,1 3-11-16,0 2 22 0,-2 3 2 0,-2 3-3 16,-1 3-3-16,1 1 11 0,-4 4 0 0,1 2 6 15,0 2-4-15,-2 2 7 0,-1 3-8 0,0 3 16 16,1 2-1-16,-2 1 8 0,1 3 1 0,-3 0 2 15,0 4 3-15,-2 2-3 0,1-1-1 0,-3 2 23 16,1 5-31-16,-1-1 21 0,0 2-20 0,-2 2 23 16,-1 0-28-16,1 3 25 0,0 0-23 0,1 0-5 15,0 0-1-15,-1-1 3 0,3-1-8 0,-2-2 1 0,-1-6 15 16,1-1 3-16,1-2 10 0,1-2-3 0,-2-4 9 16,4-2 4-16,0-1-11 0,2-4-3 15,2-3-5-15,3-2-3 0,2-3 25 0,4-3-40 16,-1-3 23-16,-1-3-30 0,5-1 29 0,-2-3-29 15,-4 4 27-15,0-1-30 0,0-1 25 0,-1 2-30 16,-1 0 31-16,-2 1-32 0,-1 3 34 0,-1 0-41 0,-1 2 37 16,3 1-35-16,1 1 37 0,2 2-33 15,0 0 33-15,2 3-34 0,4 2 25 0,0 0-22 16,8 2 31-16,-1 3-31 0,8 1 24 0,5 4-21 16,1 1 31-16,9 5-24 0,3 1 18 0,-3 1-37 15,0 1 16-15,-5 0-39 0,-9-3 8 0,-3 1-52 16,-4-1-18-16,-4 0-23 0,-8-2-50 0,-3 1-15 15,-8-2-55-15,-9-3-254 0,-2 0-1 0</inkml:trace>
  <inkml:trace contextRef="#ctx0" brushRef="#br0" timeOffset="395623.6776">17290 7067 47 0,'-12'2'282'0,"12"-2"-85"0,0 0-37 16,-14 3-15-16,14-3 4 0,0 0 3 0,0 0-11 16,-12 0-19-16,12 0-12 0,0 0-23 15,0 0-4-15,0 0-21 0,0 0-8 0,12-5-19 16,3-2-5-16,9 1-7 0,8-4 6 0,9-2-7 0,6-1 12 16,2 0 23-16,15-2-14 0,6-1 22 0,9 0-36 15,12-2 29-15,29-1-35 0,10 0 37 0,14-2-1 16,15 3-37-16,17 1 44 0,10 0-33 0,11 3 16 15,57 1-25-15,-45 2 22 0,6 5-31 0,49-1 29 16,-49 6-38-16,0-1 26 0,0 2-10 0,2 2-31 16,-1-1 31-16,-3 2-26 0,-4 1 18 0,-4 0 6 15,-4 0-4-15,-8 2-1 0,-9-3 0 0,-9 1-1 16,-11-2-6-16,-6 0-7 0,-8 0 4 0,-7-2 0 16,-30 0 2-16,-4 0-4 0,-6 0 2 0,-5 0 4 15,-6-2-8-15,-4 1 5 0,-3 0-2 0,-4-1-4 16,-5 1 2-16,-12 0 4 0,-1 1-32 0,-3-1 28 15,-4 1 8-15,-4 0-29 0,-9 1 34 0,-4-1-12 16,-1 1 3-16,-8-1-1 0,-4 1-1 0,-3 1-10 16,-1-1-10-16,-1 0 0 0,-6 1-13 0,0 1-14 15,-3-2-46-15,-1 4 6 0,-11-5-38 0,12 5-16 16,-12-5-32-16,0 0-26 0,-11 7-58 0,0-3-285 16,-4-1-48-16</inkml:trace>
  <inkml:trace contextRef="#ctx0" brushRef="#br0" timeOffset="445934.7314">21523 17497 58 0,'-16'-4'144'0,"16"4"-16"0,0 0-28 0,-12-2-10 16,12 2-21-16,0 0-13 0,0 0-21 0,-12-3 1 15,12 3-13-15,0 0-14 0,0 0 2 0,0 0-9 16,0 0-3-16,-14 1-5 0,14-1-17 0,0 0 4 15,0 0 32-15,-5 8-52 0,5-8 48 0,0 0-55 16,0 0 48-16,0 0-59 0,0 0 60 0,-3 9-40 16,3-9 54-16,0 0-49 0,0 0 50 0,0 0-46 15,0 0 44-15,0 0-41 0,0 0 48 0,0 0-55 0,-2 10 58 16,2-10-56-16,0 0 58 0,0 0-61 0,0 0 60 16,0 0-50-16,0 0 54 0,0 0-53 15,0 0 49-15,0 0-54 0,0 0 55 0,0 0-58 0,0 0 54 16,0 0-52-16,0 0 56 0,0 0-54 0,0 0 51 15,0 0-49-15,0 0 47 0,0 0-47 16,0 0 46-16,0 0-46 0,0 0 48 0,0 0-49 0,-7 6 55 16,7-6-57-16,0 0 54 0,0 0-41 0,0 0 56 15,0 0-57-15,0 0 55 0,-6 8-51 0,6-8 28 16,0 0-32-16,0 0 35 0,-6 7-38 0,6-7 53 16,0 0-50-16,0 0 45 0,0 0-60 0,0 0 64 15,-5 8-47-15,5-8 48 0,0 0-47 0,0 0 38 16,0 0-40-16,0 0 41 0,0 0-57 0,0 0 64 15,0 0-51-15,0 0 51 0,0 0-49 0,0 0 48 16,0 0-48-16,0 0 46 0,-3 10-35 0,3-10 40 16,0 0-50-16,0 0 56 0,0 0-46 0,0 0 47 15,0 0-54-15,0 0 48 0,0 0-44 0,0 0 43 16,11 1-40-16,-11-1 44 0,0 0-37 0,0 0 36 0,14 0-40 16,-14 0 47-16,0 0-52 0,15 0 47 0,-15 0-42 15,15 0 39-15,-15 0-45 0,18 0 38 16,-18 0-41-16,26-1 35 0,-11 1-39 0,3-1 43 0,2 1-51 15,2 0 39-15,-1-3-44 0,5 3 37 0,2-2-38 16,-1 1 40-16,2-1-48 0,-1 1 45 0,-1-2-41 16,0 0 38-16,0 1-33 0,-1 1 40 0,0-4-48 15,-1 4 49-15,-3 0-47 0,-1-2 49 0,-1 0-48 16,0 0 44-16,-1 0-37 0,1-1 44 0,-2 1-46 16,1-1 10-16,1 2 1 0,-2-3-4 0,1 1 11 15,-1-1 0-15,1 2 1 0,-1-1 8 0,-1 1 0 16,-1-2-4-16,2 3 3 0,-1-3 1 0,-2 3 1 15,-2-2-1-15,3 0 0 0,-2 2-4 0,-2 0 4 16,-2-1-1-16,4 0-7 0,-14 3 12 0,20-3 0 16,-20 3-6-16,18-4 13 0,-18 4-4 0,15-4 0 15,-15 4-5-15,12-3 3 0,-12 3 7 0,0 0-11 16,12-3 8-16,-12 3 1 0,0 0-1 0,14-1-4 16,-14 1-2-16,0 0 6 0,0 0-2 0,12-3 1 15,-12 3-7-15,0 0 3 0,0 0 0 0,0 0-5 0,0 0 3 16,12-3-9-16,-12 3-21 0,0 0-2 15,0 0-20-15,0 0-7 0,0 0-26 0,0 0-27 16,0 0-85-16,0 0 58 0</inkml:trace>
  <inkml:trace contextRef="#ctx0" brushRef="#br0" timeOffset="446610.395">21079 17812 39 0,'0'0'66'0,"0"0"-6"0,0 0-16 15,0 0-5-15,0 0-11 0,0 0 0 0,0 0-10 16,0 0 6-16,-7 6-7 0,7-6 3 16,0 0-10-16,0 0 14 0,0 0 26 0,0 0-12 15,0 0-5-15,0 0 3 0,0 0 16 0,0 0 0 16,12 5-6-16,-12-5 4 0,0 0-6 0,14 0 6 16,-14 0 2-16,14 0 8 0,-14 0-1 0,18-3 4 15,-7 1-4-15,5-1-2 0,1-1-12 0,1-1 2 16,5 1-8-16,3-3 5 0,5 0-1 0,2 0-13 0,0-1 1 15,10-2-5-15,-2 1-3 0,0-1-2 16,-6 3 0-16,8-1 2 0,-1-3-8 0,-7 5-7 0,-2-1-2 16,2 0 5-16,-3 0-3 0,0 1 0 0,-6 0-4 15,4 0 0-15,-4 1-1 0,-2-1 2 0,-1 3-1 16,1-2 2-16,-4 1-3 0,-2 1 21 0,0-1-25 16,-1 0 25-16,-1 2-31 0,1-1 22 0,-4 0-23 15,1 2 1-15,-2 0 24 0,-12 1-27 0,22-5 0 16,-22 5 2-16,17-1 0 0,-17 1 1 0,15-3 0 15,-15 3-1-15,12-2 0 0,-12 2-8 0,0 0 0 16,15-2-10-16,-15 2-1 0,0 0 19 0,0 0-44 16,13-2 25-16,-13 2-54 0,0 0 8 0,0 0-51 15,0 0 16-15,0 0-39 0,0 0 40 0,0 0-47 16,-15 3 33-16,15-3-70 0,-11 2 57 0</inkml:trace>
  <inkml:trace contextRef="#ctx0" brushRef="#br0" timeOffset="447134.2347">21254 17838 15 0,'0'0'138'0,"0"0"-28"0,0 0-19 16,0 0-20-16,0 0-13 0,0 0-11 0,-8-4 6 15,8 4 15-15,0 0-6 0,0 0-7 0,0 0-5 16,14-3-9-16,-14 3 2 0,14-2 0 0,-14 2-1 15,17 0 0-15,-17 0 5 0,24-2-3 0,-8 1-5 16,2-1-4-16,3 1-2 0,4-1-3 0,0 0-3 16,10-1 6-16,-1-2-10 0,4 0 6 0,-1 1-9 15,11 0 0-15,-4-4-3 0,2 2-2 0,-8 2-1 16,8-3-7-16,-8 2 1 0,1 0-5 0,-6 3 1 16,3-4 4-16,-3 1-4 0,-4 2-3 0,-4-1 1 15,2 0 1-15,-2 1-8 0,-6 0 9 0,0 0-2 16,-1 0-1-16,-1 1-1 0,-4 0-1 0,-13 2 3 0,23-4 2 15,-23 4 1-15,22-3 0 0,-22 3 1 16,15-3-2-16,-15 3 6 0,15-2 0 0,-15 2-3 16,13-3-6-16,-13 3 0 0,12-2-8 0,-12 2-16 0,0 0-12 15,15-2-10-15,-15 2-6 0,0 0-28 0,13-4-19 16,-13 4-30-16,0 0-21 0,0 0-143 16,0 0 249-16</inkml:trace>
  <inkml:trace contextRef="#ctx0" brushRef="#br0" timeOffset="447676.6312">21236 18116 32 0,'0'0'175'0,"0"0"-15"0,0 0-22 0,6-10-25 0,-6 10-16 16,8-5-8-16,-8 5-10 0,11-7-12 15,-11 7-12-15,18-8 0 0,-6 3-4 0,4-2-5 0,0 1 8 16,5 0-8-16,3-2 0 0,5-2 22 16,1 0-30-16,4 0 2 0,4-2-12 0,2-1 5 15,2 1-14-15,0-1 3 0,0-1-14 0,0 2 9 16,-1-2-3-16,-1 0-6 0,-1 2 1 0,-2-1-2 0,-6 4-2 16,-1-1 2-16,0 1-3 0,-6 1-3 0,-2 0 2 15,-1 1 0-15,-2 2 1 0,-4 0 3 0,0 0-7 16,-1 0 1-16,-1 1 4 0,-3 1 3 0,0-2-1 15,-10 5 7-15,17-6-3 0,-17 6 2 0,13-4-4 16,-13 4 3-16,12-4 0 0,-12 4-5 0,9-5-1 16,-9 5-3-16,0 0-3 0,11-6 7 0,-11 6-7 15,0 0 1-15,7-6 0 0,-7 6-3 0,0 0-4 16,0 0-3-16,0 0-4 0,0 0-4 0,6-8-12 16,-6 8-6-16,0 0-3 0,0 0-10 0,0 0-6 15,0 0-9-15,0 0-19 0,0 0 3 0,0 0-13 16,0 0-21-16,0 0-4 0,0 0-1 0,0 0-4 15,-15 3-109-15,15-3 75 0</inkml:trace>
  <inkml:trace contextRef="#ctx0" brushRef="#br0" timeOffset="453878.3616">21768 17322 24 0,'0'0'33'0,"0"0"-3"0,0 0 5 0,0 0-4 15,0 0-1-15,0 0 7 0,0 0-8 0,0 0 1 16,0 0-4-16,0 0-4 0,0 0 3 0,0 0-11 15,0 0-1-15,0 0-4 0,0 0-2 0,0 0 3 16,0 0-9-16,0 0 1 0,0 0-8 0,0 0 10 16,0 0 2-16,0 0-6 0,0 0 0 0,0 0 0 15,0 0 1-15,0 0-7 0,0 0 10 16,0 0 2-16,0 0-10 0,0 0 3 0,0 0 2 0,0 0 0 16,0 0-4-16,0 0 1 0,0 0 5 0,0 0-4 15,0 0 4-15,0 0 1 0,0 0-5 0,0 0 1 16,0 0 3-16,0 0-4 0,0 0 2 0,0 0 4 15,0 0 5-15,0 0 2 0,0 0-4 0,0 0-5 16,0 0 5-16,0 0 5 0,0 0-3 0,0 0 8 16,0 0 0-16,0 0 1 0,0 0-2 0,0 0-5 15,0 0 5-15,0 0-5 0,0 0 6 0,0 0-4 0,0 0 1 16,0 0-2-16,0 0-3 0,0 0-2 16,0 0 0-16,0 0-5 0,0 0 5 0,0 0 0 15,0 0 3-15,0 0-4 0,0 0 4 0,0 0 1 16,0 0-6-16,0 0 15 0,0 0-10 0,0 0-3 0,0 0-6 15,0 0 5-15,0 0-2 0,0 0-1 16,1-11 1-16,-1 11-1 0,0 0-3 0,0 0-1 16,0 0-3-16,0 0 11 0,0 0-5 0,0 0-1 15,0 0-1-15,0 0-3 0,0 0 3 0,0 0-2 0,0 0 3 16,0 0-2-16,0 0-4 0,0 0 10 16,0 0-2-16,0 0 3 0,0 0-6 0,0 0 10 15,0 0-3-15,0 0-1 0,0 0 4 0,0 0 3 0,0 0-2 16,0 0-2-16,0 0-6 0,0 0 9 0,0 0-1 15,0 0-2-15,0 0 2 0,0 0-6 0,0 0 5 16,0 0-6-16,0 0 6 0,0 0-2 0,0 0 0 16,0 0 0-16,0 0 0 0,0 0 6 0,0 0-5 15,0 0 1-15,0 0-1 0,4-9-5 0,-4 9 5 16,0 0-1-16,0 0-2 0,0 0 3 0,0 0-3 16,0 0-3-16,0 0-3 0,0 0 2 0,0 0-3 0,0 0 4 15,0 0 0-15,0 0-4 0,0 0 2 0,0 0-4 16,0 0 0-16,0 0 4 0,0 0-2 15,0 0 0-15,0 0-3 0,0 0-1 0,0 0 11 16,0 0-14-16,0 0 6 0,0 0 1 0,0 0 0 0,0 0 2 16,0 0-2-16,0 0 2 0,0 0-9 0,0 0 9 15,0 0-2-15,0 0 1 0,0 0-1 16,0 0 2-16,0 0 1 0,0 0 1 0,0 0-4 16,0 0 9-16,0 0 1 0,0 0-3 0,0 0 1 15,0 0-1-15,0 0 3 0,0 0-7 0,0 0 7 16,0 0-5-16,0 0-2 0,0 0 5 0,0 0-5 15,0 0 4-15,0 0-10 0,0 0 8 0,0 0-2 0,0 0-1 16,-4-7-1-16,4 7 2 0,0 0 1 0,0 0-1 16,0 0-6-16,0 0 5 0,0 0 1 0,0 0-1 15,0 0 1-15,0 0 2 0,0 0-2 0,0 0-7 16,0 0 8-16,0 0-1 0,0 0 2 0,0 0-4 16,0 0-3-16,0 0 2 0,0 0-3 0,0 0 4 15,0 0 1-15,0 0-2 0,0 0 0 0,0 0 0 16,0 0-1-16,0 0 5 0,0 0-8 0,0 0 6 15,0 0 1-15,0 0 0 0,0 0-1 0,0 0 0 16,0 0 1-16,0 0-5 0,0 0 2 0,0 0 1 16,0 0-1-16,0 0 3 0,0 0-1 0,0 0-3 15,0 0-3-15,0 0 3 0,0 0 2 0,0 0 0 16,0 0-2-16,0 0 4 0,0 0-1 0,0 0-3 16,0 0 5-16,0 0-1 0,0 0 0 15,0 0 1-15,0 0-3 0,0 0 4 0,0 0 0 0,0 0-2 16,0 0 4-16,0 0 1 0,0 0-5 0,0 0-1 15,0 0 3-15,0 0-4 0,0 0-1 0,0 0 3 0,0 0-3 16,0 0-2-16,0 0 4 0,0 0-1 16,0 0 1-16,9-6-2 0,-9 6-1 0,0 0 1 0,0 0 4 15,12-2-3-15,-12 2 2 0,0 0-3 16,0 0 4-16,16-3-3 0,-16 3 3 0,0 0 0 0,16-3-1 16,-16 3 1-16,14-1-3 0,-14 1 4 15,16-1-7-15,-16 1 10 0,20-4-5 0,-20 4-2 0,21-2 2 16,-8-1-2-16,0 1 7 0,0 1-4 0,1-2 0 15,2 1 0-15,-2 0 2 0,0 0-3 0,-1 0 3 16,3 0 2-16,-3 0-6 0,1 0-2 0,-14 2 4 16,24-2 0-16,-24 2 3 0,20-3-5 0,-20 3-2 15,17-3 1-15,-17 3-2 0,14-1 2 0,-14 1 3 16,0 0 1-16,18-3-2 0,-18 3 1 0,0 0-2 16,13-1 2-16,-13 1 0 0,0 0 2 0,0 0-1 15,13-1-7-15,-13 1 5 0,0 0-3 0,0 0 3 16,0 0-4-16,0 0 3 0,13-2 1 0,-13 2-5 15,0 0 4-15,0 0 1 0,0 0-3 0,0 0-1 16,0 0-12-16,0 0 4 0,0 0-4 0,0 0-4 16,0 0-5-16,0 0-4 0,0 0-16 0,0 0-2 15,0 0-9-15,0 0-8 0,0 0-6 0,0 0-13 16,0 0-12-16,-5 8-19 0,5-8-31 0,0 0-87 16,-8 6 73-16</inkml:trace>
  <inkml:trace contextRef="#ctx0" brushRef="#br0" timeOffset="489552.0039">20353 10061 53 0,'0'0'92'0,"0"0"-15"0,0 0-12 16,0 0-11-16,0 0-20 0,0 0-10 0,0 0 13 16,0 0-6-16,0 0-7 0,0 0 4 0,0 0-3 15,0-12-4-15,0 12-2 0,0 0 7 0,0 0-3 16,0 0-2-16,0 0 0 0,0 0-8 0,0 0 3 15,0 0-8-15,0 0 3 0,0 0-1 0,0 0 1 16,0 0-15-16,0 0 12 0,0 0 3 16,0 0-1-16,0 0-4 0,0 0 4 0,0 0-4 0,0 0 5 15,0 0 1-15,0 0 6 0,0 0-1 0,0 0 1 16,0 0-4-16,0 0 3 0,0 0 0 0,0 0-5 16,0 0-4-16,0 0-6 0,0 0 6 0,0 0-7 15,0 0 6-15,0 0 3 0,0 0 9 0,-2 13 0 16,2-13-5-16,0 0-7 0,0 0 3 0,0 0-3 15,-1 10 6-15,1-10 17 0,0 0 3 0,0 0-12 16,1 12-6-16,-1-12 3 0,0 0-13 0,1 10 20 16,-1-10 14-16,0 0-2 0,0 15-10 0,0-15-3 15,-1 11-7-15,1-11-2 0,0 0-4 0,-1 17-2 16,1-17 2-16,0 0-7 0,-1 14 0 0,1-14 3 16,0 0 3-16,-1 14 0 0,1-14-4 0,0 0 2 15,0 13-5-15,0-13 2 0,0 0-1 0,0 0-1 16,0 12-2-16,0-12 3 0,0 0-1 0,0 0 1 15,0 0-16-15,0 0 18 0,1 13-3 0,-1-13 5 16,0 0 0-16,0 0 4 0,0 0 3 0,0 0-8 0,4 9 10 16,-4-9-4-16,0 0-2 0,0 0-6 0,0 0 2 15,0 0 5-15,0 0 2 0,11 1-7 16,-11-1 12-16,0 0-11 0,14-5 12 0,-14 5-7 16,14-7 0-16,-5 3-9 0,4-2-1 0,0-2-6 0,2 1 18 15,3-3-10-15,2 0 5 0,4-3-10 0,2-2 10 16,6-3-10-16,1 0 7 0,2 0-14 0,1-2 18 15,0 0-9-15,0 2 9 0,0-1-9 0,-1 2 8 16,-3 0-9-16,-3 4 8 0,-4 0-11 0,0 0 8 16,-3 2-10-16,-2 1 15 0,-4 1-10 0,0 2 16 15,-3-1-16-15,0 3 14 0,-3-1-11 0,-1 1 10 16,-1 1-11-16,-8 4 5 0,16-8-12 0,-16 8 15 16,11-5-13-16,-11 5 2 0,11-4-9 0,-11 4 16 15,0 0-11-15,12-5 9 0,-12 5-11 0,0 0 13 16,10-5-12-16,-10 5 10 0,0 0-9 0,0 0 9 15,11-2-10-15,-11 2 8 0,0 0-7 0,0 0 12 16,0 0-15-16,0 0 15 0,10-4-11 0,-10 4 7 16,0 0-9-16,0 0 12 0,0 0-12 0,0 0 19 15,0 0-18-15,0 0 13 0,0 0-12 0,9-2 9 16,-9 2-14-16,0 0 18 0,0 0-18 0,0 0 15 16,0 0-12-16,0 0 4 0,0 0-5 0,0 0 12 15,0 0-11-15,0 0 7 0,0 0-11 0,0 0 16 16,0 0-14-16,0 0 12 0,0 0-13 0,0 0 13 15,0 0-10-15,0 0 12 0,0 0-17 0,0 0 16 16,0 0-13-16,0 0 11 0,0 0-13 0,0 0 14 16,0 0-11-16,0 0 12 0,0 0-12 0,0 0 8 15,0 0-10-15,0 0 8 0,0 0-11 0,0 0 12 16,0 0-14-16,0 0 8 0,0 0-15 0,0 0 9 16,0 0-9-16,0 0 6 0,0 0-14 0,0 0 4 15,0 0-9-15,0 0-11 0,0 0-22 0,0 0 4 16,0 0 5-16,0 0-6 0,0 0-11 0,0 0-27 15,0 0-43-15,0 0-28 0,0 0-99 0,0 0 82 16</inkml:trace>
  <inkml:trace contextRef="#ctx0" brushRef="#br0" timeOffset="490575.1095">19693 11467 178 0,'0'0'146'0,"0"0"-29"0,0 0-31 0,0 0 1 0,0 0-18 16,0 0-12-16,5-9-13 0,-5 9-7 0,0 0-8 16,0 0-3-16,0 0-9 0,6-7 1 0,-6 7 5 15,0 0 5-15,0 0 4 0,8-4-9 0,-8 4-4 16,0 0-5-16,0 0-4 0,0 0-1 0,0 0-2 16,0 0 3-16,0 0 4 0,13 4 18 0,-13-4 19 15,0 0-14-15,3 14-5 0,-3-14-1 0,-1 15 7 16,1-15-7-16,-4 21-5 0,3-8-7 0,-1-1-9 15,0 5 14-15,-1-2 5 0,0-1-19 0,1 3 13 16,-1 0-11-16,1-1 3 0,1 1-9 0,-1-3 10 16,1 0-7-16,1 0 8 0,0-14-7 0,0 22 5 15,1-11-6-15,-1-11 14 0,5 18-8 0,-5-18 8 16,9 12-16-16,-9-12 17 0,16 6-10 0,-16-6 9 16,23-3-12-16,-7-1 8 0,5-2-12 0,0-3 11 15,6-4-13-15,1-2 17 0,4-2-8 0,2-2 15 16,-1 0-14-16,0-1 18 0,0-2-1 0,1 2-8 0,-1-1-2 15,-1-1 2-15,-1 0-3 0,1 1-8 16,-2 0 2-16,0 1-24 0,-1 0 20 0,-1 0-19 16,-5 3 16-16,1 0-14 0,0 0 13 0,0 0-13 15,-2 1 11-15,1 2-13 0,-1-1 18 0,-2 1-18 0,-1 0 14 16,0 3-16-16,-3-2 20 0,3 2-18 0,-3 1 16 16,0-1-20-16,-2 3 14 0,0 0-20 15,-2 0 16-15,1 0-21 0,-2 2 4 0,-1 0-24 0,-1 1 7 16,-1 0-16-16,-8 5-11 0,13-8-12 0,-13 8-4 15,10-6 2-15,-10 6-6 0,0 0-9 0,0 0-12 16,0 0-33-16,0 0-14 0,-13 11-160 16,2-3 230-16</inkml:trace>
  <inkml:trace contextRef="#ctx0" brushRef="#br0" timeOffset="491260.1871">19525 12809 122 0,'0'0'175'0,"0"0"-52"0,0 0-17 15,0 0-30-15,0 0-10 0,0 0-21 0,-8 6-10 16,8-6-7-16,0 0 0 0,0 0-3 0,0 0 16 15,0 0-2-15,-6 11 3 0,6-11-5 0,-5 8 2 16,5-8-4-16,-6 13-3 0,6-13 8 0,-8 18-2 16,3-7 5-16,0 2-10 0,-2 0-3 0,2 3 0 15,0 0-15-15,-1 3 6 0,1 1-4 0,-2 1 3 16,2 0-2-16,-1 0 1 0,1 1-12 0,1-2 11 16,1-1-8-16,1-1 11 0,0 0-9 0,1-1 8 15,1-1-5-15,1 1 6 0,1-3-7 0,1 1 9 0,3-1 6 16,1-1 12-16,0-2-12 0,5-1 15 15,0-1-23-15,3-2 24 0,1 0-12 0,3-4 7 16,2-2-21-16,3-1 17 0,5-3-13 0,6-3 14 16,8-3-17-16,2-2 21 0,2-4-24 0,9-6 26 0,0-1-26 15,1-2 28-15,1-1-9 0,-1-1 2 16,-2 0-31-16,1-1 36 0,-4 3-8 0,-1 1-8 16,-9 3-3-16,-1 0-10 0,-2 1 0 0,-3 2-2 0,-3 1-4 15,-6 2 1-15,-1 1-1 0,-6 3-32 0,-1 0 28 16,-1 2-17-16,-3 0 29 0,-1 0-31 0,-2 2 29 15,0 0-28-15,-2 1 30 0,-2 0-41 0,-8 5 33 16,16-7-38-16,-16 7 20 0,12-8-27 0,-12 8 11 16,10-5-26-16,-10 5 14 0,10-5-20 0,-10 5 13 15,8-4-9-15,-8 4 12 0,0 0-19 0,11-5 12 16,-11 5-17-16,0 0-8 0,10-3-16 0,-10 3-17 16,0 0-15-16,0 0-26 0,11-3-37 0,-11 3-165 15,0 0 194-15</inkml:trace>
  <inkml:trace contextRef="#ctx0" brushRef="#br0" timeOffset="524870.2766">29280 12975 83 0,'0'0'159'0,"0"0"-26"0,-5-9-19 0,5 9-5 16,0 0-2-16,0 0-17 0,-6-10 5 0,6 10-18 15,0 0-4-15,-3-10 14 0,3 10 6 0,0 0-5 16,-5-11-10-16,5 11 14 0,0 0-20 0,-2-11-1 16,2 11-17-16,0 0 16 0,-1-10-24 0,1 10 11 15,0 0-29-15,-1-14 8 0,1 14 12 0,0 0 25 16,-1-13-33-16,1 13 40 0,0 0-35 16,0 0 34-16,-1-14-49 0,1 14 27 0,0 0-48 0,0 0 43 15,0 0-52-15,0 0 46 0,-1-13-35 0,1 13 40 16,0 0-42-16,0 0 42 0,0 0-45 0,0 0 38 15,0 0-47-15,0 0 34 0,0 0-33 0,0 0 37 16,0 0-41-16,0-13 44 0,0 13-40 0,0 0 34 16,0 0-45-16,0 0 47 0,0 0-50 0,0 0 34 15,0 0-32-15,0 0 37 0,0 0-42 0,0 0 40 16,0 0-42-16,0 0 42 0,0 0-45 0,0 0 46 16,0 0-44-16,0 0 43 0,0 0-42 0,0 0 42 15,0 0-42-15,0 0 40 0,0 0-41 0,0 0 43 16,0 0-38-16,0 0 34 0,0 0-34 0,0 0 26 15,0 0-23-15,0 0 40 0,0 0-41 0,0 0 44 16,0 0-45-16,0 0 46 0,0 0-40 0,0 0 44 16,0 0-47-16,0 0 49 0,0 0-50 0,0 0 40 15,0 0-46-15,0 0 44 0,0 0-43 0,0 0 41 16,0 0-43-16,0 0 43 0,0 0-42 0,0 0 43 16,0 0-42-16,0 0 37 0,0 0-39 0,0 0 43 15,0 0-44-15,0 0 39 0,0 0-34 0,0 0 50 16,0 0-56-16,0 0 42 0,0 0-41 0,0 0 35 15,0 0-34-15,0 0 42 0,0 0-43 0,0 0 37 16,0 0-32-16,0 0 25 0,0 0-28 0,0 0 44 16,0 0-43-16,0 0 36 0,0 0-39 0,0 0 27 15,0 0-23-15,0 0 40 0,0 0-42 0,0 0 41 16,0 0-42-16,0 0 44 0,0 0-46 0,0 0 44 16,0 0-42-16,0 0 43 0,3-8-46 0,-3 8 45 15,0 0-39-15,0 0 25 0,0 0-26 0,0 0 34 16,0 0-30-16,0 0 40 0,0 0-40 0,0 0 36 15,0 0-44-15,0 0 46 0,0 0-45 0,0 0 44 16,0 0-41-16,0 0 40 0,0 0-42 0,0 0 45 16,0 0-43-16,0 0 39 0,0 0-41 0,0 0 40 0,0 0-39 15,0 0 28-15,0 0-27 0,0 0 41 16,0 0-40-16,0 0 40 0,0 0-46 0,0 0 49 16,0 0-44-16,0 0 34 0,0 0-33 0,0 0 45 15,0 0-44-15,0 0 38 0,0 0-38 0,0 0 38 16,0 0-42-16,0 0 44 0,0 0-44 0,0 0 49 0,0 0-48 15,0 0 42-15,0 0-43 0,0 0 39 0,0 0-39 16,0 0 42-16,0 0-45 0,0 0 40 16,0 0-37-16,0 0 38 0,0 0-36 0,0 0 42 15,0 0-41-15,0 0 40 0,0 0-44 0,0 0 43 16,0 0-41-16,0 0 33 0,0 0-30 0,0 0 36 0,0 0-40 16,0 0 42-16,0 0-41 0,0 0 40 15,0 0-47-15,0 0 50 0,0 0-42 0,0 0 38 16,0 0-41-16,0 0 42 0,0 0-41 0,0 0 43 15,0 0-37-15,0 0 46 0,5 10-31 0,-5-10 55 16,7 10-40-16,-1-1 42 0,1 1-31 0,2 3 25 0,3 2-18 16,3 0 29-16,2 4-24 0,0 2 10 0,7 4-28 15,0 0 22-15,0-1-11 0,1 1 1 16,3-1-9-16,-2 1 8 0,1 0-6 0,1 0-7 16,-1 0-1-16,1-1-3 0,-3-2 3 0,-2-3 1 0,0-2-3 15,-5 1-6-15,3-4 1 0,-3-1 9 0,-3-2-2 16,1 0-4-16,-4-3 3 0,1 1 0 0,-2-1-7 15,-2-2 4-15,-2-2-3 0,2 0 2 0,-9-4 2 16,13 10 1-16,-13-10 0 0,10 7-6 0,-10-7 5 16,10 5 1-16,-10-5-4 0,8 4-5 0,-8-4-38 15,0 0-55-15,0 0-58 0,12 4-24 0,-12-4-34 16,0 0-57-16,0 0-73 0,0 0-136 0,16 0-202 16,-16 0-179-16</inkml:trace>
  <inkml:trace contextRef="#ctx0" brushRef="#br0" timeOffset="525547.1089">29840 12883 131 0,'2'-17'335'15,"0"5"-70"-15,-1 1-48 0,0-1-21 0,1 1-25 0,0 0-28 16,-2 11-11-16,3-20 1 0,-3 20-13 16,3-17-3-16,-3 17-12 0,4-14-14 0,-4 14-15 15,2-12-15-15,-2 12-13 0,2-10-17 0,-2 10 3 0,0 0-12 16,2-13-4-16,-2 13-1 0,0 0-4 0,0 0-4 16,3-12-6-16,-3 12 2 0,0 0 3 15,0 0-6-15,0 0-2 0,2-9 0 0,-2 9-2 0,0 0 0 16,0 0 4-16,0 0-2 0,0 0-1 0,0 0 3 15,0 0 0-15,0 0-5 0,0 0-5 0,6-8 9 16,-6 8 0-16,0 0-2 0,0 0 3 0,0 0 1 16,0 0-6-16,0 0 5 0,0 0-2 0,0 0 0 15,0 0 0-15,0 0 2 0,11 2-1 16,-11-2-1-16,0 0 6 0,0 0-5 0,0 0 1 0,0 0-4 16,0 0 5-16,0 0-4 0,0 0 1 0,0 0 6 15,0 0-3-15,0 0 5 0,0 0 3 0,0 0 0 16,0 0-1-16,0 0 1 0,0 0-4 0,0 0-8 15,0 0 4-15,0 0 1 0,0 0 0 0,0 0 0 16,0 0 1-16,0 0-4 0,11 2-3 0,-11-2 2 16,0 0 3-16,0 0-1 0,0 0-2 0,0 0 2 15,0 0-8-15,0 0 2 0,0 0 2 0,0 0-1 16,0 0 6-16,0 0-3 0,0 0 2 0,0 0 8 16,0 0 10-16,-3 17 41 0,3-17-43 0,-9 18 36 15,3-6-33-15,-2 2 43 0,-2 3-34 0,-4 1 40 16,-2 4-30-16,-4 5 22 0,-2 2-47 0,-2 2 27 15,-2 0-33-15,-4 1 26 0,0-1-32 0,-6 6 1 0,4-6-4 16,-1 0 8-16,4-1-5 0,1-2-3 16,0-2 7-16,2-1-6 0,5-3-2 0,3-4 6 15,-1 1-2-15,5-5-2 0,-1 1-5 0,2-1 4 0,1-3 5 16,2-1 0-16,1 1-3 0,-1-3 1 0,3 0-1 16,0-1-4-16,2-1-6 0,5-6-2 0,-11 10-2 15,11-10-1-15,-8 9-14 0,8-9-17 0,0 0-25 16,-8 7-36-16,8-7-30 0,0 0-41 0,0 0-55 15,0 0-81-15,0 0-333 0,0 0-155 0</inkml:trace>
  <inkml:trace contextRef="#ctx0" brushRef="#br0" timeOffset="525938.3713">30805 12748 148 0,'0'0'300'0,"6"-8"-56"0,-6 8-87 16,0 0-7-16,0 0-30 0,0 0 29 0,0 0-8 15,0 0 5-15,0 0 6 0,-10 15-26 16,2-4 1-16,-2 5-19 0,-2 2 18 0,-2 4-44 16,-2 3 20-16,-2 5-46 0,-2 1 16 0,-1 1-39 0,1 1-7 15,-1 2-16-15,0-3 10 0,2 0-4 0,-1-1-2 16,1-1-7-16,5-5 1 0,0 0 1 0,2 0-3 16,0-3-1-16,2-2-1 0,0 0-2 0,2-1-10 15,1-3-6-15,0-1-5 0,1-2-20 0,1-1-26 16,0-2-22-16,0 0-30 0,0-3-65 0,5-7 8 15,-8 15-100-15,8-15-253 0,-8 7-32 0</inkml:trace>
  <inkml:trace contextRef="#ctx0" brushRef="#br0" timeOffset="526186.8774">30082 12775 34 0,'-10'-17'362'0,"3"3"-70"0,0 1-35 16,0 2-39-16,3 1-43 0,-3 2-34 0,4-1-28 16,3 9-18-16,-8-12-7 0,8 12-7 0,-5-9 10 15,5 9 6-15,0 0 5 0,0 0-9 0,0 0-21 0,0 0-12 16,0 14-13-16,0-14-5 0,7 17-13 16,-1-4-1-16,2 4 28 0,0 0-45 0,1 2 33 0,1 1-45 15,4 2 40-15,0 2-50 0,2 0 29 16,0 0-62-16,5 4-17 0,0 0-28 0,0-2-37 0,2-1-35 15,0 0-45-15,-3-5-68 0,0 0-11 0,-2-3-165 16,-1-3 74-16</inkml:trace>
  <inkml:trace contextRef="#ctx0" brushRef="#br0" timeOffset="526688.2287">30999 12809 209 0,'9'-11'330'0,"-2"2"-86"0,0 1-2 0,0-1-40 15,0 2-20-15,1 0-44 0,0-4 0 0,3 4-33 16,-2-2 1-16,2 0-15 0,0 2 12 0,-1 0-16 16,2 1-16-16,2-2-21 0,0 3-3 0,3-1-14 15,1 1-2-15,2 3-1 0,5-2-8 0,1 3-1 16,1 1-6-16,2 0-5 0,0 0-1 0,2 1 0 15,5 2-10-15,-2 0 9 0,0 2-11 0,-2 1 5 0,-1-2-7 16,-5 2 8-16,-1 2-5 0,-4 0 4 16,0 1-7-16,-5 1 12 0,-1 2-4 0,-5 0 12 15,-3 0 9-15,-4 2 1 0,-3 1 1 0,-7 4 0 0,-3 2 47 16,-5 4-54-16,-7 2 6 0,-5 1 11 0,-1 1-4 16,-2 1-8-16,-2 1 0 0,2-1-6 0,1-3 3 15,1-2 42-15,5 2-56 0,3-6 40 0,3-2-42 16,4-5 42-16,1 3-49 0,4-5 69 0,3 1-36 15,2-4 68-15,3-9-24 0,9 18 37 0,7-12-50 16,7 1 63-16,13-1-55 0,12-1 37 0,9-4-64 16,18 1 35-16,8-4-14 0,5 0-17 0,6-2-3 15,4-1-14-15,5-2-16 0,1-1-7 0,20-1-13 0,-20 0-10 16,0 1-19-16,-1-3-5 0,-3 2 9 16,-5 0-1-16,-3 1-1 0,-5-1 24 0,-5 1-33 15,-7 1 1-15,-15 0-38 0,-6 1 36 0,-3 1-35 0,-8-1 18 16,-8 2-32-16,-8 1-34 0,-2-1-46 0,-5 2-54 15,-6 1-64-15,-14 1-23 0,0 0-51 0,0 0-277 16,0 0-153-16</inkml:trace>
  <inkml:trace contextRef="#ctx0" brushRef="#br0" timeOffset="528187.5137">29335 14231 120 0,'-9'-5'275'15,"9"5"-4"-15,-11-11-62 0,11 11-8 0,-10-13-13 16,10 13-27-16,-12-13 8 0,12 13-7 0,-7-15-30 16,2 7-10-16,5 8-10 0,-7-15 3 0,7 15 1 15,-7-12-9-15,7 12-7 0,-5-10-16 0,5 10-27 16,0 0-10-16,-6-10-8 0,6 10-1 0,0 0 9 15,0 0 1-15,-12 9 37 0,6 2-1 0,1 2-4 16,-4 7 24-16,-2 4-10 0,-1 4-13 0,-3 8-1 16,0 2-19-16,-1 1 0 0,-1 1-25 0,0-1-10 15,1 1-3-15,0-2-4 0,1 1-3 0,3-4 2 16,1-3 1-16,1-3 1 0,1-3-4 0,-1 0 1 16,3-5 0-16,1-1-5 0,1-3 0 0,2-1-4 15,-1-3 2-15,0-2 10 0,2 0 17 0,2-11 11 16,-5 16-9-16,5-16 4 0,0 0-7 0,0 0-7 15,0 0-5-15,0 0-11 0,17-9-22 0,-5-5-4 0,6-11-38 16,3-4-7-16,4-5 6 0,5-7-38 16,0-6 12-16,2-1-19 0,-1 0 23 0,1-1-4 15,-2 1 17-15,0-1 5 0,-1 2 1 0,-2 4 13 16,-3 7 11-16,-3 3 0 0,-1 1 14 0,-2 9-7 0,-3 1 4 16,-2 5 6-16,-2 1-1 0,-1 4 1 15,1 1 5-15,-2 3-2 0,2 1-1 0,0 3 12 16,-1 2-6-16,-10 2 12 0,21 2-1 0,-11 3 10 15,1 2 4-15,0 3 6 0,0 1 9 0,-1 3-3 16,2 1-4-16,-3 3 0 0,0 0 1 0,0 1-4 16,-2 0-2-16,0 1-4 0,1 0-3 0,-1 0 19 15,-1-1-27-15,0 1 12 0,-2-7-13 0,-1 1 16 16,1-2-17-16,-1 0 8 0,0-3-4 0,0 1 14 0,-3-10 2 16,5 15 35-16,-5-15-21 0,5 9 2 0,-5-9-20 15,0 0-5-15,18-6-34 0,-8-1 2 0,3-4 4 16,4-5-8-16,1-3-9 0,3 0 2 0,0-2 6 15,0 1 2-15,1 0-1 0,1 1 9 0,-2 2-1 16,-4 3-2-16,0 3 2 0,-3 0 4 0,0 3-8 16,-3 1 1-16,0 2 5 0,-11 5 18 0,17-3 13 15,-17 3 7-15,13 6 22 0,-13-6 6 0,5 18 4 16,-5-2-6-16,-2 3-4 0,-3 3-5 0,-3 7-6 16,-2 6 3-16,-2 2-16 0,0 0-5 0,-1-2-5 15,4-4-18-15,0 0-29 0,0 0-20 0,1-1-52 16,0 0-52-16,1-2-26 0,0-1-37 0,-1 1-33 15,1-1-6-15,-1 0-146 0,3-4-362 0,-3 0-279 16</inkml:trace>
  <inkml:trace contextRef="#ctx0" brushRef="#br0" timeOffset="528787.4324">30419 14384 533 0,'9'-22'403'0,"0"3"-81"0,1 3-66 0,-3 3-51 16,-1 0-32-16,-1 2-31 0,-1 3-23 0,-4 8-3 15,8-14-9-15,-8 14 10 0,7-7 9 0,-7 7 35 16,0 0 2-16,2 10-21 0,-2-10-2 0,-3 25-19 16,-1-9-12-16,-3 5-18 0,1 1 1 0,-2 6-31 15,-1 1-10-15,0-1-9 0,0 0-12 0,0 0 0 16,2-2-14-16,-1-2-1 0,1-2 0 0,1 1-6 15,0 0 0-15,2-4-3 0,-2-3 3 0,3 1 45 16,-1-2-66-16,1-1 16 0,1-1-64 0,-1-3-3 16,1 1 15-16,2-11 9 0,-4 15 53 0,4-15-47 15,-4 13-24-15,4-13-42 0,-5 7-8 0,5-7 17 16,0 0-14-16,0 0 1 0,-11-6 15 0,11 6 7 16,-3-17 15-16,3 6 7 0,0-5 9 0,2-1 5 15,2-6 10-15,2 1 48 0,3-6-40 0,0 0 13 16,3-2 3-16,3-3 12 0,1 2 8 0,1 0 12 0,-2 6-2 15,0 1-6-15,-1 4 5 0,-1 3-3 0,-3 3-2 16,-1 2-10-16,0 2 11 0,-2 2 20 16,-7 8-1-16,14-8 21 0,-14 8-13 0,16 0 16 15,-7 3-9-15,0 2 6 0,2 6-11 0,-1 1 10 0,3 2-1 16,1 5 10-16,1 0-27 0,3 5 2 16,0-2-14-16,5 5 1 0,0-2-4 0,4 0 4 0,2-4 43 15,1 0-49-15,2-2 38 0,2-1-51 0,0-3 43 16,-4-4-50-16,1-1 46 0,1-6-48 0,-3 0 51 15,1-4-52-15,-1-3 43 0,3-4-46 0,-1-4 45 16,3-6-52-16,-2-3 1 0,-4-5 3 0,0-6 4 16,-3-3-18-16,-2-3 56 0,1-10-81 0,-4 6 45 15,2-9-50-15,-7 7 56 0,0 4-49 0,-3 1 55 16,-3 8-58-16,1 3 57 0,-6 8-105 0,3-2-33 16,-2 8-37-16,-1 2-4 0,-4 11 35 0,7-14-25 15,-7 14-14-15,0 0-21 0,0 0-53 0,-7 13-51 16,2-2-276-16,-4 5-91 0</inkml:trace>
  <inkml:trace contextRef="#ctx0" brushRef="#br0" timeOffset="529156.3127">31539 14465 474 0,'6'-16'393'0,"-1"0"-47"0,3-3-64 0,1-2-53 16,3-2-24-16,3-2-11 0,3-4 11 0,5 2-34 15,2 2-3-15,3-2-18 0,4 2-19 0,1 4-7 16,2 2-8-16,2 4-14 0,1 2-5 16,-5 5-12-16,0 5-5 0,-3 1-11 0,-1 4-1 0,-2 0-4 15,-1 4-6-15,2 4 8 0,-4 3-8 0,0 0-4 16,-5 5-9-16,-1 3-8 0,-3 2 7 0,-4 3-57 16,-2 0 49-16,-4 7-43 0,-3 2 45 0,-3-1-55 15,-1 1 50-15,-2-2-3 0,-2-1-10 0,1-2-4 16,-2-1 0-16,-1-1-6 0,1-6 3 0,0-2-5 15,0-3 6-15,-1-1-8 0,1-3 4 0,-1-1-3 16,-2-1 2-16,-2-4-3 0,-3 1 2 0,-4-4-4 16,-2-2 0-16,-1-2-2 0,-7-2-8 0,-4-4-10 15,-2-2-54-15,-7-4 46 0,1-1-78 0,2-4-14 16,1-1-3-16,3-3-22 0,4-1-11 0,5-3-1 16,6-2 0-16,6 2 0 0,7-2-31 0,6 0-5 15,10-9-33-15,12-3-44 0,16-8-102 0,16-2-238 16,23-8-121-16</inkml:trace>
  <inkml:trace contextRef="#ctx0" brushRef="#br0" timeOffset="533841.1764">27413 9908 179 0,'-6'-8'187'16,"3"0"-44"-16,-3-2-6 0,6 10 8 0,-8-14-28 15,2 4-20-15,2 1-3 0,0 0-15 0,-1 0-8 16,0 0-19-16,-2-1 7 0,-1-1-15 0,3 2 25 15,-2-1-26-15,-2-1 24 0,2 1-16 0,-1 0 5 16,1-1-5-16,-1 2 8 0,0-1-33 0,-1 1 28 16,1 0-34-16,0 0 16 0,-1 0-27 0,1 0 23 15,-1 1-27-15,-1-2 22 0,1 2-38 0,-1 0 56 16,-2 0-34-16,3-1 37 0,-5 2-35 0,3-2 25 16,-2 1-40-16,-3 0 32 0,-1-1-28 0,-4 1 4 15,0 0-5-15,-3-2 3 0,-2 1-2 0,-4-1-3 16,-1 0 0-16,-3 1 4 0,-7-3 22 0,1 1-27 15,-5-1 28-15,2 1-30 0,-1-2 26 0,-4-1-26 16,4 1 30-16,-4 0-31 0,1-1 33 0,0 1-37 16,-1 0 23-16,1 0-25 0,0-1 36 0,0 2-30 15,2 0 31-15,0 0-34 0,3 1 29 0,-3 1-29 16,4 1 32-16,-2 2-33 0,5 0 23 0,2 1-25 16,-1 1 29-16,1 1-31 0,-1 1 33 0,-1 1-32 15,2 1 32-15,5-1-36 0,-5 4 35 0,0 0-40 16,-2 0 36-16,3 3-32 0,0-1 36 0,-3 2-35 15,3 1 29-15,-4 2-27 0,-2 2 23 0,3-2-21 16,0 4 30-16,-1 1-38 0,2 1 39 0,2 0-32 16,2 2 31-16,0 1-30 0,1 1 27 0,1 0-27 15,2 1 32-15,2 2-35 0,1-1 31 0,4-1-44 16,2 0 51-16,0 1-24 0,1-1 21 0,0 2-34 16,2 0 37-16,2 1-7 0,-1-2 2 0,3 1-9 15,0-1-4-15,-1 3 8 0,3-1-7 0,2-2 1 16,-1-1-3-16,4 3-1 0,-2 0 4 0,3 0-8 15,3 1 12-15,-3 0-43 0,6 1 50 0,0 1-40 16,5 4 43-16,1-1-35 0,4 0 37 0,4 4-32 16,4 1 33-16,2-2-43 0,4 0 43 0,2 1-40 15,2-1 42-15,1 0-53 0,3 0 57 0,-2-2-6 16,1-1-4-16,0 1-5 0,-1-3-1 0,0 1-4 16,-3-2-3-16,1-1-7 0,-1 0 12 0,-2 0 1 15,2-2-5-15,-1-1 0 0,0 1 0 0,2 0-1 16,2 0-1-16,3 0 11 0,4-1 0 0,1 0 2 15,10 4-35-15,5 1 42 0,2-1-42 0,5 1 45 0,2-2-40 16,2 0 44-16,2 0-47 0,0-3 46 0,0-1-44 16,4-1 43-16,0-3-46 0,-1 0 42 15,0-3-41-15,-2-1 38 0,1-2-37 0,-2-2 40 16,-11-1-43-16,1-3 43 0,-1-2-47 0,-3 0 46 16,1-3-45-16,0-2 48 0,-2-1-49 0,1-3 44 0,-1-1-45 15,-2-3 44-15,1-1-44 0,-1-1 43 0,9-6-51 16,-3-1 43-16,-3-2-42 0,1-1 41 0,-2-2-43 15,-1-1 45-15,-3-1-7 0,0-2-5 0,-4-1 2 16,-8 4-4-16,-1-3-4 0,-3 0-4 0,-3-3 1 16,-1 0-5-16,-4-1-31 0,-3-2 45 0,-4 0-35 15,-3-2 41-15,-5-2-38 0,-2 5 45 0,-6-3-34 16,-3-2 35-16,-6-6-42 0,-3-1 23 16,-9-8-13-16,-6 2 42 0,-5 1-1 0,-5 0 0 15,-2 1-1-15,-5 1-42 0,0 1 36 0,-6 2-43 16,0-1 44-16,-3 0-42 0,-4 2 42 0,-5 2-41 0,-2-1 36 15,-4 3-42-15,-18-5 31 0,-4 4-44 0,10 12 22 16,-23-3-55-16,15 10 8 0,-7 6-33 16,-8 5-29-16,-5 5-54 0,-6 7-24 0,-24 7-34 15,-2 3-314-15,0 7-68 0</inkml:trace>
  <inkml:trace contextRef="#ctx0" brushRef="#br0" timeOffset="537918.2289">25026 10755 94 0,'0'0'100'16,"0"0"-4"-16,0 0-33 0,0 0-7 0,0 0-12 0,0 0-5 15,0 0-22-15,0 0 10 0,0 0-14 16,0 0 7-16,-10-4-17 0,10 4 10 0,0 0-23 16,0 0 25-16,0 0-16 0,0 0 7 0,0 0 1 15,-8-6 18-15,8 6 7 0,0 0 18 0,0 0-3 0,-11-2-1 16,11 2 4-16,0 0 26 0,0 0 1 0,-18 0-13 16,18 0 5-16,-11 1-10 0,11-1 5 0,-14 5-16 15,14-5 1-15,-13 2-11 0,13-2 3 16,-12 2-4-16,12-2 3 0,-9 4-3 0,9-4 7 0,0 0-18 15,-13 4 15-15,13-4-18 0,0 0 12 0,0 0-17 16,-12 3 20-16,12-3-19 0,0 0 21 16,0 0-28-16,0 0 29 0,-11 4-17 0,11-4 16 15,0 0-22-15,0 0 25 0,0 0-30 0,0 0 30 0,-9 4-33 16,9-4 34-16,0 0-30 0,0 0 33 0,0 0-29 16,0 0 35-16,0 0-33 0,0 0 39 15,0 0-40-15,0 0 40 0,0 0 11 0,7 6 9 16,-7-6 5-16,30 0-8 0,-1 0-13 0,11 0 2 0,16 0-6 15,9 0 10-15,19 0-9 0,9 1-8 0,8-1-10 16,8 3-5-16,19 4-2 0,-19-3-9 0,0 0-6 16,0 2 0-16,-1-2-30 0,-5 3 26 0,-4-2-28 15,-7 0 27-15,-4-1-24 0,-7 0 22 0,-7-3-22 16,-14 1 28-16,-5-1-19 0,-1-1 28 0,-10 0-18 16,-1-1 23-16,-5 0 1 0,-2 1-4 0,-4-2-4 15,-3 2-1-15,0-1-1 0,-4 0-1 0,0 0-3 16,-4 0-2-16,0 1-3 0,0-2-20 0,-2 2 17 15,-2-1-15-15,-2 1 12 0,1 0-9 0,-1 0 9 16,-1 0-18-16,-1 0 18 0,-13 0-16 0,25 0 15 16,-25 0-22-16,21 1 19 0,-21-1-15 0,17 2 6 15,-17-2-26-15,16 0 20 0,-16 0-31 0,13 2 24 16,-13-2-28-16,14 2 16 0,-14-2-37 0,11 3 17 16,-11-3-39-16,0 0 18 0,13 4-45 0,-13-4 28 15,0 0-33-15,12 3 6 0,-12-3-33 0,0 0-16 16,0 0-46-16,0 0-42 0,2 11-38 0,-2-11-224 15,-9 4-11-15</inkml:trace>
  <inkml:trace contextRef="#ctx0" brushRef="#br0" timeOffset="538807.9309">24855 12447 63 0,'0'0'165'0,"-8"5"-24"0,8-5-33 15,0 0-16-15,-10 7 4 0,10-7-14 0,0 0-3 16,-9 5-9-16,9-5-6 0,0 0-4 0,-9 2-4 15,9-2 6-15,0 0-6 0,0 0-9 0,-16 2-6 16,16-2 7-16,0 0-9 0,-16-2 7 0,16 2-5 16,-13-2 12-16,13 2-6 0,-11-3 24 0,11 3-9 0,-11-3 9 15,11 3-29-15,-12-4 12 0,12 4-31 0,-10-2 14 16,10 2-23-16,0 0 25 0,-14-5-25 0,14 5 20 16,0 0-28-16,-12-2 20 0,12 2-20 15,0 0 21-15,0 0-36 0,0 0 38 0,-11-4-33 0,11 4 44 16,0 0-20-16,0 0 46 0,0 0-30 0,0 0 39 15,15-4-3-15,-2 4-3 0,5-2-16 16,9 1 23-16,11 0-44 0,15-1 54 0,6 2-52 0,19 0 57 16,7 2-2-16,9 0 3 0,11 2-9 0,27 3-29 15,6 1 20-15,0 2-28 0,2 0 20 0,1 1-20 16,-3 1 4-16,-4-1-24 0,-6 1 16 0,-24-4-27 16,-6 1 15-16,-6-1-15 0,-7-1 12 0,-6-1-26 15,-7 0 23-15,-12-2-21 0,-8 0 19 0,-2-1-19 16,-10 0 16-16,-4-1-21 0,-7 0 21 0,0-1-18 15,-6 0 12-15,-3-1-14 0,0 2 16 0,-3-2-15 16,-3 0 21-16,-1 1-16 0,-13-1 14 0,24-1-16 16,-24 1 13-16,20-1-21 0,-20 1 18 0,13-2-17 15,-13 2 16-15,12-5-20 0,-12 5 14 0,7-6-38 16,-7 6 22-16,0 0-24 0,6-8 8 0,-6 8-45 16,0 0 13-16,0 0-55 0,-3-12 39 0,3 12-52 15,0 0 37-15,-10-7-56 0,10 7 35 0,-10-4-46 16,10 4-10-16,-15 2-16 0,15-2-36 0,-19 3-25 15,19-3-61-15,-24 3-210 0,13 0-12 0</inkml:trace>
  <inkml:trace contextRef="#ctx0" brushRef="#br0" timeOffset="539708.4782">24887 13086 241 0,'0'0'179'0,"0"0"-40"16,-10 4-18-16,10-4-18 0,0 0-21 0,0 0-6 15,-13 6 2-15,13-6 2 0,0 0 1 0,-9 6-20 16,9-6 1-16,-10 5-19 0,10-5 4 0,-10 7 2 15,10-7 6-15,-9 6-21 0,9-6 5 0,-8 5-16 16,8-5 7-16,-7 7-10 0,7-7 13 0,-8 5-22 16,8-5 21-16,0 0-21 0,-8 6 11 0,8-6-16 15,0 0 19-15,-8 8-15 0,8-8 18 0,0 0-22 0,-8 7 18 16,8-7-21-16,-9 4 13 0,9-4-17 0,-9 4 20 16,9-4-27-16,-9 5 22 0,9-5-18 15,-12 4 19-15,12-4-23 0,-11 4 18 0,11-4-18 0,-11 4 21 16,11-4-20-16,-14 6 19 0,14-6-17 0,-12 2 19 15,12-2-22-15,-14 5 26 0,14-5-24 0,-13 5 22 16,13-5-30-16,-11 4 29 0,11-4-18 16,-13 6 11-16,13-6-12 0,-10 4 21 0,10-4-21 0,-10 4 45 15,10-4-20-15,-10 7 18 0,10-7-30 16,-8 7 21-16,8-7-32 0,-8 8 41 0,8-8-13 0,-9 12 39 16,9-12-45-16,-9 15 32 0,5-7-44 0,1 2 33 15,-1-1-26-15,1 1 39 0,-1 0-35 0,1 1 56 16,1-1-52-16,1 1 48 0,1-11-46 0,-1 21 51 15,3-11-36-15,1 2 57 0,5 1-13 0,3 2 36 16,4 0 15-16,7-1-7 0,7 1-10 0,8 0-7 16,11-1-11-16,4 0-13 0,11 0-4 0,6-1-5 15,3-1 4-15,3-3-8 0,1 2-10 0,3-3-3 16,1 2-8-16,1-2-7 0,1-1-9 0,0 2-7 0,3-1-6 16,-2-1-16-16,0-1 11 0,-1 1-2 15,1 0-1-15,-3-1-1 0,3 0-7 0,-1 1-1 16,-2-2-1-16,-1-1-1 0,-5-1 1 0,2 2-4 15,-15-4 0-15,-2 1-1 0,-4 0 1 0,-3-1-2 16,-10-1-1-16,-1 0 2 0,-7 0-2 0,-5 0 1 16,0 0 2-16,-2-1 0 0,-5 1-4 0,-1-2 5 15,-1 2 0-15,-4-1-1 0,0 0 0 0,-3 1 0 0,1-1-2 16,-14 1-2-16,22 0 6 0,-22 0-1 0,18-1-1 16,-18 1-2-16,13-1 1 0,-13 1 2 0,0 0-7 15,20-1 2-15,-20 1-13 0,0 0-13 0,12-2-27 16,-12 2-20-16,0 0-33 0,0 0-32 0,9-4-11 15,-9 4-1-15,0 0-4 0,0 0-6 0,-10-7-27 16,10 7-39-16,-12-3-27 0,12 3-42 0,-19-1-99 16,19 1-263-16,-24-3-166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8-19T06:27:14.574"/>
    </inkml:context>
    <inkml:brush xml:id="br0">
      <inkml:brushProperty name="width" value="0.05292" units="cm"/>
      <inkml:brushProperty name="height" value="0.05292" units="cm"/>
      <inkml:brushProperty name="color" value="#FF0000"/>
    </inkml:brush>
  </inkml:definitions>
  <inkml:trace contextRef="#ctx0" brushRef="#br0">4895 594 440 0,'-2'-18'383'16,"-1"0"-37"-16,-2-1-75 0,-2 1-20 0,-1-1-34 15,0 0 13-15,-2 1-44 0,-2 1 0 0,-1 2-15 16,-1-1-16-16,-1 1-23 0,0 2 1 0,-1 2-19 15,-1 2-34-15,2 2-17 0,-2 3-15 0,1 1-10 16,-3 4-10-16,0 5-3 0,-1 2-2 0,-5 6-8 16,3 3 0-16,2 3-5 0,0 3-26 0,5 0 32 15,4 5-22-15,4 3 21 0,3 4-21 0,4 0 25 16,5 10-24-16,4-1 18 0,5 1-18 0,4 7 17 16,3-1-22-16,2 0 28 0,0-1-28 0,2-1 23 0,1 1-21 15,-1-3 29-15,0 0-35 0,-5-7-1 16,1 0 5-16,-2-1 5 0,-2 1-2 0,-1-2 3 0,-4 1 3 15,-3-8-5-15,-2 0 4 0,-4-1 3 16,-2-4 6-16,-3-2 20 0,-2-2-26 0,-1-1 31 0,-4 0-27 16,-2-2 34-16,-2-3-20 0,-1-1 24 15,-3-1-31-15,0-3 29 0,-3-1-36 0,2-3 32 0,0-3-27 16,1 0 37-16,2-3-33 0,1-1 19 16,2-1-51-16,12 1-8 0,-16-8-65 0,11-1-45 0,5 9-32 15,5-22 6-15,6 5 1 0,6-5 5 0,9-4 0 16,6-1 7-16,11-9 13 0,1-2 4 0,5-1 36 15,0-3-5-15,3-2 28 0,0-1 9 0,-3 0 32 16,0-2 22-16,-3 0 38 0,-1-1 12 0,-5-2 60 16,-3 1 17-16,-5 2 22 0,-4 0-24 0,-7 7 85 15,-3 4-37-15,-6-1 79 0,-4 6-50 0,-4 2 29 16,-2 3 22-16,-1 1 41 0,-2 4-55 0,-1 1-14 16,0 2-10-16,0 1-40 0,1 5-44 0,-1-1-34 15,2 13-30-15,-3-16-5 0,3 16-17 0,0 0 0 16,0 0-21-16,-5 10 3 0,5 2-14 0,1 9 10 15,1 5 0-15,4 8 0 0,1 7 17 0,3 1-10 16,-1 3 2-16,3 0-12 0,2 2-5 0,0-1-19 16,1 0-28-16,1-1-35 0,0-2-42 0,0 0-43 15,2-4-27-15,-2-1-35 0,0-1-58 0,1-3-50 0,-3-2-31 16,-1-7-17-16,-1 0-40 0,-3-5-50 0,1-2-302 16,-2-4-289-16</inkml:trace>
  <inkml:trace contextRef="#ctx0" brushRef="#br0" timeOffset="434.92">5626 1359 154 0,'-7'-10'555'0,"1"0"-55"0,1 2-86 16,0 0 21-16,0-1-48 0,0 2-8 0,0-2-34 15,5 9-5-15,-7-15-76 0,7 15-22 0,-5-13-76 16,5 13-14-16,-2-11-62 0,2 11 4 0,5-10-36 16,2 5 8-16,6-3-31 0,1 2 6 0,7-1-47 15,0 0 17-15,2 2-31 0,1-1 28 0,1 0-37 16,0 2 31-16,0-1-32 0,-2 2 27 0,2-1-30 15,-4 3 20-15,-1 0-28 0,-1 0 31 0,0 2-20 16,-3 1 26-16,-2-1-32 0,-1 3 36 0,0 2-25 16,-1-1 36-16,-2 3-35 0,0 1 39 0,-2 1-30 15,-1 0 3-15,-1 0 6 0,1 4 2 0,-1-3-1 16,0 1 5-16,0 1 4 0,0-1-5 0,0 0-1 16,1-1 3-16,0 0 0 0,-1 0-13 0,2-1 12 15,1 0-22-15,0 0 6 0,0-2 0 0,-2-1-11 16,3-2 5-16,-1 1 8 0,-1-2 2 0,-8-4 5 15,19 6 6-15,-19-6 1 0,14-2 0 0,-14 2 1 0,18-8 1 16,-11 1-9-16,-1-1 10 0,1-1 10 0,-2-1 34 16,0-1-20-16,0 2 30 0,0 0-12 0,-1 1 41 15,2 0-34-15,-6 8-2 0,6-13-18 16,-6 13-11-16,5-10-10 0,-5 10-4 0,7-7-3 0,-7 7 7 16,0 0 15-16,19-1-4 0,-8 3-5 0,4 2-1 15,1 1-3-15,7 2-3 0,4 2-41 0,3 1-81 16,7 2-84-16,1 1-135 0,1 2-45 0,2 0-112 15,1 1-98-15,1-3-271 0,0-1-403 0</inkml:trace>
  <inkml:trace contextRef="#ctx0" brushRef="#br0" timeOffset="1733.7292">7297 961 201 0,'-14'-40'850'0,"0"2"-163"0,0 3-38 15,0 1-44-15,4 6-76 0,-1 3-73 0,2 3-22 16,2 4-61-16,1 2-64 0,0 3-65 0,0 3-54 16,3-1-43-16,3 11-32 0,-2-11-22 0,2 11-20 15,0 0-20-15,9 5 2 0,-1 6 5 0,2 7-11 16,3 9-1-16,3 8-9 0,-1 3-7 0,2 2-11 16,0 3 1-16,0 1 1 0,3 11-10 0,-1-4-1 0,2 0-52 15,-3-8 57-15,-1-1-65 0,1-3 52 0,0-2-70 16,0-1 55-16,-4-3-71 0,-1-6 36 15,-2-3-63-15,-1-3 74 0,-1-3-90 0,-3-3 83 16,1-1-69-16,-2-2 96 0,1-2-65 0,-6-10 81 0,5 12-87 16,-5-12 70-16,0 0-93 0,0 0 73 0,0 0-82 15,-15-10 68-15,4 0-9 0,-6-2 7 0,-5-4 1 16,-9-3 10-16,-2-1-7 0,-6 2 23 0,-2 0-20 16,-3 1 30-16,-4 4-26 0,-1 4 35 0,0 0-19 15,-1 4 25-15,2 3-24 0,6 2 9 0,1 3 8 16,-2 2 5-16,6 2 2 0,4 2 7 0,4 1-3 15,3 3-5-15,6 1 16 0,3 1-53 0,6 1 67 16,2 1 7-16,4-1-70 0,5-3 66 0,5 4-8 16,4-1 3-16,4 0-5 0,9 1-1 0,5-3-3 15,10-1 2-15,6-2-11 0,4-3-6 0,6-2-11 16,2-1-19-16,1-4-23 0,3-2-8 0,1-1-6 16,0-2-20-16,10-4-32 0,-2-2-7 0,-2-2 7 15,-2-2-16-15,-1 1 8 0,-6-5 14 0,-11 1 19 16,-2 1 48-16,-6-4-5 0,-3 4 59 0,-3-2-1 15,-8 2 65-15,-4 1-19 0,-4 1 61 0,-2 0-30 16,-7 2 27-16,-1 1 10 0,-3 0 27 0,-3 11-46 16,1-18-2-16,-1 18-29 0,-5-15 1 0,5 15-42 0,-8-9 19 15,8 9-30-15,-14-3 17 0,14 3-30 0,-14 2 4 16,14-2-12-16,-14 6 4 0,14-6-3 0,-10 15 4 16,10-15-3-16,-6 16 0 0,6-16 10 15,0 18-9-15,3-8-1 0,1 0 2 0,1-2-2 0,4 3-5 16,1-1-67-16,1-2 63 0,3 0-19 0,0 1-31 15,3-3-32-15,-1 0 1 0,2-1-3 0,1-1-9 16,-1 0-2-16,-1-3 1 0,2 0 5 0,-2-1-3 16,-2 0 11-16,3-2 17 0,-2-1 16 0,1-2 5 15,-2-1 6-15,0-1 10 0,-2 0 33 0,0-1-11 16,-2 0 47-16,-1-1 1 0,0 3 50 0,-2-2-14 16,-2 2 38-16,-6 6-31 0,13-9 21 0,-13 9-50 15,11-9 8-15,-11 9-46 0,8-5 18 0,-8 5-33 16,0 0 27-16,0 0-28 0,16 1 4 0,-16-1 4 15,6 8 1-15,-6-8 8 0,8 12-4 0,-8-12-3 16,8 15 4-16,-4-7-3 0,2 1-1 0,0-1-3 16,0 0-47-16,0 2 64 0,1-3-5 0,1 1-6 15,1-1 4-15,-1 1-7 0,2-2 4 0,-1-2 17 16,1 0-22-16,1 0 0 0,0-2-5 0,-11-2-49 16,23-1 62-16,-13-2-1 0,1-1-1 0,2-2-4 0,-3-1-6 15,1-3 2-15,-1 1-2 0,-1-2-1 16,-2 0-1-16,2 1 16 0,-4 0 32 0,1 2 11 0,-1-2-7 15,-5 10-7-15,9-13-14 0,-9 13-11 0,8-11-9 16,-8 11-10-16,6-7-2 0,-6 7-1 0,0 0 8 16,11-2-4-16,-11 2-1 0,12 2 10 15,-12-2-11-15,14 6 3 0,-5-2-3 0,1 0 3 0,1 1 1 16,2 0 1-16,2 1-4 0,3-1 1 0,2 1 4 16,3-2-1-16,-1 0-8 0,-3-3 0 0,2 3 4 15,-1-2-3-15,-1-2 16 0,-3 0-14 0,0-1 1 16,0-2 4-16,-2-1 3 0,0-3 21 0,-4-3 24 15,0-1 4-15,-2-3-1 0,-3-3 17 0,-1-5-2 16,-2-3-8-16,-4-8 9 0,0-3-3 0,-1-9 1 16,-8-2-1-16,4-1 10 0,0 2 25 0,-2 0 26 15,0 5 1-15,1 9 26 0,1 4-15 0,0 4-23 16,0 4-20-16,1 1-25 0,1 4-27 0,1 3-11 16,-1 5-11-16,5 7 2 0,-9-3-36 0,9 3 51 15,-9 13-37-15,5 1 39 0,1 8-5 0,1 4-7 16,3 8 0-16,3 9-7 0,4 4-6 0,5 12-33 15,3-2 30-15,4-1-47 0,3 0 25 0,0-3-42 16,3 0 26-16,1-3-58 0,-6-11 37 0,0-2-44 0,-1-3 13 16,-2-5-38-16,-4-4 41 0,1-2-46 0,-5-6 69 15,-3-2-35-15,0-4 73 0,-1-2-44 16,-6-9 63-16,2 11-62 0,-2-11 53 0,0 0-64 0,-15-2 52 16,5-2-55-16,-5-4 56 0,-2-3-63 0,-2-1 77 15,2-1-61-15,-1-1 73 0,4 0-56 0,-2-1 59 16,4-2-42-16,1 2 58 0,5-1-66 0,3 2 62 15,2 1-13-15,4 1-2 0,3 0-3 0,4 0 2 16,5 0-11-16,4 3-2 0,2-1-3 0,7 2-27 16,3-1-128-16,2 4-19 0,5 0-85 0,0 2-57 15,2 1-108-15,2 2-69 0,0 0-64 0,1 0-76 16,-1 1-263-16,0 1-462 0</inkml:trace>
  <inkml:trace contextRef="#ctx0" brushRef="#br0" timeOffset="1984.171">10583 1230 793 0,'0'0'728'0,"2"-16"-47"0,-2 16-52 0,2-12-26 16,-2 12-39-16,2-11-64 0,-2 11-81 0,0 0-54 15,1-14-69-15,-1 14-65 0,0 0-50 0,0 0-36 16,0 0-30-16,5-7-27 0,-5 7-16 0,5 9-15 15,0-1-49-15,2 0 37 0,0 5-43 0,1 0 42 16,1 4-77-16,0-1 0 0,0 1-96 0,0 2 8 0,-2-1-162 16,3-1-14-16,-4-2-102 0,1 0-92 0,-2-1-94 15,2-1-102-15,-4-1-410 0,0-4-713 0</inkml:trace>
  <inkml:trace contextRef="#ctx0" brushRef="#br0" timeOffset="2152.8538">10572 937 479 0,'-16'-24'743'0,"0"2"-118"0,2 0-43 15,2 5-76-15,2 1-43 0,2 3-78 16,1 2-86-16,0 1-60 0,3 2-75 0,4 8-63 0,-1-12-49 16,1 12-57-16,12-6-48 0,-12 6-107 0,22 5-35 15,-6 2-114-15,1 4-40 0,1 3-82 0,0 6-70 16,-2 2-331-16,-1 1-370 0</inkml:trace>
  <inkml:trace contextRef="#ctx0" brushRef="#br0" timeOffset="2818.2805">10936 1248 58 0,'0'0'768'0,"14"9"-94"0,-14-9-13 0,9 3-29 16,-9-3-20-16,0 0-108 0,10 3 14 15,-10-3-122-15,0 0-21 0,0 0-113 0,12 4-16 16,-12-4-101-16,0 0 12 0,0 0-74 0,9 7 28 0,-9-7-68 15,5 8 33-15,-5-8-54 0,8 12 40 0,-3-4-59 16,2 1 46-16,-2 0-52 0,0 1 29 0,1-1-42 16,0 2 49-16,0-1-57 0,-1 1 11 0,0-2-60 15,-1 1 52-15,2-2-68 0,-2 1 52 0,2-2-66 16,0-1 57-16,1 1-58 0,0-2 76 0,3-2-66 16,-10-3 68-16,22 1-85 0,-6-4 75 0,0 0-78 15,4-3 77-15,1-1-75 0,0-2 90 0,0-1 7 16,-2 1 4-16,-2 1 15 0,-2 1 22 0,-2 0 14 15,-1 1 4-15,-2 2-78 0,0-1 70 0,-10 5-81 16,15-7 78-16,-15 7-16 0,12-5-8 0,-12 5-6 16,11-2-2-16,-11 2 7 0,0 0-80 0,18 6 97 15,-18-6-81-15,24 7 87 0,-12-5-79 0,5 2 83 16,4-2-78-16,2 2 82 0,6-2-80 0,0-1 67 16,2 0-83-16,2-1 75 0,4-1-81 0,1-1 79 15,1-2-75-15,-3 0 85 0,0-3-1 0,2-4-6 16,0-4 2-16,-4-2-4 0,-3-5-3 0,-1-4 0 15,-6-5-8-15,-2-2-3 0,-3-6-3 0,-4-3 1 0,-5-7 0 16,-4-2-3-16,-3-4 8 0,-4-1 7 0,-3 2 16 16,-6-9 15-16,1 12 9 0,-1 5-11 15,-2 2 15-15,-1 5-18 0,2 4 33 0,-1 9-21 16,5 3-10-16,1 5-19 0,-2 4 5 0,4 6-22 0,-5 3 9 16,9 5-10-16,-12 0-1 0,4 7 0 0,0 5 1 15,1 7 2-15,1 11 16 0,3 3-50 16,1 16 62-16,2 2-8 0,5 16 6 0,3 2 0 0,5 6-5 15,3 2-52-15,5 4 54 0,5 19-36 0,5 2 54 16,4 1-57-16,-3 0 54 0,1 2-61 0,-2-2 52 16,-1-2-87-16,-1-5-18 0,-8-17-11 0,0-3-6 15,-8-2 76-15,1-5-74 0,-7-6 90 0,-3-12-76 16,-2-2 64-16,-6-3-63 0,-3-5 79 0,-4-3-75 16,-7-4 69-16,-5-2-85 0,-6-5 64 0,-5-6-74 15,-7-3 64-15,-3-4-112 0,-2-4 50 0,-3-3-51 16,1-2 77-16,3-5-62 0,4 0 32 0,2-5-100 15,2-1-85-15,6-2-107 0,0-3-119 0,8-3-547 16,4-6-668-16</inkml:trace>
  <inkml:trace contextRef="#ctx0" brushRef="#br0" timeOffset="3168.1652">12286 1802 364 0,'21'-33'622'0,"-1"-1"-67"0,0 1-59 15,1 2-51-15,0 0-61 0,2 1-99 16,0 2 38-16,2 2-18 0,-2 1-25 0,0 6-100 0,0 1 36 16,0 3-110-16,1 2 55 0,-3 4-108 0,1 2 60 15,0 3-91-15,0 2 65 0,-1 2-84 0,0 2 70 16,5 3-75-16,-4 4 64 0,4 2-79 0,-2 6 74 16,-4-1-79-16,0 4 69 0,-3 2-72 0,-2 3 80 15,-4 3-81-15,1-2 74 0,-4-3-82 0,-4 0 81 16,1-2-76-16,-5-2 79 0,0 0-78 0,-2-3 72 15,-3 1-69-15,-5 0 84 0,-2-3-62 0,-1-3 85 16,-1-2-58-16,-2-3 76 0,-4-2-55 0,0-4 55 16,-2-1-70-16,-4-5 53 0,-3-3-74 0,2-4 58 15,-2-2-66-15,3-7 68 0,3-1-69 0,3 1 55 16,7-3-66-16,3-4 48 0,5 3-90 0,8-1 32 16,4-5-113-16,6-3 44 0,6 4-45 0,3 0-45 15,3 5-38-15,3 4-70 0,2 2-95 0,3 3-59 16,-5 5-84-16,3 2-77 0,-2 1-323 0,-6 3-496 15</inkml:trace>
  <inkml:trace contextRef="#ctx0" brushRef="#br0" timeOffset="3868.3471">6035 2213 74 0,'-63'2'298'0,"0"2"-98"16,-9-2-19-16,7 2-24 0,-6 0-20 0,9 0-21 15,0 1-28-15,2 1-14 0,0-2-14 0,3 2-10 16,2-1-1-16,0 1-4 0,4 0 8 0,3 0 7 0,2-1 9 16,9 1 4-16,3-2-5 0,5-1-3 15,2 1 1-15,4-1 3 0,4 0-10 0,1-1-2 16,5-1-4-16,-3 3-13 0,4-3-5 0,0 1-5 15,12-2-6-15,-19 4 1 0,19-4 3 0,-15 5 7 0,15-5-6 16,-11 3 0-16,11-3 20 0,-7 7-10 0,7-7 2 16,0 0-3-16,-3 12 0 0,3-12 0 0,7 8 13 15,1-3 18-15,3 2 22 0,7-3 22 0,10 1 35 16,17-1 13-16,16-2 25 0,25-4 17 0,17-2 20 16,39-2-63-16,19-5 72 0,20 4-85 0,14-5 65 15,62 0-88-15,8 0 68 0,7 1-109 0,4 1 1 16,6 3 57-16,1 2-97 0,-1-1 0 0,-2 1-14 15,-5 1-2-15,-5 1-5 0,-3 2-3 0,-51-2-7 16,3 3 1-16,0 0-2 0,1-1-4 0,-4 2 3 16,-7 0-5-16,-2 2 0 0,-5 0 1 0,-9 3 3 15,-5-2-7-15,-10-1 1 0,-7 1 4 0,-7 1-5 16,-11 0 1-16,-10-3-1 0,-13 4-3 0,-28-3 6 16,-8-1-2-16,-10-1 3 0,-9 1-7 0,-16-1 1 15,-5 1-2-15,-13-1 2 0,-2-1-4 0,-7 1 1 16,-5 0 3-16,-4-1-13 0,-2 1-4 0,-2-1-8 15,-1-1-7-15,-3 2-9 0,-3-1-6 0,-12 0 64 16,22 2-85-16,-22-2 65 0,18 1-85 0,-18-1 59 0,13 0-94 16,-13 0 39-16,0 0-102 0,17 0 2 15,-17 0-127-15,0 0-33 0,0 0-27 0,0 0-71 16,0 0-55-16,-19 0-386 0,6-1-441 0</inkml:trace>
  <inkml:trace contextRef="#ctx0" brushRef="#br0" timeOffset="5252.171">20162 1824 102 0,'11'-8'437'16,"-3"0"-79"-16,-2 0 7 0,2-3-41 0,-2-1-33 15,-2 2 3-15,-1-2 22 0,-1 1-27 0,0-1 16 16,-2-1 17-16,0 13-13 0,-2-21-33 0,2 21-31 15,-2-18-107-15,2 18 26 0,-2-14-106 0,2 14 45 16,0 0-20-16,-2-12-78 0,2 12 65 0,0 0-17 16,0 0-6-16,-5 17-3 0,5-4-68 0,-1 5 72 15,1 4-10-15,1 5-73 0,1 6 75 0,0 3-70 16,1 7 67-16,-1-5-64 0,3 7 11 0,2 1 2 16,0 0 5-16,0-1 63 0,1-1-70 0,2-1 66 0,-1-3-71 15,-2-6 72-15,1-4-81 0,-2-6 72 16,1-1-70-16,-1 0 69 0,-1-4-68 0,-1-3 74 15,0-1-50-15,1-3 131 0,-2-2-19 0,-3-10 14 16,5 13-29-16,-5-13-18 0,0 0-7 0,0 0-22 16,0 0-12-16,2-20-9 0,-5 5-9 0,-1-3-6 15,-2-6 7-15,-1-3-11 0,-2-4 1 0,-2-7-22 0,-3-4 51 16,0-2-65-16,0-2 39 0,-3-9-60 0,0 0 41 16,1-1-39-16,-1 0 59 0,6 11-61 0,0 1 71 15,3 2-61-15,3 8 60 0,3 2-68 0,0 4 66 16,4 2-71-16,3-1 79 0,1-1-78 0,7 3 72 15,2 0-78-15,3 3 78 0,5-1-75 0,2 5 80 16,4-2-73-16,4 3 72 0,-3 5-60 0,0 2 49 16,2 2-73-16,0 3 78 0,-4 2-77 0,-2 2 76 15,1 2-79-15,-1 2 71 0,-3 1-77 0,-2 2 82 0,-1 5-74 16,-4-2 80-16,0 3-78 0,-4 2 79 0,-3-1-73 16,-3 1 83-16,-3 1-79 0,-3 0 70 0,-2 2-10 15,-3 0-12-15,-3 2-5 0,-2 0-2 0,-1 1 6 16,-3 2-7-16,0-2-4 0,-1 2-11 0,0-1 5 15,1 1 5-15,1 0 1 0,3-4-8 0,-2 2-57 16,5 0 77-16,-1 1-68 0,4 0 69 0,2-1-59 16,3 0 73-16,3 2-64 0,4 1 76 0,4 2-69 0,5-2 68 15,6 2-64-15,2 0 73 0,6-1-68 16,6-2 4-16,1 0 60 0,10 6-60 0,2-3 63 16,2 0-65-16,-1-1 72 0,-1-1-67 0,-7-2 61 15,-3-2-71-15,-4-1 69 0,-2-2-71 0,-9-2 70 0,-8-2-66 16,2 1 73-16,-5-1-54 0,-3-1 60 0,-3-1-64 15,-4 0 70-15,-4-10-46 0,-1 18 67 16,-6-10-75-16,-6 2 78 0,-8 0-88 0,-9-1 86 0,-9 3-96 16,-8-4 73-16,-5 3-79 0,-1-4 70 0,-4 2-69 15,-1-1 35-15,2 0-107 0,1-1 21 0,5 0-126 16,3 1-42-16,11-1-118 0,3 0-74 16,8 0-40-16,9-3-60 0,3-1-363 0,13-3-464 0</inkml:trace>
  <inkml:trace contextRef="#ctx0" brushRef="#br0" timeOffset="6320.8956">21355 2150 777 0,'8'-14'642'0,"-2"-1"-76"0,-1 2-38 0,1 1-87 15,0-1-47-15,2 1-59 0,-1 3-55 0,0-1-47 16,1 4-38-16,2 1-96 0,1 2 59 0,1 2-80 0,3 2 61 15,3 3-91-15,1 3 56 0,2 4-82 16,3 5 63-16,-2 2-81 0,4 8 2 0,-2 2 69 16,-2 1-81-16,-2 2 70 0,-1 3-82 0,-2 0 75 15,-1-2-83-15,-4-4 74 0,0-1-75 0,-2-2 71 0,-2-5-78 16,1-2 80-16,-3-3-74 0,-2-1 73 16,1 0-56-16,-1-6 119 0,-4-8-53 0,4 15-7 15,-4-15-4-15,0 0 40 0,0 0-66 0,-16-7-11 0,5-2 8 16,-4-4 17-16,1-4 14 0,-6-3 7 0,3-2-12 15,3 0-4-15,0-2-11 0,3 0-2 0,4 3-9 16,3-2-7-16,2 0 48 0,3 2-79 0,4 0 40 16,3 1-88-16,7-3 37 0,2 4-110 0,6 1 12 15,3 3-104-15,3 4 41 0,3-1-59 0,2 5-30 16,1 1-23-16,0 1-34 0,2 3 10 0,1 1 16 16,1 1 17-16,0 2 13 0,-1-1 18 0,2 1 47 15,-3 1 33-15,0-2 30 0,0 3 36 0,-7-4 50 0,-1 0 51 16,-3-3 47-16,-4 2 56 0,-3-2 44 0,-1-1 11 15,-4-1 47-15,0-1 19 0,-3-1 8 16,-3 1 33-16,0-2-20 0,-3 0-2 0,-5 8 1 0,5-16-23 16,-5 16 10-16,-1-15-34 0,1 15-26 0,-11-12-22 15,2 6-28-15,-1 3-16 0,-1 1-69 0,11 2 56 16,-27 2-63-16,12 1 68 0,0 4-72 0,-1 0 71 16,0 3-72-16,0 2 60 0,2 2-64 0,0 1 0 15,3 2 4-15,2 1 2 0,0 0 7 0,4 3-3 16,2-4 72-16,3 2-92 0,1 1 75 0,4 0-81 0,2 0 71 15,1 0-79-15,3-1 61 0,3-3-96 16,-1 1 48-16,2-3-82 0,1-1 53 0,1-1-57 16,-2-3 67-16,1-1-52 0,-2-3 71 0,-2-2-61 15,1-3 70-15,0-1-50 0,-1-2 53 0,-2-4-54 0,0 0 58 16,0-3-48-16,-3-3 69 0,-1 0-70 16,-2-3 8-16,-1-1 61 0,-1 1-58 0,-1-2 60 0,-2 0-61 15,0 0 107-15,-1 1-66 0,0 1 74 0,-1 0-54 16,1 3 66-16,0 2-70 0,1 0 53 0,1 11-84 15,-3-17 53-15,3 17-77 0,-3-12 78 0,3 12-77 16,0 0 67-16,0 0-69 0,0 0 70 0,0 0-68 16,0 0 67-16,-3 8-67 0,3-8 64 0,5 17-65 15,-1-7-18-15,1 1 45 0,1 1-86 0,1 1 10 16,0-1-92-16,1 1 1 0,1-2-94 0,0 1 45 16,-1 0-33-16,0-2 14 0,1 0 26 0,0-3-2 15,-1 0 15-15,0-1 20 0,-8-6 29 0,19 6 32 16,-19-6 43-16,18 0-12 0,-7-2 36 0,-1-2-3 15,-1-2 46-15,3-1-7 0,-2-1 41 0,0-1 21 16,1 1 43-16,-3-1 13 0,0 2-2 0,1 0 14 0,-3-1 13 16,1 2 57-16,-7 6-73 0,11-8 25 15,-11 8-75-15,10-7 35 0,-10 7-63 0,9-4 48 0,-9 4-35 16,0 0 17-16,16 4-3 0,-16-4-3 0,10 7-8 16,-10-7 4-16,12 10-6 0,-6-4 3 0,1 1-6 15,0-1 40-15,-1 1-62 0,2 1 48 0,0-1-58 16,-1 0 39-16,0 0-55 0,0 0 47 0,0-1-53 15,-7-6 54-15,12 11-56 0,-12-11 58 0,10 7-46 16,-10-7 68-16,10 6-55 0,-10-6 45 0,0 0-52 16,16-2 46-16,-16 2-61 0,14-8 13 0,-8 2-9 15,1 1 6-15,-1-4 0 0,0 1 23 0,3 0 81 16,-3 0-74-16,0-1 55 0,1 2-59 0,-1 1 89 16,-6 6-64-16,11-13 60 0,-11 13-82 0,8-9 50 15,-8 9-84-15,7-8 64 0,-7 8-73 0,0 0 60 0,13-5-71 16,-13 5 64-16,14 1-92 0,-14-1-36 15,21 5-55-15,-7 0-35 0,2 1-35 0,2 0-62 0,5 4-29 16,0-2-64-16,5 4-44 0,1-3-539 0,0 2-535 16</inkml:trace>
  <inkml:trace contextRef="#ctx0" brushRef="#br0" timeOffset="6969.7938">23856 2046 119 0,'5'-22'593'0,"-2"0"-57"0,-2 2-59 0,-1 0-31 16,0 2-61-16,-2-1-5 0,0 2-32 0,-2 3-37 16,-2 0-59-16,1 3-50 0,-3 2-39 0,1 4-30 15,-5 1-30-15,12 4-19 0,-25 5-12 0,9 2-11 16,-1 4-11-16,0 3 5 0,-2 4-19 0,4 3-63 16,1 3 61-16,3 1-61 0,3 1 65 0,3 5-58 15,2-5 61-15,3 3-61 0,5 3 68 0,2 0-72 16,5 5 59-16,6-2-73 0,5-2 64 0,5-3-66 15,4-3 67-15,5-2-67 0,4-2 62 0,3-5-84 16,1-4 63-16,-1-2-59 0,2-5 68 0,-8-6-56 16,0-2 63-16,-1-5-56 0,2-5 61 0,-3-6-60 0,-3-7 59 15,-3-4-53-15,-3-5 57 0,-1-12-61 0,-3-6 57 16,-3-3-6-16,-3-8-5 0,-4-1-6 16,-1-4 12-16,-5 2 2 0,-1-1 4 0,-2 11-42 0,-3-1 74 15,-2 2 11-15,-2 0-7 0,0 4 2 0,-2 3 3 16,-1 6 34-16,1 8 39 0,1 2-10 15,1 8-25-15,-1 2-26 0,2 3-18 0,-1 5-17 0,-1 5-30 16,4 8 17-16,-11-6-7 0,11 6-4 0,-16 10-70 16,6 3 74-16,-2 5-69 0,-1 11 85 0,-3 9-67 15,2 6 70-15,-5 9-67 0,1 5 71 0,3 1-73 16,0 2 68-16,1 0-68 0,5 0 65 0,1-8-70 0,3 1 16 16,4 0 5-16,1-1 64 0,5-2-62 15,0-2 55-15,1-2-70 0,1-3 64 0,2-5-80 16,-1-7 69-16,0-3-75 0,-1-6 80 0,-1-3-61 15,2-4 65-15,-1-4-69 0,2-2 68 0,0-5-64 0,-9-5 57 16,24-2-59-16,-9-4 63 0,3-5-78 16,4-7-13-16,5-6-15 0,0-3 10 0,1-1-3 0,-1-3 75 15,-1 3-66-15,1-2 72 0,-1 3-69 0,-2 1 73 16,-4 6-65-16,-1 2 77 0,-2 3-66 0,-3 4 76 16,0 2-68-16,0 2 89 0,2-1-80 0,-1 4 73 15,0 3-64-15,0 2 73 0,4 3-73 0,2 1 71 16,6 2-62-16,0 3 52 0,2 2-71 0,5 4 4 15,4 2 9-15,3 1-3 0,1 2-18 0,10 4-55 16,2-2-18-16,-1 2-130 0,0 2-17 0,1-1-106 16,-1-2-23-16,-3 1-31 0,-8-5-60 0,1-1-61 15,-5-3-292-15,0-2-358 0</inkml:trace>
  <inkml:trace contextRef="#ctx0" brushRef="#br0" timeOffset="7404.7256">20765 2699 124 0,'-40'3'403'0,"1"0"-99"15,-2-1 1-15,3 0-51 0,0-1-16 0,5-1-18 16,2 0-11-16,1-1-4 0,3 0 48 0,5 1-42 16,1-1 42-16,3 1-67 0,2 0 45 0,3 0-63 15,2-2 32-15,11 2-92 0,-14-3 30 0,14 3-76 16,0 0 67-16,16-8-51 0,8 4 74 0,14 0-73 16,21 0 86-16,22-2-79 0,15 3 67 0,15 1-63 15,36 4 11-15,16 2 51 0,12 1-80 0,11 4-12 16,13 1-9-16,9 0-11 0,49 3-9 0,-1 1-4 15,-2 0-3-15,-44-2-2 0,43 1-5 0,-46-2-5 16,1 1-1-16,-1-2-7 0,-3 0-22 0,-4-1 27 16,-5-1-3-16,-8-1-4 0,-9-1 3 0,-9-2-35 15,-10 0 18-15,-8 0-5 0,-11-3-5 0,-32-1-10 16,-8 0 2-16,-10-3 4 0,-11 0 1 0,-21-2-16 16,-7-2-65-16,-5 0-49 0,-12-1 1 0,-7-1-134 15,-5 3-40-15,-8-1-84 0,-4 2-117 0,-10 5-34 16,8-9-336-16,-8 9-463 0</inkml:trace>
  <inkml:trace contextRef="#ctx0" brushRef="#br0" timeOffset="10320.7461">3292 6392 495 0,'-4'-13'612'0,"1"1"-173"0,-1 2-52 0,1 0-101 15,3 10-45-15,-5-13-73 0,5 13-13 16,-4-12-49-16,4 12 3 0,-4-9-28 0,4 9 16 15,0 0-32-15,-6-10 12 0,6 10-14 0,0 0 38 0,0 0-10 16,0 0 18-16,0 0-10 0,1 19 11 0,3-5 10 16,1 4 4-16,1 5-5 0,3 7 0 0,2 9 15 15,0 3-16-15,2 4-3 0,3 11 4 0,0 6-6 16,0 5-6-16,3 5-3 0,0 5-2 0,-1 5-12 16,5 17-8-16,-1 4-22 0,1 4 11 0,-3 5-15 15,0 1-11-15,-4 4-6 0,0-1-10 0,-2 3-15 16,-2 0 18-16,-2 0-31 0,-1-1 28 0,-1-4-14 15,0-19 2-15,-1-1-13 0,0-3 35 0,1 2-18 16,0 0 27-16,-2-1-29 0,2 0 34 0,-2-2-14 16,2-1-3-16,-2-3-4 0,-1-3-40 0,-1-2 39 15,0-2-29-15,-1-1 26 0,0-3-35 0,-1-2 33 16,-1-2-36-16,2 0 37 0,-3-3-40 0,0-9 35 16,-3 9-33-16,3-11 20 0,-3-3-43 0,1 0 3 0,-2-2-58 15,0-3 7-15,-1 0-26 0,0-3-26 0,0-2-1 16,-1-4-65-16,2-7-22 0,0-3-70 15,1-7-59-15,1-1-11 0,-1-6-69 0,1-6-102 0,2-11-481 16,-2 11-619-16</inkml:trace>
  <inkml:trace contextRef="#ctx0" brushRef="#br0" timeOffset="12322.1025">3203 5836 72 0,'-6'-13'419'0,"1"1"-124"0,2 3-61 16,0-1-48-16,3 10-43 0,-4-16-26 0,4 16-18 0,-2-13-18 15,2 13-13-15,-2-10 2 0,2 10-2 16,0 0-6-16,-3-13-5 0,3 13-5 0,0 0-6 16,-3-9-1-16,3 9 12 0,0 0 2 0,0 0 9 15,0 0 4-15,-4-9 3 0,4 9 1 0,0 0 20 0,0 0 20 16,0 0 29-16,0 0 13 0,-5-9 5 0,5 9 7 15,0 0-11-15,0 0-8 0,0 0-13 0,0 0-17 16,0 0-18-16,-4-10-9 0,4 10 7 0,0 0-4 16,0 0-16-16,0 0-19 0,-3-12-12 0,3 12-8 15,0 0-12-15,0 0-6 0,6-12-7 0,-6 12-5 16,10-10-4-16,-2 4-5 0,5-2 3 0,5-1 0 16,7-2 0-16,5-1-2 0,10-2-2 0,8-1 2 15,12-2-1-15,7-1-2 0,4 0 3 0,7 0-3 16,5 0 1-16,4-1 7 0,28-4-1 0,7 0 11 15,8-1-4-15,8 0 4 0,8-1 4 0,8 0-6 16,9-1 6-16,7 1-10 0,7-2 6 0,7 1-4 16,7-1 0-16,46-6-3 0,-3 0-3 0,-40 10-1 15,49-11 2-15,-1 0-4 0,-4 3 6 0,4-1-4 16,-2 2 3-16,-2 1-9 0,-1 0 9 0,-39 7-7 16,44-3-3-16,-45 5 0 0,4 1-1 0,44-1 3 15,-47 4 0-15,1 1 2 0,1 1-9 0,1 3 5 0,1-1-2 16,-1 4-5-16,-1 0 8 0,2 2-1 15,-1 2 4-15,-1 0-15 0,-1-2 13 0,-1 5 0 16,-1 2-3-16,-2 1-3 0,-6-1-12 0,0 1 10 16,-6-1-3-16,-1 3-4 0,-6-3-2 0,-7 2-8 0,-6-1 5 15,-5 0 3-15,-6 1 6 0,-8-1-5 0,-9 0 3 16,-28 2-4-16,-3-3 4 0,-8 2-2 0,-7-1-2 16,-6 0 4-16,-7 0-5 0,-15 0-5 0,-6-1 0 15,-5 0-2-15,-9 1-2 0,-3 1 2 0,-9-2 2 16,0-1 1-16,-2 2-1 0,-5-1 7 0,-1 0-1 15,-1 0-2-15,-3 0 2 0,1 0 5 0,-4 0 1 16,0 0 0-16,1 0 6 0,-1 0 0 0,-1-1 0 16,1 0 3-16,-1 0 1 0,2 0-4 0,-1 0 4 15,0-2-3-15,1 2 1 0,1-2 4 0,0 1 2 16,3 0 0-16,-2-1 5 0,3 0 4 0,-2 1-1 16,3-1 3-16,-1 0-4 0,3 0 0 0,3 2 8 15,1-1-3-15,2 0 1 0,3 1-1 0,-1 0 0 16,7 1 7-16,1 0-6 0,1 1 8 0,0 1-11 15,10 1-3-15,-3-1 0 0,1 2-2 0,-1 1-1 0,-3-1 2 16,-1 2 0-16,-5 0-5 0,-4-1-2 0,-1-1-2 16,-1 4 3-16,-3-2-1 0,-4-1-2 15,-3 3 7-15,0-1-10 0,-1 0 2 0,-4 1 0 0,-1-1-1 16,-2-1-2-16,0 1 2 0,-2 1 4 0,-1-2-7 16,0 1-1-16,-3-1 2 0,-1 1 1 0,-2 0-1 15,2 0 2-15,-2 1 4 0,-1 1-7 16,-1 1 0-16,-1 0 3 0,0 2-4 0,0 0 4 0,-1 1-8 15,0 2 13-15,-1 0-9 0,0 2 7 0,0 1-6 16,0 1 2-16,-1 5 2 0,0 0-7 0,1 3 4 16,-1-1 4-16,0 9 5 0,0 0-7 0,0 3 7 15,1 5-3-15,-2 4 14 0,2 0-7 0,-2 1 13 16,1 3-11-16,-1-1 0 0,2 2 2 0,-1 3-5 16,0 1 18-16,1 2-15 0,0 11 4 0,-2 2-4 15,4 1 1-15,0 1 1 0,0 0 0 0,1 0 5 16,-1 1 9-16,0-2 6 0,2 5-7 0,0 1 7 15,2 3 4-15,-1 2-2 0,2-2-3 0,0 5-1 16,1-4 1-16,2 3-3 0,1-1 2 0,1 4-1 16,1 1 8-16,2 20-18 0,2-3 13 0,0-3-14 15,-5-12 14-15,3 14-22 0,1 2 11 0,-4 1-22 16,1 0 42-16,-4-15-28 0,0 19 15 0,-1-17-26 0,-1 20-6 16,-2 0 15-16,-3-16-5 0,0 21 21 15,-1-1-26-15,-2-1 13 0,0-19-23 0,0 2-2 0,-1 20 42 16,-1-1-37-16,1-2 25 0,1-18-28 0,0-1 25 15,-1 2-22-15,2-1 2 0,1 18 32 0,1-18-32 16,0 0 6-16,1 16 28 0,0-21-34 0,1 0-2 16,0-2 4-16,1-3 8 0,0 0-7 0,0-2-2 15,-1 0 0-15,-1-3 29 0,1-3-39 0,-2-2 37 16,0-3-37-16,-1-4 3 0,-1-3 2 0,0-11 0 16,0-2 4-16,-1-1 30 0,-2-2-32 0,1-1-5 15,-1 0 4-15,0-4-4 0,1-2 27 0,0 0-32 16,0-3 35-16,0-7-33 0,0-1 27 0,0-2-28 15,-1-3 27-15,1-2-38 0,1-4 44 0,-2 0-37 16,2 0 33-16,-1-3-37 0,0-4 29 0,0 0-33 16,0-1 33-16,-1-2-40 0,0-1 42 0,0-1-41 15,0-2 29-15,-1 0-26 0,0-3 32 0,-1 1-33 16,0-1 33-16,-2 0-23 0,0-2 31 0,-2 0-33 16,-1 1 26-16,-2-2-23 0,0 0 30 0,-2 1-29 15,-2-3 29-15,0 0-28 0,-3 0 26 0,-6 0-25 16,-3-1 29-16,-2 0-38 0,-6-1 43 0,-4 1-32 15,-9-2 43-15,-2 0-47 0,-4-2 24 0,-6 1-17 0,-4 0 23 16,-14-1-28-16,-5-1 25 0,-3 0-24 0,-5 1 26 16,-4 0-30-16,-3-1 33 0,-3-1-30 0,-5 2 28 15,-5-2-34-15,-22 1 38 0,-2 0-35 0,4 0 28 16,-4-1-31-16,-2 0 12 0,0 0 23 0,-3 2-31 16,-1-4 30-16,3 2-31 0,-5-1 32 0,0 1-28 15,-3-1 30-15,0 2-36 0,-1-1 32 0,0-1-28 16,-1 1 29-16,0 0-36 0,-4-1 33 0,0 1-39 15,0 1 40-15,-1-1-30 0,-1 0 6 0,-1 2 23 16,-1-1-30-16,3 1 35 0,2-1-33 0,0 2 29 16,0 0-27-16,2-1 24 0,0 1-25 0,3-1 32 15,2 0-33-15,2 0 26 0,0 1-23 0,1-2 27 16,-1 2-32-16,2-1 35 0,4 1-30 0,-1-1 30 16,2 1-34-16,0 0 30 0,0-2-25 0,3 1 33 0,-1 0-42 15,24 0 37-15,-24 0-26 0,1 1 20 16,21-1-20-16,-23-1 22 0,23 1-6 0,-1 0-26 15,1 0 39-15,-20-3-36 0,23 3 29 0,-1 0-3 0,1-2 5 16,1 1-9-16,1 1-1 0,1 0 4 0,5-1-9 16,1-1-22-16,2 2 27 0,3-1 1 0,1-1-4 15,2 2 0-15,1-1 0 0,3 0 2 16,2 1 3-16,5 1-6 0,1-1 0 0,4 0 8 0,12 1 14 16,0-1-22-16,1 1-2 0,2 1 8 0,2-1-7 15,-1 1 0-15,1-1 4 0,3 1 3 0,-1 0-13 16,2 1 6-16,3 0-2 0,1-1 3 0,9 0 2 15,-7 1-6-15,7 0 25 0,3-1-24 0,2 1 1 16,5-1-3-16,1-1 3 0,1 0 2 0,0 2-4 16,2-2 4-16,1 0-3 0,4 0 5 0,1 0-6 15,0 0 3-15,2 0 1 0,1-2 9 0,0 1-13 16,2 1-1-16,2-2 4 0,2 1-5 0,-1 1-6 16,1-3-7-16,2 1-1 0,-1 1-6 0,0-1-13 15,1-1-2-15,0 1-16 0,0 0-8 0,0-1-7 16,2-1-17-16,-1 1 4 0,0 1-36 0,10 2-15 15,-17-6-23-15,17 6-47 0,-18-7-27 0,9 3-66 16,1-1 16-16,0-1-73 0,-1 0-103 0,0-2-111 0,-1-2-300 16,-1-1-423-16</inkml:trace>
  <inkml:trace contextRef="#ctx0" brushRef="#br0">4075 10625 79 0,'-11'-3'214'0,"11"3"-54"0,-11-3-39 0,11 3-21 0,-13-4-30 16,13 4-6-16,-13-3-16 0,13 3-3 0,-15-5-5 15,15 5-4-15,-15-7 1 0,15 7 5 0,-16-6 19 16,8 1 5-16,8 5 2 0,-12-7-19 0,12 7 0 16,-13-7-14-16,13 7-5 0,-12-7 6 0,12 7-3 15,-13-11-2-15,13 11 38 0,-12-8-7 0,12 8-12 16,-12-11-6-16,12 11-3 0,-15-10-4 0,7 6 0 16,8 4 36-16,-14-10 9 0,14 10 22 0,-13-11-54 15,13 11 40-15,-10-7-54 0,10 7 12 0,-12-8 29 16,12 8-31-16,-9-6 43 0,9 6-43 0,-8-7 44 15,8 7-45-15,-8-7 42 0,8 7-49 0,-7-6 42 16,7 6-41-16,-7-6 46 0,7 6-13 0,-6-6 28 16,6 6-18-16,0 0 1 0,-10-8-17 0,10 8 11 15,-7-6-25-15,7 6-4 0,0 0-1 0,-9-7-9 16,9 7-3-16,0 0 1 0,-8-7-5 0,8 7-3 16,0 0-4-16,-9-4 0 0,9 4-7 0,0 0 1 15,0 0-3-15,-8-6-6 0,8 6-2 0,0 0-2 16,0 0-3-16,0 0-6 0,0 0-1 0,0 0 5 0,0 0 5 15,-9 6 12-15,9-6 16 0,-2 12 0 16,2-12 12-16,-1 24 11 0,1-9 5 0,0 4 2 16,1 5 13-16,1 2-3 0,0 7-4 0,1 3 23 15,2 8-9-15,0 4-14 0,3 2 17 0,-1 2-17 0,0 15 20 16</inkml:trace>
  <inkml:trace contextRef="#ctx0" brushRef="#br0" timeOffset="15222.9382">4467 5853 344 0,'0'0'416'0,"-4"-15"-93"16,4 15-50-16,-7-16-45 0,7 16-28 15,-9-13-21-15,9 13-14 0,-10-16-15 0,5 9 7 0,-1 0-74 16,6 7 39-16,-15-12-65 0,7 9-10 0,8 3-14 15,-19-5 37-15,19 5-58 0,-20-3 40 0,7 4-47 16,1 2 40-16,-3 1-47 0,0 2 40 0,-1 1-43 16,0 1 38-16,-1 4-50 0,2 0 47 15,0-1-40-15,2 3 42 0,1-1-43 0,3 0 41 0,2 1-44 16,2 0 36-16,3 1-3 0,1-2 7 0,2 1-8 16,2 1-1-16,2 0-7 0,1 1-42 0,1-3 42 15,4 4-34-15,-1 0 42 0,3-1-47 0,-2 1 47 16,1 0-44-16,2 1 45 0,-1 0-53 0,1 0 49 15,0 2-38-15,1 0 46 0,-2 2-47 0,3-1 47 16,-2-1-50-16,0 0 43 0,0-1-32 0,-2-2 40 16,2 2-43-16,-2-2 42 0,1 0-44 0,-2-2 44 15,-1 0-51-15,0-3 45 0,-3 0-34 0,0-1 43 16,-2-2-37-16,-1 0 50 0,-4-9 13 0,3 17-19 16,-3-17 35-16,-5 15-18 0,-2-5 19 0,-2-2-24 15,-4-1 18-15,-1 2-29 0,-6-1 15 0,0-1-22 16,-3 0 7-16,-3 0-17 0,-1-2 10 0,-4 1-22 0,-2-2 16 15,0 2-20-15,-1-2 16 0,0-1-24 16,4-1 12-16,0 1-25 0,0-2 0 0,2 1-46 16,5-2 5-16,1 0-40 0,3 0 3 0,3 0-81 15,4-2-75-15,12 2-96 0,-12-6-471 0,12 6-358 0</inkml:trace>
  <inkml:trace contextRef="#ctx0" brushRef="#br0" timeOffset="15464.4467">4694 6325 176 0,'0'0'612'0,"-14"2"-98"15,14-2-162-15,0 0-11 0,-13 2-75 0,13-2-27 16,0 0-69-16,0 0-10 0,0 0-50 0,-8-6-10 15,8 6-39-15,8-6 8 0,-1 0-52 0,3 2-8 0,5-2-75 16,1 1 10-16,3-3-82 0,2 1 0 16,1 0-93-16,1 0-53 0,-1 0-117 0,-1 0-188 15,1-1-103-15</inkml:trace>
  <inkml:trace contextRef="#ctx0" brushRef="#br0" timeOffset="15706.9836">5125 6096 590 0,'0'0'591'0,"-2"-12"-106"0,2 12-1 0,-4-11-39 16,4 11-53-16,-6-12-10 0,6 12-22 15,-7-8-40-15,7 8-31 0,-6-9-58 0,6 9-42 0,0 0-42 16,-8-8-34-16,8 8-30 0,0 0-11 0,0 0-11 16,0 0-4-16,0 0-7 0,0 0-9 0,2 11-8 15,-2-11-5-15,11 14-6 0,-6-5-3 0,3 2-3 16,-2 0-1-16,3 0-2 0,-2 2-4 0,0-1-6 15,0 0-24-15,0 1-52 0,0-2-34 0,0 0-58 16,-1 0-55-16,-2 0-58 0,2-1-73 0,-3-1-2 16,-3-9-102-16,2 18-85 0,-2-18-393 0,-4 13-510 0</inkml:trace>
  <inkml:trace contextRef="#ctx0" brushRef="#br0" timeOffset="15905.8962">4963 5936 111 0,'-5'-13'676'0,"-1"1"-143"16,0 2-150-16,0 0 20 0,0 0-46 0,1 1-48 15,-1 0-69-15,1 0-50 0,5 9-33 0,-8-14-36 16,8 14-28-16,-6-11-53 0,6 11-45 16,-3-9-54-16,3 9 0 0,0 0-64 0,7-7 20 0,-7 7-75 15,17-2-33-15,-17 2-98 0,26 3-83 0,-10-2-296 16,4 1-197-16</inkml:trace>
  <inkml:trace contextRef="#ctx0" brushRef="#br0" timeOffset="16389.8904">5639 5661 414 0,'6'-12'592'0,"-3"1"-129"0,2 1-1 15,-3-1 7-15,-1 1-25 0,-1 10-34 0,4-19-39 16,-4 19-32-16,2-14-84 0,-2 14-49 0,2-10-63 15,-2 10-21-15,0 0-35 0,4-10 0 0,-4 10-21 16,0 0 16-16,13 7-26 0,-5 2 15 0,2 0-31 16,1 5 19-16,2 2-37 0,2 4 33 0,1 2-39 15,0 1 1-15,0 2-2 0,2 4 0 0,1-1-4 16,0 1-4-16,-2 0 4 0,0-3-3 0,0 3 10 16,-1-4-12-16,-1-1 1 0,1 0-1 0,-2 0-2 15,2-4 4-15,-3 3-4 0,0-7-5 0,-2 0 2 0,-2-3-21 16,0-1-3-16,-1 0-2 0,0-4 6 0,-3 3 2 15,2-5 7-15,-7-6 6 0,10 13 6 0,-10-13-6 16,6 6 6-16,-6-6-7 0,0 0-3 0,0 0-3 16,0 0 6-16,0 0-9 0,-3-9-14 0,3 9 3 15,-11-15 5-15,4 8-3 0,-1-2-2 0,-1-1 3 16,-2 1 2-16,-1 0-3 0,-1 1 6 0,-1 1-1 16,-2 0 2-16,-6 1 0 0,-1 2 2 0,-2 1-1 15,-1 1 0-15,-2 3-1 0,-1 3 9 0,-3 2 5 16,1 0-3-16,1 2 5 0,1 3-1 0,3 0-1 15,3-1 2-15,5 2 7 0,0 0 2 0,4 1 10 16,2-2-9-16,5 1 15 0,2 1-13 0,3-3 26 16,2-10-19-16,6 21 29 0,2-11-22 0,2-4 4 15,5 3-7-15,0-3-6 0,5 0 1 0,1-2-7 16,-1-1-15-16,1-1-42 0,2-1-47 0,0 0-73 16,-1-1-103-16,2-1-55 0,1-1-105 0,1-2-157 15,-1 0-465-15,-1-1-669 0</inkml:trace>
  <inkml:trace contextRef="#ctx0" brushRef="#br0" timeOffset="18740.8913">7731 5792 270 0,'0'0'348'0,"-4"-8"-48"0,4 8-57 16,-5-11-1-16,5 11-60 0,-3-10 18 0,3 10-56 15,-3-10 23-15,3 10-17 0,-4-10 29 0,4 10-59 16,-3-9 22-16,3 9-8 0,-4-9 31 0,4 9-14 15,-3-9 27-15,3 9-11 0,0 0 15 0,-4-12-20 16,4 12-12-16,-4-9-10 0,4 9 3 0,-5-9 12 16,5 9-5-16,0 0-6 0,-7-10-9 15,7 10-26-15,0 0-20 0,-4-9-23 0,4 9-17 0,0 0-13 16,0 0-9-16,0 0-1 0,0 0 0 0,0 0 24 16,-4 11 20-16,4-11 12 0,5 21 18 0,-1-7-10 15,2 1-2-15,-1 4 3 0,2 1-18 0,1-1-1 16,2 4-32-16,-1 0 22 0,2 2-43 0,0 0 41 0,-1-1-48 15,0 0 33-15,2 0-49 0,-3-2 44 16,0-1-40-16,0-1 36 0,0 1-8 0,-1-3-6 16,-1-1-6-16,1-1-5 0,-3-2 0 0,1-2-4 0,-2-1 5 15,0-2 6-15,0 0-6 0,-4-9 1 16,7 13 0-16,-7-13 4 0,6 10-4 0,-6-10-18 16,0 0-29-16,0 0-18 0,10-2-34 0,-10 2 18 0,9-17-30 15,-1 5-20-15,0-5-7 0,1-2-20 0,4-3-1 16,-2-3 5-16,0 0-3 0,3 0 5 0,-2 0 19 15,2 0 17-15,-2 2 25 0,-1 3 10 16,0 2 14-16,-1 1 5 0,-1 3 12 0,0 2 2 0,-1 1 8 16,-1 1-3-16,0 3 7 0,1 2 1 0,-8 5 14 15,15-6 16-15,-15 6 24 0,17 3 7 0,-8 1 6 16,2 4 1-16,1 1 21 0,-1 2-2 0,4 3 1 16,-1 0 1-16,-1 2-2 0,2-2-12 0,1 5-13 15,2-1 11-15,1 1 0 0,-1-1-11 0,1-3 1 16,-2-1-15-16,2 0 6 0,0-2-9 0,1-2 4 15,1 1-8-15,1-3 0 0,2 0-5 0,0-1-6 16,1-2 8-16,0-2-3 0,1-1-6 0,-5-2 8 16,1-1-14-16,-1 0 8 0,3-4-8 0,-3-1 4 15,0-1-2-15,-2-2 3 0,-1-2-5 0,-1-1 1 16,-2-2-2-16,-2-1-2 0,-1-1 7 0,-2-1-7 16,-1-1 3-16,-2 0 3 0,-2 4-1 0,-1-2 31 15,-2 1 54-15,0 2-14 0,-3 0 10 0,0 1-12 0,-1 1 2 16,-2 3-4-16,-2-2-15 0,-1 3-2 0,-2 3 1 15,-2 2-3-15,11 2 3 0,-26 2 4 16,10 2 0-16,-1 2-7 0,-2 3-1 0,2 2-3 0,0 2 5 16,1-1-52-16,1 4 38 0,2-3-40 0,1 3 33 15,3 0-35-15,2-1 36 0,1 0-36 0,2-1 32 16,0 1-38-16,2 0 34 0,2-3-37 0,2 1 30 16,1-2-42-16,1 1 24 0,3 0-53 0,0-2 35 15,2 1-35-15,1-3 19 0,1-1-50 0,-1-2 33 16,2 0-24-16,-1-3 36 0,2 0-19 0,-13-2 54 15,21-2-56-15,-8 0 36 0,-3-4-20 0,1-1 33 16,1-3-28-16,-3-1 33 0,-2-3-21 0,2 0 28 16,-3-1-1-16,0-1 2 0,-2-2-1 0,0 2 6 15,-1 0 18-15,-1 0 15 0,0 2 6 0,0 3 6 16,-1-1 8-16,1 2 0 0,-2 10-4 0,0-17-13 16,0 17-17-16,1-14-11 0,-1 14-10 0,0 0 0 15,1-15-8-15,-1 15 2 0,0 0 1 0,0 0 0 16,0 0 1-16,0 0 1 0,0 0 1 0,3 15 2 0,-3-15-5 15,4 14 3-15,-4-14-18 0,6 18-49 16,-1-9 14-16,-1 0-56 0,3-1-13 0,-1 1 7 16,1-1-18-16,0-2-2 0,2 1-19 0,-1-1 10 0,0 0-36 15,1-1 0-15,1-2 9 0,-10-3 12 0,19 4 22 16,-19-4 14-16,19 0 21 0,-19 0 17 0,19-6-2 16,-11 0 19-16,0 0 13 0,0-3 7 0,0-1-9 15,-1-1 27-15,0-1-3 0,-1-1 28 0,-1 3 18 16,1-1 43-16,-2 0 9 0,0 3 24 0,1-2 8 15,-5 10 6-15,6-14 1 0,-6 14-26 0,5-12-9 16,-5 12-22-16,5-9-9 0,-5 9-13 0,0 0-1 16,7-9-5-16,-7 9 3 0,0 0-5 0,0 0 17 15,13 5-11-15,-13-5-1 0,10 9-4 0,-10-9-1 16,10 10-6-16,-10-10 0 0,11 14-1 0,-5-6-1 16,1-1-5-16,-2 1 2 0,1 0 0 0,-1 0-5 15,1 1 3-15,1-2-4 0,-2 0-5 0,-5-7-12 16,10 13-11-16,-10-13-14 0,9 11-11 0,-9-11-7 15,8 9 8-15,-8-9 4 0,6 7 10 0,-6-7 8 16,0 0 2-16,11 3-19 0,-11-3-3 0,9-3 7 16,-9 3 5-16,13-9 5 0,-13 9 1 0,12-12 8 15,-4 7 4-15,-8 5 4 0,11-11 15 0,-11 11 9 0,10-11 7 16,-10 11 3-16,8-7-1 0,-8 7-3 0,8-7-5 16,-8 7 0-16,0 0-5 0,9-7-1 0,-9 7-1 15,0 0-3-15,0 0 2 0,12-3-7 0,-12 3 10 16,0 0-2-16,11 3 0 0,-11-3-2 0,8 4 0 15,-8-4 1-15,8 8-3 0,-8-8 6 16,11 9-1-16,-11-9-2 0,10 7-2 0,-10-7 0 0,10 9 1 16,-10-9-1-16,11 9-1 0,-11-9 2 0,11 9 1 15,-11-9-2-15,10 8-1 0,-10-8-2 0,11 6 7 16,-11-6 1-16,8 6-1 0,-8-6 2 0,0 0 1 16,14 3 0-16,-14-3-3 0,0 0 4 0,18-5 0 15,-18 5 0-15,14-8 0 0,-6 2-1 0,0-2-1 16,-1-1 0-16,0 0 0 0,1-2 2 0,0-1 1 15,-1 3 6-15,-2-1 11 0,2 2 15 0,-2-2-6 16,-1 3 8-16,-4 7-19 0,9-12 3 0,-9 12-15 16,7-10-2-16,-7 10-17 0,7-8 16 0,-7 8-12 15,0 0 4-15,11-5-6 0,-11 5 9 0,0 0-6 16,16 2 4-16,-16-2-5 0,16 5 3 0,-16-5-1 0,19 6 3 16,-10-3 2-16,1 1-2 0,1-1 3 15,1 2-2-15,2-2 3 0,1 1-5 0,1-1 5 0,3 0-1 16,2-2-1-16,-1 2 1 0,5-1-5 15,-2-1 1-15,0-1 4 0,-2 0 0 0,2 0-1 0,-2 0-2 16,-2-3 6-16,1 0 1 0,-2-1-7 0,-2-2 7 16,0-2-4-16,0-1 0 0,-1-3-2 0,-2-1 1 15,-2-1 2-15,1-2 1 0,-5 1 4 0,-1-1 15 16,-1 2 16-16,-1-1 4 0,-2 2 2 0,-1 2 0 16,-1-2-10-16,0 13-8 0,-2-19-9 0,2 19-7 15,-9-11-5-15,9 11 9 0,-16-1-3 0,4 5-2 16,-2 4 4-16,-3 2 0 0,0 3-1 0,-1 5-3 15,1 0 8-15,1 2-7 0,3-1-3 0,3 0 1 16,2 1-2-16,2 0-5 0,2 0 6 0,4-1-11 16,2-1 15-16,4 2-29 0,2-2-20 0,4 1-25 15,1-3-31-15,7 1-41 0,4-2-130 0,0-1-111 16,5-3-95-16,3-1-268 0,3-4-363 0,1-2-713 16</inkml:trace>
  <inkml:trace contextRef="#ctx0" brushRef="#br0" timeOffset="20332.7144">11382 5535 345 0,'4'-12'432'0,"-1"0"-46"0,-3 12-89 16,1-20 0-16,-2 8-61 0,-2 1 30 0,-2 2-22 15,-2-2-26-15,-5 1-8 0,1 1 11 0,-4 2-27 0,0 0-20 16,-4 2-13-16,1 4-11 0,0-1-12 0,-1 4-12 16,1 3-11-16,-1 3-11 0,-1 2-1 0,2 4-7 15,-2 1-11-15,3 5-15 0,1-1-19 0,4-2-6 16,1 2-3-16,4 1-7 0,1 1-5 0,3-3-2 15,3 0 0-15,2 0-13 0,3 0 0 16,2 0-4-16,4 1-1 0,0-2-12 0,3-3-7 0,5 4-5 16,-1-6-16-16,0-2-12 0,3-1-8 0,-2-2-5 15,2-1-13-15,-1-3-4 0,-2 0 15 0,1-3-9 16,-1-1 14-16,-1-1 4 0,0-2 16 0,-2-2-3 16,1-2 10-16,-5-2-10 0,1-3 17 0,0-3-9 15,-3 0 16-15,0-4-9 0,-3 0 16 0,0-1-11 16,-2 0 16-16,0 0-7 0,-2 1 9 0,-1 2 4 15,1 2 17-15,-2 0 27 0,0 3 6 0,0 1-2 16,0 12-16-16,2-19-16 0,-2 19-7 0,0-14-2 16,0 14 0-16,0 0 2 0,0 0 10 0,0 0-4 15,0 0 0-15,0 0 3 0,0 0 4 0,-2 15-6 16,2-15-3-16,2 20 1 0,2-10-3 0,4 2 7 16,-3 1-10-16,3-1 4 0,6 2-4 0,-1 0 1 15,5-2-7-15,4 1 1 0,4-1-22 0,3-2-16 16,4 0-26-16,2-2-22 0,9-1-17 0,0-2-2 0,4-1-26 15,-8-2 10-15,2-1-10 0,0-2 25 16,-2-1-9-16,-4-3 36 0,-1 0-19 0,-3-3 37 16,-3-1-16-16,0-2 44 0,-6-3-3 0,-2 1 30 0,-4-2-15 15,-3-1 41-15,-1-1 6 0,-4 0 21 0,-2 1 6 16,-5 0 16-16,0 0 3 0,-2 2 1 0,-3-2 5 16,-3 3-2-16,0 0-10 0,-3 1 11 0,0 3-12 15,-3 0-4-15,1 3-8 0,-5 1-7 0,3 3 4 16,0 2 3-16,-3 5 9 0,-4 0-1 0,2 2 3 15,-2 3-8-15,4 2-11 0,-4 2-3 0,5 2-5 16,0 0-9-16,2 0-4 0,1 2-8 0,3-1-4 16,1-3-6-16,4 3 4 0,0-3-6 0,3-1 0 15,1-1-5-15,2 0-6 0,3 0-1 0,-1-2-9 16,1-1 2-16,1-1-7 0,1-1-11 0,2-2 5 16,0 0-1-16,-9-5 0 0,17 4-3 0,-17-4 28 15,21-1-22-15,-21 1 19 0,18-8-16 0,-11 1 15 16,1 0-15-16,-1-4 17 0,0-2-13 0,-2 0 1 15,0-1 2-15,0-1 2 0,0 0 0 0,-2 1 0 0,2 2 3 16,-1 0 10-16,-2 1-3 0,1 3-4 16,-3 8-5-16,6-15 2 0,-6 15-2 0,9-8 0 15,-9 8 4-15,15 3 2 0,-6 1 5 0,3 5 0 0,1 3 22 16,1 3-18-16,2 6 25 0,-1 3-15 0,3 8 4 16,-5 2-3-16,-1 3-2 0,-1 1-1 0,-6 3 1 15,2 0-4-15,-5 3 3 0,-2-6 17 0,-2 1-24 16,-2 4-11-16,0-1 4 0,-4-1-3 0,-1-1 2 15,-3-5 1-15,-1-1 0 0,-6-1 1 0,0-5-2 16,-4-1 1-16,-3-4-6 0,0-2 4 0,-1-5-3 16,1-2-4-16,-3-4-8 0,-2-1-5 0,4-3-14 15,-1-4-9-15,1-2 4 0,0-2-2 0,2-2 9 16,3-3 2-16,2-1-1 0,2-2-8 0,3-3-23 16,1-1-5-16,5-3-19 0,2 0 1 0,5-1-2 15,2-1 32-15,2-3-12 0,4-2 27 0,4-2-22 16,4 1 18-16,1 0 5 0,7-3 6 0,1 1 4 15,4 2 6-15,-1 0-6 0,2 2 6 0,3 1 3 0,0-1 13 16,2 2-9-16,2 2 7 0,-1 0-4 16,1-1 8-16,1 2-7 0,0 0 8 0,0 1-5 15,-3-1 10-15,2 2-9 0,-1-1 9 0,-3-1-3 16,-4 3 1-16,-3-2 9 0,-1 1 14 0,0-1 3 0,-1-1 0 16,-4-3 4-16,0 0-4 0,-3 0-7 0,0-2 8 15,-4 4 7-15,-1 0 15 0,0 1-1 0,-4 3 0 16,-1-2-7-16,-3 2-9 0,2-1-2 0,-4 4 14 15,2 1-22-15,-2 11 7 0,0-21-27 0,0 21-1 16,-4-15 3-16,4 15-6 0,-6-9-2 0,6 9-3 16,-13-2 5-16,13 2-6 0,-19 5 5 0,8 1 0 15,-1 2 2-15,-3 3-2 0,1 1 12 0,1 1-11 16,-1 2 12-16,3 1-11 0,0 0 14 0,2 4-11 16,2-1 18-16,1 1-11 0,2 1 26 0,3-2-24 15,1-1 27-15,2 2-11 0,3-1 9 0,3 3 0 16,2-2 8-16,3-2-3 0,3 2 0 0,0-2 3 15,4-1-15-15,-5-3 4 0,4-1-14 0,0-1 7 16,0-2-14-16,1 0 17 0,-2-1-5 0,2 0-2 16,-1-4 2-16,-2 1-5 0,-1-2 24 0,-1 1-21 15,0-2 6-15,-3 0 11 0,0-2 13 0,1 2 15 16,-13-3 8-16,18 3 7 0,-18-3-6 0,16 3-9 16,-16-3-1-16,13 0-9 0,-13 0-8 0,0 0-3 0,18 1-6 15,-18-1-14-15,0 0-7 0,13 1-8 16,-13-1-2-16,0 0-8 0,0 0-8 0,15 0-19 15,-15 0-28-15,0 0-39 0,0 0-34 0,0 0-33 0,0 0-41 16,15 0-27-16,-15 0-45 0,0 0-57 0,0 0-109 16,0 0 14-16,0 0-186 0,0 0-593 0,0 0-812 15</inkml:trace>
  <inkml:trace contextRef="#ctx0" brushRef="#br0" timeOffset="21976.2548">13794 5277 464 0,'-9'-6'480'0,"1"0"-112"0,0 0-13 0,1 0-51 16,1 1 26-16,-4-2-77 0,6 1 18 0,4 6 9 15,-13-12 16-15,13 12-22 0,-7-8-49 0,7 8-46 16,-8-6-46-16,8 6-28 0,0 0-23 0,-10-6-10 15,10 6 8-15,0 0 4 0,-7 13 1 0,7-13 3 16,-4 22-6-16,2-6-11 0,2 4-12 0,-1 5-7 16,1 2-10-16,0 1 14 0,1 2-17 0,-1 3 4 15,2-1-27-15,0-3 15 0,0-2-23 0,0 0-3 16,1-2 1-16,-1-1 4 0,2-1-1 0,0-1 0 0,-2-4 3 16,1-2-1-16,-1 0-3 0,1-4 4 0,-1-1 8 15,-2-11 29-15,3 20 27 0,-3-20 28 0,2 15 10 16,-2-15-18-16,0 0-29 0,0 0-5 15,0 0-19-15,0 0-7 0,0 0-6 0,0 0-13 0,-5-15-12 16,3 0-22-16,-3-3-4 0,3-4-20 0,-1-2 2 16,-1-7-10-16,0 0 1 0,1-4 6 0,-1 1 2 15,2-2 8-15,0 1-1 0,0-1 1 0,2 0 6 16,0 1 2-16,2 1 6 0,0 0 37 0,2 2-38 16,-1 0 29-16,5 2-28 0,-1 2 33 0,3 1-44 15,0 1 37-15,3 3-21 0,3 0 16 0,-2 4-26 16,2 3 25-16,-1 1-31 0,1 4 27 0,-3 2-44 15,1 2 8-15,1 1-2 0,-3 3 2 0,1 1 0 16,-13 2 2-16,23 2 4 0,-14 2 6 0,2 0 4 16,-4 2 4-16,0 1 5 0,-3 1-9 0,2 0 14 15,-5 3-9-15,-1-11 14 0,-2 22-10 0,-1-12 14 16,-1 5-10-16,-2-2 14 0,-1 1-12 0,-1-2-6 16,0 1 8-16,1 0-2 0,1-1 2 0,-2 0 2 15,2 1-2-15,1-2 3 0,-1 2-1 0,1-1-3 0,3-1-1 16,-2 0 2-16,1 1-4 0,2 0-3 15,1 1 1-15,1-1-5 0,4 4 10 0,-1-1-17 16,1 0 9-16,4 2-14 0,-1-1-6 0,4 1-6 0,-3 0 0 16,2 0-1-16,1 0 1 0,0 0 5 0,0 1-1 15,-3-1 9-15,2 1 0 0,0-2 9 0,-2 1 1 16,-2-2 2-16,-1 0 0 0,0 0 9 0,-2 0-2 16,-2-3 6-16,-2 0-2 0,0 0 3 0,0 0 4 15,-2 0 15-15,-2-1 12 0,-2-1 10 0,-2 0-1 16,-1 1-7-16,-3-2 9 0,1-1-10 0,-4 0-2 15,-5 0-12-15,-1 0 8 0,-4-1-17 0,-3 1 8 16,-3-2-13-16,-2 0 0 0,5-1-31 0,1-2-35 16,2 2-54-16,4-3-41 0,4 0-102 0,0 0-31 15,4-1-110-15,13-1-119 0,-20-1-438 0,20 1-544 16</inkml:trace>
  <inkml:trace contextRef="#ctx0" brushRef="#br0" timeOffset="22357.8118">14129 5495 272 0,'0'0'643'0,"8"-14"-145"0,-8 14-29 0,6-10-53 16,-6 10-41-16,3-10-46 0,-3 10-31 16,7-8-58-16,-7 8-42 0,0 0-48 0,5-7-23 0,-5 7-29 15,0 0-11-15,0 0-13 0,15 7-10 0,-15-7-14 16,11 14-8-16,-6-3-6 0,1 0-3 0,-1 3-7 15,1 0-4-15,-1 3-7 0,2-1 3 16,0 2-3-16,-3-1-1 0,1 1-5 0,-1-3 0 0,0 2-1 16,2-1-2-16,-4-1-2 0,2-3-2 0,-2-1 3 15,0 0 1-15,-2-11-1 0,3 19 2 0,-3-19 3 16,2 15 3-16,-2-15 16 0,0 0-14 0,0 13-1 16,0-13-2-16,0 0 2 0,0 0-5 0,0 0 7 15,-15-2 2-15,15 2 7 0,-10-11-9 0,5 2 5 16,1 0-7-16,0-2 0 0,2-1-10 0,0 1 7 15,2-2-10-15,0 0 4 0,1 0-11 0,0 1-10 16,3-2-22-16,0 1-19 0,1 1-15 0,4-1-41 16,-2 3-25-16,2 0-64 0,3 1-26 0,0 0-49 15,1 2 24-15,1 1-56 0,0 0-36 0,2 1-50 0,-1 1-391 16,1 0-309-16</inkml:trace>
  <inkml:trace contextRef="#ctx0" brushRef="#br0" timeOffset="22876.1208">14664 5457 135 0,'0'0'548'0,"0"0"-154"0,3-11 1 16,-3 11-63-16,0 0 10 0,-2-11-40 0,2 11-14 0,0 0-41 15,-3-9-15-15,3 9-48 0,0 0-21 0,-8-4-43 16,8 4-2-16,0 0-13 0,-14 6 8 0,14-6-9 16,-13 14-6-16,4-3-8 0,0 2-13 15,-1 2-7-15,-2 2-10 0,2 2-6 0,1 0-4 0,0 0-5 16,0 2-7-16,4 0 3 0,-1-2-22 15,4-1 12-15,0 1-11 0,4-3-3 0,0 1-2 0,2-1-6 16,1-1 0-16,4-3-2 0,-2 1-8 0,4-1-7 16,1-2-11-16,1-1-10 0,1-1-6 0,1 0-1 15,2-2 0-15,-3-3 9 0,2 2-2 0,-3-4 9 16,-1 0-5-16,2-2 10 0,-1 0-8 0,0-2 8 16,-1-2-6-16,0-1 2 0,0-2 2 0,-3-1 7 15,0 0-6-15,2-1 4 0,-3 0 5 0,0 2 7 16,0-1-6-16,-2 0 9 0,1 2-6 0,-1 1 13 15,1 0-4-15,-7 6 3 0,12-12-9 0,-12 12 10 0,10-6-12 16,-10 6 12-16,11-2-5 0,-11 2 4 0,12 2-3 16,-12-2 4-16,13 6 1 0,-13-6 8 15,12 12-6-15,-12-12 1 0,8 12 0 0,-8-12-1 0,7 16-7 16,-7-16 3-16,5 15-1 0,-5-15 0 0,1 16-2 16,-1-16 1-16,-2 15 6 0,2-15-1 0,-6 12 0 15,6-12-3-15,-11 12 2 0,11-12-5 16,-14 8 5-16,4-3-4 0,10-5 0 0,-22 2 0 0,22-2 2 15,-23 2-5-15,23-2-1 0,-23-2-3 0,23 2 4 16,-19-4-1-16,9 0-1 0,3-1-19 0,-1 0-33 16,8 5-21-16,-8-13-33 0,8 13-12 0,-3-14-61 15,3 14-22-15,7-19-57 0,-1 8 40 0,4 0-56 16,0 0-10-16,4-2-51 0,3-2-47 0,3 0-350 16,-1-2-233-16</inkml:trace>
  <inkml:trace contextRef="#ctx0" brushRef="#br0" timeOffset="23575.9618">15224 5248 53 0,'7'-22'602'16,"-3"-1"-174"-16,-1-1-10 0,1 4-68 0,-1 0 49 15,-2 2-36-15,1 0-13 0,-1 3-9 0,1 0 0 16,-2 3-21-16,0 2-2 0,3-1-80 0,-3 11-15 16,0-17-85-16,0 17 1 0,0 0-52 0,1-13 57 15,-1 13-56-15,0 0 38 0,0 0-40 0,-4 13-14 16,2-2 10-16,2 2-3 0,-2 3 1 0,0 5-7 15,0 2-37-15,1 6 36 0,-1 4-16 0,0 2-8 16,2 3-10-16,-1-2-8 0,1 2-2 0,1-1 1 0,-1-1-6 16,3 0-6-16,-1-1 0 0,2-1-5 0,-2-2-1 15,4-2 1-15,-3-5-6 0,2 0-2 0,-3-2 0 16,2-4 0-16,-2-2-1 0,2-1-7 0,-3-5-3 16,1 2 3-16,0-2-4 0,-2-11 3 0,2 18-15 15,-2-18 26-15,2 11-11 0,-2-11-21 0,0 0-6 16,0 0-8-16,0 0-5 0,0 0 8 0,0 0-9 15,-2-9-15-15,2 9 2 0,-4-18-3 0,1 7 12 16,1-1-7-16,-2-2 6 0,0-1 10 0,1-1 3 16,-2 2 11-16,2 0 7 0,-2 1 7 0,0-1-5 0,-1 3 3 15,2 0 6-15,-2 3-6 0,0 0 2 16,-3 1-3-16,1 3 10 0,-3 0-2 0,11 4 3 16,-24 0 3-16,8 5 1 0,1 1-3 0,-5 1 59 15,3 4-56-15,0 2 8 0,1 0 2 0,1 1-2 16,1 3 4-16,3 0 4 0,0-1 3 0,2 2 4 0,4-2-3 15,3-1-1-15,1 0-1 0,4-1 3 16,1 1 7-16,4-2-10 0,3 2 2 0,3-2-7 0,3-2-16 16,-1 0 17-16,2-2-35 0,2-1 37 15,0-1-18-15,-1-3 20 0,2-1-26 0,-3 1 17 0,3-3-10 16,0-1-6-16,-2 0 2 0,2-2-22 0,2-2-3 16,-2-1-4-16,3-2 0 0,-1-1 0 0,2-4-4 15,-2-1-3-15,-1-3 21 0,1 2-27 0,-2-4 30 16,-4 0-18-16,-1 2 28 0,-3-1-21 0,-2 0 27 15,-2 4-10-15,-1 0 41 0,-2 1-17 0,-2-1 3 16,0 3 2-16,-4 10-4 0,1-16 6 0,-1 16 18 16,-6-11-2-16,6 11 10 0,-13-3 7 15,13 3 5-15,-19 3 3 0,9 2 7 0,0-1 8 0,-2 4 8 16,5 2-13-16,-2 0 3 0,0 2-7 0,5 0-6 16,0 1-11-16,2-1-2 0,2 1 2 0,2 0-10 15,3 1-1-15,5 3-11 0,3-1-3 0,0-1-3 16,4-1-7-16,4 3-26 0,-3-4-66 0,5 0-60 15,0 0-49-15,-3-2-100 0,2-1-88 0,-2-1-100 16,-2-1-91-16,-4-2-237 0,-2 0-348 0,-3-1-765 16</inkml:trace>
  <inkml:trace contextRef="#ctx0" brushRef="#br0" timeOffset="26026.0262">5007 7011 1 0,'0'0'252'0,"0"0"-35"15,0 0-28-15,0 0-27 0,0 0-6 0,0 0-22 16,0 0-8-16,0 0-34 0,0 0 3 0,0 0-25 16,0 0 0-16,0 0-22 0,0 0 7 0,0 0-16 15,0 0 10-15,0 0-19 0,0 0 19 0,0 0-44 16,0 0 44-16,0 0-21 0,0 0 17 0,0 0-27 16,0 0 27-16,0 0-25 0,0 0 15 0,0 0-21 15,0 0 25-15,0 0-29 0,0 0 24 0,0 0-27 16,0 0 32-16,0 0-43 0,0 0 37 0,0 0-31 15,0 0 31-15,0 0-37 0,0 0 36 0,0 0-44 16,0 0 33-16,0 0-29 0,0 0 31 0,0 0-34 16,0 0 30-16,0 0-33 0,0 0 38 0,0 0-45 15,0 0 39-15,0 0-33 0,0 0 40 0,0 0-25 0,0 0 31 16,0 0-35-16,0 0 39 0,0 0-28 16,0 0 37-16,0 0-36 0,0 0 44 0,0 0-43 15,0 0 44-15,0 0-47 0,0 0 49 0,0 0-52 16,0 0 43-16,0 0-46 0,0 0 48 0,0 0-50 15,0 0 36-15,0 0-34 0,0 0 17 0,0 0 24 16,0 0-43-16,0 0 38 0,0 0-50 0,0 0 39 16,0 0-43-16,0 0 47 0,0 0-46 0,0 0 45 0,0 0-50 15,0 0 44-15,0 0-43 0,0 0 47 0,0 0-49 16,0 0 48-16,0 0-50 0,0 0 53 16,0 0-53-16,0 0 42 0,0 0-38 0,0 0 50 0,0 0-48 15,0 0 51-15,0 0-45 0,0 0 43 0,0 0-48 16,0 0 49-16,0 0-51 0,0 0 48 15,8-5-49-15,-8 5 47 0,0 0-51 0,0 0 51 0,4-10-43 16,-4 10 57-16,0 0-5 0,5-12 3 0,-5 12 1 16,4-12 7-16,-4 12 17 0,4-11 6 0,-4 11 19 15,5-11 13-15,-5 11 10 0,2-12 4 0,-2 12 10 16,3-9 4-16,-3 9 9 0,0 0-8 0,2-12-16 16,-2 12-21-16,0 0-20 0,0 0-18 0,3-10-15 15,-3 10-4-15,0 0 17 0,0 0 20 0,0 0 9 16,3 15-3-16,-3-15-4 0,2 18 7 0,-1-5 5 0,1 0-7 15,0 3-4-15,-1 1-3 0,0-2-9 16,0 3-3-16,1 0 1 0,0-1-6 0,2 1-4 0,-2 0 2 16,0 1-8-16,2-3-4 0,-2 1-8 15,1 0-10-15,1-1-3 0,-2-2-7 0,2 1 4 0,-2-4-5 16,1 2-2-16,0 1-21 0,0-3-37 0,0 1-36 16,0-2-51-16,-1 1-53 0,-2-11-62 15,4 18-61-15,-4-18-55 0,3 19-56 0,-3-19-132 0,0 17-580 16,0-17-747-16</inkml:trace>
  <inkml:trace contextRef="#ctx0" brushRef="#br0" timeOffset="26726.3541">4578 8219 45 0,'0'-14'619'0,"0"14"-203"0,0-14 1 15,0 14-101-15,0-15 9 0,0 15-41 0,-1-17 12 16,1 17-38-16,-1-21-10 0,1 21-8 0,-1-20-23 16,1 20-38-16,1-24-16 0,0 11-23 0,0 0-17 15,3-1-19-15,0 1-18 0,1-3-11 0,2 1-18 16,4-1-1-16,0 0-18 0,7-4 4 0,1 4-12 16,2-1-4-16,3-1-12 0,0 5 9 0,3-1-13 0,1 2 1 15,-1 1-2-15,-3 4-7 0,0 0 2 0,-2 2-5 16,-2 3-4-16,-1 2 7 0,-2 0 3 15,-1 4-7-15,-1 1 17 0,-3 3-3 0,-2 2 14 16,-3 2-4-16,-3 2 27 0,-3 3-12 0,-5 1 3 0,-2 4 5 16,-4 4 4-16,-8 3 0 0,-2 2 4 15,-1 0-7-15,-3 1 0 0,-3-2-3 0,0 1 1 0,-1-2-7 16,0-1 8-16,3-1-10 0,0-1 6 0,4-7-20 16,5 0 4-16,0-4-18 0,5-2 13 0,0-1 3 15,4-1-7-15,3-3 3 0,4-8-14 0,2 11 12 16,-2-11-12-16,20 7 19 0,-1-8-25 0,7-1 11 15,6-2-27-15,4-2-13 0,9-3-32 0,-3 1-46 16,1 0-17-16,-8 0-72 0,0-1-28 0,-2 4-48 16,-7 0-46-16,0 1-32 0,-4-1-71 0,-2 3-63 15,-2 1-53-15,-5 0-297 0,0 2-374 0</inkml:trace>
  <inkml:trace contextRef="#ctx0" brushRef="#br0" timeOffset="27359.6219">4623 9068 608 0,'0'0'461'0,"-14"-11"-55"0,14 11-53 15,-16-11-3-15,7 5-29 0,2-2-14 0,-2 1 9 16,1 1-16-16,1-1-13 0,1-2-33 0,-2 2-29 16,4-1-30-16,4 8-44 0,-8-14-20 0,8 14-23 15,-1-14-26-15,1 14-13 0,7-14-14 0,0 7-8 16,4 0-9-16,3 0 2 0,1 1 8 0,2 0-18 16,3 3 0-16,0-1-5 0,0 1-3 0,2 1-9 15,0 1 1-15,-2 0-1 0,2 2-3 0,-2 0-4 16,-1 1 6-16,0 0-7 0,-3 1-2 0,1 2 0 15,-3 0 2-15,0-1-1 0,-3 0-2 0,-1 2 3 16,-2 2 1-16,-2-1-6 0,-6-7 5 0,8 16 5 16,-8-16-8-16,0 16 6 0,0-16-8 0,-6 20 8 15,0-9-10-15,-1 1 7 0,-1-2-6 0,-1 2 13 16,0-1-12-16,-1-1 4 0,0 0-7 0,0 1-1 16,1-3 5-16,-1 1-5 0,3 0 1 0,-1-3-2 15,0 1-1-15,2-1 0 0,0 1-2 0,6-7-1 16,-10 11-5-16,10-11-5 0,-7 10 1 0,7-10 5 0,-5 11-1 15,5-11 2-15,0 0 2 0,3 15 3 0,-3-15 3 16,11 11-3-16,-4-6 5 0,2 0-7 16,3 0 7-16,1 1 5 0,3-1-4 0,-2-1-3 0,3 2 3 15,-1-1 2-15,1 0-5 0,-1-1 2 0,0 0 2 16,0 2 0-16,-1-1-2 0,0-1 2 0,-1 0 2 16,-2 1-9-16,-1-3 6 0,-1 3 2 0,-1-2-3 15,-9-3 0-15,17 6-1 0,-17-6 3 0,12 6-4 16,-12-6 5-16,9 5 2 0,-9-5 2 0,6 8 3 15,-6-8-4-15,-5 12-2 0,-1-5 0 0,-4 3 4 16,-5 1-3-16,-2 0-8 0,-9 4-17 0,-6 2-37 16,-3 0-67-16,-3 0-51 0,-4 1-91 0,1 1-39 15,-2-2-74-15,1-1-78 0,2 2-156 0,1-3-272 16,2-2-447-16</inkml:trace>
  <inkml:trace contextRef="#ctx0" brushRef="#br0" timeOffset="27960.8525">4578 10118 98 0,'4'-17'616'0,"-2"4"-133"0,2 0-71 0,-1-1-51 16,0-1 1-16,1 1-25 0,0 0-20 0,0 1 1 16,-1 1-2-16,0 1-8 0,1 1-3 0,-4 10-35 15,4-18-50-15,-4 18-37 0,3-13-38 0,-3 13-34 16,4-10-29-16,-4 10-12 0,0 0-7 0,0 0 36 15,0 0-2-15,9 7 27 0,-9-7-39 0,4 21 38 16,-2-4-20-16,0 1-3 0,0 5-15 0,0 1-12 0,0 2-8 16,-1 0-6-16,1 2-8 0,0 0-8 15,0-1-6-15,0-2-8 0,0 0-5 0,1 0-1 16,0-2-8-16,-1-5 1 0,0-1-3 0,1-1-3 0,-1-3 0 16,0 0-5-16,0-2 4 0,-1-1-19 0,-1-10-6 15,6 16-11-15,-6-16-11 0,8 11-7 0,-8-11-12 16,15 1-30-16,-5-4-13 0,3-3-19 0,1-3 3 15,4-3 8-15,0-2 11 0,2-4 13 0,0-1 15 16,0 0 5-16,-1-1 19 0,-1 1 7 0,0 1 7 16,-3 3 4-16,-2 1 15 0,-3 3 8 15,1 2 7-15,-4-1 9 0,0 4-9 0,0-1-4 0,-7 7-1 16,12-9 8-16,-12 9 19 0,0 0 18 0,12 1-11 16,-12-1 17-16,8 13-16 0,-8-13 15 0,8 20-12 15,-5-9-6-15,1 4-3 0,0 0-9 0,0 1-20 16,0 2 27-16,-1-1-30 0,4 4 18 0,-2 0-22 15,1 0-13-15,0 2-47 0,0-1-81 0,-1 1-59 16,1 1-80-16,-3-1-46 0,-1 1-81 0,-2 0-129 16,0 0-662-16,-2 0-815 0</inkml:trace>
  <inkml:trace contextRef="#ctx0" brushRef="#br0" timeOffset="28661.5241">5198 10964 680 0,'9'-10'554'0,"-2"3"-82"0,1 0-29 0,-2 0-38 0,1 0-18 16,-7 7-11-16,10-11-9 0,-10 11-8 0,10-8-19 15,-10 8-50-15,6-8-11 0,-6 8-69 0,0 0-10 16,6-10-41-16,-6 10-34 0,0 0-23 0,0 0-27 16,-5-9-17-16,5 9-12 0,-16 0-10 0,5 1-12 15,-2 0-39-15,-4 4-1 0,-2-2-27 0,1 0-2 16,-1 3-19-16,-3-2-5 0,1 2-15 0,0-1-16 15,1 2 2-15,1-2-4 0,1 1 11 0,2 1 7 16,0-2 7-16,2 1 13 0,0 0 7 0,2-3 7 16,1 3 10-16,0 0 4 0,2 1 6 0,1-1 8 15,-3 2 3-15,3 1 4 0,0 2 3 0,1 1 8 0,-1 0-1 16,0 0 5-16,1 4 5 0,0-2 3 16,-1 1 3-16,2-1 1 0,0 1-2 0,-1 0 5 0,2 1 4 15,-2-2-5-15,2-1-3 0,1 0 0 0,0 0 11 16,0-3 0-16,1 0-6 0,3-10-2 0,-6 18-2 15,6-18-2-15,-4 13-3 0,4-13-1 0,-1 12 6 16,1-12-2-16,3 9 0 0,-3-9-1 0,8 7 1 16,-8-7-6-16,13 2 4 0,-13-2-1 0,20 0-1 15,-8-3-1-15,1 0 2 0,2 0-5 0,1-3-4 16,-1 1 2-16,2 0 0 0,-1-2 2 0,1 2-2 16,-1-1 1-16,1-1-1 0,-2 2 1 0,1 1-1 15,-1 1 11-15,1 0 0 0,-3-1 3 0,2 3-1 16,-3-1 1-16,1 1 2 0,1 1 0 0,-14 0-3 0,24 0-1 15,-24 0 1-15,20 4 1 0,-20-4-9 16,18 3 4-16,-18-3 3 0,11 4 1 0,-11-4 4 16,11 7 8-16,-11-7 6 0,0 0-4 0,-1 16 0 15,-6-8-13-15,-3 1 4 0,-5 1 8 0,-7 4-13 0,-5 0-2 16,-8 4-29-16,-3 0-16 0,-4 0-61 16,-1 0-28-16,-3 0-86 0,1 1-67 0,-1-1-58 15,3-1-27-15,1-2-61 0,3 1-103 0,4-1-433 0,7-3-543 16</inkml:trace>
  <inkml:trace contextRef="#ctx0" brushRef="#br0" timeOffset="29193.993">5215 11887 421 0,'11'-18'493'15,"0"2"-21"-15,-1-1-41 0,0 0 8 0,-3 2-40 16,0 2-19-16,-2 0-1 0,0 0-29 0,-1 3-35 15,-1-1-39-15,-3 11-38 0,3-16-16 0,-3 16-33 0,1-14-23 16,-1 14-50-16,0 0 10 0,-4-11-33 16,4 11-18-16,-14 5 44 0,3 5 17 0,-6 4-2 15,-2 5-12-15,-4 9 13 0,-2 4-54 0,0 2 31 0,2 3-49 16,0 2 32-16,-2 8-41 0,2 1-7 0,6-5 24 16,1 1-46-16,2 0 28 0,1 0-42 0,4-1 33 15,1-1-10-15,4-6-7 0,1-2-41 0,4-6 26 16,2 4-47-16,2-8 2 0,3 2-71 0,2-7 20 15,4-1-57-15,1-4 5 0,3-3-17 0,2-4-9 16,-1-3 3-16,1 0 10 0,1-6 14 0,-1 0 26 16,2-2 24-16,0-2 17 0,-3-1 15 0,0-2 13 15,-4-3 12-15,-1 4 10 0,-3-2 37 0,-3 1 6 16,0-2 12-16,-4 1-3 0,-4 10 10 0,-1-21 8 16,-3 11-14-16,-5-2 13 0,-2 2-22 0,-3 1 2 15,-6 2-13-15,-1-1-3 0,0 1-5 0,-2 2-2 16,3 2-3-16,1-1-25 0,0 3-53 0,1 0-41 15,4 0-102-15,0 2-87 0,1 0-64 0,13-1-59 16,-22 2-126-16,22-2-574 0,-15 2-741 0</inkml:trace>
  <inkml:trace contextRef="#ctx0" brushRef="#br0" timeOffset="30828.287">7915 6853 30 0,'0'0'511'15,"0"0"-159"-15,0 0-32 0,0 0-92 0,0 0 21 16,12-1-11-16,-12 1-17 0,0 0-1 0,0 0-2 15,0 0 4-15,0 0-12 0,0 0-11 0,0 0-14 16,0 0-16-16,0 0-10 0,0 0-10 0,13-3-10 16,-13 3-23-16,0 0-6 0,0 0-4 0,0 0-20 15,0 0-9-15,5-7-12 0,-5 7-6 0,0 0 2 16,0 0-8-16,0 0-2 0,5-11-3 0,-5 11-13 0,0 0-9 16,0 0 1-16,3-9-3 0,-3 9 6 15,0 0-12-15,0 0-6 0,1-16-3 0,-1 16-1 16,0 0-3-16,0 0 3 0,-1-15 4 0,1 15 9 15,0 0 2-15,0 0 0 0,0-13 0 0,0 13-4 0,0 0-5 16,0 0-11-16,0 0-2 0,0 0-1 16,0 0-1-16,0 0 15 0,0 0 9 0,0 0 19 15,4 10 5-15,-2 0 9 0,1 7 22 0,0 2 6 0,-1 3 22 16,0 3-15-16,-1 1-4 0,1 7 18 0,-3 1-13 16,0 1-9-16,1-2-9 0,-2 3-12 0,0-3-4 15,0 0-10-15,-2 0-8 0,2-6-5 0,0 1-5 16,1-3-38-16,-1-1 38 0,0-1-43 0,0-5 41 15,0-1-39-15,1 0 37 0,-1-4-37 0,2-1 35 16,-2-1-33-16,2-11 38 0,-2 18-29 0,2-18 35 16,0 15-31-16,0-15 38 0,0 0-46 0,-3 11 39 15,3-11-46-15,0 0 36 0,0 0-11 0,-3-8-10 16,3 8-9-16,1-19-31 0,-1 5-20 0,3-3-14 16,-1-5-14-16,2-3-11 0,1-4-3 0,0-3-1 0,0 0 1 15,1-3 15-15,-1 2 6 0,0-1 14 16,1 1 11-16,-1 2 13 0,2-1 3 0,-2 3 12 15,0 6 5-15,0 1-1 0,-1 3 19 0,-1 2-3 0,0 3 0 16,0 1-6-16,1 2-1 0,-1 3 4 16,-3 8-4-16,8-12 5 0,-8 12 20 0,12-1 11 15,-12 1 9-15,18 10-18 0,-7-2 24 0,4 6 4 16,-2 2-7-16,4 3 2 0,-1 3-1 0,0 2-1 0,0-2-5 16,0 3 0-16,-1-1-4 0,2 0-12 0,-3 0 1 15,2 1-1-15,-1-2-4 0,0-2 4 16,0 2 5-16,0-1-12 0,-2-4-29 0,0 0 21 0,-1-4-56 15,0 1-25-15,0 0-48 0,-3-4-73 0,-1 0-70 16,1-1-48-16,-4-1-36 0,0-1-15 0,-5-8-88 16,3 11-113-16,-3-11-447 0,-5 9-626 0</inkml:trace>
  <inkml:trace contextRef="#ctx0" brushRef="#br0" timeOffset="31029.6124">7923 7356 479 0,'-13'0'534'16,"13"0"-53"-16,-21 0-59 0,21 0 2 0,-15 0-57 16,15 0-23-16,-12-2-31 0,12 2-41 0,0 0-46 15,-10-5-41-15,10 5-37 0,0 0-19 0,8-10-33 16,2 7-21-16,4-1-13 0,4-1-11 0,5-1-29 16,5 2-45-16,6 0-28 0,1-2-49 0,3 3-46 0,0 1-123 15,1 0 12-15,-1 2-52 0,3 2 11 0,-1 0-92 16,0 1-487-16,1 0-432 0</inkml:trace>
  <inkml:trace contextRef="#ctx0" brushRef="#br0" timeOffset="31962.1423">7990 8174 72 0,'-7'-15'513'0,"1"3"-59"0,0-1-107 0,0 1 28 16,-1 0-12-16,1-1 2 0,1 4-11 16,0 0 5-16,0-1-30 0,5 10-50 0,-9-13-35 15,9 13-60-15,-5-12-42 0,5 12-36 0,-6-8-23 0,6 8-5 16,0 0 2-16,0 0-5 0,0 0 9 0,-8 10-1 15,8-10-1-15,-3 17-3 0,3-5-3 16,1 1-4-16,0 5-9 0,1 0 10 0,2 2-9 0,-1 2-8 16,1 0-19-16,1 0 12 0,2-1-22 0,-2-1 10 15,2 0-21-15,-2-4 8 0,0-2-15 0,0 0 14 16,-1-3-21-16,0 1 17 0,-1-3-14 0,-3-9 22 16,5 16-11-16,-5-16 42 0,5 12-8 0,-5-12 29 15,0 0-52-15,5 7 22 0,-5-7-38 0,0 0 29 16,5-11-41-16,-5 11 29 0,3-20-46 0,-2 7 26 15,0-4-45-15,0-4 18 0,-1-4-14 0,1-1-15 16,0-8 15-16,0 0-33 0,0-2 12 0,0 0 5 16,1-1 7-16,0 1 6 0,1 1 9 0,1 2 1 15,0 1 11-15,1 2-12 0,1 2-4 0,2 1 3 0,1 2-10 16,1 3 9-16,1 3-9 0,-1 1 9 16,3 2 5-16,1 1 8 0,1 3-10 0,0-1 15 15,3 5-15-15,-2 1 6 0,1 2-10 0,0 0 10 0,0 5-8 16,0 0 5-16,1 3 2 0,-3 2 4 0,2 2 1 15,-3 2 4-15,1 2 5 0,-4-1-1 16,-2 2 2-16,-3 1 3 0,0 0 3 0,-5 2-7 0,-1 0 7 16,-1-1 2-16,-3 1 0 0,-2 0-1 0,-1 2 1 15,-4 0-3-15,-2-1 2 0,-2 0-6 0,1-1 7 16,-2-1-1-16,2 0-2 0,0 0-1 0,4-4-6 16,0 0 4-16,1 1 2 0,3-2-5 0,1-2-12 15,1 2-5-15,4-9-1 0,-3 16-2 0,3-16 4 16,5 15 4-16,0-7 2 0,3-1-5 0,4 0 1 15,1-1 2-15,3 1 1 0,1-1 7 0,4 0-2 16,1-1 4-16,-1 1 6 0,1 0-4 0,1-1 1 16,0 1-1-16,-2-2 10 0,1 2 4 0,-3-1 3 15,-1-1 8-15,1 0 5 0,-3 2 5 0,0-2 1 16,-1 1 6-16,-1 0-2 0,-3-1-4 0,-11-4-1 16,18 6 12-16,-18-6 11 0,15 7 9 0,-15-7-3 15,10 7 5-15,-10-7 3 0,0 0-6 0,2 12-16 16,-2-12 3-16,-13 11-16 0,1-4 2 0,-6 2-14 0,-4 0-3 15,-5-1-13-15,-3 3-16 0,-10-1-23 0,-1 1-55 16,-2-1-42-16,-2 1-73 0,1-1-69 16,0 0-72-16,3-1-49 0,7 0-133 0,3-2-601 15,5-1-746-15</inkml:trace>
  <inkml:trace contextRef="#ctx0" brushRef="#br0" timeOffset="32495.7995">8492 8912 63 0,'15'-9'544'0,"-2"0"-77"0,0 1-53 0,-2-2-79 16,1 2 29-16,-3-3-7 0,0 1-4 0,-1 0-12 15,-2 1-21-15,-1-1-13 0,-2 1-18 0,-3 9-22 16,4-17-25-16,-4 17-17 0,-2-14-35 0,2 14-4 15,-8-12-17-15,8 12-21 0,-17-6-8 0,17 6-13 16,-24 1-34-16,5 6 40 0,-2 0-14 0,-7 6-11 16,-5 6-18-16,0 2-13 0,-3 5-45 0,-5 6 30 15,-1 3-57-15,2 2 22 0,1 4 27 0,1-1-39 16,1 3 32-16,4 1-43 0,1-1 33 0,9-6-6 16,1-1-8-16,4-2-3 0,4 0-4 0,3-6-4 15,5-3 1-15,4 0 2 0,2-1-7 0,5-3 2 16,4-1-1-16,3-2 4 0,10-1-5 0,4-4-35 15,6-2 40-15,10-1-40 0,3-4 34 0,7-3-52 16,4-2 30-16,2-2-18 0,2-4-31 0,0 3-17 0,0-5-39 16,-4 0-38-16,-1-2-13 0,-4 1-38 0,-5 0-42 15,-9 1-45-15,-6 0-45 0,-8 1-50 16,-4 1-42-16,-7 1-128 0,-12 4-610 0,15-6-783 16</inkml:trace>
  <inkml:trace contextRef="#ctx0" brushRef="#br0" timeOffset="32995.0018">8306 10092 67 0,'0'-18'693'0,"1"4"-122"0,-2 1-13 0,1 0-60 0,0 3-30 15,-1-2-39-15,1 12-17 0,-2-19-40 0,2 19-41 16,-1-15-63-16,1 15-66 0,-1-13-16 0,1 13-34 16,0 0-6-16,0 0 22 0,0 0 32 0,0 0-28 15,-8 6 48-15,7 5-48 0,0 6 12 0,1 2-57 16,0 5 37-16,2 2-55 0,0 6 18 0,1-1-54 15,2 2 28-15,0 2-55 0,1-2 29 16,1-2-49-16,-1 3 34 0,2-1-51 0,1-1-2 0,-1-4 2 16,0 1-5-16,2-4-7 0,-2-2-34 0,0-3-55 15,0 0-68-15,-1-2-91 0,-1-3-39 0,-1-2-87 16,-2-1-110-16,1-1-61 0,-1 0-95 0,-3-11-792 16,2 19-1047-16</inkml:trace>
  <inkml:trace contextRef="#ctx0" brushRef="#br0" timeOffset="33628.6498">8110 11326 56 0,'0'0'710'0,"-12"-9"-147"0,5 2-52 16,1 0-41-16,0 1-79 0,0-2-41 0,2 0-28 16,-1-1-13-16,1-1-26 0,1 1-15 15,1-1-31-15,1-1-46 0,2-1-35 0,1 0-26 16,3-2-8-16,2 1-19 0,4-3-15 0,3 0-9 0,4-2-8 16,3 1-16-16,0 0-21 0,1 2 12 15,1 1-16-15,1 2 2 0,0-1 9 0,2 2-19 16,-4 3-8-16,2 1 4 0,1 0-11 0,1 4 5 0,1-1-11 15,-2 2 14-15,-2 2-26 0,3 4 16 0,-6-2-4 16,2 3 2-16,0 2-6 0,-3 0 7 16,-2 4-4-16,-2 0 12 0,-5 1-10 0,-2 2 28 15,-3 2-13-15,-5 1 20 0,-6 5-20 0,-4 3 23 0,-4 2-23 16,-6 4-11-16,-5 0 9 0,-1-2 6 0,-3 2-3 16,0-2 19-16,-1 0-32 0,0-3 27 15,3 1-27-15,0-4 22 0,4-4-29 0,3-3 23 0,5-1-32 16,0-2 35-16,5-1-30 0,3-2 30 0,3-2-29 15,4-8 34-15,1 13-35 0,-1-13 29 0,16 4-31 16,-1-4 33-16,3 0-46 0,6-2-23 0,3 0-13 16,1-2-16-16,6-2-20 0,0 1-26 0,1-1 15 15,0 2-64-15,0-2-35 0,-1 2-84 0,-7 2-57 16,-1-1-59-16,-4 1-130 0,-2 1-88 0,-6 1-352 16,0 0-565-16</inkml:trace>
  <inkml:trace contextRef="#ctx0" brushRef="#br0" timeOffset="34179.3858">8339 11964 688 0,'0'0'649'0,"-13"-9"-99"0,6 2-58 15,2 0-64-15,-1-1-51 0,1-1-10 0,-2-1-21 16,2-1-23-16,1 1 0 0,1-1-61 0,-1-1-31 16,2 1-53-16,0-1 8 0,2 12-66 0,1-21-2 15,2 11-51-15,2 1 15 0,3-2-51 0,4 2 30 16,0 0-38-16,6 0 15 0,-2 4-27 0,2-1 33 16,-1 3-47-16,3 1 27 0,1 0-32 0,-2 4 25 15,1-1-23-15,-2 3 19 0,1-1-25 0,0 2 31 16,-4 0-35-16,0 2 33 0,-2 0-35 0,-2 1 28 15,-2 2-26-15,-4-1 27 0,-2 1-34 0,-2 1 29 16,-3 1-10-16,-2 1 13 0,-2 1-20 0,-3 0 21 0,0 0-23 16,-1 1 24-16,0-4-28 0,1 3 23 0,0-1-27 15,1-2 4-15,0 0-6 0,1-1-3 16,1-1-6-16,1 0 9 0,2 0 8 0,3-9-6 0,-6 16 4 16,6-16 2-16,-3 15-4 0,3-15 7 15,6 15-4-15,-6-15 6 0,9 14 2 0,-3-7 3 0,3 3 1 16,2-3 4-16,-1 1-3 0,2 0 3 15,1 0-4-15,0 0 10 0,2 0-8 0,0 0-1 0,2 2 4 16,-1 0-3-16,1-2 9 0,-3 2 5 0,1-3 9 16,-1 1 0-16,-1 1 10 0,-2-1 6 0,-2-3 1 15,1 2-3-15,-3-1 22 0,-7-6 37 0,10 12 54 16,-10-12-14-16,1 14 17 0,-1-14-57 0,-11 14 22 16,-3-5-56-16,-3 1 20 0,-9 1-47 0,-2 1 26 15,-9 1-44-15,-4-1 19 0,-3 1-64 0,-2 0-8 16,-5-1-103-16,-2 0-44 0,1-4-90 0,1 0-117 15,1-3-114-15,4-1-60 0,8-3-209 0,3-4-517 16,9-2-894-16</inkml:trace>
  <inkml:trace contextRef="#ctx0" brushRef="#br0" timeOffset="36314.7815">11052 6803 165 0,'0'-15'544'16,"0"5"-100"-16,0-2-78 0,0 12-61 15,-3-23-24-15,3 23-4 0,-3-21 11 0,3 21 0 16,-4-17-19-16,4 17-18 0,-4-14-34 0,4 14-37 15,-3-13-41-15,3 13-30 0,0 0-28 0,-2-12-14 0,2 12-12 16,0 0 4-16,0 0 20 0,0 0-5 0,-2 11-3 16,2-11 3-16,0 15 15 0,0-15-23 0,0 23 8 15,0-10-19-15,0 1 16 0,1 3-16 0,-1 2 1 16,1-3-17-16,-1 3 3 0,0 0-16 0,0 2-1 16,2-2-8-16,0 1-3 0,-1 3-2 0,3 0-7 15,-1-2-12-15,0-2-38 0,0-1-44 0,1-1-27 16,0 0-43-16,0 0-55 0,-1-1-67 0,1-2-46 15,2 0-90-15,-3-1-88 0,0-2-486 0,1 0-586 16</inkml:trace>
  <inkml:trace contextRef="#ctx0" brushRef="#br0" timeOffset="36863.0708">11700 6725 378 0,'11'-16'629'0,"-2"-2"-145"0,-3 2-21 0,-1 1-55 16,0 1-47-16,-3-1-52 0,-1 1-27 15,-2 2-17-15,-1-1-35 0,-1 5-33 0,-2-3-39 0,-2 4-24 16,-5 0-29-16,1 3 12 0,-3 2-51 0,-1 3-8 16,-3 2-12-16,-2 3-9 0,0 2-6 0,1 2-8 15,1 1-4-15,1 2 1 0,3 1-3 0,0 2-2 16,3 0-4-16,3 0 16 0,3 1-18 15,2-1 8-15,3 1-14 0,6 1 2 0,4 1 1 0,3 2-1 16,7-1-3-16,7 4 1 0,3-3-4 0,1 0 4 16,4-1-3-16,2 0-5 0,-1-1-4 0,2-1-6 15,-2 0-13-15,0 1-9 0,-2-2 7 0,-7 0 0 16,-2-4-2-16,-4 3 0 0,-2-3 6 0,-3-1 3 16,-5 2 8-16,-2-2 4 0,-3 1 2 0,-4-2 1 15,-2 1 5-15,-4-1 2 0,-4 2 4 0,1-1-3 16,-4-1 3-16,-1 1-2 0,-1-4 1 0,-1 0 3 15,-1-1-3-15,1-1 4 0,1-2 1 0,-1 0 4 16,3-3 4-16,11-1 1 0,-23 0 1 0,23 0-4 16,-18-6-4-16,12-1-3 0,1-2-10 0,0-2-3 0,3-1-8 15,1-4-14-15,1-2-7 0,2-1-20 16,1-6 4-16,2-2-8 0,0-4 6 0,2 1-11 16,1-3 20-16,-1 0-8 0,-1 1 4 0,0-2 9 15,-2 2 8-15,-2-2 2 0,-1 6 0 0,-1 0-8 0,-1 0 28 16,-2 3-14-16,0 0 22 0,-3 3-18 15,-2 1 16-15,1 4-17 0,-3 2 15 0,-2 5-15 0,-1 2 3 16,-3 4-26-16,0 4 6 0,-4 3-44 0,-2 4-5 16,-7 7-61-16,-3 3 16 0,1 6-56 0,-2 4-66 15,5 3-85-15,1 2-122 0,1 2-219 0,3 2-189 16</inkml:trace>
  <inkml:trace contextRef="#ctx0" brushRef="#br0" timeOffset="37213.5309">11244 7786 474 0,'-8'-12'539'0,"3"-2"-93"0,-2 1-13 15,2-1-15-15,1 2-35 0,0-2-34 16,1 1 24-16,1 3-42 0,-2 0 0 0,2-1-25 16,2 11-53-16,-3-16-40 0,3 16-37 0,-5-13-40 0,5 13-19 15,0 0-16-15,0 0 5 0,0 0-10 0,7-6-7 16,-7 6-2-16,10 8 28 0,-2 1-25 16,-1 1 27-16,4 3-50 0,1 3 25 0,0 3-56 0,3 2 30 15,0 2-50-15,0-1 35 0,0 3-6 0,0-1-46 16,1-1 28-16,-3-1-72 0,0 3-12 0,1-4-66 15,-2-2-39-15,0-1-56 0,-2-1-60 0,0-1-77 16,-1-2-55-16,-1 0 0 0,-2-1-83 0,1-2-103 16,-3-1-442-16,3-2-654 0</inkml:trace>
  <inkml:trace contextRef="#ctx0" brushRef="#br0" timeOffset="37747.2129">12130 7699 699 0,'10'-21'701'0,"0"0"-128"0,-5 2-87 0,0 1-48 15,0 1-54-15,-3 0-16 0,-1 2-38 0,0 0-11 0,-2 1-55 16,-2-1-42-16,1 1-36 0,-5 4-14 0,1-2-42 16,-2 4-12-16,0 3-39 0,-3 2 2 0,-3 2-30 15,1 2 6-15,-4 2-28 0,2 2 2 16,-6 4-5-16,5 2-3 0,-1 1 0 0,-1 2-13 0,7-1 8 15,0 2-4-15,-1 2-3 0,5-3-6 0,3 1 4 16,2 0-18-16,2-3-9 0,2 0-10 0,1 1 4 16,5-1-5-16,4-4-18 0,-1 1-12 0,5 0-18 15,-1-3 5-15,2-2-22 0,2-1 6 0,-2-1 6 16,-3 0 13-16,1-1 11 0,-2-2 10 0,1-2 11 16,-2 0 24-16,-2 0-19 0,1-1 30 0,0-1-19 15,-4-2 25-15,2 0-19 0,-2 0 24 0,-1-1-11 16,-3-1 31-16,3 2 0 0,-6 7 42 0,5-14-9 15,-5 14 13-15,7-11-7 0,-7 11-5 0,5-9-13 16,-5 9-5-16,0 0-8 0,5-12-11 0,-5 12-8 16,0 0-9-16,0 0 6 0,0 0 4 0,0 0 10 15,14 2-2-15,-14-2 17 0,10 12-22 0,-2-2 36 16,-2 0-26-16,3 2 23 0,3 4-13 0,-1-1 31 16,3 3-43-16,-1 0 35 0,-2 0-41 0,5 3 26 15,-3 0-36-15,-1-1 31 0,-1-3-40 0,1 3 34 16,-4-1-41-16,1-3 33 0,-2 2-37 0,0-3 32 0,-4 0-32 15,1 0 34-15,-4-2-40 0,-3 0 46 0,-1 0-45 16,-5 1 39-16,-2 1-39 0,-7-2 32 16,-4 3-28-16,-10 2 20 0,-5-1-56 0,-5-2-17 15,-2 2-61-15,-15 1-21 0,3 2-66 0,-9-2-39 0,0 0-76 16,-4 0-59-16,3 0-38 0,1-2-154 0,6-1-95 16,10-2-316-16,3-3-582 0</inkml:trace>
  <inkml:trace contextRef="#ctx0" brushRef="#br0" timeOffset="38364.5029">11331 9013 101 0,'-7'-9'603'0,"-1"1"-139"0,2 0-52 0,-1-1-7 0,2 1-16 16,-2 0-47-16,0 0-19 0,2-1-3 15,-1 1-16-15,0 0-1 0,0 2-7 0,0-2-17 16,6 8-29-16,-10-11-11 0,10 11-67 0,-9-9-20 0,9 9-51 16,0 0 4-16,-12-2-19 0,12 2 48 15,-9 13-14-15,3 0 38 0,-1 2-48 0,-1 6-13 16,1 5-2-16,-1 5-5 0,1 3-15 16,1 6 19-16,-1-5-52 0,3 6 29 0,0 2-47 0,2-6 29 15,2-2-44-15,0 0 35 0,1-3-45 0,0-3 46 0,2-2-55 16,-1-2 19-16,0-1-52 0,1-2-12 0,2-3-108 15,-4-2-25-15,1-1-25 0,1-3-46 0,-1-1 5 16,0-2-31-16,-2-10-20 0,3 16-90 0,-3-16-48 16,6 7-139-16,-6-7-99 0,0 0-271 0,15-7-534 15</inkml:trace>
  <inkml:trace contextRef="#ctx0" brushRef="#br0" timeOffset="38935.0035">11832 8970 282 0,'16'-23'676'0,"-4"0"-103"0,-2 2-67 0,0 0-59 15,-4 2-19-15,1-1-24 0,-4 2-60 0,0 0-26 16,-2 2-19-16,1-1-30 0,-3 1-27 0,-1 1-56 16,0 3-3-16,-2-1-44 0,-2 1-16 0,1 3-43 15,-4 2 0-15,-2 2-34 0,-1 3 7 0,-2 3-27 0,-3 2 10 16,-3 3-19-16,-1 2 11 0,4 4-20 15,-2 0 7-15,3 4-16 0,3 0 19 0,2 2-31 16,3 0 18-16,3 2-10 0,2-2 9 0,6 1-13 0,2 2-1 16,3-1 3-16,5 2-5 0,3 1 4 0,5-2 5 15,5 3-3-15,2-2 2 0,3 0-5 0,1-3 0 16,1 3-5-16,2-4-9 0,-2-1 11 16,0 1-1-16,-1-1-15 0,-5-2 6 0,0 0-7 0,-3-2 12 15,-1 1-2-15,-1 0 4 0,-4-1-2 0,-2-1 10 16,-3 1 11-16,-1-1-12 0,-5-1-3 0,-1 2 10 15,-3-1-5-15,-3 0 10 0,-1 1-9 0,-5-1 10 16,-1 1-8-16,-5 0 8 0,-1 0-5 0,-5-1 1 16,-1 0-3-16,0-4 11 0,-4 3-10 0,-1-4 6 15,-1 0-9-15,0-2 14 0,0-1-9 0,0-2 7 16,4-1-5-16,0-2 4 0,3-1-5 0,0-1-4 16,2-3-10-16,3-1-5 0,2-2-16 0,2-2-8 15,3-2-18-15,3-2 16 0,1 0-18 0,4-3-3 16,-1-1-16-16,5-3 13 0,2 0-23 0,4-3 36 0,-1 0-15 15,3 0 32-15,-3 0-19 0,2 1 36 16,1-1-17-16,-3 2 9 0,-1 2 2 0,-2 2 8 16,1 0 3-16,-2 0 7 0,2 1 6 0,-5 2 2 0,1 1 8 15,-1 1 16-15,-1 1-1 0,-1 0-5 0,0 1-8 16,-2 12-1-16,-3-20-3 0,3 20-2 16,-6-18-1-16,1 10-1 0,-1 2-7 0,-3 1-6 0,0 1-14 15,9 4-27-15,-21-3-45 0,21 3-62 0,-25 2-77 16,12-1-18-16,-1 4-37 0,1 1-64 0,0 0-63 15,-1 1-466-15,3 0-442 0</inkml:trace>
  <inkml:trace contextRef="#ctx0" brushRef="#br0" timeOffset="39697.3416">11234 10287 30 0,'0'0'514'0,"-11"-7"-125"0,11 7 5 0,-10-6-59 15,10 6-40-15,-10-12-13 0,10 12-11 16,-10-12-26-16,10 12-9 0,-7-14 6 0,7 14-26 15,-5-17 0-15,5 17-34 0,-1-18-22 0,1 18-9 0,3-20-1 16,0 8-21-16,1 1-3 0,4-1-35 0,0 0 1 16,1 2-33-16,5-4 8 0,1 3-25 15,2-1 10-15,2 1-21 0,2 3 12 0,1-1-21 16,2 3 5-16,1 2-9 0,-1 0 13 0,0 3-21 0,-1 2 13 16,0 3-14-16,0 1 9 0,0 3-9 0,-4 2 8 15,-1 4-10-15,-4 1 17 0,-2 5-12 0,-4 1-5 16,-5 1 7-16,-3 2 11 0,-5 6-9 0,-5 1 5 15,-5 7-7-15,-6-1 7 0,-3-4-9 0,-3 3 8 16,-2-3-4-16,-6 4 4 0,4-6-4 0,0-1-6 16,0-1 1-16,2-4-7 0,2 0-1 0,0-2 6 15,5-3-8-15,6-5 2 0,2-2-2 0,1 0-4 16,2-3-8-16,1-1 11 0,4-2 13 0,6-7-3 16,-4 12 0-16,4-12-2 0,9 6-6 0,4-5-16 15,5-2-22-15,4-1-25 0,6-1-11 0,6-2-43 16,1-1-7-16,8-2-41 0,-3 0-12 0,1-3-61 15,-2 3-26-15,-3-1-47 0,-3-2-101 0,-2 2-36 16,-2 1-119-16,-1-3-242 0,-3 3-339 0</inkml:trace>
  <inkml:trace contextRef="#ctx0" brushRef="#br0" timeOffset="39988.2051">12156 10432 172 0,'2'-13'729'0,"-2"13"-99"0,-1-13-59 16,1 13-56-16,-2-13-46 0,2 13-35 0,-1-11-46 16,1 11-34-16,-4-11-26 0,4 11-63 0,0 0-20 15,-4-11-75-15,4 11-4 0,0 0-54 0,0 0 30 16,0 0-20-16,0 0 52 0,0 0-35 0,4 11 26 16,0-1-49-16,-2 0 25 0,5 4-43 0,-3 2 23 15,1 0-47-15,1 3-1 0,2 1-9 0,0 0-12 16,-1 2-3-16,-1-2-20 0,2 1 9 0,-1 1-10 15,-1 0-3-15,1 1-6 0,-1-3-2 0,1-1-8 16,0-2-1-16,-3 0 11 0,1-3-71 0,-1 1-17 16,0 0-106-16,1-5-42 0,0 3-43 0,-2-3-69 0,1 1-37 15,-2-1-70-15,2 0-58 0,-4-10-33 16,2 19-75-16,-2-19-575 0,1 14-788 0</inkml:trace>
  <inkml:trace contextRef="#ctx0" brushRef="#br0" timeOffset="40616.0401">11202 11354 554 0,'-8'-11'548'15,"3"0"-72"-15,1 1-61 0,0 0-59 0,2-1-20 16,-1 1-29-16,1-1-38 0,2 11-24 0,0-23-33 16,3 13-26-16,0 0-26 0,4-2-28 0,2 1-24 15,3 1-16-15,3 0-17 0,4 2-14 0,3 0-7 16,3 2-9-16,0 2-10 0,3 3 0 0,0 2-7 15,1 0-1-15,-1 3-6 0,2 3-5 0,-1 2-1 16,-3 2 15-16,-2 3-22 0,-6-2 22 0,-2 2-19 16,-3 3 29-16,-2 0-11 0,-5 3 24 0,-5 0-2 15,-2 0-6-15,-5 3 12 0,-4 4-8 0,-2 1 14 16,-4 4-6-16,-4-1 12 0,0 0 7 0,-3-3-20 16,3 0 7-16,0-1-18 0,0-5 13 0,4-2-35 15,2-3 21-15,3 0-28 0,1-1 10 0,2-3-17 16,3-1 13-16,3-2-19 0,2-10 9 0,5 18-36 15,4-10-20-15,4-3-53 0,6-1-11 0,5-1-12 16,3-1-53-16,2-3-14 0,3-1-25 0,4-1-46 16,2-1-31-16,-2-1-16 0,0 1-15 0,-3-5-36 15,1 3-10-15,-3 2-7 0,-5-2-2 0,-1-2-24 0,0 1-178 16,-2 0-92-16</inkml:trace>
  <inkml:trace contextRef="#ctx0" brushRef="#br0" timeOffset="40964.4476">12031 11600 165 0,'9'-11'407'16,"-1"1"-79"-16,-3-1-20 0,4 0-37 0,-4-2 15 0,1 0-18 15,0-2-33-15,-1-1 39 0,2 1-8 0,-3-1 28 16,1 0-21-16,-1 0 27 0,1 0-40 16,-1 1 11-16,1-1-24 0,2 2-11 0,-3 0-24 0,3 0-45 15,-1 3-15-15,2-3-41 0,0 3 0 0,-1 2-37 16,4-1 7-16,1 3-25 0,1 1 12 0,3 1-30 16,-1 2 26-16,1 2-30 0,0 2 20 0,2 2-29 15,-1 2 19-15,4 2-30 0,-2 2-4 0,0 2 0 16,-3 1 2-16,-1 3-3 0,0 1 2 0,-3 2 1 15,0 1-4-15,-3 2 0 0,-3-1 35 0,-1-1-44 16,-3 0 27-16,0-1-31 0,-4 1 33 0,-2-1-26 16,0-2 41-16,-3 2-31 0,-3-1 41 0,0-2-29 15,-1-1 45-15,-1-3-36 0,0-1 28 0,-2-1-41 16,-3-1 31-16,1-4-42 0,-3 0 32 0,-2-4-40 0,0 0 32 16,0-3-39-16,-2-2 45 0,2-3-47 0,0-1 31 15,2-3-41-15,2-1-20 0,3 0-28 16,1-2-32-16,1-1-14 0,6 0-23 0,1 1-20 0,3 2 1 15,0 0-37-15,4 0 5 0,2 0-59 0,1 1-7 16,1 1-37-16,2 3-24 0,0 0-37 16,-1 2-72-16,2 2-50 0,-9 4-519 0,18-5-586 0</inkml:trace>
  <inkml:trace contextRef="#ctx0" brushRef="#br0" timeOffset="41654.6573">11557 11965 597 0,'0'0'609'0,"0"0"-51"0,0 0-27 16,-3-9-49-16,3 9-30 0,0 0-40 0,0 0-28 0,0 0-40 15,0 0-53-15,-3-9-9 0,3 9-56 0,0 0 4 16,0 0-66-16,0 0 12 0,0 0-64 15,0 0 11-15,0 0-58 0,0 0 20 0,0 0-48 0,0 0 27 16,0 0-51-16,0 0 38 0,0 0-44 0,0 0 33 16,0 0-42-16,0 0 36 0,0 0-37 0,0 0 32 15,-6-7-30-15,6 7 30 0,0 0-38 0,0 0 38 16,0 0-38-16,0 0 39 0,0 0-41 0,0 0 39 16,0 0-41-16,0 0 40 0,0 0-39 0,0 0 40 15,0 0-41-15,0 0 46 0,0 0-36 0,0 0 45 16,0 0-40-16,0 0 38 0,0 0-35 0,0 0 33 15,0 0-39-15,0 0 40 0,0 0-47 0,0 0 39 16,0 0-38-16,0 0 38 0,0 0-37 0,0 0 35 16,0 0-42-16,0 0 45 0,0 0-43 0,0 0 43 15,0 0-48-15,0 0 37 0,0 0-37 0,0 0 37 16,0 0-46-16,0 0 35 0,0 0-34 0,0 0 40 16,0 0-35-16,0 0 46 0,-4 13-30 0,4-13 46 15,2 20-16-15,-2-6 14 0,0 3 21 0,1 2-11 0,0 6 15 16,-1 2-1-16,1 1-6 0,-2 1-8 0,1 4-5 15,-1 2 36-15,1-1-58 0,-1-2 42 0,1 2-57 16,-2-5 37-16,2 0-52 0,0-2 47 0,-2-1-56 16,1-1 53-16,0-3-54 0,1-2 49 0,0-2-57 15,-1 0 24-15,0-3-73 0,1-1-6 0,0-2-79 16,0-12-2-16,0 22-55 0,0-22-6 0,-2 16-13 16,2-16-34-16,2 10-40 0,-2-10-72 0,0 0-32 15,0 0-8-15,4 9 0 0,-4-9-64 0,0 0-55 16,10-9-464-16,-10 9-604 0</inkml:trace>
  <inkml:trace contextRef="#ctx0" brushRef="#br0" timeOffset="42199.4024">12305 12058 586 0,'13'-17'591'16,"0"0"-70"-16,-3 1-26 0,-1-1-51 15,-1 2-49-15,-4 3-21 0,1-4-22 0,-2 5-34 16,-3-1-32-16,0 12-37 0,-3-21-29 0,-2 13-34 0,1-1-1 16,-3 4-40-16,-1 1 16 0,8 4-57 0,-25-2 24 15,9 7-36-15,0 1 15 0,-2 4-46 0,0 2 23 16,0 3-40-16,1 2 25 0,1 0-46 0,5 0-5 16,-1 1-7-16,5-1 3 0,3-2 2 0,0 1-2 15,3 1-4-15,1-3 0 0,3 1-15 0,1-2-5 16,1 1-13-16,4-4-18 0,0-1-16 0,2-1 2 15,1-1 0-15,1-2 0 0,0 0 8 0,-2-1 8 16,1-2 2-16,-12-2 2 0,22 1 9 0,-22-1 9 16,18-3-4-16,-18 3 2 0,18-6 5 0,-18 6-2 15,13-10 6-15,-13 10-4 0,12-13 7 0,-12 13 3 16,8-13 11-16,-8 13 24 0,5-12 3 0,-5 12 32 16,4-11-27-16,-4 11 19 0,0 0-36 0,6-10 19 15,-6 10-37-15,0 0 26 0,6-9-31 0,-6 9 27 16,0 0-26-16,0 0 0 0,11 9 15 0,-11-9 13 0,16 10-6 15,-7 1 23-15,0 0 6 0,3 3 10 16,-1 1-3-16,1 3 0 0,4 3 21 0,-3 0 3 16,2 2 2-16,-2 2 27 0,1 1-44 0,-3 0 26 0,2 0-47 15,-4 2 29-15,0-1-42 0,0-1 30 0,-5-2-47 16,2-1 40-16,-2 1-47 0,-2-2 33 0,0-2-38 16,-4-1 37-16,0-1-42 0,-2 0 3 0,-4 1 2 15,-3-2-1-15,-7 1 0 0,-2-1-3 0,-9-1-5 16,-7-1-25-16,-3-2-15 0,-6-1-22 0,-2-2-41 15,-2-2-53-15,0-2-55 0,4-3-34 0,5 0-90 16,6-3-70-16,4-1-115 0,4-4-120 0,3 2-194 16,2-6-314-16,6-2-765 0</inkml:trace>
  <inkml:trace contextRef="#ctx0" brushRef="#br0" timeOffset="43649.8768">14238 6384 185 0,'0'0'449'0,"-9"-10"-61"0,9 10-95 0,-11-9-8 16,11 9-49-16,-9-6 33 0,9 6-41 0,-7-7 8 16,7 7-41-16,0 0-15 0,-9-9-56 0,9 9-5 15,0 0-34-15,0 0 36 0,-12 4-6 0,12-4 14 16,-6 13 7-16,4-3 3 0,-1 2-16 0,0 3 5 15,0-1 4-15,1 4-16 0,-2 1 10 0,3 5-4 16,-1-4-9-16,0 4-6 0,-3-2-15 0,3 1-7 0,2 0-14 16,-2-1-3-16,1-2-20 0,0 1-1 0,0-1-12 15,-1 1-5-15,2-2-6 0,0 1-1 0,0-2-7 16,0 0-2-16,0 0-15 0,0-2-29 0,0 0-59 16,0-2-67-16,2-1-52 0,-2 0-71 0,1 1-54 15,-1-2-94-15,1-1-143 0,-1-11-471 0,3 20-656 16</inkml:trace>
  <inkml:trace contextRef="#ctx0" brushRef="#br0" timeOffset="44065.862">14447 6720 323 0,'8'-15'596'0,"0"2"-94"0,-2-1-71 0,1 0-26 15,-1-2-87-15,1 2-8 0,1-1-34 16,-1 0-15-16,-1 1-45 0,1 1-30 0,0 0-38 16,0 2-26-16,1 0-33 0,0 1-12 0,4 2-23 15,-1 1-9-15,3 3-13 0,0 1-2 0,2 2-11 0,1 3 0 16,2 3-15-16,0 1 12 0,4 3-3 0,0 3 1 16,0 1 1-16,-2 2-4 0,0 0 3 0,-1 2-6 15,-5-3-1-15,0 1-4 0,-2 0 5 0,-2-1 1 16,0 0-2-16,-4-1 5 0,-1-1 40 0,0 1-5 15,-5-1 14-15,-1-12-12 0,0 22 21 0,-1-10-18 16,-5-3 9-16,-1 2-20 0,-3 0 12 16,-2-3-23-16,-1 1 6 0,-1-1-19 0,-1-1 7 0,-1-1-12 15,-2-2 5-15,0-1-9 0,2 0 10 0,-2-3-17 16,0 0 16-16,2 0-16 0,-2-4 12 0,3 0-18 16,-1-3 8-16,3 0-6 0,2-2 14 0,-1-1-17 15,3-1 13-15,2 1-16 0,0-2-11 0,3 1-14 16,2-1-29-16,1 0-35 0,1 0-52 0,0 0-64 15,1 1-72-15,3-1-106 0,5 1-43 0,0 1-130 16,4-4-381-16,4 2-528 0</inkml:trace>
  <inkml:trace contextRef="#ctx0" brushRef="#br0" timeOffset="44365.6778">15309 6482 253 0,'4'-9'759'0,"-4"9"-125"0,3-16-2 0,-3 16-74 16,3-15-35-16,-3 15-27 0,1-14-10 0,-1 14-44 16,0-15-29-16,0 15-38 0,1-11-59 0,-1 11-53 15,0 0-51-15,-1-13-43 0,1 13-36 0,0 0-26 16,0 0 3-16,0 0 13 0,0 0 23 0,8 9-18 16,-3 2-12-16,-2-2-6 0,1 3-72 0,0 3 47 15,-1 1-66-15,1 2 57 0,0 2-75 0,1 2 58 16,-2 0-68-16,0 0 57 0,2 1-61 0,-2 2-3 15,1-2 11-15,-1 1-5 0,3-3-3 0,-1 1-18 16,0 0 23-16,0-2-93 0,-1 0-16 0,1-1-87 16,0-3-9-16,-1 0-67 0,-1-1-27 0,1 1-40 15,-1 0-46-15,-2-1-22 0,-2-1-37 0,-1 3-35 16,-3-3-157-16,-2 4-540 0,-3 0-796 0</inkml:trace>
  <inkml:trace contextRef="#ctx0" brushRef="#br0" timeOffset="45132.7468">14313 7685 113 0,'0'0'539'16,"0"0"-113"-16,-3-13-52 0,3 13-23 0,0 0-29 16,-2-15 16-16,2 15-43 0,0 0 3 0,-2-14-27 15,2 14 10-15,0 0-30 0,0-15 4 0,0 15-35 16,0 0-9-16,-3-12-26 0,3 12-11 0,0 0-17 16,0 0-16-16,0-13-8 0,0 13-13 0,0 0-9 0,0 0-9 15,0 0-6-15,0 0-13 0,0-11 11 0,0 11-8 16,0 0 0-16,0 0-3 0,0 0-6 0,0 0-9 15,0 0-3-15,0 0 1 0,0 0 22 0,-2-11-50 16,2 11-4-16,0 0-4 0,0 0-7 0,0 0-2 16,0 0-7-16,0 0-1 0,0 0-4 0,0 0-1 15,0 0-3-15,0 0 2 0,0 0-5 16,0 0-4-16,0 0 2 0,0 0-2 0,0 0-4 0,0 0-4 16,0 0-5-16,0 0-4 0,0-13-3 0,0 13 1 15,0 0 3-15,0 0 2 0,0 0 37 0,0 0-35 16,0 0 33-16,2-11-35 0,-2 11 31 0,0 0-32 15,0 0 34-15,0 0-36 0,0 0 37 0,0-13-39 16,0 13 38-16,0 0-34 0,0 0 35 0,0 0-33 16,0 0 34-16,0 0-26 0,0-12 30 0,0 12-34 15,0 0 40-15,0 0-30 0,0 0 36 0,0 0-40 16,0 0 34-16,0 0-52 0,0 0 36 0,0 0-38 16,0 0 37-16,0 0-33 0,0 0 25 0,0 0 15 15,3 20 13-15,-1-8 42 0,0 6-40 0,-1 1 63 0,1 6-37 16,-2 1 39-16,2 0-52 0,-2 3 35 0,0-1-50 15,0 0 40-15,0 1-56 0,0 0 38 16,0 0-50-16,-2-1 49 0,2-2-59 0,0 1 49 0,0-2-56 16,-1-1 46-16,1 0-63 0,-1-4 8 0,1 0-83 15,-1-3-30-15,1 3-110 0,0-6-44 0,0 0-74 16,0 1-31-16,1-4-79 0,-1 3-25 0,2-4-28 16,-2-10-98-16,6 17-585 0,-6-17-819 0</inkml:trace>
  <inkml:trace contextRef="#ctx0" brushRef="#br0" timeOffset="45550.1784">14775 7961 2 0,'9'-11'699'0,"0"-1"-145"0,2 1-57 16,-2-2-19-16,0-1-46 0,1-2-35 0,-1 2-23 15,-1-2-12-15,2-2-22 0,-1 3-35 0,-1 0-50 16,-1 1-31-16,2 1-7 0,-2 0-54 0,1 0-5 0,1 3-56 15,1-2 13-15,0 3-51 0,1 2 9 16,3 2-36-16,-3 2 23 0,3 0-37 0,-1 5 31 16,1 0-38-16,2 4 34 0,2 4-34 0,-1 1 33 0,-1 3-37 15,-2 2 32-15,2 3-42 0,-1 1 42 0,-1 4-15 16,-5-5-37-16,1 6 34 0,-3-2-38 0,1 4 39 16,-3-3-39-16,-1-1 40 0,-2-1-44 0,0-2 46 15,-2-2-43-15,2 2 32 0,-2-4-35 0,0-2 44 16,-2 0-40-16,0-2 38 0,1-1-35 0,-2-2 39 15,-2 0-40-15,-1-1 33 0,-4-3-32 0,2-1 32 16,-4-2-37-16,-3-1 36 0,-1-2-39 0,-3-3 40 16,-4-2-43-16,-1-1 36 0,-2-4-11 0,1 1-5 15,-2-4-6-15,4 1 3 0,1 0-6 0,4-1-5 16,2 3-8-16,3-3-14 0,4 4-22 0,1-1-19 16,2 0-30-16,3 0-15 0,3 11-26 0,3-21-25 15,3 10-32-15,4 1-45 0,1 0-45 0,0 1-32 16,5 1-21-16,-1 0-72 0,2 1-81 0,-2 1-523 0,4 0-635 15</inkml:trace>
  <inkml:trace contextRef="#ctx0" brushRef="#br0" timeOffset="45783.6089">15413 7778 85 0,'7'-6'697'0,"-7"6"-94"0,11-11-34 15,-11 11-19-15,9-8-50 0,-9 8-20 0,7-8-36 16,-7 8-47-16,0 0-54 0,8-7-81 0,-8 7 9 15,0 0-61-15,0 0 31 0,0 0-34 0,11 0 52 16,-11 0-58-16,5 13 19 0,-5-13-61 16,8 19 36-16,-5-5-85 0,0 1 23 0,2 0-73 0,-1 3 38 15,0 3-61-15,-1 0 36 0,1 0-56 16,1 1 38-16,-1 0-70 0,1 2 9 0,-2-2-68 0,1 2-30 16,-1-1-116-16,1-1-45 0,-1 2-28 0,1-1-63 15,-2 0-44-15,0 0-68 0,0-3-10 0,-1 1-29 16,-1-2-69-16,0 0-590 0,-2 0-781 0</inkml:trace>
  <inkml:trace contextRef="#ctx0" brushRef="#br0" timeOffset="46284.4315">14009 9153 489 0,'-6'-15'552'0,"6"15"-53"0,-4-16-51 0,4 16-5 16,-6-18-45-16,6 18 7 0,-5-20 11 0,3 11-13 15,0-2-23-15,2 11 0 0,-6-18-49 0,6 18 25 16,-3-16-71-16,3 16 0 0,-4-12-93 0,4 12-7 15,-2-11-75-15,2 11 8 0,0 0-55 0,0 0 27 16,0 0-34-16,0 0 27 0,0 0-40 0,2 14-5 0,1-3 0 16,1 2 5-16,0 3-10 0,0 1 31 0,-1 2-51 15,3 3 35-15,1 0-46 0,-2 0 37 0,-1-1-43 16,1 1 27-16,1 0-78 0,-1 0-2 0,0-1-120 16,1 1-77-16,-1-2-68 0,2-1-118 0,-1 0-107 15,2 1-53-15,-2-3-179 0,2-2-525 0,-1-2-907 16</inkml:trace>
  <inkml:trace contextRef="#ctx0" brushRef="#br0" timeOffset="46667.6867">14503 9388 134 0,'9'-20'792'0,"3"-5"-156"0,-1 0-72 0,-1 1-53 16,2-2-72-16,0 2-10 0,1-1-70 0,2 1-31 15,-1 1-43-15,2 2-43 0,-1 2-10 0,2 4-48 16,-4 1-24-16,2 2-42 0,-2 2-7 0,1 3-41 16,0 3 14-16,1 2-32 0,-1 2 11 0,4 3-33 0,-2 2 2 15,2 3-8-15,-1 4 3 0,0 0 0 0,-2 2 20 16,-1 2-30-16,-1 0 20 0,1 2-36 16,-3 1 28-16,-2 0-30 0,0 0 24 0,0-1-28 0,-5-1 30 15,1 0-32-15,-2-1 27 0,-2-1-33 0,2-2 34 16,-6 0-31-16,1-1 30 0,-2 0-34 15,-3 0 28-15,0-4-40 0,-3 3 44 0,0-5-39 16,-1 0 19-16,-3-3-23 0,1 0 23 0,-1-4-35 0,-2 0 23 16,-4-2-30-16,0-3 12 0,-3-1-10 0,1-3 11 15,2 1 3-15,0-4 5 0,1 1 3 0,2-2 9 16,3 0-4-16,-1-1 6 0,3 2-1 0,6-2-3 16,-1 1-2-16,3 1-6 0,2 0 9 0,2 1-10 15,3-1-21-15,2 0-40 0,1 1-55 0,5 0-29 16,2 0-89-16,2 1-78 0,3 2-68 0,5 0-141 15,4-1-623-15,-3 3-781 0</inkml:trace>
  <inkml:trace contextRef="#ctx0" brushRef="#br0" timeOffset="46933.4409">15470 9050 408 0,'12'-9'755'0,"-3"0"-65"0,-1 1-31 16,1 0-83-16,-2-1-48 0,0 1 1 0,-1 0-48 15,-6 8 10-15,8-15-75 0,-8 15-13 0,10-10-104 16,-10 10-23-16,7-8-102 0,-7 8 5 0,0 0-75 16,0 0 52-16,0 0-58 0,12 7 41 0,-12-7-71 15,4 20-9-15,-3-8-5 0,2 4-9 16,-3 4-8-16,-1 1-5 0,2 3-6 0,-1 1-5 16,0 2 55-16,0 0-60 0,0 1 33 0,1-1-92 0,-1 1 18 15,0 0-86-15,0-2-28 0,0 0-110 0,1 0-15 16,-1-1-50-16,0-2-68 0,2 1-41 0,-2-4-85 15,0-1-37-15,-2 0-125 0,1-2-652 0,-2 0-926 16</inkml:trace>
  <inkml:trace contextRef="#ctx0" brushRef="#br0" timeOffset="47985.6435">13903 10513 281 0,'0'0'505'15,"0"0"-92"-15,0 0-62 0,0 0-41 0,0 0-17 16,0 0-5-16,0 0-21 0,0 0-13 0,0 0-14 16,0 0-15-16,0 0-16 0,0 0-18 0,0 0-18 0,0 0-19 15,0 0-13-15,0 0-18 0,0 0 7 16,0 0-29-16,0 0 7 0,0 0-25 0,0 0 3 0,0 0-20 15,0 0 3-15,0 0-14 0,0 0-2 16,0 0-13-16,0 0 1 0,0 0-6 0,0 0 1 0,0 0-11 16,0 0 3-16,0 0-12 0,0 0 1 0,0 0-3 15,0 0 1-15,0 0-13 0,0 0 6 0,0 0-7 16,0 0 6-16,0 0-11 0,0 0-1 0,0 0 7 16,0 0 6-16,0 0-10 0,0 0 6 15,0 0-5-15,0 0 6 0,0 0-5 0,0 0 3 0,0 0-7 16,0 0 9-16,0 0-9 0,0 0 5 0,0 0-5 15,0 0 0-15,0 0 4 0,0 0 4 0,0 0-8 16,0 0 9-16,0 0-11 0,0 0 11 0,0 0-7 16,0 0 7-16,0 0-8 0,0 0 9 0,0 0-8 15,0 0 4-15,0 0-5 0,0 0 9 0,0 0-10 16,0 0 9-16,0 0-9 0,0 0 7 0,0 0-9 16,0 0 4-16,0 0 0 0,0 0 8 0,0 0-8 15,0 0 8-15,0 0-9 0,0 0 4 0,0 0-1 16,0 0 5-16,0 0-10 0,0 0 9 0,0 0-14 15,0 0 9-15,0 0 0 0,0 0-1 0,0 0 3 16,0 0 4-16,0 0-8 0,0 0 8 0,0 0-7 16,0 0 8-16,0 0-4 0,0 0 3 0,0 0-8 15,0 0 8-15,0 0-8 0,0 0 3 0,0 0 1 16,0 0 4-16,0 0-8 0,0 0 8 0,0 0-9 0,0 0 8 16,0 0-9-16,0 0 6 0,0 0-2 0,0 0 7 15,0 0-6-15,0 0 8 0,0 0-5 16,0 0-1-16,0 0 4 0,0 0 1 0,0 0-8 0,0 0 6 15,0 0-9-15,0 0 10 0,0 0-6 0,0 0 0 16,-2-12 9-16,2 12 4 0,0 0 2 0,0 0 4 16,-2-13 3-16,2 13-20 0,0 0 33 0,0 0-10 15,-3-10 16-15,3 10-16 0,0 0 19 0,0 0-30 16,0 0 23-16,-4-12-32 0,4 12 15 0,0 0-25 16,0 0 15-16,0 0-17 0,0 0 49 0,-2 10-5 15,2-10 49-15,-2 19-20 0,0-6-1 0,0 4 4 16,-1 2 6-16,1 5 7 0,0 1-8 0,0 1 17 15,-1 2-49-15,2 1 27 0,0 0-45 0,1 0 27 16,1-1-46-16,0 1 36 0,4 1-45 0,-3-2 22 0,2-3-78 16,-1 0-32-16,1-2-100 0,2-2-36 15,-3 0-38-15,1-5-108 0,2 0-65 0,-2-1-16 16,0-2-86-16,0-2-90 0,1-2-461 0,-5-9-708 0</inkml:trace>
  <inkml:trace contextRef="#ctx0" brushRef="#br0" timeOffset="48383.7823">14296 10765 671 0,'7'-15'607'0,"2"2"-81"16,-2-2-20-16,-1 0-93 0,-1 1 3 0,4-1-54 15,-2 0-7-15,0 1-40 0,2 0-20 0,0 3-53 16,0-2-47-16,-1 1-35 0,1 3-34 0,1 0-21 15,1 3-21-15,2 2-13 0,-1 2-12 0,3 2-1 16,3 3-16-16,0 1-6 0,2 5-16 0,3 1 8 16,0 3-10-16,-2 3 4 0,0 2-9 0,-2 0 11 0,-2 3-13 15,-1-1 12-15,-3 3-20 0,-1-1 17 0,-2-2-23 16,-1 1 23-16,-4-1-26 0,0 1 17 16,-3-4-23-16,-2 0 29 0,-2 0-22 0,-3 0 23 0,-2-1-24 15,-2 0 29-15,-2-1-30 0,-2-2 23 0,-1-1-21 16,-4-2 21-16,1-1-25 0,-1-2 26 15,-1-1-23-15,1-3 21 0,-2-1-20 0,3-1 31 16,-1-2-34-16,-1-1 16 0,4-2-23 0,-1-2-6 0,3-1-18 16,-1-3 2-16,3-1-5 0,2-1-20 0,2-2-15 15,0 0-23-15,5-1 3 0,1-1-51 0,2 0 0 16,3 0-54-16,5-3-27 0,1 2-54 0,3 0-47 16,5-1-24-16,2 1-98 0,2 0-19 0,3 1-420 15,0 1-451-15</inkml:trace>
  <inkml:trace contextRef="#ctx0" brushRef="#br0" timeOffset="48784.7829">15000 10614 489 0,'6'-6'579'0,"-6"6"-65"0,12-14-14 16,-12 14-55-16,7-16-21 0,-3 7-12 16,-2-1 4-16,2 1-48 0,-1-2-34 0,0 2-5 15,1-1-56-15,-4 10-1 0,6-19-69 0,-6 19 7 0,5-15-85 16,-5 15 11-16,11-14-63 0,-2 7 23 0,0 1-51 15,0 2 19-15,4-1-43 0,-1 2 26 16,1 1-42-16,1 0 31 0,1 2-40 0,1 1 33 16,1 1-39-16,0 1 31 0,-4-1-34 0,4 4 36 0,-4 0-43 15,1 1 37-15,-4 2-23 0,0 0 27 0,-1 3-29 16,-3 0 17-16,-3 1 11 0,-2 3 23 0,-1 0 3 16,-4 2 6-16,-2 1 1 0,-4 2 4 0,-2 2 1 15,-2 2 6-15,-2-1 32 0,-2 1-52 0,2 0 37 16,-2-3-50-16,3 1 32 0,-2 0-45 0,4-2 34 15,3-4-44-15,-1 0 43 0,3-2-50 0,2-1 36 16,1-3-29-16,2 1 48 0,3-12-37 0,3 19 45 16,-3-19-53-16,16 10 53 0,0-7-64 0,3-3-4 15,8-1 49-15,9-2-57 0,4 0 47 0,6-5-74 0,1-2 7 16,4 2-76-16,-2-3-13 0,0 0-87 16,0-2 7-16,-2 1-48 0,-2 1-29 0,-4 0-33 15,-8 1-24-15,-3 2-44 0,-7 2-47 0,-2-2-22 16,-8 2-133-16,-3 2-99 0,-10 4-331 0,7-6-617 0</inkml:trace>
  <inkml:trace contextRef="#ctx0" brushRef="#br0" timeOffset="49601.0395">13884 11512 296 0,'0'0'397'0,"0"0"-62"15,0 0-30-15,0 0-24 0,0 0-27 0,4-9-13 16,-4 9-20-16,0 0-6 0,0 0-30 0,0 0 3 15,0 0-26-15,4-10-4 0,-4 10-31 0,0 0-2 16,0 0-24-16,0 0 1 0,0 0-22 0,0 0 7 16,0-12-33-16,0 12 17 0,0 0-26 0,0 0 7 15,0 0-23-15,0 0 14 0,0 0-20 0,0 0 14 16,0 0-22-16,0 0 12 0,0 0-21 0,2-12 14 16,-2 12-19-16,0 0 17 0,0 0-21 0,0 0 18 15,0 0-19-15,0 0 18 0,0 0-20 0,2-12 22 16,-2 12-21-16,0 0 18 0,0 0-13 0,0 0 28 15,-1-11-2-15,1 11 35 0,0 0-24 0,0 0 22 16,0 0-4-16,0-13 36 0,0 13-15 0,0 0 10 0,0 0-18 16,-1-11 11-16,1 11-6 0,0 0 17 0,0 0 8 15,0 0-5-15,-2-11-24 0,2 11 0 0,0 0-15 16,0 0-13-16,0 0-16 0,0 0 11 0,0 0 4 16,0 0 15-16,0 0 31 0,0 17 9 0,2-6 22 15,-2 1 32-15,1 5-46 0,0-1 19 0,-1 3-41 16,1 0 33-16,-2 1-49 0,1 0 21 0,0 1-47 15,-2-1 27-15,2 3-48 0,-2-2 31 0,2 0-42 16,-2 0 34-16,2-2-77 0,0 1-33 0,0-1-137 16,0 0-95-16,2-2-134 0,0 0-140 0,1-2-115 15,1-1-794-15,3-2-1107 0</inkml:trace>
  <inkml:trace contextRef="#ctx0" brushRef="#br0" timeOffset="51007.4033">14422 11675 211 0,'10'-15'837'0,"-1"2"-127"0,-1 0-91 0,-1 0-71 0,3-1-87 16,-2 0-49-16,1 2-39 0,1-1-52 16,0 0-55-16,-1 1-30 0,1 2-23 0,-1 0-32 0,-1 2-39 15,1 1-31-15,2 2-19 0,-1 2-16 0,-10 3-10 16,22-3-7-16,-9 6-14 0,-1 1 17 0,1 4-37 15,0 1 31-15,1 3-37 0,-1 2 20 0,-1 1-40 16,-1 1 29-16,-2 2-41 0,0-2 44 0,-2 3-39 16,0-1 31-16,-2-2-31 0,-2 2 33 0,-1-4-34 15,-2 3 36-15,0-3-36 0,-2 1 33 0,-2 0-39 16,0-2 39-16,-3-1-35 0,0 0 35 0,-3 0-34 16,0-3 37-16,-2 1-42 0,-1-2 37 0,-1 1-35 15,-2-4 35-15,-1 0-41 0,-2 0 37 0,-1-4-33 16,1 2 32-16,-2-3-34 0,2-1 33 0,0-1-32 15,1-1 36-15,2 0-40 0,1-2 31 0,-1 0-49 16,4-1 33-16,-1 0-31 0,2-3 35 0,0 1-34 16,2 0 44-16,0-1-36 0,2 2 34 0,0 1-28 15,2-2 31-15,5 8-34 0,-10-9 36 0,10 9-32 16,-8-9 30-16,8 9-31 0,-6-7 34 0,6 7-30 16,0 0 32-16,-9-9-36 0,9 9 33 0,0 0-32 0,-6-7 33 15,6 7-31-15,0 0 29 0,0 0-35 0,-5-7 46 16,5 7-39-16,0 0 27 0,0 0-25 15,0 0 42-15,-7-7-45 0,7 7 31 0,0 0-27 16,0 0 27-16,0 0-25 0,0 0 28 0,0 0-32 0,0 0 34 16,0 0-35-16,-7-6 29 0,7 6-31 0,0 0 32 15,0 0-27-15,0 0 28 0,0 0-36 0,0 0 42 16,0 0-34-16,0 0 27 0,0 0-28 0,0 0 35 16,0 0-36-16,0 0 34 0,0 0-34 0,0 0 38 15,0 0-41-15,0 0 34 0,0 0-32 0,0 0 35 16,0 0-33-16,0 0 43 0,0 0-48 0,0 0 35 15,0 0-31-15,0 0 31 0,0 0-35 0,0 0 47 16,0 0-40-16,0 0 28 0,0 0-25 0,0 0 28 16,0 0-33-16,0 0 41 0,0 0-34 0,-9-3 44 15,9 3-35-15,0 0 42 0,0 0-20 0,0 0 22 16,0 0-38-16,0 0 37 0,0 0-43 0,0 0 36 16,0 0-38-16,0 0 33 0,0 0-39 0,0 0 37 15,0 0-38-15,0 0 35 0,0 0-37 0,0 0 40 0,0 0-39 16,0 0 34-16,0 0-39 0,0 0 34 0,0 0-39 15,0 0 38-15,0 0-35 0,0 0 33 0,0 0-31 16,0 0 33-16,0 0-40 0,0 0 41 0,0 0-36 16,0 0 36-16,0 0-40 0,0 0 41 0,0 0-37 15,0 0 38-15,0 0-34 0,0 0 38 0,0 0-36 16,0 0 43-16,0 0-31 0,0 0 33 0,0 0-36 16,0 0 48-16,0 0-44 0,0 0 34 0,0 0-34 15,0 0 37-15,0 0-42 0,0 0 43 0,0 0-32 16,0 0 42-16,0 0-35 0,0 0 36 0,0 0-36 15,0 0 33-15,0 0-45 0,0 0 32 0,0 0-39 16,0 0 35-16,0 0-43 0,0 0 36 0,0 0-41 16,0 0 37-16,-6-6-38 0,6 6 38 0,0 0-40 15,0 0 38-15,0 0-36 0,0 0 34 0,0 0-35 16,0 0 36-16,0 0-39 0,0 0 41 0,0 0-40 16,-8-7 44-16,8 7-40 0,0 0 33 0,0 0-34 15,0 0 37-15,0 0-39 0,0 0 36 0,0 0-38 0,0 0 39 16,0 0-33-16,-6-6 33 0,6 6-37 0,0 0 36 15,0 0-34-15,0 0 34 0,0 0-35 0,0 0 34 16,0 0-34-16,0 0 36 0,0 0-36 16,-6-6 39-16,6 6-40 0,0 0 36 0,0 0-26 0,0 0 27 15,0 0-36-15,0 0 34 0,0 0-38 0,0 0 42 16,0 0-40-16,0 0 36 0,0 0-33 0,0 0 34 16,0 0-37-16,0 0 50 0,0 0-52 0,0 0 41 15,0 0-41-15,0 0 42 0,-7-7-41 0,7 7 39 16,0 0-38-16,0 0 35 0,0 0-34 0,0 0 35 15,0 0-33-15,0 0 36 0,0 0-39 0,0 0 40 16,0 0-37-16,0 0 35 0,0 0-39 0,0 0 38 16,0 0-36-16,0 0 39 0,0 0-39 0,0 0 35 15,0 0-34-15,0 0 37 0,0 0-38 0,0 0 36 16,0 0-34-16,0 0 33 0,0 0-35 0,0 0 37 16,0 0-38-16,0 0 38 0,0 0-39 0,0 0 38 15,0 0-36-15,0 0 35 0,0 0-36 0,0 0 34 16,0 0-36-16,0 0 39 0,0 0-44 0,0 0 37 0,0 0-39 15,0 0 40-15,0 0-45 0,0 0 43 16,0 0-35-16,0 0 35 0,0 0-34 0,0 0 38 16,0 0-33-16,0 0 34 0,0 0-40 0,0 0 41 0,0 0-34 15,0 0 36-15,0 0-35 0,0 0 35 16,0 0-32-16,0 0 35 0,0 0-37 0,0 0 35 0,0 0-40 16,0 0 42-16,0 0-38 0,0 0 36 15,0 0-40-15,0 0 40 0,0 0-34 0,0 0 34 0,0 0-38 16,0 0 39-16,0 0-36 0,0 0 35 0,0 0-35 15,0 0 35-15,0 0-34 0,0 0 34 0,0 0-35 16,0 0 39-16,0 0-41 0,0 0 37 0,0 0-38 16,0 0 40-16,0 0-44 0,0 0 27 0,0 0-56 15,0 0 8-15,0 0-87 0,0 0-20 0,0 0-46 16,0 0-39-16,0 0-28 0,0 0-86 0,0 0-71 16,0 0-29-16,0 0-117 0,0 0-138 0,0 0-335 15,8-8-656-15</inkml:trace>
  <inkml:trace contextRef="#ctx0" brushRef="#br0" timeOffset="51506.1654">14855 11544 580 0,'8'-10'620'0,"-2"2"-108"15,-1 1-18-15,2-1-84 0,-1-2-32 0,4 0-48 16,-1-1-24-16,-1 0-57 0,4 0-11 0,-2-1-60 16,2-1-5-16,1 4-34 0,1-1-3 0,1-3-40 15,-1 4-4-15,2-1-31 0,-2 3 1 0,0-1-22 16,0 1 7-16,2 1-19 0,-2 1 10 0,-1 2-20 16,0 0 9-16,-1 1-16 0,-12 2 4 0,24 0-7 15,-14 2 17-15,1 1 5 0,-2 1 3 0,0 3-5 16,0 0-11-16,-2 1 2 0,0 2 12 0,0 1 1 15,-2 1-3-15,0 1-1 0,-3 2 13 0,-1-1-5 16,-2 1 3-16,-1 1 12 0,-1 1-16 0,-3 0 20 16,0 3-28-16,-1-1 37 0,0 0-34 0,-3 0 23 15,2 0-26-15,-1-1 39 0,-2-1-37 0,2 0 38 16,0-3-44-16,3-1 37 0,-2-2-28 0,2 0 15 0,2-2-41 16,-1-1 37-16,5-8-33 0,-7 14 48 15,7-14-35-15,-5 11 57 0,5-11-35 0,0 0 26 0,7 9-44 16,-7-9 28-16,20 0-43 0,-2-2 33 0,5-3-45 15,4 1 32-15,6-2-41 0,3-1 39 0,7-1-42 16,2-1 33-16,0 2-38 0,1-2 27 0,-4 2-53 16,1-2 17-16,-5 4-59 0,-4-1 9 0,-2 1-68 15,-4-1-12-15,-3 2-17 0,-7 1-27 0,1-2-7 16,-3 2-48-16,-4 0-57 0,0 2-72 0,-12 1-29 16,10-3-91-16,-10 3-64 0,0 0-468 0,0 0-651 15</inkml:trace>
  <inkml:trace contextRef="#ctx0" brushRef="#br0" timeOffset="51951.6584">14036 12282 637 0,'-6'-7'600'0,"6"7"-47"16,-10-10-43-16,10 10-60 0,-7-7-64 0,7 7-16 15,-8-6-66-15,8 6-26 0,0 0-60 0,-7-8-30 16,7 8-48-16,0 0 14 0,0 0 9 0,-10 5 2 16,10-5-11-16,-6 15 24 0,4-6-43 0,-2 3 19 15,2 3-58-15,-1 0 12 0,-2 3-52 0,1 0 24 16,1 3-44-16,-3 0 19 0,4 0-49 0,-2 0 20 15,-1 2-79-15,3-6-30 0,2 1-60 0,-2-2-89 16,2 2-76-16,0-4-102 0,0 0-57 0,2-1-155 0,0-2-602 16,4 0-833-16</inkml:trace>
  <inkml:trace contextRef="#ctx0" brushRef="#br0" timeOffset="52353.7872">14395 12450 503 0,'16'-22'652'0,"3"0"-108"15,-2-1-49-15,3 2-33 0,-2-1-57 0,1 1-7 16,1 2-73-16,-2 2-5 0,-2 2-44 0,-2 3-41 16,0-1-47-16,-2 4-40 0,-2 2-34 0,0 1-20 15,1 3-11-15,-11 3-12 0,23 2-6 0,-11 2-10 16,0 4-13-16,-3 1-13 0,0 3 5 0,0 1-6 15,-2 4-10-15,-2-1-8 0,-1 1 2 0,-2 2-4 16,1-1-2-16,-3 1-5 0,0 0 11 0,-1 0-9 16,-1-1-4-16,-2-2 4 0,1 0 3 0,-1-1-2 0,-3-1 8 15,0-1-10-15,-1 0 3 0,-1-3 3 16,-1 1-2-16,-1-3-11 0,-1 0 13 0,-3-2-5 16,2-2 9-16,-3-1-12 0,1-2 0 0,1-1 2 15,0 0 3-15,-2-2-2 0,2-2 3 0,1-1-9 0,1-3-7 16,2 0-8-16,-1-3-8 0,4 1-9 0,0-3-12 15,3-1-15-15,2 2-27 0,2-2-5 0,2-1-48 16,2-1-4-16,4-2-57 0,2 2-34 0,4-1-54 16,4 0-34-16,5 0-22 0,1 1-45 0,4 2-48 15,0 0-443-15,2 2-441 0</inkml:trace>
  <inkml:trace contextRef="#ctx0" brushRef="#br0" timeOffset="52802.9243">15107 12187 619 0,'10'-6'569'0,"-1"-1"-64"0,-1 1-3 0,1 0-76 16,2-3 16-16,-4 3-39 0,4-2-2 0,-3-3-29 16,0 2-56-16,0-1-25 0,1 3 7 0,-1-4-35 15,3 3-18-15,-1 0-71 0,0-1 15 0,1 2-82 16,1 1 14-16,-1 0-58 0,3 0 18 0,-3 4-47 0,2-2 27 16,2 2-45-16,-2 1 30 0,2 0-52 15,0 2 38-15,-1 0-41 0,2 2 35 0,-1 0-41 16,-3 1 40-16,1 2-41 0,0-1 1 0,-2 2 11 0,-1 0-3 15,-3 1 1-15,-1-1 3 0,-1 1 3 0,-1 1-7 16,-4-9 7-16,3 18 0 0,-3-18 3 16,-4 21-4-16,-1-11 3 0,-2 1-2 0,-2 1-14 0,-1-1 11 15,-1 1-7-15,-3 1-5 0,1 0-19 0,0-1-3 16,1-1-28-16,0 0-18 0,4-1-12 0,-1 1 4 16,1-1-6-16,3-1-4 0,0-1 3 15,5-8 22-15,-3 18 20 0,3-18-7 0,4 15 22 0,2-8-4 16,1 0 18-16,2 1-5 0,5-1 11 0,-1 0 1 15,-1-1 10-15,3 1 1 0,0-1 22 0,-1 0 1 16,2 0 26-16,-3 0 12 0,4 0-5 0,-2 1 35 16,3 2-20-16,-1 0 31 0,1 0-26 0,-2 1 28 15,-2-1-48-15,-1 0 28 0,0 0-44 0,-2 1 37 16,-3 0-26-16,1-1 38 0,-5 1-40 0,-1-1 41 16,-3-9-35-16,-5 20 35 0,-7-9-50 0,-5 2 29 15,-11 0-44-15,-10 4 29 0,-8-4-71 0,-14 3-38 16,-4-1-43-16,-4-1-75 0,-1-1-88 0,-2 1-75 0,-1 1-163 15,4-4-166-15,2 1-765 0,11-2-1053 0</inkml:trace>
  <inkml:trace contextRef="#ctx0" brushRef="#br0" timeOffset="61106.4249">20659 4809 191 0,'0'0'403'0,"0"0"-90"16,0 0-53-16,0 0-54 0,0 0-28 0,0 0-16 15,3-11-14-15,-3 11-9 0,0 0-17 0,0 0 34 16,0 0-49-16,0 0 43 0,0 0-56 0,0 0 42 15,0 0-19-15,6 11 30 0,-6-11 4 0,6 15 16 16,-1-3-12-16,1 5 17 0,0 3-21 0,3 7 8 16,0 4-9-16,4 8 11 0,-1 5-10 0,4 14-4 15,-2 5-1-15,1 5 0 0,-3 7-14 0,-2 2-14 16,1 6-2-16,-3 3-12 0,-2 5-13 0,-2 4 17 16,-2 5-25-16,-1 22 29 0,-4-1-4 0,0-1-29 0,-2 4 39 15,-1 2-21-15,-2 4 32 0,-2 3-42 16,0 3 32-16,-2 3-38 0,-1 4 13 0,1 6-6 15,-2 1 26-15,1 1-46 0,-2 1-13 0,1 3 22 0,0 2-25 16,-2-1-13-16,0-5-5 0,2-2-6 0,-1-2 21 16,0-3-27-16,1-4-1 0,-1-4-1 0,0-3 18 15,0-6 22-15,2-2-1 0,-2-2 11 16,1-2-6-16,-1-4 1 0,0-3-15 0,-1-3-1 0,1-4-10 16,1-19 6-16,1-1-11 0,-2-1-3 0,1-3 6 15,0-2-21-15,-1-1 13 0,1-5-21 0,-2-3 14 16,4-4-23-16,-2-4 21 0,2-5-28 0,1-10-7 15,2-3-13-15,1-4-20 0,1-4-42 0,0-7-33 16,3-6-26-16,0-2-68 0,0-5-11 0,2-1-51 16,0-4 13-16,2-13-112 0,-3 15-67 0,3-15-44 15,0 0-20-15,0 0-60 0,8-17-10 0,-1-1-85 16,1-6-270-16,2-13-510 0</inkml:trace>
  <inkml:trace contextRef="#ctx0" brushRef="#br0" timeOffset="64523.1479">20877 5082 102 0,'-9'-4'265'0,"9"4"-65"0,0 0-24 0,-13-6-10 16,13 6-10-16,0 0 0 0,-12-6-20 0,12 6-9 15,0 0-13-15,-12-6-9 0,12 6-2 0,0 0-10 16,-11-6 5-16,11 6-7 0,0 0-13 0,-8-3-8 16,8 3-5-16,0 0-11 0,0 0 25 0,-10-4-39 15,10 4 36-15,0 0-47 0,0 0 33 0,0 0-46 16,0 0 36-16,-8-5-40 0,8 5 43 0,0 0-46 0,0 0 43 16,0 0-57-16,0 0 56 0,0 0-51 15,0 0 43-15,0 0-46 0,0 0 41 0,0 0-49 16,0 0 52-16,0 0-44 0,0 0 38 0,0 0-38 0,0 0 42 15,0 0-38-15,0 0 51 0,0 0-17 16,0 0 44-16,0 0-8 0,0 0-17 0,0 0 16 16,17 3-20-16,-17-3 15 0,18 2-21 15,-5-1 13-15,1 0-22 0,3 1 9 0,1-1-11 0,4 0 13 0,5 0-19 16,2 0 9-16,6 1-11 0,5 0 15 0,11-1-18 16,5 0 13-16,7-1-12 0,14 2 8 0,7-1-16 15,6-1 14-15,3 0-11 0,4 1 7 0,9 0-11 16,4-1 8-16,27 0-12 0,0 1 7 0,4-1-9 15,1 0 14-15,5 0-5 0,3 1-3 0,1 1-9 16,2 1 10-16,-1 0-8 0,2 0 8 0,0 2-11 16,1 0 1-16,-2 0-4 0,0 2 11 0,-6 1-8 15,2-1 4-15,-4 0-10 0,-2 1 10 0,-4 0-9 16,-3 1 8-16,-6 0-2 0,-4-1 1 0,-1 1-4 16,-22-1-7-16,3 1 8 0,-3-1-12 0,0 2 13 15,1-2 1-15,-3 3-1 0,0-3-4 0,2 3 1 16,-4-2-5-16,2 1-2 0,-3 0-1 0,0 0 0 15,0-1 0-15,-5 1-6 0,-1-1 10 0,-2 0-1 0,-4 0-9 16,-2 0 12-16,-3-2-9 0,-3 1 8 16,-5-1-8-16,-11-3 9 0,-5 2-11 0,-2-1 6 15,-3-2-3-15,-4 0 13 0,-8-2-8 0,-4 0 6 16,-3 1-8-16,-3-1 13 0,-1-1-14 0,2 0 13 0,-1-1-12 16,-1 1 10-16,2 0-13 0,1 0 5 0,1 0-9 15,5 0 4-15,1 0-17 0,3 1 13 16,6 1-14-16,3 0 11 0,1 2-17 0,4-1 16 15,2 0-13-15,-2 3 11 0,5-1-15 0,-2 1 19 0,1-1-14 16,-3 1 22-16,-1 1-10 0,-1 0 13 0,-4 0-10 16,-1-2 7-16,-4 1-9 0,-7-2 16 0,-2 2-15 15,-4-1 4-15,-6-2 7 0,-1 0-1 16,-6-1-1-16,0 1 2 0,-1-1 3 0,-4-1 2 0,0 1 5 16,-1-1-4-16,0 1 1 0,-1-2 1 0,-13 0 0 15,26 0-4-15,-26 0 1 0,25-1 6 0,-25 1 8 16,22-3 3-16,-22 3-4 0,21-3-3 0,-10 1-2 15,1-1-2-15,-2 2-7 0,1-3 2 0,1 2 2 16,-2-1-2-16,0 0-1 0,0-1 2 0,-10 4 3 16,18-5-3-16,-18 5 3 0,15-4 1 0,-15 4 2 15,12-4 2-15,-12 4-4 0,11-2 1 0,-11 2-3 16,0 0 1-16,13-5-1 0,-13 5 3 0,0 0-3 16,10-4 0-16,-10 4 0 0,0 0 0 0,0 0-3 15,11-3 1-15,-11 3-3 0,0 0 3 0,0 0-2 16,0 0-1-16,0 0 1 0,11-3-4 0,-11 3-2 15,0 0 1-15,0 0 2 0,0 0 0 0,0 0-2 16,0 0 2-16,0 0 3 0,0 0-4 16,0 0 6-16,0 0 2 0,0 0-3 0,10-3 3 0,-10 3 10 15,0 0 8-15,0 0 7 0,0 0 7 0,0 0 9 16,0 0 7-16,0 0 0 0,0 0 0 0,0 0-9 16,0 0-9-16,0 0 0 0,0 0-4 15,10-7-1-15,-10 7 0 0,0 0-3 0,6-5 1 16,-6 5 7-16,6-7-2 0,-6 7-7 0,8-9-5 0,-8 9 22 15,8-8-15-15,-8 8-1 0,9-10-11 0,-9 10-2 16,11-10-3-16,-11 10 3 0,13-11-7 0,-13 11 4 16,11-9-8-16,-11 9 10 0,12-12-14 0,-4 6 24 15,-8 6-26-15,13-12 6 0,-6 7 5 0,1-2 6 16,-1 1 10-16,0 1-13 0,0-3 11 0,1 2-14 16,-2 0 16-16,1 1-10 0,-7 5 16 0,12-12-20 15,-12 12 12-15,11-10-18 0,-11 10 10 0,10-11-13 16,-10 11 14-16,8-7-13 0,-8 7 10 0,8-7-13 15,-8 7 18-15,0 0-21 0,9-11 12 0,-9 11-14 16,0 0 13-16,8-6-12 0,-8 6 10 0,0 0-13 16,9-6 14-16,-9 6-12 0,0 0 13 0,8-7-10 15,-8 7 14-15,0 0-15 0,0 0 15 0,8-5-16 16,-8 5 13-16,0 0-16 0,0 0 13 0,0 0-12 16,7-5 11-16,-7 5-16 0,0 0 20 0,0 0-19 15,0 0 8-15,0 0-11 0,0 0 13 0,0 0-15 16,0 0 16-16,0 0-9 0,12 4 10 15,-12-4-13-15,0 0 17 0,5 12-13 0,-5-12 0 0,2 11 2 16,-2-11 4-16,2 15-3 0,-2-15 4 0,2 21 11 16,-2-9-13-16,0 1 13 0,0 2-17 0,-1 2 18 15,0 3-17-15,1 0 15 0,0 5-3 0,0 2 0 16,2 1-1-16,-2 5-3 0,2 0 3 0,0 3 0 16,-1 0-16-16,3-1 15 0,-2 0-10 0,0 2 11 15,1 1-11-15,3 4 0 0,-3 1 8 0,0 1-1 16,1-1-2-16,-2 2 2 0,0 0 12 0,0 0-16 15,-1 3 20-15,1-3-19 0,-1 2 21 0,0-2-23 16,-1 0 19-16,0 1-19 0,0-1 19 0,0 1-21 16,-2-2 5-16,0 0 3 0,1 0 0 0,-1 0 4 15,0 3 7-15,0-1 2 0,0-1-8 0,-1 3-3 16,1-3 3-16,-1 4 17 0,1 0-20 0,-2-3 16 16,2 3-21-16,-1 0 21 0,1-1-26 0,-1 0 7 15,1 1-1-15,-1 1-1 0,1-4 5 0,-1 4 5 16,0-3-3-16,1-1-5 0,-3 1-1 0,2 1 0 15,-2 0-1-15,1 1 25 0,-2-2-20 0,-1 0 17 16,0-1-28-16,-1 1 29 0,0-3-28 0,0 1 2 16,-1-1 1-16,-1 0 4 0,1 0 3 0,-2-2-1 15,1 1 11-15,1 1-3 0,-1-2-3 0,0 1-3 16,1 1 9-16,-2-1-3 0,3 0 3 0,0 2-2 16,1-1 3-16,-2-1 0 0,2 3 6 0,1-3-1 15,1 0 6-15,0 1-2 0,-1 0 30 0,2-1-36 16,0 0 0-16,0 0 11 0,0-1-21 0,0-1 28 15,0 2-46-15,1 0 45 0,-1-6 0 0,1 7-4 16,-1 1 1-16,0-1-14 0,0 0 2 0,0 0 11 16,0-1-16-16,-1 0-2 0,0 1 0 0,0-1-1 15,0-1-10-15,-1 2 5 0,0-1-24 0,-2 1 29 16,2-1-22-16,-1 1 25 0,-1-2-28 0,0 3 31 16,0 2-9-16,0-1-1 0,0 2-10 0,-1-1 10 15,1 1-5-15,1-1-1 0,0 0 2 0,-1 2 0 16,0 0 6-16,1-3-9 0,1 0-29 0,0 0 35 15,-1-1-15-15,1 2 20 0,1-1-27 0,-1-1 36 16,2 1-11-16,-3-2 4 0,3 2-9 0,0-3-2 16,-1 0-4-16,1-3 2 0,0 3 7 0,-1-2-5 15,0-6-3-15,1 1 3 0,-1-2-5 0,1-1-28 16,-1 0 56-16,0-1-51 0,1 0 30 0,-2-1-23 16,2-1 27-16,-1-1-23 0,0 0 29 0,1-3-30 15,0-1 26-15,-2 0-29 0,4-1 31 0,-2 0-26 16,0 0 27-16,1-1-35 0,-1 0 34 0,1 0-25 15,1-1 31-15,-1 0-12 0,0-3 2 0,1 0 0 16,1 1-5-16,-1-1 15 0,1-1-16 0,1 0-3 16,-1 0-1-16,1-2-3 0,-1 0 4 0,1-1-1 15,0-1 1-15,-2 0 0 0,2-1 0 0,0-1 1 16,0 1-2-16,-1-1 1 0,0-2 1 0,1-10 11 16,-1 22-16-16,1-22-2 0,-2 20 2 15,2-20-7-15,-2 15 6 0,2-15-14 0,-2 15 4 0,2-15 0 16,-2 12-21-16,2-12 27 0,-3 10-21 0,3-10 20 15,-5 10-40-15,5-10 54 0,-9 9-26 0,9-9 23 0,-13 5-16 16,13-5 12-16,-21 4-14 0,9-2 17 0,-2-1-14 16,-1-1 20-16,-4 0-9 0,1 0-37 15,-3-1 38-15,-1 1-7 0,-2-2 5 0,-2 1-7 16,-2 1-3-16,-2-2 2 0,-2 1 4 0,-4 0-4 0,-1 1 9 16,-1-2-11-16,1 2 3 0,-2 0-2 15,-1 0 3-15,0 0 3 0,-1 0 0 0,-4 0-15 16,-4 0 26-16,-3 2-10 0,0-2 5 0,1 1 4 15,-3 2-4-15,2 0-3 0,-3-2 0 0,2 3 4 0,0 0-3 16,-2 0 2-16,1-1-3 0,3 3 4 0,-1-3 0 16,0 2 0-16,1 2-8 0,-1 0 9 0,0-1-2 15,1 1 2-15,-1 2-6 0,-2 0-2 0,1-2 2 16,-3 2-1-16,2 1-4 0,-3-2 7 0,3 1 0 16,-4-3-1-16,4 2 2 0,-2-2-4 0,-2-1 7 15,1 0-6-15,-1-2 9 0,-3 0 10 0,0 0-17 16,-4-3-1-16,0 1 1 0,-11-2 1 0,-3 3 4 15,-2-4-6-15,3 1 5 0,-1-2-5 0,1 0 5 16,1 0 1-16,-1 0 0 0,-1 2-3 0,3-2 1 16,-3 1-1-16,3 1-4 0,-1-1 5 0,12 1 1 15,0 0-1-15,0 1 4 0,0 0-7 0,2 0-5 16,-2 0 12-16,2 1 0 0,-1 0 1 0,2 1-6 16,2-1 4-16,-4 1-4 0,1-1 3 0,2 2-7 15,-3 0 5-15,1 0 4 0,0-1-10 0,0 1 9 16,1-1-5-16,0 2 9 0,-1-2-11 0,1 1 11 15,0 1-5-15,0-1 1 0,-1-1-2 0,1 0-4 16,0 1 0-16,1-1 7 0,0 1-5 0,1-1 3 16,2-1-4-16,1 2 3 0,2-1 0 0,0-1-2 0,2 0 3 15,1 2 3-15,2-1-4 0,1-1 0 16,7 1-5-16,-1-1-10 0,2 2 1 0,0-3 7 16,-1 0-11-16,2 3 7 0,-1-1-8 0,1-2 10 0,-1 2-5 15,1 0 3-15,0 0-1 0,0-2 12 0,-1 2-11 16,2-2 12-16,-3 2-10 0,3 1 16 0,-2-3-9 15,-1 1 5-15,-1 0 3 0,0 1-4 16,-7-2 0-16,-1 1-3 0,0 0-9 0,-1-1 11 0,-1-1-8 16,-1 0 11-16,1 1-12 0,-1-2 10 0,0 3-14 15,-1-3 16-15,2-1-11 0,-1 0 13 0,0 1-12 16,0-3 10-16,2 2 0 0,-1-1-6 0,1-1-1 16,2 1 7-16,-1 0-9 0,2 0 9 0,1-1-9 15,0 0 7-15,3 1-11 0,-1-1 7 0,7 1-2 16,1 0 8-16,0-1-8 0,0 1 11 0,1-1-13 15,2 1 10-15,1 0-9 0,4 1 6 0,-4-2-6 16,6 1 11-16,0 1-13 0,1 0 9 0,2-1-6 16,2 2 0-16,-2-2 0 0,4 2 8 0,2-1-9 15,0 1 8-15,1 0-12 0,2 0 16 0,1 1 2 0,2-1-10 16,0-1-4-16,13 3 6 0,-21-1-2 0,21 1-2 16,-18-1-2-16,18 1 9 0,-13-2-10 15,13 2 9-15,-14-2-10 0,14 2 10 0,0 0-10 0,-14-2 4 16,14 2-4-16,0 0 11 0,-13 0-16 0,13 0 11 15,0 0-12-15,0 0 7 0,-12-2-11 0,12 2 5 16,0 0-13-16,0 0 14 0,0 0-12 16,0 0 14-16,0 0-20 0,-12-1 19 0,12 1-5 0,0 0 13 15,0 0-13-15,0 0 18 0,0 0-15 0,0 0 16 16,0 0-12-16,0 0 14 0,0 0-13 0,0 0 13 16,0 0-11-16,-13-2 13 0,13 2-10 0,0 0 6 15,0 0-7-15,0 0 9 0,0 0-13 0,0 0 15 16,0 0-18-16,-9-5 16 0,9 5-12 0,0 0 10 15,0 0-12-15,-8-5 12 0,8 5-13 0,0 0 12 16,-12-6-11-16,12 6 12 0,-9-3-12 0,9 3 15 16,-10-3-16-16,10 3 18 0,0 0-20 0,-14-6 10 15,14 6-4-15,0 0 10 0,-11-3-23 0,11 3-11 16,0 0-52-16,0 0-32 0,-10-4-40 0,10 4-34 16,0 0-46-16,0 0-45 0,0 0-31 0,0 0-90 15,-7-7-123-15,7 7-410 0,7-8-506 0</inkml:trace>
  <inkml:trace contextRef="#ctx0" brushRef="#br0" timeOffset="65794.966">20285 11260 257 0,'0'0'273'0,"0"0"-41"0,0 0-46 0,2-13-15 16,-2 13-27-16,0 0 18 0,0 0-29 0,0-11 19 15,0 11-5-15,0 0-7 0,0 0-11 0,0 0-17 16,0 0-20-16,1-14-17 0,-1 14-10 0,0 0-12 16,0 0-1-16,0 0-4 0,0 0 4 0,0 0 3 15,0 0 1-15,0 0-1 0,0 0 5 0,1-10-15 16,-1 10 19-16,0 0 7 0,0 0-2 15,0 0 1-15,0 0-5 0,0 0-11 0,0 0-5 0,0 0-11 16,0 0-7-16,0 0 11 0,-1-13 7 0,1 13-6 16,0 0-7-16,0 0-4 0,0 0-9 0,0 0-4 15,0 0 0-15,-1-12-1 0,1 12-1 0,0 0-3 16,0 0 2-16,0 0-1 0,0 0-4 0,0 0 8 16,0 0-5-16,0 0 1 0,0 0-6 0,0 0 1 15,0 0 1-15,0 0-5 0,0 0 4 0,-1-11-4 16,1 11 1-16,0 0-6 0,0 0 8 0,0 0 1 15,0 0-4-15,0 0 6 0,0 0 10 0,0 0 11 16,0 0-3-16,2 13-1 0,-2-13-4 0,0 0-7 0,1 12 16 16,-1-12 10-16,1 13 10 0,-1-13 11 0,-1 14-3 15,1-14 29-15,-1 19-34 0,-1-8 16 0,0 0-22 16,0 4 25-16,-3 1-23 0,2 1 25 0,-2-1-20 16,0 4 18-16,-2 1-28 0,0 1 7 0,-3 0-17 15,2-1 9-15,-1 6-13 0,-2-3 3 0,0 0-1 16,0 1 1-16,-1 0-13 0,3-5 2 0,-2 4-1 15,-2 1-2-15,4-5 0 0,1 0-3 0,-2 1 1 16,3-1-3-16,-1-1 7 0,1 1-1 0,0-2-1 16,2-2-11-16,0 0 7 0,1-1 0 0,0 0-1 15,1-1-5-15,1-1 5 0,-1-1-3 0,1-1 19 16,0 0-16-16,2-11 18 0,-2 20-21 0,2-20 22 16,-2 14-26-16,2-14 34 0,-1 13-27 0,1-13 26 15,-2 12-23-15,2-12 32 0,0 0-29 0,-2 12 39 0,2-12-42 16,0 0 32-16,-2 11-34 0,2-11 32 0,0 0-46 15,0 0 37-15,-2 11-37 0,2-11 31 16,0 0-38-16,0 0 34 0,0 0-38 0,-3 9 40 16,3-9-44-16,0 0 30 0,0 0-23 0,0 0 18 0,0 0-33 15,0 0 33-15,0 0-38 0,-3 10 43 16,3-10-41-16,0 0 38 0,0 0-34 0,0 0 32 16,-1 12-33-16,1-12 36 0,0 0-31 0,0 0 30 0,-1 13-35 15,1-13 36-15,0 0-37 0,0 12 41 0,0-12-40 16,0 0 4-16,-1 15 0 0,1-15 8 0,0 0-1 15,-1 14-1-15,1-14 2 0,0 0 6 0,-1 15 0 16,1-15-3-16,0 0 5 0,-3 10-5 0,3-10 3 16,0 0 0-16,0 0 3 0,0 0-5 0,-1 15 3 15,1-15 1-15,0 0-2 0,0 0-1 0,0 0 4 16,0 0 0-16,0 0-2 0,0 10-1 0,0-10 5 16,0 0 1-16,0 0-6 0,0 0 8 0,0 0-6 15,0 0 0-15,0 0 5 0,0 0-5 0,0 0 0 16,0 0-3-16,0 0 10 0,0 0-16 0,0 0 6 15,0 0-1-15,5 10 3 0,-5-10-5 0,0 0 4 16,17 1-4-16,-17-1-5 0,26 0 4 0,-7 0 6 16,1 0 0-16,8 1-4 0,4 0 6 0,9 1-5 0,8 1-4 15,5-2 4-15,3 2-12 0,5-1-10 0,0 0-7 16,12 2-9-16,-11-2-25 0,0 0-27 16,0 0-22-16,-3-1-31 0,-1-1-31 0,-3 0-53 15,-5 0-36-15,-10 0-59 0,-9 0-33 0,-3-1-82 0,-4-1-176 16,-8-1-451-16,-3 2-682 0</inkml:trace>
  <inkml:trace contextRef="#ctx0" brushRef="#br0" timeOffset="79012.4457">21164 5690 270 0,'0'0'547'0,"0"0"-146"0,-4-12-23 16,4 12-64-16,-4-11 10 0,4 11-43 0,-5-12 12 15,5 12-34-15,-4-13-20 0,4 13-28 0,-6-12-1 16,6 12-18-16,-4-13-16 0,4 13-8 0,-3-8-20 16,3 8-25-16,-3-11-13 0,3 11-15 0,0 0-3 15,-3-10-13-15,3 10-15 0,0 0-13 0,0 0-9 16,-3-11-11-16,3 11-7 0,0 0-10 0,0 0-5 16,0 0 1-16,0 0 27 0,0 0-38 0,0 0 1 15,0 0 1-15,6 12 1 0,-6-12-3 0,6 20 4 16,-4-8 1-16,3 2 2 0,-2 2 5 0,-1 0 2 15,0 3-5-15,0 1 3 0,0-1 0 0,-1 4-4 16,0-1 0-16,-1-2 11 0,1 1-21 0,-1-1 10 16,0-1 7-16,0 1 1 0,0-1-17 0,0-1 12 15,0-2-13-15,0-1 13 0,0-2-14 0,0 0 6 16,-1-1-4-16,1-12 13 0,0 21-12 0,0-21 10 16,-1 14-6-16,1-14 14 0,-1 14-1 0,1-14 12 0,0 0 0 15,-2 13 2-15,2-13-14 0,0 0-2 16,0 0-6-16,-9-4 2 0,9 4-3 0,-7-13-6 15,3 3 1-15,3-1-6 0,-3-4-4 0,1-2-2 16,0-1 2-16,1-1-2 0,1-5-3 0,1-1 0 0,0-1 3 16,2-2 2-16,1-3-2 0,1 1 1 0,1 1 34 15,-1 0-39-15,4 1 4 0,-2 3 0 16,0 3 3-16,2-1-1 0,1 1 2 0,0 3 2 16,0 0-5-16,2 2 4 0,1 1 0 0,0 1-3 15,1 2 1-15,1 1 0 0,0 1-12 0,0 4-2 0,2 0-4 16,-2 2 2-16,3 1-1 0,-1 1-3 0,-1 2 0 15,-1 0-1-15,0 3-2 0,0-1 8 0,-2 2-7 16,1 0 18-16,-3 2-7 0,-1 1 6 16,1-2-2-16,-3 3 9 0,-7-7-3 0,9 14 9 15,-9-14-8-15,4 14 11 0,-4-14-7 0,-2 16 9 0,2-16-6 16,-7 17 7-16,2-9-9 0,0 1 9 16,-3-1-11-16,3 2 9 0,-1-3-12 0,1 1 10 15,0 0-9-15,0 0 9 0,-1-1-11 0,6-7 10 16,-7 13-13-16,7-13 2 0,-5 12-14 0,5-12 4 0,-4 12 0 15,4-12 8-15,-2 11-9 0,2-11 9 16,0 12 2-16,0-12 0 0,4 14 2 0,0-6 2 0,1 1-3 16,1-1 8-16,3 3-1 0,0 0 1 0,1 0-1 15,1 0 1-15,1 1 0 0,1-3 0 16,-2 2 0-16,1 1 0 0,1-2-2 0,-3 0 3 0,1 1-3 16,0-1 4-16,-1-1-1 0,-1 0 13 0,0 0-17 15,-3-2 0-15,0-1 2 0,-6-6 2 0,9 14 2 16,-9-14-1-16,7 11 5 0,-7-11 8 0,-4 12 1 15,4-12-4-15,-12 13 4 0,3-8-9 0,-5 0 4 16,-1-1-3-16,-3 2 0 0,-1-1-2 0,-4-1 15 16,-2-1-19-16,0 2 16 0,-1-3-28 0,1 2 7 15,-2-3-49-15,4 0-24 0,0-1-50 0,2 0-51 16,1-1-65-16,1 1-37 0,4-2-59 0,2 1-105 16,2-2-134-16,3-1-271 0,8 4-392 0</inkml:trace>
  <inkml:trace contextRef="#ctx0" brushRef="#br0" timeOffset="80338.9086">23332 5748 37 0,'-10'-8'548'0,"2"-1"-174"0,1 1-29 0,2 1-87 16,-2-2 38-16,2 1-72 0,1 0 28 0,1-1-59 16,3 9 25-16,-7-16-29 0,7 16-2 0,-4-12-49 15,4 12-15-15,-6-9-46 0,6 9-7 0,0 0-22 16,0 0 31-16,0 0-20 0,0 0 19 0,0 0-4 15,-5 11 9-15,5-11-11 0,2 22-1 0,0-9-10 16,1 2 5-16,-2 2-10 0,1 2-3 16,0 0-10-16,0 0-13 0,0 4 0 0,0-4-5 0,1 4-1 0,-1-1 14 15,1-3-26-15,0-1 0 0,-1 0-4 16,1-2-2-16,-1-1 1 0,1-1-2 0,-1-3-3 16,0 0 3-16,-2-11 8 0,3 20 21 0,-3-20 41 0,2 13 40 15,-2-13-12-15,0 0-2 0,2 12-34 0,-2-12-2 16,0 0-20-16,0 0-3 0,0 0-15 15,-2-17 2-15,2 17-14 0,-3-21-5 0,2 5-2 0,0-1-5 16,-1-2-3-16,1-2-2 0,1-3-3 0,1 0-3 16,-1-2 20-16,2-1-27 0,1 2 18 0,4-5-18 15,-1 2 20-15,0 5-20 0,2-1 3 0,0 3-1 16,1 0 4-16,2 2 0 0,2-1 2 0,0 5-1 16,4-1-2-16,1 3 5 0,2-2-1 0,1 4 2 15,1 4-1-15,-1 1-3 0,2 1 5 0,-3 3 0 16,0 2-3-16,-1 1 2 0,-1 0 2 0,-1 3-2 15,1-1-2-15,-4 2 1 0,2-1-1 0,-4 2-1 16,-1-1 4-16,-1-1-1 0,-2 2 2 0,-1 1 2 16,-2-1 0-16,-5-6 7 0,8 13-10 0,-8-13 5 15,1 12 7-15,-1-12-9 0,-4 13 0 0,4-13 2 16,-11 14 0-16,5-8-6 0,0 1 4 0,-1 0 1 16,0-1 0-16,1 2-5 0,0-2 1 0,0 1 3 15,1 3-9-15,-1-1 5 0,2 0-5 0,0 0 2 0,2 2-3 16,1-1-4-16,1-10 0 0,2 24-8 0,2-11 4 15,0 1 0-15,5 1 0 0,0 0-6 0,0 2-3 16,4 0 24-16,0-1-26 0,1 0 21 0,1-1-10 16,-1 2 21-16,2-3-19 0,-2-1 19 0,1 3-16 15,-2-3 21-15,0 0-23 0,-2-2 23 0,-1 0-21 16,0-2 23-16,-1-1-24 0,-3 0 5 0,2 1 3 16,-8-9 4-16,10 10 27 0,-10-10-8 0,7 10 23 15,-7-10-20-15,0 0 14 0,0 0-24 0,-6 13 12 16,6-13-15-16,-21 2 17 0,6-2-26 0,-4-1 17 15,-4 0-26-15,-2-1 13 0,-2 0-35 0,0-1-10 16,2 0-49-16,4 1-32 0,4 0-105 0,0 1-89 16,5-2-48-16,12 3-106 0,-14-2-125 0,14 2-275 15,0 0-423-15</inkml:trace>
  <inkml:trace contextRef="#ctx0" brushRef="#br0" timeOffset="81162.1118">24161 5953 26 0,'7'-6'698'0,"-7"6"-222"0,8-15-24 16,-8 15-29-16,6-14-35 0,-6 14-26 0,5-14-34 15,-5 14-12-15,5-13-16 0,-5 13-21 0,5-12-36 16,-5 12-49-16,4-9-47 0,-4 9-24 0,0 0-31 16,4-11-18-16,-4 11-16 0,0 0-11 15,0 0-9-15,11-3-3 0,-11 3 0 0,10 5-2 0,-10-5 3 16,13 12-3-16,-6-3-1 0,1 0-2 0,-1 3-11 15,0-2 3-15,-1 2-8 0,1-1 8 0,0 3-12 16,-2-1 6-16,0 1-13 0,-1-1 9 0,1 0-9 16,-1 0 5-16,0 0-6 0,0-1 4 0,-2-1-5 15,1-2 2-15,-3-9-4 0,3 20 2 0,-3-20-1 16,3 14 6-16,-3-14 3 0,2 12-6 0,-2-12 9 16,0 0 20-16,4 15 4 0,-4-15 23 0,0 0-7 15,1 10 22-15,-1-10-32 0,0 0 30 0,0 0-36 16,0 0 22-16,0 0-29 0,1 12 23 0,-1-12-37 15,0 0 33-15,0 0-40 0,0 0 42 0,0 0-50 0,0 0 33 16,0 0-36-16,0 0 33 0,0 0-39 16,0 0 39-16,0 0-40 0,0 0 30 0,0 0-33 15,0 0 31-15,0 0-34 0,0 0 37 0,0 0-36 0,0 0 29 16,-2 10-32-16,2-10 33 0,0 0-37 0,0 0 37 16,0 0-33-16,0 0 33 0,0 0-38 15,0 0 40-15,0 0-33 0,0 0 34 0,0 0-34 0,0 0 31 16,0 0-31-16,0 0 31 0,0 0-34 0,0 0 37 15,0 0-44-15,0 0 47 0,0 0-39 0,0 0 34 16,0 0-31-16,0 0 34 0,0 0-35 16,0 0 35-16,0 0-32 0,0 0 32 0,0 0-34 0,0 0 33 15,0 0-29-15,0 0 33 0,0 0-25 0,0 0 21 16,0 0-34-16,0 0 35 0,0 0-33 0,0 0 29 16,0 0-36-16,0 0 41 0,0 0-33 0,0 0 27 15,0 0-32-15,0 0 36 0,0 0-37 0,0 0 35 16,0 0-35-16,0 0 35 0,0 0-33 0,0 0 37 15,0 0-36-15,0 0 38 0,0 0-33 0,0 0 37 16,0 0-30-16,0 0 44 0,0 0-30 0,0 0 41 16,0 0-45-16,0 0 39 0,0 0-42 0,0 0 34 15,0 0-39-15,0 0 38 0,0 0-36 0,0 0 39 16,0 0-31-16,0 0 38 0,0 0-33 0,0 0 37 16,0 0-40-16,0 0 46 0,0 0-49 0,0 0 30 15,0 0-42-15,0 0 44 0,-5-7-38 0,5 7 35 16,0 0-32-16,-3-13 37 0,3 13-40 0,-2-13 49 0,2 13-53 15,1-16 36-15,-1 16-40 0,5-19 37 0,-1 6-42 16,2 0 39-16,2 0-49 0,3-3 31 0,-1-1-11 16,4 1-5-16,-1 0-9 0,2 0-5 0,0 1-8 15,-2 0-8-15,0 2-15 0,0 1-17 0,0 1-25 16,-2 2-28-16,0 0-31 0,-2 0-31 0,0 3-43 16,-1-1-41-16,1 3-22 0,-9 4-4 0,11-4-8 15,-11 4-16-15,0 0-11 0,12 3-42 0,-12-3-71 16,0 0-86-16,3 16-360 0,-3-16-447 0</inkml:trace>
  <inkml:trace contextRef="#ctx0" brushRef="#br0" timeOffset="82679.4659">24681 5953 172 0,'6'-11'645'0,"-6"11"-137"0,3-19-49 0,0 10-23 15,-3 9-38-15,7-15-30 0,-7 15-38 0,4-15-25 0,-4 15-11 16,4-14-17-16,-4 14-34 0,3-11-47 0,-3 11-36 16,5-10-41-16,-5 10-22 0,0 0 2 0,0 0-17 15,0 0-9-15,0 0-3 0,0 0 1 16,0 0-20-16,5 10 26 0,-5-10-26 0,1 16 7 0,-1-16-23 16,0 21 16-16,0-8-22 0,1-2-5 15,-1 3-5-15,0-1 0 0,2 0 12 0,-2 0-21 0,2 2 16 16,-2-1-26-16,2-1 18 0,-1 0-22 0,1 0 22 15,0-1-27-15,-1-2 11 0,2 0-36 0,-3-10 15 16,2 17-13-16,-2-17 6 0,3 13 1 0,-3-13 7 16,4 10-12-16,-4-10-10 0,0 0-14 0,0 0-6 15,14 1 1-15,-14-1-31 0,12-8 12 0,-4 1-15 16,1-1 23-16,-1-2-25 0,3-1-4 0,-1 0 5 16,1-1 14-16,1 0 15 0,-2 0 11 0,1 0 8 15,0 2 10-15,-1 0 4 0,-1 1 10 0,-1 2 7 16,0 1 0-16,-8 6-2 0,11-10 5 0,-11 10 6 15,9-6 10-15,-9 6 21 0,0 0 11 0,13 1 3 16,-13-1 1-16,7 7-6 0,-7-7-7 0,6 10 3 0,-6-10 27 16,7 13-26-16,-7-13 17 0,8 15-22 15,-4-7 18-15,-1 1-26 0,3-1 2 0,-2 2-3 16,4-3-1-16,-2 0-2 0,3 2 1 0,-2-3-9 0,2 1 3 16,2-1 0-16,-2-1-2 0,1-1 1 0,1 0-1 15,0-1-2-15,-11-3-2 0,24 2 3 0,-24-2 6 16,23-2 7-16,-13 0-20 0,3-3 18 0,-2-1-18 15,1-1 14-15,0-2-20 0,-1 0 19 0,-2-1-17 16,0 0-3-16,0-2 0 0,-4 1 8 0,1 3-7 16,-2-3 4-16,0 3 5 0,-4 8 3 0,6-14 1 15,-6 14 2-15,0-13-1 0,0 13-6 0,-2-10 7 16,2 10 0-16,-11-6 8 0,11 6 4 0,-12-1-1 16,12 1 1-16,-18 2-3 0,18-2 8 0,-16 9 8 15,10-4-12-15,-3 0 3 0,2 1-8 0,1 2 9 16,1 1-8-16,1-2 0 0,4-7 7 0,-5 18-6 15,5-18-5-15,-1 16 6 0,1-16-6 0,5 17-2 16,-2-6-1-16,2-4-11 0,3 0-13 0,-3 1 3 16,4-1-18-16,-3 0-2 0,1-1-10 0,1-1 4 0,-8-5 1 15,17 9 3-15,-17-9 5 0,13 4 18 16,-13-4-16-16,16-2 21 0,-16 2-17 0,14-6 21 16,-14 6-14-16,13-12 15 0,-8 4-11 0,1-1 16 0,-2-1-17 15,1 0 5-15,-3-2 7 0,2 3 8 0,-1-3 11 16,0 3 15-16,-3 9 7 0,4-18 22 0,-4 18 3 15,2-15-11-15,-2 15-2 0,3-13-24 16,-3 13-2-16,0 0-20 0,2-12 15 0,-2 12-15 16,0 0 11-16,0 0-11 0,0 0 2 0,0 0-4 0,0 0 4 15,0 0-12-15,-5 10 11 0,5-10-4 16,0 0 2-16,-2 15-5 0,2-15 6 0,0 12-5 0,0-12 2 16,0 13-18-16,0-13-18 0,2 12-11 0,-2-12-23 15,1 11 5-15,-1-11-17 0,0 0 7 0,2 13 14 16,-2-13 22-16,0 0-12 0,4 7 6 0,-4-7-35 15,0 0 24-15,0 0-18 0,18-4 26 0,-18 4-22 16,13-9 29-16,-6 2-15 0,3 0 7 0,0-1 4 16,-1 0 17-16,3 0 2 0,-5 1 12 0,1 1 18 15,-1 0 14-15,2-1 12 0,-9 7 2 0,13-9 0 16,-13 9-7-16,9-6-4 0,-9 6-1 0,8-5 5 16,-8 5-1-16,0 0 13 0,0 0 18 0,11 3-18 15,-11-3 3-15,0 0-14 0,3 12 9 0,-3-12-26 0,3 14 14 16,-3-14-7-16,0 16 6 0,0-16-15 0,0 17 11 15,0-17-17-15,2 20 9 0,-2-20-13 16,0 20 13-16,0-20-17 0,2 19 10 0,-2-19-13 16,1 16 7-16,-1-16-16 0,1 14 3 0,-1-14-7 0,2 12 17 15,-2-12-9-15,0 0 19 0,3 14-15 0,-3-14 18 16,0 0-17-16,0 0 13 0,0 0-19 0,0 0 10 16,0 0-16-16,16-5 7 0,-16 5-27 0,9-13 14 15,0 5-27-15,-2-3 28 0,1 1-20 0,1 0 30 16,1-1-24-16,-1 3 6 0,1-3 10 0,0 3 3 15,-1-1 0-15,-1 3 8 0,-1-2 0 0,-7 8 1 16,14-10-2-16,-14 10 4 0,9-9-1 0,-9 9 3 16,10-4 3-16,-10 4-1 0,0 0 3 0,0 0 1 15,12 0 6-15,-12 0-1 0,0 0 0 0,7 7 24 16,-7-7-27-16,0 0 20 0,6 12-22 0,-6-12 21 16,3 10-25-16,-3-10 20 0,5 11-21 0,-5-11 16 15,2 11-19-15,-2-11 0 0,5 11 3 0,-5-11 0 16,6 10-6-16,-6-10 2 0,6 11-2 0,-6-11 1 0,7 8-4 15,-7-8 4-15,10 7 2 0,-10-7-6 16,11 8-4-16,-11-8 0 0,16 6 8 0,-16-6-1 16,19 4 2-16,-19-4 1 0,23 3 1 0,-23-3 1 15,23 2 1-15,-23-2 1 0,25 1 1 0,-25-1 1 0,24 0 0 16,-24 0 2-16,23-1 4 0,-10 1-7 16,-2-3 1-16,0 1 6 0,1 0 1 0,-3-1 2 15,2 0 17-15,-2-1 22 0,-9 4-16 0,16-8 16 0,-8 1-16 16,0 1 19-16,-2-2-14 0,1 1 10 0,-1-2-16 15,-1 1 2-15,2 0 4 0,-3 0 3 0,-4 8 5 16,9-14-4-16,-9 14 2 0,5-12-8 0,-5 12-10 16,4-11 0-16,-4 11-15 0,0 0-3 0,4-10 0 15,-4 10-1-15,0 0-3 0,0 0 3 0,-17 1-8 16,17-1 6-16,-16 7 2 0,16-7-3 0,-13 11 3 16,6-4-5-16,1 0 8 0,0 1-5 0,2 2-4 15,4-10-9-15,-2 20-7 0,4-10-40 0,2 0-40 16,4 4-58-16,3-2-61 0,2 2-75 0,3-1-32 15,7 2-24-15,-2-1-103 0,4-2-53 0,0 2-441 16,-4-4-524-16</inkml:trace>
  <inkml:trace contextRef="#ctx0" brushRef="#br0" timeOffset="83579.6152">26398 6073 669 0,'0'0'529'16,"-2"-13"-56"-16,2 13-11 0,0 0-41 0,0-16-46 0,0 16-47 15,0 0-21-15,-2-10-77 0,2 10-22 0,0 0-48 16,0 0 0-16,0 0-33 0,0 0 2 0,0 0-24 16,0 0 14-16,-11 2-32 0,11-2-8 15,-4 10-21-15,4-10 2 0,-6 13-23 0,6-13 3 0,-4 14-19 16,4-14 8-16,-5 16-15 0,5-16 8 0,-4 17-14 16,4-17 2-16,-4 14-6 0,4-14 19 0,-2 14-25 15,2-14-1-15,-3 10-7 0,3-10-2 0,0 0 5 16,-2 13-8-16,2-13 4 0,0 0-2 0,0 0-3 15,-3 12-19-15,3-12-8 0,0 0-12 0,0 0-6 16,0 0 3-16,10-8-10 0,-10 8-15 0,11-9 0 16,-11 9 8-16,14-13 5 0,-8 6 9 0,1 1 26 15,1-1-6-15,0 2 23 0,-2 0-10 0,-6 5 21 16,13-11-20-16,-13 11 48 0,9-7-5 0,-9 7 19 16,8-7-26-16,-8 7 19 0,0 0-23 0,10-6 22 0,-10 6-14 15,0 0 40-15,0 0-17 0,12-1 8 16,-12 1-19-16,0 0 4 0,13 5 3 0,-13-5 1 15,7 6-1-15,-7-6 0 0,9 7-4 0,-9-7-9 0,11 8-2 16,-11-8-1-16,11 7-4 0,-11-7-2 16,9 7 0-16,-9-7-3 0,8 7-4 0,-8-7 4 0,8 7 0 15,-8-7 1-15,7 5 0 0,-7-5 2 16,0 0 2-16,9 6 7 0,-9-6 8 0,0 0-6 0,0 0 0 16,13 4-6-16,-13-4-3 0,0 0-1 0,9-4-1 15,-9 4-4-15,0 0-3 0,9-6 0 16,-9 6 2-16,0 0-4 0,12-8 1 0,-12 8 3 0,0 0 3 15,9-9-7-15,-9 9 15 0,0 0-19 0,8-8 17 16,-8 8-17-16,0 0 19 0,8-8-10 0,-8 8 12 16,0 0-11-16,8-9 14 0,-8 9-3 0,0 0 4 15,7-10 0-15,-7 10 9 0,6-8-7 0,-6 8 2 16,3-10-2-16,-3 10 12 0,5-9 6 0,-5 9-1 16,0-13 8-16,0 13-18 0,0-12 12 0,0 12-18 15,0-12 28-15,0 12-26 0,-5-14 23 0,5 14-33 16,-5-14 22-16,5 14-19 0,-4-10 39 0,4 10-16 15,-5-11-3-15,5 11-15 0,-8-10-1 0,8 10 4 16,-8-9 3-16,8 9-5 0,-8-7-7 0,8 7-5 16,-9-6-4-16,9 6-2 0,-11-3 2 0,11 3-29 0,-18 0 45 15,18 0-30-15,-21 5 50 0,8-1-36 0,-1 1 57 16,-1 2-25-16,-4 2 31 0,0 0-39 16,0 2 21-16,-1 0 28 0,1 1-45 0,0 1 29 0,-2 1-44 15,4 0 32-15,-1-1-47 0,2 2 34 0,0-1-43 16,1-1 37-16,1 1-1 0,3 1-4 0,0-1-2 15,0-1-1-15,4 1 6 0,1-1 11 0,3 1 9 16,-1-3 7-16,6 1 2 0,0-1 9 0,5 2-44 16,4 1 48-16,7-1-54 0,5 0 50 0,1 0-62 15,5-1 48-15,2-1-59 0,6 0 54 0,3 0-4 16,-2-2-14-16,-2-2-7 0,-3-1 0 0,2 0-5 16,-1-2-6-16,-8 1 8 0,1-4-66 0,0 2 59 15,-4-2-1-15,-1 1-54 0,-2-2 66 0,-2 1-61 16,-3-1 55-16,0 0-88 0,-2-1-19 0,-13 1-78 15,22-3-92-15,-22 3-84 0,21-4-69 0,-21 4-77 16,11-6-141-16,-11 6-13 0,0 0-163 0,6-7-468 16,-6 7-876-16</inkml:trace>
  <inkml:trace contextRef="#ctx0" brushRef="#br0" timeOffset="85148.2276">28633 5566 176 0,'0'0'512'0,"-9"-7"-113"0,9 7-45 0,-7-8 16 16,7 8-23-16,0 0 10 0,-9-9-44 16,9 9-36-16,0 0-45 0,-7-7-42 0,7 7-38 0,0 0-34 15,0 0-21-15,-8-6-19 0,8 6-16 0,0 0 3 16,0 0 40-16,0 0 24 0,-7 11-13 0,7-11-7 15,-4 14-13-15,4-14-1 0,-5 19 0 16,3-6 6-16,-1 0-26 0,1 2 1 0,-1 0-32 16,-1 1 14-16,1 0-27 0,1 2 12 0,0 0-29 0,-1 1 19 15,0-1-23-15,3 1-2 0,-1 0-1 0,0-1-2 16,1 1-11-16,-1-2-31 0,2-1-40 0,-1 2-66 16,2 0-67-16,-2-2-91 0,2 1-70 0,0 0-103 15,1-3-122-15,-1-1-384 0,0-1-573 0</inkml:trace>
  <inkml:trace contextRef="#ctx0" brushRef="#br0" timeOffset="85380.2534">28867 5744 315 0,'10'-15'666'0,"-1"4"-97"0,-3 0-12 0,0 2-57 15,0 0-73-15,-6 9-72 0,8-14-61 16,-8 14-54-16,8-11-46 0,-8 11-35 0,5-8-18 15,-5 8 6-15,0 0 24 0,0 0-40 0,0 0 7 16,10 7-44-16,-10-7 14 0,2 15-44 0,-2-15 20 16,2 22-48-16,-2-8-6 0,2 2-3 0,0 2-4 15,1 1-17-15,2 3-37 0,0 0-74 0,1 2-61 16,4 1-48-16,-1 1-51 0,1-1-67 0,0-1-77 16,-1-2-96-16,0-1-66 0,-1-4-333 0,-1-2-469 0</inkml:trace>
  <inkml:trace contextRef="#ctx0" brushRef="#br0" timeOffset="85764.5071">28847 6016 320 0,'-10'-7'503'0,"1"-2"-53"0,1 1-80 16,1 1 8-16,1 0-25 0,1-3-35 0,0 2-53 16,5 8-35-16,-2-19-50 0,2 19-28 0,4-21-34 15,1 11-12-15,4-2-30 0,0 2-3 0,6-2-23 16,3 2-3-16,1 1-15 0,3 0-4 0,2 3-5 15,2 0-2-15,1 2-4 0,2 2-4 0,0 1-4 16,1 2-1-16,-1 3 2 0,4 0-3 0,-1 3 10 16,-1 2-7-16,-2 1 7 0,-1 1-9 0,-3 2 8 15,-1 0-7-15,-4-1 6 0,-3 1-14 0,0 0 14 16,-4 0 0-16,0-1 0 0,-3 1-4 0,-3-2-2 16,1 1-7-16,-4-1 4 0,-1 0-2 0,-3-11 10 15,2 18-7-15,-2-18 9 0,-4 17-3 0,-1-10 9 16,-1 1-4-16,-2-3 10 0,-1-1-4 0,-4-1 1 15,1-2-5-15,-2-1 5 0,-3-1-6 0,-1-2 5 16,0-2-9-16,1-1 6 0,-1-3 0 0,0 1-2 16,2-3-1-16,3 3-3 0,2-3-5 0,3-1-13 15,0 1-25-15,4 0-10 0,4 0 0 0,2-3-51 16,4 1-17-16,5 1-46 0,2-1-65 0,5 1-2 0,1 2-56 16,2 0-68-16,2 2-44 0,-3 1-96 15,2 0-257-15,0 1-242 0</inkml:trace>
  <inkml:trace contextRef="#ctx0" brushRef="#br0" timeOffset="86264.5444">29731 5647 549 0,'6'-16'610'0,"-2"2"-79"0,1 0 9 15,-1 1-73-15,1 1-19 0,-1 1-9 0,-2 3-66 16,-2 8-16-16,7-18-110 0,-7 18-26 0,5-11-79 15,-5 11-7-15,0 0-53 0,7-8 29 0,-7 8-31 16,7 7 38-16,-3 2-31 0,2 3 44 0,0 5-57 16,0 4 26-16,0 2-51 0,0 7 35 0,2 0-47 15,-2 2 0-15,1 1-8 0,-1 2 2 0,1 4-2 16,1-7-36-16,-3 3 35 0,0-2-1 0,1 0-5 16,0 0-7-16,0-3-2 0,0-1-2 0,-2-5-2 15,1-1 0-15,-2-2-5 0,0-5 8 0,0 0 26 16,-1-1-40-16,1-4 2 0,-1 0 4 0,-2-11 5 15,3 19 13-15,-3-19-7 0,3 13 1 0,-3-13-2 16,0 0-1-16,0 0-7 0,0 0 1 0,0 0 2 16,0 0-6-16,0 0-8 0,-4-15-5 0,2 4 1 15,-3-1-11-15,2-3-45 0,-2-1 36 0,0 0-10 16,-2-3 3-16,0 3 7 0,-2-3-8 0,0 2 9 16,0 3-1-16,-3-2 0 0,-1 3 4 0,-1 0 3 15,-2 5 4-15,-1-2 3 0,-3 3-2 0,2 3 6 16,-2 1 2-16,0 3 4 0,-2 0 3 0,1 3 7 15,-1 0 3-15,-1 3-3 0,1 1 0 0,4 0 7 0,-1 4-26 16,1-1 31-16,6 0 0 0,2 1 8 16,2 1-3-16,4 1 2 0,4 0-3 0,6 1 0 15,4 3-4-15,7 1-6 0,7 1-12 0,8-1-33 0,4 0-68 16,5 0-46-16,2-2-61 0,1-1-61 0,0 0-77 16,-2-2-36-16,-1-3-69 0,-10-3-88 0,-5-2-607 15,-6-2-761-15</inkml:trace>
  <inkml:trace contextRef="#ctx0" brushRef="#br0" timeOffset="88015.9641">27732 6202 61 0,'0'-14'691'16,"0"2"-149"-16,0 12-54 0,3-19-48 0,-3 19-46 0,2-18-28 16,-2 18-34-16,3-14-34 0,-3 14-44 0,2-12-51 15,-2 12-46-15,0 0-31 0,4-13-25 0,-4 13-4 16,0 0 27-16,9 3-4 0,-9-3-1 0,10 13 0 16,-6-3-14-16,0 3-12 0,0 2-12 0,-1 3-3 15,-2 2-6-15,-1 1 5 0,0 4-3 0,-1 0-8 16,-1 0-5-16,-1 0-22 0,1 0-2 0,0-2-9 15,-2 2-5-15,0-1-6 0,0-2 3 0,2-3-13 16,0 0 0-16,0-3-12 0,1 1-12 0,0-4 1 16,0-2-8-16,-1 0-1 0,2-11-5 0,0 17 10 15,0-17 5-15,0 13 6 0,0-13-7 0,0 0-14 16,7 7-9-16,-7-7 1 0,14-8-25 0,-3 1-11 16,2-3-8-16,3-4-15 0,4-3 20 0,-2 0-8 15,4-3 13-15,-1 1 5 0,-2 0 17 0,0 3 12 16,-2-1 5-16,-2 5 9 0,-2 1 3 0,-1 1-2 15,-2 1 4-15,-2 1-1 0,0 4 4 0,-8 4 16 16,13-4 16-16,-13 4 16 0,9 4 18 0,-9-4 1 16,10 15 11-16,-6-3 2 0,0 0 6 0,-1 2-8 15,1 0 0-15,-2 3 1 0,3-1 1 0,1 4 10 0,3-2-22 16,-2 1 5-16,0-1-16 0,5 1 15 16,0-1-26-16,0-2 14 0,4 1-21 0,4-2 20 15,-3-1-31-15,2-3 17 0,3 0-40 0,1-3 48 0,0 0-37 16,2-1 17-16,-1-3-32 0,2-2 13 0,-3 0-30 15,0-4 0-15,2 0-19 0,-1-3-4 0,0-3-6 16,-1 0 11-16,2-4 8 0,0-1 5 0,-3-4 4 16,-1 0 3-16,-2 1 29 0,-5-1-28 0,0 3 30 15,-1-3-19-15,-4 4 25 0,-2 0-20 0,0 0 18 16,-4 2-17-16,-3 11 19 0,0-19-19 0,0 19 17 16,-10-14-16-16,2 8 30 0,-2 3-17 0,-5 1 35 15,0 2-17-15,-3 3 1 0,-1 0 1 0,-4 3 5 16,0 0 0-16,3 3-5 0,-1 0 2 0,2 1 2 15,1 1-8-15,2 1 3 0,2 1-2 0,0 1-2 16,4-2 1-16,1-1 16 0,3 3-20 0,2-1-17 16,2-2 20-16,3 0-10 0,2 1 4 0,3 0-14 15,2-2 3-15,1 0-45 0,3-1 2 0,-1 0 2 16,2-2-13-16,2-1-3 0,-2 0 2 0,2-2 3 16,-4-1 8-16,2-1 11 0,-13-2 4 0,23-2 0 15,-11-1 5-15,-1-1 3 0,-2-2 1 0,3-2 8 16,-2-3 0-16,-1 0 1 0,0-2 19 0,-2-1-14 15,0 0 20-15,-1 2-1 0,-2-2 63 0,2 1-24 16,-2 2 8-16,-1 0 3 0,-1 2 4 0,-2 9-1 16,6-16-11-16,-6 16-5 0,3-12-14 0,-3 12-16 15,0 0-6-15,3-12 0 0,-3 12 5 0,0 0-9 16,0 0 2-16,-6 7 4 0,6-7 1 0,-7 12 0 16,7-12-8-16,-6 17 3 0,6-17-3 0,-6 19-5 0,6-19 4 15,-3 19-1-15,3-19-7 0,-1 19-12 16,1-19 0-16,1 17-21 0,-1-17-19 0,7 18-4 0,-1-11-9 15,0 0-1-15,1 0-6 0,2-3 1 0,2 0 1 16,0-2 2-16,1-1 13 0,-12-1 3 0,24-1 0 16,-9-3 1-16,-2-2 4 0,2-3 4 0,-1 0 10 15,3-3 9-15,-3-2 7 0,0 1 1 0,0-1 26 16,-2-1 12-16,1 2 40 0,-5 2 2 0,3 0 1 16,-2 2 14-16,-4 2-3 0,3 0-8 0,-8 7-13 15,11-13-15-15,-11 13-10 0,8-8-6 0,-8 8 0 16,0 0 8-16,0 0 4 0,0 0 27 0,11 4-16 15,-11-4-7-15,0 0 5 0,4 15-7 0,-4-15-6 16,1 14-7-16,-1-14 3 0,2 15-9 0,-2-15-6 16,1 17 2-16,-1-17-3 0,3 19-3 0,-3-19 3 15,2 18 2-15,-2-18-8 0,1 17-29 0,-1-17 21 16,3 15-41-16,-3-15 7 0,2 13-39 0,-2-13 24 0,2 9-6 16,-2-9 15-16,0 0 9 0,1 13 3 15,-1-13 11-15,0 0-12 0,0 0-12 0,0 0-4 16,5 6 1-16,-5-6 5 0,0 0-1 0,11-8 9 15,-11 8 4-15,11-12-3 0,-5 5 7 0,1-1 4 0,3-2 18 16,-1 1-17-16,2-3 19 0,2 3-11 0,-1-2 13 16,-1 0-11-16,2 2 10 0,-2-1-11 0,1 2 16 15,-2 0-15-15,-2 2 16 0,0 2-20 0,-8 4 15 16,15-10-16-16,-15 10 11 0,11-2-4 0,-11 2 19 16,0 0-12-16,16 2 21 0,-16-2-15 0,7 11 30 15,-7-11-36-15,5 12 16 0,-5-12-13 0,6 16-1 16,-6-16-1-16,3 17 2 0,-3-17-1 0,5 17 1 15,-5-17 0-15,3 16 2 0,-3-16 1 0,6 16-2 16,-6-16 3-16,6 15-2 0,-6-15 3 0,10 12-4 16,-3-5 1-16,0-1 4 0,2-1-8 0,0 0 4 15,3-1-1-15,3-1-3 0,0 0 0 0,2 0 0 16,0-2-2-16,-1 0 1 0,3-1 2 0,1 0 2 16,-1-2-4-16,2 1 1 0,2-4 0 0,2 1-3 15,-2-2 5-15,2-1-6 0,3-2 5 0,1 0-2 0,-1-3 3 16,-1 0-3-16,0-2 23 0,-1-1-22 15,-1-1 23-15,-1 0-27 0,-1-2 33 0,0 2-20 16,-4-2 78-16,-2 3 1 0,-3-1-2 0,0 2-15 0,-3-1 8 16,-1 2-3-16,-1 2-6 0,-2-2 2 0,-1 3-5 15,-2 1-18-15,0 2-16 0,-4 7-6 16,2-11-14-16,-2 11 0 0,0 0 1 0,-16-3 1 16,5 6-1-16,-3 5 5 0,-4 2 6 0,-1 3-4 0,-2 2-3 15,0 3 8-15,1-1 1 0,1 1 3 0,3 1 23 16,2-2 10-16,3 2 34 0,2-2 35 0,4 0 27 15,4 1-3-15,6 3-23 0,7 2 119 0,12 2-82 16,10 2-10-16,17 2-26 0,13 1-9 0,8-4-8 16,7 2-117-16,7-1 0 0,1-4 0 0,-1-1 0 15,-2-1 0-15,-5-2 0 0,-7-3 0 0,-5-1 0 16,-19-6 0-16,-4-2 0 0,-11-3-278 0,-8-2-203 16,-7-2-150-16,-18 0-110 0,16-6-121 0,-16 6-783 15,-8-11-1307-15</inkml:trace>
  <inkml:trace contextRef="#ctx0" brushRef="#br0" timeOffset="89882.9917">21619 5741 134 0,'0'0'130'0,"0"0"-30"16,0 0-33-16,0 0-12 0,0 0-4 0,0 0-15 0,-11 1-3 15,11-1-7-15,0 0-3 0,0 0 2 0,0 0 0 16,0 0 0-16,0 0 13 0,0 0 6 16,0 0 20-16,0 0 8 0,0 0 19 0,0 0-3 15,0 0 0-15,0 0-11 0,0 0-22 0,0 0-3 0,0 0 3 16,0 0-2-16,0 0 1 0,-15 0 8 0,15 0-23 16,0 0 5-16,0 0-21 0,0 0 7 0,0 0-23 15,0 0 15-15,-9-3-14 0,9 3 10 0,0 0-16 16,0 0 19-16,0 0-7 0,0 0 27 0,0 0-5 15,0 0 37-15,0 0-20 0,0 0 48 0,-10-3-36 16,10 3 48-16,0 0-46 0,0 0 55 0,0 0-53 16,0 0 50-16,0 0-42 0,0 0 49 0,0 0-4 15,0 0 29-15,-8-7-18 0,8 7 6 0,0 0-26 16,0 0 2-16,0 0-18 0,0 0-5 0,0 0-20 16,0 0 0-16,0 0-19 0,0 0-3 0,0 0-20 15,0 0 1-15,0 0-13 0,0 0 5 0,0 0-13 16,0 0 6-16,1-11-13 0,-1 11 8 0,0 0-12 15,0 0 14-15,0 0-5 0,0 0 11 0,0 0-3 16,12 2 8-16,-12-2-8 0,0 0 5 0,10 3-8 16,-10-3 8-16,0 0 0 0,10 5 3 0,-10-5 4 15,9 6 12-15,-9-6 12 0,9 8-5 0,-9-8-1 16,9 11-2-16,-9-11 10 0,11 12-9 0,-5-5-8 16,-6-7-8-16,9 14-2 0,-4-5-4 0,-1-1 1 15,2 0-4-15,-1-1-3 0,0 3-2 0,-1-3-3 16,-4-7-1-16,9 15 1 0,-9-15-8 0,8 16 10 15,-4-7-5-15,-4-9 1 0,7 14-4 0,-7-14 3 16,5 12-2-16,-5-12-1 0,4 9 1 0,-4-9-3 16,4 10 0-16,-4-10 4 0,0 0-2 0,4 11 3 15,-4-11 7-15,0 0 10 0,4 9 17 0,-4-9 15 16,0 0 14-16,0 0 7 0,0 0-23 0,0 0 4 16,0 0-14-16,0 0 20 0,0 0-22 0,0 0 22 15,0 0-18-15,-5-14 2 0,5 14-14 0,1-17-3 16,1 6-20-16,1-1 3 0,1-2-9 0,2-2-2 15,1-4-3-15,2 2-8 0,1 0-1 0,0 0-8 16,0 0-11-16,1 1-5 0,2 0-6 0,0 2 18 16,-2-1-45-16,0 2-9 0,-1 2-16 0,1 2-19 15,-2 0-28-15,1 1-30 0,-3 1-38 0,1 2-37 16,-1-1 2-16,-7 7-42 0,15-6 16 0,-15 6-47 16,14-1 3-16,-14 1-50 0,14 1-38 0,-14-1-425 15,11 6-358-15</inkml:trace>
  <inkml:trace contextRef="#ctx0" brushRef="#br0" timeOffset="90599.2354">22152 5672 411 0,'0'0'393'0,"0"0"-9"15,2-11-89-15,-2 11 11 0,0 0-78 0,0 0 37 16,0-15-70-16,0 15 13 0,0 0-36 0,-2-11-5 16,2 11-37-16,0 0-7 0,-3-9-38 0,3 9 2 15,0 0-28-15,-8-5 5 0,8 5-18 0,0 0 15 16,-17 0-21-16,17 0 9 0,-17 7 9 15,6-3 17-15,-2 3-16 0,1 1 12 0,-5 2-13 16,3 1 1-16,-3 2-4 0,2 1 5 0,-2 0-9 0,2 0 0 16,0 1 4-16,1 1-2 0,0 0-4 0,2-1-7 15,0 1-6-15,3 0-6 0,2-2-8 0,1 0 1 16,1 0 0-16,1-3-1 0,2 1-1 16,2-12 0-16,1 21 13 0,2-11-21 0,2-1 16 0,0-1-23 15,2-2 20-15,0 1-25 0,3 0 21 0,0-3-22 16,0 1 17-16,1-3-20 0,0 1 21 0,-11-3-22 15,21 2 19-15,-21-2-23 0,19-2 26 0,-19 2-25 16,21-4 1-16,-12 1 3 0,1-1 1 0,-1-2 0 16,0 1-5-16,0-2-10 0,2 0-2 0,-1-3 3 15,-1 2-1-15,1 0-2 0,0-2 1 0,-1 2 3 16,2-1 2-16,-1 1 0 0,0 0 3 0,-1 2 2 16,0 0-2-16,0 0 0 0,-1 1 2 0,1 1-1 15,-9 4 0-15,15-5 2 0,-15 5 0 0,15-3-2 16,-15 3 6-16,14 4-2 0,-14-4 3 0,13 4-1 15,-13-4 1-15,12 9 1 0,-12-9-1 0,10 12 2 16,-10-12 1-16,9 14-2 0,-9-14 3 0,6 11 1 16,-6-11-3-16,4 13 7 0,-4-13-3 0,1 14 3 15,-1-14 4-15,0 0 7 0,-1 15 3 0,1-15 9 16,-4 8-5-16,4-8-2 0,-7 7 4 0,7-7-1 16,-11 4 2-16,11-4-2 0,-12 3-4 0,12-3-14 15,-15-3 6-15,15 3 2 0,-13-5-4 0,13 5-3 16,-16-9-8-16,16 9-20 0,-11-11-5 0,11 11-16 0,-7-14-28 15,7 14-37-15,-2-15-21 0,2 15-28 16,4-17-15-16,0 8-42 0,1 1-1 0,1-1-50 16,3-1 16-16,0 0-70 0,1 1-42 0,2-1-80 15,-1-1-279-15,2 0-224 0</inkml:trace>
  <inkml:trace contextRef="#ctx0" brushRef="#br0" timeOffset="91372.9286">22693 5340 442 0,'6'-17'509'0,"-1"3"-127"0,-1 0 7 16,-1 3-30-16,1-1 0 0,-2 1-48 0,-2 11-7 15,4-19-28-15,-4 19-38 0,2-13-55 0,-2 13-33 16,2-10-37-16,-2 10 4 0,0 0 11 0,0 0-11 0,0 0-13 16,0 0-4-16,-2 15 2 0,0-4 2 0,0 3 1 15,0 3 3-15,-1 2-8 0,0 3-2 0,0 3-3 16,-1 6-14-16,-1 0-15 0,1 0-2 0,0 0-11 15,0 1-1-15,0-2-1 0,0-3-15 0,1-1-4 16,1 2 3-16,-1-3-16 0,1 0-4 0,0-2 0 16,1 0-1-16,0-5-1 0,0 1-21 0,-1-1 25 15,1-2-26-15,1-2 25 0,-1-1-20 0,0-2 23 16,1-11-27-16,0 20 28 0,0-20-23 0,-2 16 26 16,2-16-21-16,0 11 23 0,0-11-23 0,0 0 22 15,-2 13-23-15,2-13 17 0,0 0-6 0,0 0-7 16,0 0-9-16,0 0-11 0,-8-11-10 0,8 11-7 15,-5-15-14-15,1 5-7 0,1 0 5 0,-1-1 9 16,-1-2 9-16,1 3 1 0,-2-2 2 0,0 1 10 0,-1-1 0 16,1 0 1-16,-4 3 2 0,0-1-1 15,0 0 3-15,-3 3 0 0,0 1 4 0,-4 1-2 16,0 3 1-16,-2 1 9 0,1 2-3 0,-3 0-1 16,1 3-8-16,-1 2 12 0,0 1 0 0,0 0 0 15,4 4 3-15,2-3-2 0,2 1 8 0,1 0 3 16,3 2-1-16,2-1 2 0,2 0-1 0,1 0 3 15,4-10-1-15,-4 19-1 0,4-19-3 0,6 19-5 16,-1-10 7-16,5 0-7 0,1 0 4 0,5-2-1 16,0 1-6-16,1 0-1 0,0-2-6 0,0-2-9 0,0 1-13 15,1-2 0-15,-1-1 6 0,1 0-9 0,-1-2 0 16,2 0 2-16,-2-1-3 0,0 0 0 0,0-2-3 16,2-1-2-16,-3-1-2 0,5-3 11 15,-1-1-1-15,-1 0-2 0,1-3 5 0,0 0 4 16,1-3 4-16,-1 0 4 0,-3 1 3 0,-1-1 1 15,0 2 7-15,-3-2 5 0,1 1 6 0,-1 0 16 16,-4 2 13-16,2 1 16 0,-3 0 7 0,-2-1 3 16,-1 5 7-16,1 0 10 0,0-1-6 0,-6 8 3 0,9-11-14 15,-9 11-13-15,4-11-12 0,-4 11-10 0,0 0-4 16,0 0-9-16,0-11 10 0,0 11-14 0,0 0 4 16,-10 3 1-16,10-3-2 0,-10 8 5 0,3-2 5 15,1 0 13-15,0 3-6 0,-1-1 15 0,1 2 21 16,1 0-3-16,1 0-5 0,0 0-11 0,1 2 17 15,1 0-16-15,1 0-1 0,1 1 0 0,1-1-2 16,2 2-5-16,2 0-39 0,0 0 37 0,2 0-49 16,2-2 43-16,0 1-36 0,2 1 34 0,3-2-61 15,-2-1-7-15,2 2-97 0,-1-5-47 0,-1 2-61 16,2-3-108-16,-3 1-84 0,-1-2-82 0,-2-1-167 16,-8-5-647-16,12 7-932 0</inkml:trace>
  <inkml:trace contextRef="#ctx0" brushRef="#br0" timeOffset="92583.1888">21686 6811 198 0,'0'0'328'0,"0"0"-48"0,-1-14-54 0,1 14 15 0,0 0-55 16,2-15 17-16,-2 15-52 0,2-10 12 0,-2 10 19 15,0 0-6-15,3-15-24 0,-3 15-7 16,0 0-16-16,1-10-7 0,-1 10-10 0,0 0-7 16,0 0-3-16,3-11-6 0,-3 11-3 0,0 0-9 0,0 0 0 15,0 0 0-15,0 0-2 0,0 0-6 0,0-11-7 16,0 11-3-16,0 0-1 0,0 0 2 0,0 0-4 15,0 0-1-15,0 0 10 0,0 0 1 0,0 0-1 16,0 0 0-16,0 0 1 0,0 0-1 0,0 0-6 16,0 0-6-16,-2-11 1 0,2 11-10 0,0 0-4 15,0 0-5-15,0 0-10 0,0 0-1 0,0 0-7 16,0 0-5-16,0 0-3 0,0 0-3 16,0 0 24-16,0 0-33 0,0 0-4 0,0 0 3 15,0 0 0-15,0 0 5 0,0 0-7 0,0 0-3 0,0 0-4 16,0 0 7-16,0 0 1 0,0 0-2 0,0 0 2 15,0 0 0-15,0 0-1 0,0 0 2 0,0 0-5 16,0 0 2-16,0 0 0 0,0 0 2 0,0 0-2 16,0 0 0-16,0 0 1 0,0 0 0 15,0 0-5-15,-1-11-5 0,1 11 9 0,0 0-2 0,-3-9 24 16,3 9-30-16,0 0 0 0,-4-13 4 0,4 13 1 16,-4-9-4-16,4 9 2 0,-3-11 3 0,3 11-1 15,-3-13-1-15,3 13 6 0,-3-10-2 0,3 10 8 16,-2-10 13-16,2 10 9 0,-3-11 9 0,3 11 14 15,0 0 7-15,-4-12-2 0,4 12-8 0,0 0-7 16,0 0-14-16,-3-11-4 0,3 11-21 0,0 0 0 16,0 0 1-16,0 0 17 0,0 0 46 0,-6 15 12 15,6-15 1-15,-5 19-37 0,1-6 46 0,-1 3-26 16,0 4 40-16,-3 0-45 0,2 2 36 0,-1 1-45 16,-1 3 25-16,0 2-44 0,0-1 29 0,0 0-11 15,1 1-9-15,-1-2-8 0,1 2 0 0,1-3-10 16,0-1-5-16,1-1-8 0,-1 1-38 0,2-3-70 0,0 0-83 15,2-5-63-15,1 2-65 0,1-1-59 16,1-2-78-16,3-1-68 0,2-1-114 0,4-4-582 16,1-2-819-16</inkml:trace>
  <inkml:trace contextRef="#ctx0" brushRef="#br0" timeOffset="92934.3816">21901 7018 503 0,'3'-19'545'0,"-3"19"-77"0,2-20-40 16,-1 10-32-16,1 0-63 0,2-2-29 0,-1-1 2 16,0 1-44-16,2-3-19 0,-1 4-65 0,2-3 7 0,-1 4-48 15,0 1-26-15,1-1-26 0,1 2 1 0,-2 1-35 16,2 1 4-16,-7 6-28 0,14-7 10 16,-14 7-25-16,14 0 16 0,-14 0-24 0,14 5 21 0,-14-5-23 15,11 12 18-15,-6-4-24 0,-2 2 0 0,0-1 5 16,0 3-1-16,-2-2 3 0,-1-10 1 0,-1 22-2 15,-2-10 2-15,0-2 0 0,-2 0 19 0,0 0 13 16,-2-2 20-16,1 1 10 0,-3-3-3 0,0 0-5 16,0-1 2-16,-2-1-1 0,2 2-8 0,9-6-3 15,-22 2-9-15,22-2-3 0,-22-1-5 0,22 1-4 16,-21-4-10-16,12 0 39 0,-1 0-47 0,10 4-3 16,-15-10 0-16,8 4-8 0,1-3-11 0,6 9-2 15,-7-15-17-15,7 15-9 0,-3-13-19 0,3 13-12 16,2-16-53-16,-2 16-13 0,9-15-58 0,-1 8-29 15,3-2-62-15,1 2-38 0,3-1-43 0,1 2-91 16,5-2-549-16,2 1-613 0</inkml:trace>
  <inkml:trace contextRef="#ctx0" brushRef="#br0" timeOffset="93167.2347">22398 6702 315 0,'5'-10'617'0,"0"2"-23"0,-5 8-32 0,7-17-26 16,-7 17-48-16,4-14-26 0,-4 14-24 0,3-13-27 0,-3 13-59 15,3-11-51-15,-3 11-74 0,0 0-40 16,3-10-33-16,-3 10-20 0,0 0-6 0,0 0 0 16,0 0 12-16,-2 15-13 0,2-15-57 0,-4 19 21 15,3-7-50-15,0 2 28 0,0 4-46 0,0-2 29 16,0 5-42-16,1-2 33 0,-1 1-44 16,0 2 10-16,1 3-74 0,0 0-46 0,0-1-56 0,-1 3-60 15,1-4-54-15,-1 2-58 0,0-2-72 0,0 1-65 0,-1 0-41 16,-1-1-135-16,-2-2-429 0,3-3-699 15</inkml:trace>
  <inkml:trace contextRef="#ctx0" brushRef="#br0" timeOffset="93966.8454">21194 7993 226 0,'0'0'250'0,"0"0"-40"0,-9-7-30 0,9 7-29 16,0 0-9-16,-7-8-32 0,7 8-5 0,0 0-38 15,-4-8 18-15,4 8-21 0,0 0 6 0,0 0-18 16,-6-10 16-16,6 10-37 0,0 0 28 0,0 0-21 16,-4-11 27-16,4 11-19 0,0 0 36 0,0 0-38 15,0 0 49-15,-2-13-45 0,2 13 37 0,0 0-1 16,0 0 13-16,0 0 6 0,0-14-8 15,0 14 1-15,0 0-10 0,0 0 27 0,2-12 21 0,-2 12 5 16,0 0 2-16,1-11-2 0,-1 11-10 0,0 0-2 16,1-11-15-16,-1 11-15 0,0 0-18 0,0-13 10 15,0 13 1-15,0 0-9 0,1-12-11 0,-1 12-9 16,0 0-2-16,-1-13-5 0,1 13-2 0,0 0 5 16,0-12-3-16,0 12 4 0,0 0 0 0,0-12-3 15,0 12-3-15,0 0-8 0,0-13 2 0,0 13-10 16,0 0-1-16,0-14 7 0,0 14 14 15,0 0 6-15,0-13-4 0,0 13 9 0,0 0-13 0,0-12 34 16,0 12-16-16,0 0 35 0,0 0-40 0,0 0 17 16,0-14-62-16,0 14 38 0,0 0-46 0,0 0 38 15,0 0-7-15,-4 10 63 0,1 0-16 0,0 1 51 16,-2 5 4-16,-2 5-3 0,-1 1-2 0,-3 5-57 16,-2 6 38-16,-3 0-46 0,-1 2 32 0,1 0-62 15,-2 1 40-15,2 0-61 0,-2-2-2 0,2 1-7 16,0-1 0-16,2-2-4 0,1-3-5 0,2-3-4 0,2 0 27 15,0-3-72-15,2-3-14 0,0-1-101 0,3-3-51 16,1 0-83-16,1-4-50 0,2 2-84 16,2-3-121-16,1-3-67 0,3-1-136 0,-6-7-574 15,20 7-924-15</inkml:trace>
  <inkml:trace contextRef="#ctx0" brushRef="#br0" timeOffset="94301.6069">21231 8211 134 0,'5'-14'687'16,"-2"0"-110"-16,1 0-64 0,0-1-58 0,1 0-48 16,2 0-36-16,2-2-37 0,0 1-41 0,0 1-28 15,3 0-27-15,-1 1-44 0,1 2-39 0,0 2-26 16,1 2-30-16,1 1-20 0,0 3-12 0,-1 1-17 16,1 3-7-16,-1 1-12 0,2 2-3 0,-1 4-5 15,0 3-3-15,-3-2-2 0,1 7-2 0,-3-1-4 16,-3 1-2-16,-1 0 8 0,-1 0-16 0,-2 3 12 15,-2-4-19-15,-1-1 16 0,-2 2-14 0,-1-2 15 16,-2 1-13-16,-2-3 16 0,-1 1 1 0,-1-2 18 0,-1-1 13 16,-3-1 9-16,1-1-3 0,-3-1 0 15,0-2-4-15,0 0-8 0,0-1-4 0,0-2-1 16,2-1-9-16,-1 0 2 0,2-1-9 0,-1-2-4 16,4 2-24-16,-1-3 12 0,2 0-42 0,9 4-48 0,-11-12-22 15,11 12-95-15,-1-15-53 0,6 5-48 0,4-2-47 16,5-1-10-16,2 1-29 0,3-1-29 0,6-1-32 15,-1 2-445-15,0 1-461 0</inkml:trace>
  <inkml:trace contextRef="#ctx0" brushRef="#br0" timeOffset="94633.7165">21732 7990 616 0,'9'-9'503'16,"-2"0"-96"-16,1 0 34 0,1-1-25 0,-1 0-23 15,-1-1-27-15,3-2-15 0,-2 3-25 0,0-2-39 16,1 0-39-16,2 1-52 0,0 0-33 15,0 1-21-15,2 0-30 0,0 2-11 0,2-1-27 0,0 2-5 16,1 2 1-16,0 2-23 0,2 2-14 0,-4 1 3 16,2 1-9-16,0 2-2 0,-1 4 4 0,-1 0-5 15,-1 0 19-15,-1 4 2 0,-4 0 35 0,1 4-11 16,-3-2 53-16,-4 4-21 0,-2 0 53 0,-4 0-35 16,-2 4 39-16,-6 3-35 0,-1 1 44 0,-3-2-35 15,-2 5 33-15,0-5-44 0,1-2 46 0,-1 2-63 16,0-4-14-16,6-1-9 0,0-1-7 0,0 1-11 15,2-3-8-15,4 0-7 0,1-1 12 0,1 0-9 16,4-2-6-16,6 0-5 0,2 2-7 0,7-2-5 16,5-2-7-16,8 1-47 0,4-5-50 0,3 4-58 15,5-2-51-15,-2-1-24 0,6-1-87 0,-5-2-59 0,1-1-85 16,-2 2-57-16,-2-3-51 0,-3 3-56 16,-5-2-54-16,-5 1-617 0,-4-3-882 0</inkml:trace>
  <inkml:trace contextRef="#ctx0" brushRef="#br0" timeOffset="95084.4377">20670 9141 461 0,'-2'-12'424'0,"2"0"-36"0,-1 0-59 0,1 12-38 16,-1-25-10-16,1 25 4 0,-1-23 11 0,1 23 4 15,0-20-1-15,0 20-7 0,1-21-2 16,-1 21-4-16,2-17-20 0,-2 17-12 0,2-14-38 0,-2 14-2 0,2-13-43 16,-2 13 9-16,0 0-43 0,4-12 46 15,-4 12-29-15,0 0 76 0,0 0-42 0,13 3 23 16,-13-3-47-16,7 15 3 0,-3-4-10 0,-1 3-17 0,0 3-6 16,-2 1-27-16,1 6-18 0,-2-4-14 0,3 5-12 15,-5 0-11-15,1 0-11 0,0 1-11 16,0 1 79-16,0-1-115 0,1-2 21 0,0-3-118 0,0 1-39 15,0-3-112-15,0 1-59 0,1-2-56 0,1-2-101 16,2 1-114-16,0-4-59 0,0-3-166 0,2-2-549 16,3-2-959-16</inkml:trace>
  <inkml:trace contextRef="#ctx0" brushRef="#br0" timeOffset="95451.7571">21110 9247 319 0,'9'-14'767'0,"-1"2"-89"16,-1-2-87-16,3-2-66 0,-1-1-72 0,1-2-32 0,1 1-43 16,0 1-33-16,1 0-34 0,1 1-16 0,-1 1-65 15,0 0 0-15,2 2-79 0,-2 3 9 16,1 1-73-16,0 2 25 0,1 2-48 0,-2 2 19 16,-12 3-46-16,25 1 48 0,-14 3-40 0,2 2 1 0,-3 2 2 15,0 2-9-15,-1 2-1 0,-3 3-9 0,-1 1-3 16,-2 1 28-16,-1 2-40 0,-2-1 27 15,0 1-42-15,-1 0 34 0,-2 0-34 0,0-2 28 0,-1-1-40 16,-1 1 39-16,-1-2-34 0,0 1 33 0,-1-4-38 16,-2 1 40-16,-1-2-38 0,0-2 38 0,-2-2-34 15,-1 2 40-15,-1-5-40 0,-3 0 41 0,0-4-44 16,-3 0 37-16,-1-1-43 0,-4-3 39 0,0-2-36 16,0-1 34-16,0 0-39 0,1-2 29 0,4 0-46 15,1-3 8-15,2 0-64 0,5 0-20 0,3-1-5 16,4 2-28-16,3-1-10 0,4-1-9 0,4-1-20 15,6-2-33-15,5-2-6 0,4 0-49 0,4 1-14 16,6-1-49-16,2 1 0 0,-4 4-25 0,1 1-53 16,0 2-45-16,0-1-479 0,-1 2-511 0</inkml:trace>
  <inkml:trace contextRef="#ctx0" brushRef="#br0" timeOffset="95938.3238">21767 8939 669 0,'13'-8'564'0,"-1"1"-49"0,-3-2-21 0,1 0-66 0,-2 0-3 15,2 0 7-15,-3-1-41 0,-1 1-33 16,-1 1-27-16,1 0-57 0,-6 8-9 0,9-15-78 16,-9 15-16-16,7-9-63 0,-7 9 3 0,10-8-49 0,-10 8 7 15,15-3-33-15,-15 3 21 0,19 0-38 0,-9 3 19 16,1 2-35-16,3 0 28 0,-2 2-35 16,0 0 29-16,1 1-30 0,-1 2 22 0,1-1-29 0,-2 1 27 15,-2 0-27-15,1-1 4 0,-2 2 2 0,-2-2 0 16,-1 1 0-16,0-1 2 0,-1 0 3 0,-2 2 2 15,-2-11-6-15,2 19 7 0,-2-19-2 16,-2 20 0-16,-3-9 5 0,0-1 3 0,-1 2-4 0,0-1-3 16,-2 0-2-16,-1 0-3 0,1 0 0 0,-1 1-6 15,3-1-13-15,-3 1-7 0,2-1 3 0,0-1 8 16,2 1-29-16,-2-3 1 0,3 3 2 0,0-3-5 16,4-8 5-16,-5 18 2 0,5-18 12 0,0 16 2 15,0-16 8-15,5 18 2 0,-1-9 3 0,3 0 4 16,-1 0 13-16,2 0-9 0,0 2 11 0,0-1-10 15,1 0 18-15,0 1 11 0,1 1 3 0,1-2-2 16,1 5 4-16,1-2 7 0,-1 0-2 0,0 0 31 16,-1-1-27-16,-2 0 40 0,0 0-29 0,0 0 44 15,-2-2-36-15,-2 0 59 0,-1 0-25 0,-2 0 50 16,-2-10-24-16,0 20 58 0,-4-11-44 0,-5 1 33 16,-3-1-63-16,-5 3 45 0,-6-4-82 0,-8 3 36 15,-8-3-68-15,-5 3 42 0,-4-2-62 0,-1-2 23 0,-3 0-96 16,0 0-42-16,1-2-134 0,3-1-94 0,0 0-121 15,9-1-176-15,3 0-125 0,6-3-812 16,3-2-1209-16</inkml:trace>
  <inkml:trace contextRef="#ctx0" brushRef="#br0" timeOffset="98596.2377">24117 6697 32 0,'0'0'284'16,"0"0"-40"-16,0 0-41 0,0 0-17 0,0 0-32 15,0 0 4-15,3-11-32 0,-3 11 6 0,0 0-49 16,0 0 18-16,0 0-43 0,0 0 12 0,0 0-32 16,0 0 7-16,0 0-24 0,0 0 17 0,-2-8-24 15,2 8 20-15,0 0-27 0,0 0 22 0,0 0-21 16,0 0 29-16,0 0-19 0,0 0 37 0,0 0-23 16,0 0 44-16,0 0-31 0,0 0 40 0,0 0-43 0,0 0 47 15,0 0-39-15,0 0 43 0,0 0-46 0,0 0 43 16,0 0-44-16,0 0 36 0,0 0 1 15,0 0-29-15,0 0 26 0,0 0-26 0,0 0 20 16,0 0-9-16,0 0-1 0,0 0-8 0,0 0-2 0,0 0-6 16,0 0-8-16,0 0-7 0,0 0-8 15,0 0 0-15,0 0-1 0,0 0-7 0,0 0-2 16,0 0-5-16,0 0 2 0,0 0-16 0,0 0 11 0,0 0-3 16,0 0 2-16,0 0-1 0,0 0-2 0,0 0-2 15,0 0 1-15,0 0 1 0,0 0-6 0,0 0 4 16,0 0 1-16,0 0-1 0,0 0 1 15,0 0 1-15,0 0-2 0,0 0-3 0,0 0 4 0,0 0 2 16,0 0 2-16,0 0-8 0,0 0 9 0,0 0-3 16,0 0-4-16,0 0 6 0,0 0-2 0,0 0 1 15,0 0-7-15,0 0 4 0,0 0-1 0,0 0-2 16,0 0 5-16,0 0-4 0,0 0 2 0,0 0-3 16,0 0 4-16,0 0-2 0,0 0-5 0,0 0 6 15,0 0-3-15,0 0-3 0,0 0-12 0,0 0-26 16,0 0 22-16,0 0-11 0,0 0-6 0,0 0-19 15,0 0 19-15,0 0-31 0,0 0 31 0,0 0-2 16,0 0-3-16,0 0-53 0,0 0 26 0,0 0-22 16,-9-5-26-16,9 5-63 0,0 0-24 0,0 0-48 0,0 0-43 15,0 0-82-15,0 0-169 0,0 0-57 16</inkml:trace>
  <inkml:trace contextRef="#ctx0" brushRef="#br0" timeOffset="98968.9777">24410 6563 421 0,'0'0'449'0,"11"-10"-52"0,-11 10-107 16,7-10 22-16,-7 10-58 0,4-11 4 0,-4 11-62 16,0 0 5-16,-1-13-58 0,1 13 7 0,-8-8-27 15,8 8-1-15,-17-7-27 0,6 5-1 0,-2 1-17 16,-4 1 13-16,-4 2-11 0,-3 2 14 0,-7 2-15 15,-2 4 16-15,-7 3 1 0,-1 4 10 0,-1-1 4 16,-2 5-1-16,-5 5-12 0,0-1 7 0,1 1-28 16,8-1 12-16,3-1-29 0,2-1 4 0,2 1-21 15,4-1-6-15,5-4-7 0,4-1-3 0,4 1-4 16,2-2 5-16,5-3 4 0,3 1 8 0,3 0 6 0,1-5 38 16,4 2-45-16,3-2 3 0,3 0-1 15,5-1-10-15,1-2 6 0,7 2-12 0,2-1-5 16,2-2-4-16,3-4 3 0,0 3-9 0,3-4-1 15,-2 1-12-15,1 0-27 0,-1-2-29 0,0 0-35 16,-2-2-43-16,0 0-47 0,-1 1-58 0,-1-1-53 16,2-1-44-16,-1 1-63 0,0-3-82 0,1 1-102 15,5-2-255-15,1-2-385 0</inkml:trace>
  <inkml:trace contextRef="#ctx0" brushRef="#br0" timeOffset="99401.9313">24975 6710 619 0,'14'-12'472'0,"2"0"-31"0,-3 1-61 0,1-3 14 16,-4 3-53-16,-1 0 3 0,0 0-44 0,-2 0-6 15,-1 3-9-15,-2-2-45 0,0 2-35 16,-4 8-56-16,6-13-24 0,-6 13-36 0,-4-11-11 0,4 11-23 16,-12-3-1-16,12 3-17 0,-23 3-8 0,6 1-3 15,0 3-6-15,-3 0 0 0,0 3-7 0,0-1 1 16,2 3-2-16,0-2-5 0,2 2 1 0,0 0-5 15,3 1 3-15,1-3 6 0,3 1-13 0,1 2 14 16,-1-3-17-16,4 0 16 0,3 1-18 0,2-11 18 0,0 20-15 16,2-11 16-16,3 1-17 0,4 1 13 0,2-1-8 15,4 0-13-15,2 2 6 0,3 0 6 16,5 0 0-16,-1-2 0 0,3 3-1 0,-2-3 0 0,2 1-1 16,2 0 0-16,-2 1 2 0,-2 0 0 0,1 0-3 15,-1-1 2-15,0 1-2 0,-2 1 0 16,-5 0 2-16,2-2 0 0,-2 3-5 0,-2-3 6 15,-1 0 0-15,-1 0-1 0,-3-1-3 0,0 1 5 0,-2-1-3 16,-1-1 1-16,0-2 2 0,-3 2 4 0,-5-9 9 16,6 15 14-16,-6-15 4 0,0 13-4 0,0-13-3 15,-11 13-9-15,-1-7 4 0,-3 1-5 0,-8-2-2 16,-3 2-4-16,-8-1-16 0,-2 0-27 0,-9 0-44 16,0 0-39-16,7-2-53 0,-3 0-57 0,3 1-76 15,3-1-89-15,1 0-62 0,7 0-111 0,1-1-353 16,6 0-487-16</inkml:trace>
  <inkml:trace contextRef="#ctx0" brushRef="#br0" timeOffset="100335.8236">24412 7861 172 0,'0'0'538'0,"14"2"-121"16,-14-2-72-16,0 0-43 0,0 0-28 0,14-2-10 0,-14 2-16 15,0 0-4-15,0 0-6 0,0 0-8 16,0 0-9-16,13 0-15 0,-13 0-10 0,0 0-19 16,0 0-13-16,0 0-8 0,0 0-19 0,0 0-19 15,9-4-11-15,-9 4-19 0,0 0-20 0,0 0-3 16,0 0-16-16,0 0-10 0,0 0-7 0,0 0-5 16,0 0-9-16,0 0-6 0,10-3 0 0,-10 3-9 15,0 0-4-15,0 0-10 0,0 0-12 0,0 0-11 0,0 0-12 16,0 0-16-16,0 0-9 0,0 0-11 0,0 0-11 15,0 0-9-15,0 0-9 0,0 0-3 16,0 0-4-16,0 0 0 0,9-4 3 0,-9 4 3 16,0 0 2-16,0 0 5 0,0 0 12 0,10-5 4 0,-10 5 10 15,0 0 16-15,11-6 12 0,-11 6 6 0,9-4 5 16,-9 4 18-16,8-6 5 0,-8 6 4 0,8-5 5 16,-8 5 15-16,10-6 6 0,-10 6 20 0,8-5 25 15,-8 5 13-15,0 0 10 0,8-6 3 0,-8 6 3 16,0 0-6-16,9-8 1 0,-9 8-8 0,0 0 2 15,8-7 1-15,-8 7-2 0,0 0 11 0,7-10 9 16,-7 10 4-16,0 0-1 0,6-7 6 0,-6 7 19 16,0 0-11-16,0 0 15 0,6-8-6 15,-6 8-6-15,0 0 8 0,0 0-30 0,0 0-6 0,0 0-25 16,0 0 16-16,-6-7-36 0,6 7 25 0,-19 6-26 16,3 0 52-16,-5 2-27 0,-4 3 44 0,-4 2 1 15,-7 5-7-15,0 1-4 0,-2 1-14 0,-2 4-10 16,-6 4-13-16,7-5-41 0,-4 10 35 0,5-7-45 0,5 1 33 15,1 0-36-15,3-4 36 0,4 2-38 0,4-4 12 16,3-1 15-16,4-4 0 0,2 2 12 16,1-2 8-16,3-3 2 0,2-1 1 0,-1 1 3 15,2-2 19-15,1-1-5 0,4-10 14 0,-2 17-9 0,2-17-1 16,2 17 0-16,-2-17-12 0,14 12-14 0,-3-8-12 16,3 2 0-16,6-2-10 0,4 1-5 0,4-2-14 15,8 0 13-15,2-2-23 0,9 4-26 16,-5-4-26-16,-2 0-45 0,9-1-55 0,-1 3-25 0,-5-3-45 15,0 0-58-15,-1 0-43 0,-2 0-69 0,-4-1-88 16,-5-1-49-16,-4 2-78 0,-5-2-214 0,-5-1-369 16,-1-2-798-16</inkml:trace>
  <inkml:trace contextRef="#ctx0" brushRef="#br0" timeOffset="100537.2901">24333 8168 406 0,'-7'-7'727'0,"0"3"-158"16,7 4-58-16,-11-11-73 0,11 11-55 0,-8-12-48 15,8 12-48-15,-2-12-42 0,2 12-45 0,3-16-37 16,2 9-36-16,2-1-29 0,4 0-19 0,3 1-21 16,2 2-42-16,4 0-49 0,3-1-67 15,1 3-54-15,2-3-73 0,0 5-41 0,2 0-84 0,0 1-89 16,2 0-519-16,0 0-546 0</inkml:trace>
  <inkml:trace contextRef="#ctx0" brushRef="#br0" timeOffset="100869.3924">25444 7938 679 0,'16'-7'543'0,"-4"0"-64"15,-1 0 0-15,1-1-39 0,-3 1-33 0,-2 0-42 0,2 0-23 16,-4 0 2-16,-5 7-4 0,9-13-25 0,-9 13-59 15,6-11-15-15,-6 11-65 0,0 0-2 0,-3-10-52 16,3 10 30-16,-14 0-21 0,1 4 55 0,-4 1-46 16,-8 7 29-16,-4 0-47 0,-7 7 34 0,-1 3-44 15,-9 7 32-15,0 0-51 0,-1 3 30 16,3 1-67-16,3-1 38 0,7-3-64 0,3-2-1 0,4 1-4 16,3-2 7-16,5-4 3 0,3 0-1 0,5-3 2 15,5 0-1-15,4-3 7 0,4 0-3 0,2-1-4 16,9 1-4-16,8 0-1 0,4-1-9 0,9-2-4 15,3 1 1-15,5-2-8 0,2 0-4 0,-1-3-2 16,4 1-3-16,-3-4-15 0,2 2-25 0,-8-3-37 16,-2-1 10-16,-3 0-82 0,-4-1-12 0,-4-2-89 15,-2 1-41-15,-6-2-43 0,2 0-104 0,-6-1-94 16,-13 1-55-16,18-2-145 0,-18 2-611 0,0 0-945 16</inkml:trace>
  <inkml:trace contextRef="#ctx0" brushRef="#br0" timeOffset="101871.1961">23526 9286 278 0,'0'0'753'0,"-1"-17"-146"0,1 17-61 0,1-18-71 15,-1 18-18-15,1-19-54 0,-1 19-3 0,3-20-40 16,-3 20-32-16,3-17-19 0,-3 17-19 0,3-13-40 0,-3 13-42 16,1-11-36-16,-1 11-38 0,0 0-13 0,4-9 24 15,-4 9 3-15,0 0 3 0,9 7 2 0,-9-7-5 16,4 18-1-16,-1-4-22 0,0 4-15 16,-2 6 38-16,-2 1-74 0,1 2 45 0,-1 0-77 0,-2 5 50 15,0-5-78-15,1 0 1 0,1 0 3 0,-1-1-7 16,0-2-2-16,-1-2 2 0,2-1 8 0,0-3-14 15,0-2-2-15,1 0 1 0,0-4 0 0,-1-1 3 16,1-11 12-16,-1 21-7 0,1-21 0 0,-2 15 4 16,2-15-5-16,0 0-6 0,0 0-24 0,0 0-4 15,0 0-12-15,0 0 33 0,2-11-71 0,1-1 23 16,0-5-67-16,3-5 28 0,1-7-59 0,2-3 36 16,3-7-33-16,2-1 19 0,2-2 17 0,0 0 16 15,3-1 21-15,0 3 11 0,1 0 7 0,0 3 44 16,-2 0-29-16,1 4 37 0,-2 3-31 0,-2 4 47 15,-1 3-41-15,-2 5 43 0,-2 1-40 0,-1 3 37 16,-1 3-39-16,-1 1 35 0,0 4-31 0,-7 6 50 16,16-6-19-16,-16 6 50 0,15 6-36 0,-7 0 37 15,1 5-38-15,0 3 6 0,0 5 4 0,0 2-4 16,1 4-3-16,-1 2 29 0,1 1-41 0,0-1 33 0,-1 1-43 16,1-1 34-16,0-2-40 0,-2-3 38 15,0-1-41-15,0-2 36 0,0-1-39 0,-1-3 42 16,-1-2-44-16,0-1 35 0,0-1-31 0,-2-3 41 0,0 1-39 15,-4-9 35-15,8 10-42 0,-8-10 31 0,11 3-47 16,-11-3 16-16,17-9-65 0,-6 2 13 16,4-5-46-16,0-2 27 0,3-4-38 0,2-1 9 15,-2 1 9-15,0-1 14 0,0 1 14 0,-2 3 11 0,-3 1 14 16,-1 3 13-16,-1 1 1 0,-2 2 8 0,0 0 7 16,-3 1-5-16,-6 7-4 0,11-9 20 0,-11 9 24 15,0 0 8-15,11 2 33 0,-11-2 2 0,5 12 25 16,-5-12-38-16,1 22 45 0,-1-8-45 0,0 3 44 15,0 1-51-15,1 3 28 0,-1 0-44 0,1 2 29 16,1 2-41-16,-2 1 33 0,2-2-44 0,1 1 14 16,-1-1-75-16,1-2-31 0,0-2-80 0,-1-2-65 15,1-2-71-15,0 1-105 0,1-3-53 0,-2-1-74 16,1-2-154-16,1-3-432 0,-4-8-743 0</inkml:trace>
  <inkml:trace contextRef="#ctx0" brushRef="#br0" timeOffset="102252.9325">25212 9161 354 0,'14'-20'772'16,"0"3"-113"-16,-3 0-103 0,0 3-80 0,0-3-31 0,0 1-27 16,-2 0-31-16,-3 3-40 0,2-1 16 0,-1 0-61 15,-1 1 39-15,-2 1-60 0,1 2 9 0,0-1-76 16,-5 11 6-16,5-16-90 0,-5 16 8 0,2-15-65 15,-2 15 19-15,-7-8-54 0,-5 6 33 0,-1 1-52 16,-8 2 30-16,-4 4-42 0,-6 0 34 0,-3 6-44 16,-5 1 31-16,2 4-40 0,0 3 15 0,-3 4 16 15,-4 7 9-15,-1 5 3 0,1 2 1 0,0 3 3 16,2 0 38-16,3 2-41 0,4 1 44 0,1-4-48 16,8-5 47-16,4 0-49 0,1-2 45 0,7-1-44 15,0-4 3-15,7-5 4 0,1 0-8 0,3 0 6 16,3-5 10-16,1 0-3 0,3-1-8 0,4-2 1 15,5 3 2-15,4-4-20 0,8-1 2 0,2-1-8 16,7-2-37-16,9 0-39 0,2-3-47 0,1 0-42 16,2 0-25-16,1-2-97 0,-2 1-25 0,-9-4-38 15,1 0-26-15,-10-1-48 0,-2-1-13 0,-2 0-41 16,-5-1-58-16,-3-1-41 0,-1 1-110 0,-4-2-277 16,-1 0-542-16</inkml:trace>
  <inkml:trace contextRef="#ctx0" brushRef="#br0" timeOffset="102604.4451">24954 9529 602 0,'-9'-4'472'0,"9"4"-72"0,-13-7-38 0,13 7-4 16,-12-8-17-16,12 8-21 0,-8-6-17 0,8 6-21 15,-5-8 7-15,5 8 4 0,0 0-21 0,0-12-31 16,0 12-13-16,6-10-25 0,2 4 0 0,5 0-48 15,0-2 9-15,4 3-54 0,4-2 7 0,1 0-54 16,3 1 22-16,5-2-42 0,2 2 15 0,1 2-42 16,2-1-6-16,2-1-83 0,-1 2-82 0,3 0-71 15,-4 0-118-15,-1 0-88 0,-5 1-87 0,-2 1-193 16,-8-1-392-16,0 1-720 0</inkml:trace>
  <inkml:trace contextRef="#ctx0" brushRef="#br0" timeOffset="103353.3602">20874 10384 531 0,'6'-15'587'16,"-6"15"-82"-16,3-15-35 0,-3 15-27 0,1-16-48 16,-1 16-9-16,0-14-10 0,0 14-12 0,0-13-23 15,0 13-67-15,-2-12-8 0,2 12-90 0,0 0-24 16,-1-11-47-16,1 11 32 0,0 0 35 0,-7 8-18 16,2 2 45-16,-3 4-52 0,1 6 17 0,-2 5-61 0,0 1 23 15,-1 4-53-15,1 0-3 0,2 1-11 16,-1 1-9-16,2 1-7 0,1 0-10 0,0-1 27 15,1 1-43-15,0-2 28 0,2-4-41 0,-2 0 22 16,1-1-70-16,2-1-15 0,-1-1-122 0,0-4-63 0,1 0-68 16,0-1-112-16,1-1-57 0,1-1-16 0,0 0-90 15,2-2-144-15,1-3-361 0,3-4-708 16</inkml:trace>
  <inkml:trace contextRef="#ctx0" brushRef="#br0" timeOffset="103721.11">21109 10814 265 0,'9'-17'713'0,"-2"-2"-143"0,1-1-44 0,0 2-73 15,1-1-43-15,1-1-57 0,-1 1-2 0,3-1-49 0,0 2-29 16,1 0-34-16,-1 0-36 0,1 3-41 16,2-2-22-16,0 4-36 0,1 1-12 0,0 2-1 15,0 3-32-15,-1 1-13 0,1 3 8 0,-2 3-12 0,1 0-14 16,-1 4 4-16,1 1-2 0,-2 4-3 15,-1 1-4-15,-2 1-2 0,0 6 0 0,-2 1-7 16,-3-2-9-16,-2 2 11 0,-2 0-3 0,-2 2-10 16,0-2 4-16,-3 0-3 0,-1 3 8 0,-2-3-10 0,0 1 9 15,-3-2-7-15,-1 0 3 0,0-2-10 0,-1-3 21 16,0-1-13-16,0-2 14 0,-2-2-14 0,0 0 19 16,-1-3-15-16,0 0 15 0,1-4-18 0,0-1 18 15,-1-2-14-15,0-4 23 0,2 1-19 0,-1-2-2 16,3-1-2-16,0-3-1 0,4 1-4 0,1-1-9 15,0-3-8-15,4 1-20 0,0 1 15 0,2-1-54 16,2-1-36-16,1-1-66 0,2 1-59 0,2 0-56 16,4 1-64-16,1-3-48 0,5 3-58 0,3-2-67 15,5 1-498-15,1-1-634 0</inkml:trace>
  <inkml:trace contextRef="#ctx0" brushRef="#br0" timeOffset="104136.8194">21712 10435 565 0,'6'-6'646'0,"-6"6"-80"15,8-10-29-15,-8 10-49 0,7-7-16 16,-7 7-36-16,0 0-44 0,5-9-61 0,-5 9-43 16,0 0-62-16,0 0 0 0,0 0-30 0,0 0 63 15,0 0-52-15,0 0 12 0,2 16-60 0,-2-16 25 16,-3 22-64-16,1-9 13 0,0 0-56 0,1 2-14 0,-1 2-13 16,0-3-4-16,0 2-10 0,1 0-7 15,0 1-6-15,1-1-3 0,0-2-4 0,0-1-3 0,1 0-3 16,-1-1-1-16,3 0-13 0,-1-3-11 0,-2-9 13 15,3 21-64-15,-3-21 23 0,5 17-58 16,-5-17 24-16,8 14-34 0,-8-14-11 0,13 10-15 0,-13-10-2 16,15 4-2-16,-15-4 5 0,22-5 7 0,-10 1 5 15,1-3 7-15,1-1 15 0,0-4-12 0,3-1 39 16,-1-2 0-16,0-1 36 0,1 1-13 0,-2 0 35 16,-1 1 7-16,0 1 38 0,-4 2 14 0,1 1 28 15,-2 1-2-15,-2 2 0 0,-1 0-13 0,-6 7-4 16,12-10 7-16,-12 10 3 0,0 0 50 0,0 0-5 15,13 5 22-15,-13-5-3 0,2 13-4 0,-2-13-15 0,-2 25 0 16,0-8-18-16,-1 0-11 0,0 5-13 16,-1 2-10-16,0 1 20 0,0 0-49 0,-1 1 31 15,2 0-47-15,0 1 9 0,0-2-59 0,0 2-53 16,1-3-78-16,1 0-58 0,0-3-43 0,1-2-66 16,-1 0-110-16,0-1-64 0,1-1-163 0,0-3-615 15,0-1-893-15</inkml:trace>
  <inkml:trace contextRef="#ctx0" brushRef="#br0" timeOffset="104721.8591">24340 10463 652 0,'16'-9'511'0,"-3"0"-54"0,0 1-30 0,-4-3-49 15,-1 2-42-15,-2-1-42 0,-1 2-30 0,-5 8-6 16,1-21-13-16,-4 11-19 0,-4 1-11 0,-3 0-23 15,-3 1-29-15,-2 2-10 0,-6 2-7 0,0 4-12 16,-7 2-4-16,-6 6 6 0,-6 1-37 0,-4 8 22 16,-2 2-24-16,-7 6 40 0,-1 6-38 0,0 0 8 15,-1 2 0-15,4 2 2 0,1 1-1 0,3 3-14 16,2 0 31-16,3-1-42 0,4 2 19 0,2 0-52 16,10-8 33-16,1 1-40 0,5-1 35 0,4 0-47 15,4-7 31-15,4 2-41 0,4-4 39 0,4-2-36 16,3-1 35-16,4 1-44 0,8 0 38 0,3-2-48 15,6-2 41-15,10 0-71 0,5-3-32 0,7-3-10 16,3-3-95-16,5 0-33 0,1-5-62 0,2-1-61 0,-1-3-54 16,-1-1-46-16,-2-2-44 0,0-4-20 15,-5 0-106-15,-1-3-103 0,-4-1-321 0,0-2-616 16</inkml:trace>
  <inkml:trace contextRef="#ctx0" brushRef="#br0" timeOffset="105071.4947">25324 10562 508 0,'19'-18'704'16,"-4"2"-116"-16,-1 0-62 0,-4 0-58 0,1 0-17 16,-3 2-24-16,-1-1-33 0,-1 1-27 15,-2 1-69-15,-1 1 13 0,0 1-61 0,-3 11-3 16,-4-21-73-16,4 21 4 0,-12-15-62 0,3 12 25 0,-7 0-51 15,-3 4 45-15,-7 4-50 0,-5 4 43 0,-11 5-31 16,0 5 24-16,-9 6-38 0,2 6 7 0,-5 2 1 16,3 2 4-16,3 2 1 0,2 2-4 0,4 0-15 15,2 2-1-15,1-2-8 0,6 3 4 0,8-7-5 16,5-1-4-16,1 1-10 0,4-3-12 0,5-4 1 16,3 2-10-16,3-6 0 0,2-1-2 0,3 0-5 0,4 1 0 15,3-4-3-15,4-1 0 0,5 0-3 0,3-1-42 16,4-3-46-16,3-1-45 0,2-3-54 15,2-1-45-15,-1-2-105 0,2-2-43 0,-4-3-37 16,0-2-90-16,-2-1-70 0,1-3-33 0,-1-1-102 0,-1-4-614 16,-2-1-908-16</inkml:trace>
  <inkml:trace contextRef="#ctx0" brushRef="#br0" timeOffset="105270.7122">24826 10980 468 0,'-21'-5'737'15,"3"2"-115"-15,1-1-30 0,2 1-47 0,2 0-44 16,2 0-28-16,1 0-49 0,0-2-16 0,10 5-83 16,-13-6-13-16,13 6-95 0,0 0-12 0,2-14-72 15,6 8 18-15,9 0-76 0,3 1 16 0,5-2-59 16,8 1-15-16,0 1-91 0,3-1-38 0,-1 0-55 16,-1 0-64-16,0 2-54 0,-2-2-98 0,-6 2-67 15,-1-3-198-15,-5 1-608 0,0-1-865 0</inkml:trace>
  <inkml:trace contextRef="#ctx0" brushRef="#br0" timeOffset="106672.1872">27912 7001 168 0,'-9'-5'399'0,"9"5"-48"0,0 0-63 16,-9-8 0-16,9 8-87 0,-9-7 10 0,9 7-58 16,-9-7 47-16,9 7-56 0,-6-8 28 0,6 8-13 15,-9-10-19-15,9 10 13 0,-10-9 7 0,10 9-4 16,-6-9-6-16,6 9-25 0,-9-9-13 0,9 9-7 16,-6-7-9-16,6 7 0 0,-8-7 1 15,8 7-7-15,0 0-10 0,-7-10-15 0,7 10-17 0,0 0-15 16,-7-7-4-16,7 7-6 0,0 0-8 0,0 0-1 15,0 0 1-15,0 0-2 0,0 0-9 0,-8 5 10 16,8-5 18-16,0 0 9 0,0 17 0 0,0-17 12 16,2 21 9-16,0-8 1 0,1 2 9 0,-1 0-6 15,4 2-9-15,-1 1-10 0,2 1-9 0,2 2 1 16,-1-2-11-16,1-1-5 0,1 1-3 0,1 1-2 16,0-2-10-16,3-1-29 0,-2 1-60 0,1-3-77 15,-2 0-67-15,0 0-101 0,-2-4-21 0,0 0-96 16,-2-1-47-16,-1-1-505 0,-6-9-593 0</inkml:trace>
  <inkml:trace contextRef="#ctx0" brushRef="#br0" timeOffset="106906.6611">28108 7003 494 0,'8'-10'523'0,"-3"1"-70"0,-5 9-49 0,8-13-41 16,-8 13-63-16,8-11-58 0,-8 11-37 15,5-7-27-15,-5 7-8 0,0 0-20 0,0 0-3 0,0 0 13 16,0 0-12-16,-13 3-5 0,4 4-9 0,-3 4-14 16,-4 0-23-16,-5 7-9 0,1-2-16 15,-2 3-7-15,-4 4-18 0,-1 0 2 0,2-1-19 16,-1 0 7-16,4-1-16 0,2-3 3 0,0 1-11 0,2-1 0 16,0 2-22-16,4-6-40 0,1 1-42 0,-1-1-81 15,3-2-57-15,4 0-81 0,-2-1-13 0,2 0-75 16,3-4-78-16,4-7-414 0,-4 14-452 0</inkml:trace>
  <inkml:trace contextRef="#ctx0" brushRef="#br0" timeOffset="107172.2687">28405 7069 115 0,'17'-9'690'0,"-6"3"-125"0,3-1-133 0,-5 2-73 0,-9 5-78 15,14-6-4-15,-14 6 6 0,0 0 0 16,0 0-14-16,6 8-9 0,-6-8-6 0,-9 15-42 0,0-4-16 16,1 3-41-16,-2 1-2 0,-1 0-44 15,0 2 2-15,-1 2-41 0,1 0-14 0,3 0-12 16,-3 0-4-16,3 2-9 0,1-2-6 0,1-1-18 16,-1-1-16-16,2 0-38 0,1-2-58 0,0 0-62 0,1-1-36 15,-1 0-61-15,2-3-40 0,-1 0-34 0,-1-2-86 16,-1 0-113-16,5-9-367 0,-11 10-470 0</inkml:trace>
  <inkml:trace contextRef="#ctx0" brushRef="#br0" timeOffset="107371.4145">28223 7032 409 0,'4'-16'643'15,"-2"4"-37"-15,-1 1-62 0,-1 11-100 0,3-17-86 16,-3 17-76-16,1-15-57 0,-1 15-46 0,2-8-36 0,-2 8-18 15,0 0 4-15,0 0-20 0,0 0-16 16,0 0-14-16,0 0-18 0,-2 14-9 0,2-14-7 16,0 24-10-16,1-12-4 0,1 6-5 0,1-1-8 15,-1 4-12-15,2-1-52 0,1 1-60 0,-1 1-114 0,2 0-1 16,0-1-66-16,0-1-34 0,-1-2-132 0,5 0-484 16,-3-4-513-16</inkml:trace>
  <inkml:trace contextRef="#ctx0" brushRef="#br0" timeOffset="107804.8803">28738 7169 337 0,'7'-10'600'0,"1"0"-148"0,-2 1-10 0,1-1-24 0,-1-1-49 16,-1 2-48-16,2-2-28 0,-1 1-45 0,1 0-35 15,1 0-45-15,1 0-28 0,1 1-26 0,1 0-28 16,2 2-13-16,1 1-14 0,3-2-14 0,1 4-10 15,2-1-7-15,1 4-3 0,0 0-11 0,2 1 1 16,-1 0-5-16,2 2-2 0,-2 3-9 0,0 1 6 16,-2 0-5-16,-2 4 1 0,-2-1-2 0,-2 3 3 15,-3-1 3-15,-3 3 10 0,-3-1 10 0,-2 1 9 16,-4 3 31-16,-3-1-12 0,-3 3 18 0,-3 0 9 16,-3 3 20-16,-3 2-34 0,1-5-10 0,-2 1-3 0,1-2-3 15,-1-1-8-15,4-2-1 0,0-1-3 16,3-2-6-16,1-1-4 0,1 0 2 0,0-1 16 15,3-2 15-15,5-8 55 0,-4 14 0 0,4-14 48 16,10 12-16-16,3-6 9 0,5-2-25 0,8 1-21 0,4-4-17 16,10 2-20-16,9-2-11 0,3-1-14 15,1 0-8-15,0-2-11 0,2-1-7 0,-2 1 1 16,-2-3-9-16,-1 1-8 0,-1 1-8 0,-4-2-17 0,-8 3-22 16,-2-1-17-16,-6 0-25 0,-3 1-20 0,-5 1-29 15,-3-1-41-15,0 1-19 0,-4 0-41 0,-14 1-60 16,21-2-73-16,-21 2-37 0,0 0-40 15,0 0-57-15,0 0-116 0,-11 9-394 0,-4-6-614 0</inkml:trace>
  <inkml:trace contextRef="#ctx0" brushRef="#br0" timeOffset="108823.4714">27416 8240 307 0,'11'-24'495'0,"0"1"-18"0,0-3-119 15,1 1 31-15,-1 0-44 0,0-2-16 0,0 3-11 16,0-1 13-16,-4 6 0 0,3 0-8 0,-4 4-9 0,1 1-43 15,-3 1-57-15,1 4-42 0,0 0-38 0,-5 9-30 16,4-8-6-16,-4 8 23 0,0 0-4 0,0 0 18 16,-4 17 0-16,-1-3 3 0,-2 5-3 0,1 3 5 15,-3 6-64-15,-1 1 26 0,3 4-43 0,-2 4 34 16,-2 3-46-16,6-7 29 0,-3 7-47 0,3-6 35 16,1-2-47-16,0 2 39 0,2-3-44 0,-1-5 31 15,0 1-8-15,3-3-6 0,0-4-6 0,0-2-4 16,0-1-1-16,-2-5 4 0,2 1 0 0,0-13 30 15,0 22 31-15,0-22-30 0,-2 15 43 0,2-15-66 16,0 0 39-16,0 0-59 0,0 0 48 0,0 0-64 16,0 0 36-16,4-10-54 0,-4-2 30 0,3-3-56 15,0-2 32-15,1-2-56 0,-2-2-3 0,3-3 31 16,-1 0-40-16,0-3 47 0,3-1-5 0,-2-3-6 16,0 1-7-16,-1 1 1 0,2 0 5 0,-2 3 6 15,1 1 10-15,-1 2-2 0,4 1-8 0,-2 0-6 16,1 2 1-16,0 1 0 0,4 1 5 0,-2 3 2 0,4 0 7 15,1 2-4-15,1 0 7 0,3 4-3 0,1 0 1 16,0 3 1-16,0 2-12 0,0 0-4 0,0 3-3 16,2-1 5-16,-2 3-2 0,0 1-1 15,-1 0 4-15,1 2-3 0,-2 0-3 0,-2 0-6 0,1 2 11 16,-5 1-1-16,3-2 9 0,-4 2 6 0,-2 0 4 16,-2 0 8-16,-6-7 19 0,8 15-12 0,-8-15 3 15,-4 15 2-15,-2-5 5 0,-5 1-6 0,-4-1-5 16,-4 2-13-16,-6 0-18 0,-4-1-33 0,-9 1-46 15,0 2-50-15,-5-3-43 0,3 1-70 0,-1 0-36 16,2 0-65-16,6-2-86 0,4 0-555 0,9-1-645 16</inkml:trace>
  <inkml:trace contextRef="#ctx0" brushRef="#br0" timeOffset="109505.4567">28015 8303 443 0,'14'-12'690'16,"0"-1"-127"-16,-1-1-65 0,-2-1-49 0,3-2-74 15,-1 0-39-15,5-5-37 0,-2 1-10 16,0-1-17-16,-1 0-30 0,4 0-35 0,-3 1-14 0,1 0-17 16,1 1-48-16,-4 5-21 0,2-1-21 0,-2 3-19 15,2 1-14-15,-2 4-14 0,-1 2-9 0,3 3-4 16,-3 1-2-16,1 5-2 0,0 1 15 0,1 4 0 15,1 3 7-15,-1 4-1 0,-2 1-2 0,2 7-2 16,-4 0 7-16,-2 4-21 0,-2-1 33 0,-1 5-37 16,-2-2 30-16,-1 2-37 0,-1-3 31 0,-2 0-42 15,-2 1 38-15,0 1-1 0,0-2-13 0,-1-2 1 16,-1 0-3-16,-2-2 1 0,-1-2-5 0,0 0-1 16,-2-2 15-16,-3-1-17 0,1-4-4 0,-2 1 0 15,-3-3 0-15,0-1-1 0,1-4-2 0,-3-2-3 16,0-1 0-16,1-3 2 0,-2-1-13 0,-1-3-15 15,-1-1-48-15,1-3 11 0,-3-4-37 0,1 1-11 16,-1-6-8-16,4-1-11 0,0-1 8 0,2-2-15 16,3-4 15-16,3 4-31 0,5-1 36 0,-2-2-12 15,6 3 25-15,2-2 14 0,2 2 18 0,6-3 9 16,-2 1 7-16,5 1 13 0,2 3 3 0,0 0 11 16,4 4 10-16,-1-1 21 0,2 4 7 0,1 1 13 0,1 3 2 15,-1 2 5-15,0 2 4 0,0 2 7 0,0 3-3 16,0 0-2-16,0 3 0 0,-4 1-2 0,1-1-6 15,-3 5 0-15,-2-1 0 0,-1 0-9 0,-4 1 7 16,0 2-10-16,-4-1 1 0,-2 1-14 0,-4 1 6 16,-2-1-3-16,-5 3-9 0,-3-1 8 0,-1 0-7 15,-8 1-3-15,0-2-7 0,-3 1-9 0,0-6-15 16,0 2-20-16,-3 0 2 0,6-3-9 0,-1 1-3 16,2-5 0-16,5 2 8 0,-1-1 7 0,3-1 4 15,1-2 0-15,5 1 1 0,9-3 0 0,-16 3 4 16,16-3 7-16,0 0 7 0,0 0 11 0,0 0 22 15,0 0 19-15,0 0 24 0,12 1 17 0,-12-1 17 16,21 1-5-16,-9 2 3 0,-1-1 9 0,5 0 0 16,0 2-19-16,0-1 3 0,1 1-36 0,3 1 23 15,3 0-17-15,0 2-16 0,1 0-9 0,1 0-51 16,5 0-83-16,0 2-83 0,0-1-110 0,-1 1-95 16,1 1-112-16,0-3-184 0,-2 0-405 0,-1 0-714 15</inkml:trace>
  <inkml:trace contextRef="#ctx0" brushRef="#br0" timeOffset="110123.1041">28840 8416 704 0,'7'-15'650'16,"-5"5"-56"-16,3 0-20 0,-2 1-73 0,-3 9-59 16,4-16-69-16,-4 16-60 0,4-12-57 0,-4 12-44 15,0 0 6-15,0 0 3 0,0 0 21 0,0 0-45 16,0 0 23-16,0 0-50 0,5 15 20 0,-5-15-67 15,-1 23 16-15,0-9-27 0,0 3-17 0,1 0-11 16,-1 0 0-16,1 2-22 0,-1 0-12 0,1 2-9 16,0-2-4-16,0 0-10 0,0 0-4 0,1 0-6 15,-1-2-2-15,0-3-2 0,0-2-2 0,0 0-3 16,0-12 0-16,0 21 5 0,0-21 2 0,0 17 3 16,0-17 2-16,-1 12-5 0,1-12-4 0,0 0-2 15,0 0 3-15,0 0-9 0,0 0-1 0,-14-11-8 16,10 1-11-16,0-5-14 0,-1 1-12 0,2-5-4 0,2-6-55 15,1 0 39-15,1-2-31 0,5-4 37 16,2-3-32-16,4-4 35 0,3 1-7 0,1 1 3 0,4-1-2 16,0 2 5-16,2 4 1 0,0 0 14 0,1 4 1 15,-1 1 9-15,-1 7 2 0,1 2 0 0,-2 0 7 16,-1 5 3-16,-1 2 10 0,2 1-10 16,-3 3-1-16,0 3 5 0,1 0 1 0,-3 3-2 0,1 3 5 15,-2 0 15-15,0 4-17 0,-2 1 2 0,-1 2 1 16,-2 1 9-16,-3-3 0 0,-1 5-3 0,-2 1 6 15,-1-1-3-15,-3 0-21 0,-1 3 24 0,-2 0-15 16,-2-1 24-16,-3 2-27 0,-4 2 28 0,-4 0-21 16,-3 0 20-16,-2 0-24 0,-1-1 25 0,-2-2-24 15,-1 1 33-15,0 0-36 0,1-3 23 0,2 3-26 16,1-3 23-16,3-2-9 0,5 0 5 0,-2 0-6 16,5-4 6-16,1 3 3 0,4 0 7 0,2-2 27 15,4-9 20-15,3 20 19 0,4-8 0 0,9 0 4 16,3 0-4-16,8 2-10 0,8 2-10 0,6-1-9 0,2 0-8 15,6 0-8-15,9 4-9 0,2-2-5 16,-1 0-3-16,0-1-17 0,-10-3-30 0,0 2-51 16,-3-3-70-16,-3 1-61 0,-3-3-61 0,-9 0-54 15,-5-3-42-15,-4-1-73 0,-5-1 57 0,-3 1-56 16,-6-3-33-16,-8-3-106 0,6 7-319 0,-6-7-463 16</inkml:trace>
  <inkml:trace contextRef="#ctx0" brushRef="#br0" timeOffset="110973.2911">26875 9443 512 0,'-8'-19'700'0,"0"-4"-77"0,-1 4-44 0,0-1-54 16,-1 1-29-16,2 1-37 0,1 2-26 0,1 2-19 16,0 1-69-16,0 1 2 0,2 3-74 0,1-1 5 15,3 10-75-15,-8-14 0 0,8 14-78 0,-6-12 6 16,6 12-56-16,0 0 43 0,0 0-31 0,0 0 44 16,0 0-49-16,0 0 51 0,-6 13-60 15,6 0 46-15,0 5-66 0,-2 3 44 0,2 5-69 0,-3 7 53 16,1-1-72-16,0 2 60 0,0 1-74 0,0-1 59 15,0 0-67-15,-1-1 6 0,3-5 2 0,-2 0-2 16,2-2 10-16,-2-2-7 0,2-1 0 0,0-4 1 16,-3-1 3-16,3-4 1 0,-2-1 2 0,2 0 6 15,-2-2 2-15,2-11 2 0,0 18 3 0,0-18-1 16,0 0-15-16,-3 10-11 0,3-10-12 0,0 0-8 16,0 0-20-16,-8-14 11 0,8 14-67 0,-2-25 15 0,1 8-56 15,2-3 34-15,3-5-8 0,0-7-11 16,3 1 0-16,5-8 5 0,-2 0-13 0,5-2 40 15,0 2-7-15,1 0 35 0,1 3-2 0,0 0 30 16,0 4-11-16,1 2 12 0,-3 5 2 0,0 4 11 0,-2 3 25 16,0 2-22-16,-4 4 19 0,2 2-16 0,1 2-1 15,-3 2 8-15,-9 6 12 0,18-3 17 16,-18 3 10-16,17 5-20 0,-10 0 25 0,1 2-26 0,-2 1 24 16,1 3-27-16,-1 0 28 0,0 2-22 15,0-1 20-15,-2 2-29 0,1 0 33 0,-1 0-12 0,0-2-4 16,0 2 2-16,-1 0-3 0,2-4 0 15,-3 0-2-15,1-1 1 0,-3-9 2 0,6 17 1 0,-6-17-6 16,6 12-24-16,-6-12 36 0,5 10-31 0,-5-10 32 16,0 0-32-16,14 3 26 0,-14-3-25 0,15-7 24 15,-5 2-30-15,1-1 23 0,-1-2-28 0,2 1 35 16,-3 1-40-16,0 0 34 0,1 0-31 0,-10 6 29 16,13-9-45-16,-13 9 40 0,12-6-19 0,-12 6 23 15,0 0-22-15,15 2 23 0,-15-2-17 0,8 8 27 16,-8-8-28-16,5 18 27 0,-1-7-1 0,-2 2-3 15,2 1-3-15,-2 3 4 0,0-2-28 0,-2 2 35 16,2 1-41-16,0 1-9 0,0 0-78 0,2-2-83 16,-3 1-92-16,1 1-81 0,0 0-69 0,0-1-52 15,-2 0-107-15,0-1-511 0,-2 1-722 0</inkml:trace>
  <inkml:trace contextRef="#ctx0" brushRef="#br0" timeOffset="111591.2791">27528 9619 738 0,'15'-22'720'0,"-3"5"-87"0,-1 0-52 0,-2 1-48 0,1 3-41 16,-4 3-20-16,2-2-63 0,-3 4-77 0,0-1-65 16,-5 9-58-16,9-11-39 0,-9 11-12 0,0 0 3 15,0 0-7-15,8 6 2 0,-8-6-16 0,1 20-8 16,-2-6-24-16,0 5-18 0,-1 0-40 0,1 2 42 15,-1 3-41-15,0 1 31 0,0-1-47 0,2 1-4 16,0 0 0-16,0-1-5 0,0-3-4 0,0 0 27 16,0 0-42-16,0-2 33 0,0 0-43 0,0-3 34 15,0-1-48-15,2-2 25 0,-2-1-48 0,0-12 27 16,0 20-48-16,0-20 27 0,0 17-37 0,0-17 51 16,0 13-32-16,0-13 34 0,0 0-62 0,0 0 2 15,0 0-50-15,0 0 26 0,9-5-19 0,-5-8 22 0,5-3 19 16,2-5-22-16,2-6 8 0,4-7 9 0,2-3 10 15,2-3 17-15,0 0 10 0,4-9 10 16,-6 8 8-16,1 2 15 0,-4 3 45 0,2 4 10 0,-7 7 40 16,1 5-32-16,-4 1 25 0,-1 4-44 0,-1 2 20 15,0 1-45-15,0 4 24 0,-6 8-34 0,7-8 34 16,-7 8-1-16,0 0 4 0,8 7-2 0,-5 2 13 16,2 3 6-16,-2 2 3 0,1 3-1 0,0 4-3 15,3 0 3-15,-1 3 10 0,4 3-54 0,1 2 40 16,0-2-45-16,3 0 39 0,3 2-40 0,-1-4 39 15,1-1-35-15,2 0 8 0,-1-4-2 0,0-2 35 16,3-1-40-16,-5-4 44 0,1-2-35 0,-2-3 45 16,0-1-22-16,-1-4 41 0,1-2-41 0,-2-2 30 15,1-3-51-15,-1-4 35 0,1-1-47 0,-1-6 37 16,-1-3-17-16,2-6-10 0,-1-1-8 0,-1-3-14 16,0-1-8-16,2-4-12 0,-3 4-10 0,0-1-16 15,0 3-21-15,0 0-30 0,-3 6-6 0,0 3-18 16,-2 4-43-16,-1 1-52 0,0 2-59 0,0 2 4 15,-5 9 33-15,7-8 15 0,-7 8 4 0,0 0-32 16,8 10-10-16,-8-10-53 0,4 20 35 0,-3-6-43 16,-1 3 0-16,2 1-44 0,0 0-46 0,0 1-334 0,4 1-265 15</inkml:trace>
  <inkml:trace contextRef="#ctx0" brushRef="#br0" timeOffset="111956.8169">28665 9735 340 0,'8'-6'566'0,"-1"-1"-153"0,2-3 17 15,0-1-46-15,-2-2 0 0,4-3-52 0,1-3 9 16,-2 0-33-16,3-3-5 0,-2-2 11 0,2 1-30 16,-2 4-36-16,0-1-7 0,0 3-30 0,1 1-37 15,-1-1-34-15,2 4-20 0,-3 0-19 0,1 3-24 16,0 2-17-16,-1 4-16 0,0 0-11 0,-10 4-3 16,22 2-3-16,-13 3 1 0,3 2-10 0,-3 5 0 15,-1 2 0-15,0 4-2 0,-1 4 3 0,-2 0-6 16,-2 3-1-16,-2 2-32 0,-1 1 28 0,-3 3-23 15,-1 1 32-15,-1-1-34 0,-2 0 33 0,-2-1-25 16,2-2 24-16,-2 0-24 0,-2-4 22 0,3-3-25 0,-1-2 32 16,-1-3-27-16,-1 0 59 0,3-4-15 15,-3-2 56-15,1-2-31 0,-1-1 27 0,-1-4-47 0,-1-3 33 16,-2-2-43-16,-2-3 32 0,-3-4-44 0,0-2 32 16,-3-3-42-16,1-4 29 0,1-1-42 15,3-2 36-15,3-1-18 0,3-1-23 0,4 1-25 16,4 1-33-16,4 1-16 0,6-4-19 0,1 2-42 0,9-2-23 15,0 4-22-15,4 1-43 0,1 2-37 0,3 3-53 16,1 2-69-16,1 1-66 0,-4 4-120 0,5-1-597 16,-3 2-783-16</inkml:trace>
  <inkml:trace contextRef="#ctx0" brushRef="#br0" timeOffset="113524.6076">27153 10682 411 0,'0'0'444'0,"-4"-15"-55"16,4 15-55-16,0-17-43 0,0 17-15 0,-3-18-27 15,3 18-30-15,0-20-2 0,0 20-38 0,0-21-9 0,0 21-23 16,3-19-2-16,-3 19 11 0,2-16-6 16,-2 16-13-16,2-13-25 0,-2 13-26 0,0 0-23 0,0-17-19 15,0 17-2-15,0 0 10 0,0 0 15 16,0 0 24-16,-4 17 3 0,-2-3 24 0,-2 5-7 0,-1 6-4 15,-5 2-6-15,-1 7-2 0,-1 3-8 0,-2-1-15 16,2 3-13-16,-1-2-4 0,0-1-8 0,2-1-9 16,-1 0-4-16,3-2 2 0,1-5-12 0,1-1 3 15,2-3-20-15,0-3 18 0,2-3-23 0,1-2 23 16,1-1-20-16,-1-2 11 0,1-3-13 0,3 0 28 16,-3 0 7-16,5-10 81 0,-6 15 20 0,6-15 8 15,-3 9-30-15,3-9-24 0,0 0-22 0,0 0-12 16,0 0-15-16,-2-12-9 0,4 2-9 0,3-3-7 15,-1-3-10-15,3-5-16 0,4-5-17 0,0-2-18 16,5-6-52-16,0-3 24 0,2-1-41 0,2 0 19 16,5-11-7-16,0 4 21 0,2-1-13 0,-2 6 28 15,-2 3-4-15,0 2 25 0,0 1 8 0,-2 3 5 16,-2 5 4-16,-1 4 7 0,-4 1 1 0,-1 7 6 16,-4 0 4-16,0 3 0 0,0 0-5 0,-2 3-2 0,-1 2 1 15,-6 6-1-15,11-7 16 0,-11 7 4 16,12 4 17-16,-12-4 16 0,9 17 10 0,-5-3-26 15,1 2 45-15,-1 7-32 0,2 1 23 0,-2 7-38 16,0 3 29-16,1-1-14 0,1 9-6 0,1-2-1 0,-2 1-5 16,4-1-8-16,-3-1-5 0,1-5-3 0,2-3-1 15,-2-1-26-15,-1 0-57 0,3-3-60 16,0-5-48-16,-2 0-72 0,0-2-67 0,-1-2-44 16,0-2-34-16,0-2-45 0,-1 0-67 0,-1-5-56 15,-4-9-411-15,4 13-567 0</inkml:trace>
  <inkml:trace contextRef="#ctx0" brushRef="#br0" timeOffset="113695.0776">27250 10989 592 0,'-12'-8'520'0,"1"-1"-78"0,2 1-34 16,-1 1-9-16,0 0-15 0,3 0-16 16,1 0-39-16,1 0-43 0,5 7-22 0,-10-12-36 0,10 12-49 15,-4-11-42-15,4 11-28 0,7-12-21 0,5 8-20 16,1 0-20-16,7 0-48 0,7 1-60 0,3 2-49 15,8 1-67-15,2 0-94 0,0 0 2 0,3 1-51 16,-1 1-35-16,1-1-45 0,-2-1-51 0,1 0-325 16,-1 0-293-16</inkml:trace>
  <inkml:trace contextRef="#ctx0" brushRef="#br0" timeOffset="114390.6895">27948 10756 305 0,'7'-16'454'0,"-1"2"-45"15,-3 1-61-15,3 0-50 0,-2 1 10 0,-1 2 33 16,0 0 1-16,-3 10-13 0,6-18-48 0,-6 18-57 15,5-13-49-15,-5 13-29 0,4-11-27 16,-4 11-18-16,0 0 26 0,0 0 22 0,0 0-10 0,0 0-19 16,8 15-10-16,-7-3-7 0,-1 3-11 0,2 4-8 15,-2 0-4-15,0 1-12 0,0 5-10 0,0 2 0 16,-2-1-5-16,1 2-9 0,-1-2-1 0,1 1-4 16,0-1-10-16,-1-1-5 0,0-1-7 0,0-1 4 15,2-3-9-15,-2-1-2 0,1-2 0 0,1 0-2 16,-2-5 2-16,1 1-11 0,1-13 13 0,0 20-11 15,0-20 16-15,-1 16-9 0,1-16 16 0,0 0-19 16,0 13 19-16,0-13-12 0,0 0 7 0,0 0-11 16,3-11-4-16,-3 11-3 0,2-23 0 0,0 5 1 15,0-5-10-15,1-3-6 0,-1-4 20 0,1-5-18 16,0-1 8-16,2-7-11 0,0 1 8 0,2-1-27 16,-1 2 33-16,3 2-3 0,0 6 0 0,0 3 0 15,-1 1 0-15,2 2 3 0,-1 8-10 0,1-1 6 16,2 2-5-16,1 3-3 0,1 1-5 0,0 2-3 15,-1 3 0-15,3 2 2 0,1 2-5 0,-1 2 7 16,0 2 5-16,0-1-6 0,1 2 1 0,-2 2-1 16,2 0 1-16,-4 0 0 0,-1 0-6 0,1 1-5 15,-3 2 7-15,-1-1 2 0,-9-4 11 0,14 9-7 16,-14-9 3-16,6 10 2 0,-6-10 3 0,-5 11 3 16,-1-5 2-16,-3 1 0 0,-2 1 0 0,-3-1 2 0,-2 1-2 15,-3-1 2-15,0 0 7 0,-1 2-4 16,2-1 3-16,-1-1-7 0,3 0 2 0,1 0-15 15,-1 1 9-15,5-2-17 0,0 3-3 0,1 0-10 16,4-2 8-16,1 2-10 0,3 1 3 0,2-10 4 0,3 22-2 16,5-9 1-16,2 4 3 0,1-2-9 15,5 2 11-15,1 1 0 0,2 1 7 0,-1-1 2 16,2 0 1-16,-1 2 6 0,-2-3 2 0,-1-2-4 16,-1 1 3-16,-1-1-1 0,-1-1 7 0,-1 3-4 15,-1-4 4-15,-1 1 0 0,-1-1 4 0,-1 0-2 0,-2-1 3 16,-1 1 2-16,1 0 12 0,-4-3-3 15,0 1 12-15,-2-11 0 0,0 20 10 0,0-20 0 16,-8 17 18-16,1-9-17 0,-4-1-9 0,-2 1 1 16,-5-2-4-16,-4-1-6 0,-4-2 0 0,-4 0-5 15,-7-1-1-15,-5 0-2 0,-1-1-13 0,-9-2-13 0,3-1-32 16,-1 1-34-16,8 0-38 0,1 0-58 16,3 0-47-16,9 0-94 0,4 0-4 0,5 1-102 0,2-3-119 15,7 1-368-15,11 2-482 0</inkml:trace>
  <inkml:trace contextRef="#ctx0" brushRef="#br0" timeOffset="114691.2594">28962 10526 636 0,'18'-17'579'0,"-6"2"-92"0,-1 0-15 15,-4 1-84-15,-2 2-32 0,-3 2-41 0,-2 10-34 16,0-18-30-16,0 18-20 0,-6-12-20 15,6 12-31-15,-14-5-10 0,14 5-31 0,-25 4 0 0,9 4 0 16,-3 3-8-16,-4 7-2 0,-4 3-20 0,-1 4-26 16,0 4 20-16,0 3-26 0,-6 8 25 0,2 1-13 15,0 4-8-15,1-1-7 0,-1 4 1 0,5-3-6 16,4-6-5-16,3 2-1 0,3-3-4 16,3 1-5-16,4-1 6 0,4-5 2 0,6-4-1 0,5 2-2 15,7 5-45-15,6-3 38 0,7-2-46 0,7-1 29 16,12 1-63-16,4-6-34 0,2 0-107 0,-2-9-80 15,1-3-68-15,2-1-112 0,-1-3-109 0,-1-5-224 16,-6-3-547-16,3-5-912 0</inkml:trace>
  <inkml:trace contextRef="#ctx0" brushRef="#br0" timeOffset="138332.5583">16482 3909 297 0,'-10'-3'275'0,"10"3"-62"0,-10-3-17 0,10 3-12 15,-14-5-30-15,14 5-25 0,-14-6 5 16,14 6-17-16,-19-4-18 0,19 4-2 0,-20-6-6 16,10 3-12-16,0 0-6 0,-2 0-13 0,0 0 0 0,1 0-16 15,-3 0 2-15,1 0 31 0,-1-1-48 0,0 3 42 16,-2-2-51-16,0-2 41 0,-1 2-46 0,0-1 42 16,-1 0-51-16,0-1 41 0,0 1-51 0,-1 0 51 15,1 0-45-15,-2 1 33 0,-1-1-36 0,0 0 42 16,-2-1-47-16,0-1 42 0,0 3-47 0,0-2 45 15,-2 0-45-15,-1 0 36 0,-1 1-32 0,-1-1 38 16,-4 0-50-16,-2-1 45 0,1 2-46 0,-3-1 46 16,1 2-35-16,0-3 47 0,-2 3-42 0,3 0 37 15,-2 1-43-15,1-1 34 0,-1 1-36 0,5 0 47 16,0 1-53-16,-1 0 45 0,0 1-57 0,0 0 56 0,0 1-43 16,0-1 40-16,1 1-41 0,1 1 42 15,1-1-48-15,2 1 43 0,0 1-37 0,2 0 27 16,3-1-29-16,3 0 45 0,-3 2-47 0,4 0 45 0,0 0-52 15,-1 1 55-15,2-1-50 0,-1 0 8 0,1 2-1 16,0-1 8-16,-1 2 1 0,1-1-5 0,-1 1 12 16,0 2-3-16,0 0 1 0,1-1 4 15,-2 2-1-15,2-2-2 0,1 2-1 0,-3 0-6 0,2-1 11 16,0 2-2-16,0-2 38 0,0 1-41 0,0 0-4 16,-1 0 5-16,1 0-7 0,1 0 11 0,-1 0 2 15,0 1 4-15,2-2-10 0,0 2 3 16,-1-1 5-16,3 0-11 0,-1 0 9 0,1-1 14 0,2 2-16 15,-3-1-4-15,4 1 1 0,-3-1 3 0,1 3 0 16,1-1-7-16,-2 0 15 0,1 2 11 16,-1 0-13-16,1-1-6 0,1-1 5 0,-1 2 3 0,1 1-9 15,2-4 18-15,-2 3-8 0,0-1 4 0,0 2 3 16,-1-4 33-16,3 2-30 0,-1-1 18 0,0 1-21 16,-1-2 19-16,2 0-25 0,-1 0 28 0,0 0-29 15,-1-1 24-15,1 0-28 0,2 1 22 0,-2-3-11 16,-1 2 8-16,2-1-13 0,1 0 28 0,-3-1-13 15,1 0 19-15,-1 1-13 0,-1-1 14 0,1 0-20 16,0 1 16-16,-1-3-22 0,0 2 12 0,0-1-14 16,-1 0 11-16,1 2-16 0,-2-1 12 0,-1 0-14 15,1 0 15-15,1-1-20 0,-3 1 12 0,3-1-11 16,-1 1 8-16,1-2-11 0,0 3 11 0,-1-1-15 0,1-1 13 16,-1 0-12-16,3 1 13 0,-3-1-19 0,3 1 15 15,0-1-13-15,-1 0 10 0,2-1-15 0,3 0 8 16,-3 1-4-16,2-1 14 0,1 0-16 15,-1 1 14-15,0-1-13 0,1 1 12 0,-1-1-11 0,3 2 14 16,-3-1-16-16,0 0 9 0,2 1-5 0,-1 0 13 16,1 0-12-16,-2 1 10 0,2 0-10 0,-1 1 9 15,-2-1-10-15,2 1 12 0,0 0-13 0,-1 1 13 16,1 0-5-16,0 1 7 0,-2-1-10 0,2 1 8 16,-1-1-8-16,1 0 6 0,-1 1-8 0,0 0 8 15,1-1-8-15,-1 1 12 0,0 1-7 0,0-2 13 16,1 1-8-16,0 1 9 0,-2-1-12 0,2 1 5 15,1-1-12-15,-1 1 13 0,0-1-6 0,0 2 7 16,-1-1-10-16,1 0 6 0,-1 0 0 0,2 0-1 16,-1 2 2-16,1 0-6 0,1-2 5 0,-4 1-5 15,4 1 3-15,-3 0-3 0,3 0-2 0,-1 0 3 16,0-1-3-16,0 1 1 0,0 0 1 0,1-1-2 16,1 2 0-16,-4-2 2 0,4 1 2 0,0 1 0 15,-1-2-3-15,3-1-5 0,-2 2 8 0,2 0-8 16,-1-3 0-16,1 1 2 0,2-1 8 0,-3 1-10 0,1-1 6 15,2 1-5-15,0-1 0 0,0 1 0 16,2-1 4-16,-2 0-5 0,3 0 3 0,-1 0-1 0,1 1 3 16,1-2-5-16,0 3 0 0,-1-1-1 15,3 0 14-15,-2 0-15 0,4 0 2 0,-4 0 4 0,3 1 1 16,-1-1-7-16,1 2 5 0,2-3 1 16,-2 1-2-16,2 1-1 0,0-1 2 0,0 1-1 0,0 2-3 15,1-1 6-15,0 0-1 0,1-1 0 0,1 1-1 16,-1-1 2-16,2 0-4 0,-1 0-2 0,3-1 6 15,-1-1 16-15,-1 1-23 0,1-1 16 0,1 0-21 16,1-1 24-16,-2 1-31 0,4-3 32 0,-5 0-25 16,2 0 20-16,4 1-22 0,-1-1 26 0,-1 0-23 15,2-1 17-15,0 0-18 0,2 0 23 0,0-1-23 16,-2 0 18-16,2-2-22 0,1 2 18 0,-1-3-15 16,0 2 23-16,0-1-25 0,0 0 23 0,-4-1-23 15,6 0 26-15,-2-1-31 0,-2 0 27 0,6 1-22 16,-4-1 23-16,-2 0-25 0,3-1 24 0,2 1-29 15,-5 0 22-15,6-1-13 0,0 2 21 0,-1-2-23 16,0 0 19-16,0 1-18 0,0-1 20 0,1 1-24 16,0-1 26-16,2 0-24 0,-3 1 2 0,3-2-2 0,0 2 6 15,0-2 0-15,0 2-6 0,0-2 10 0,1 2 0 16,0-2 0-16,0 1 0 0,0 0 1 16,2 0 1-16,0-1-9 0,-2 0 10 0,3 1-2 0,-1-2 0 15,-1 2 1-15,0-2-4 0,2 1-2 0,-1-1 8 16,1 0-1-16,-1 0 18 0,0 0-22 0,0-1 15 15,1 1-20-15,0-2 17 0,0 1-19 16,0 0 24-16,0-1-24 0,5 1 1 0,-1-2 3 0,-4 2-3 16,5-1-1-16,-1 0 5 0,-1 0 2 0,-2 0-1 15,3 0 1-15,-4 0 1 0,-1 0-3 0,7 0 1 16,-7-1 25-16,1 2-26 0,0-2 20 0,3 0-21 16,-3 2 20-16,-1-2-28 0,1 1 20 0,-1-3-14 15,-2 4 21-15,2-2-25 0,-2 0 25 0,-1-1-22 16,1 1 21-16,-1-2-24 0,-1 2 23 0,-2-2-25 15,2 0 22-15,-2 0-22 0,0 0 20 0,-1 0-21 16,1 0 17-16,0-3-15 0,-1 1 21 0,-1-1-24 16,0 1 2-16,1 0 1 0,-1-2 2 0,0 0 3 15,0 0-1-15,1-1-1 0,3-2 3 0,-3 0 1 0,2 1-1 16,-1-3 3-16,1 4 0 0,0-5-1 16,-1-1 4-16,1-1-2 0,0-1-3 0,-1 0 2 15,2-4 2-15,-5 2-5 0,3-3 11 0,-4 1-4 0,-2-1-2 16,0 1 4-16,-3-3 2 0,0 0 5 0,-2-1-6 15,-1-1 14-15,-2-1-3 0,-2 0-1 16,-3-1-1-16,1-2 18 0,-5 3-24 0,-1-1-6 16,-3-6 3-16,-3 1-3 0,-3-8 3 0,-2 1-6 0,-2-1 4 15,-2-1-9-15,-3-1 6 0,-3-6-1 0,-1 0 0 16,-1 0-4-16,3 8 3 0,2-1 1 0,-1 2-3 16,1-1 0-16,0 1-3 0,1 1 3 0,1 0 0 15,-1 2-1-15,2 0 2 0,2 3 3 0,-2-1-3 16,2 3 1-16,0 3 2 0,2 2-1 0,-2 1-2 15,0-1 3-15,1 3-4 0,-4 2 3 0,1-2-4 16,-4 5 2-16,-2-1 2 0,-4-2-5 0,-5 3 1 16,-5 2 1-16,-4 4 0 0,-5-1 1 0,-7 2-1 15,-14 1 3-15,-5 2-2 0,-6 1 2 0,-1 3-1 16,-4 1 2-16,0 2-4 0,0 1 4 0,-1 2 4 16,1 0-10-16,0 3 2 0,2 0 1 0,3 1 1 15,2 0-4-15,14 1-13 0,1 0-1 0,-1 1-15 16,6-1-16-16,2 1-22 0,3 1-16 0,3-1-32 15,2 2-33-15,1 0-41 0,7-1-26 0,2 0-2 16,1 0 6-16,1 2-9 0,1 1-19 0,0 1-29 16,1-3-42-16,3 4-402 0,0-1-225 0</inkml:trace>
  <inkml:trace contextRef="#ctx0" brushRef="#br0" timeOffset="140964.6563">21311 6210 150 0,'0'0'188'0,"0"0"-48"16,0 0-5-16,0 0-22 0,0 0-8 0,0 0-8 15,0 0-9-15,0 0-2 0,0 0-12 0,0 0-2 16,0 0-14-16,0 0 1 0,0 0-6 0,0 0 3 15,0 0-12-15,0 0 10 0,0 0-12 0,9-3 13 16,-9 3-13-16,0 0 13 0,0 0-20 0,0 0 16 16,0 0-25-16,0 0 24 0,0 0-27 0,0 0 21 15,0 0-28-15,0 0 35 0,0 0-37 0,0 0 23 16,0 0-35-16,0 0 28 0,0 0-30 0,0 0-19 0,0 0 18 16,0 0 29-16,0 0-39 0,0 0 35 15,0 0-28-15,0 0 32 0,0 0-33 0,0 0 34 16,0 0-29-16,0 0 32 0,0 0-28 0,0 0 32 0,0 0-31 15,0 0 22-15,0 0-30 0,0 0 32 0,0 0-39 16,0 0 37-16,0 0-36 0,0 0 33 16,0 0-36-16,0 0 35 0,0 0-40 0,0 0 33 15,0 0-28-15,0 0 32 0,0 0-31 0,0 0 26 0,0 0-29 16,0 0 35-16,0 0-46 0,0 0 42 0,0 0-32 16,0 0 29-16,0 0-35 0,0 0 39 0,0 0-36 15,0 0 28-15,0 0 5 0,0 0-32 16,0 0 33-16,0 0-32 0,0 0 31 0,0 0-34 0,0 0 30 15,0 0-23-15,0 0 25 0,0 0-34 0,0 0 18 16,0 0-38-16,0 0 7 0,0 0-46 0,0 0 8 16,0 0-33-16,0 0-5 0,0 0-28 0,0 0-71 15,0 0-286-15,0 0 13 0</inkml:trace>
  <inkml:trace contextRef="#ctx0" brushRef="#br0" timeOffset="161174.1902">13951 6035 178 0,'0'0'164'0,"0"0"-32"0,0-13-23 16,0 13-9-16,0 0-5 0,4-13-5 0,-4 13 3 15,4-9-4-15,-4 9 6 0,3-9-13 0,-3 9 2 16,4-9-14-16,-4 9 11 0,0 0-6 0,7-11 11 15,-7 11-18-15,0 0 21 0,5-10-45 0,-5 10 30 16,0 0-27-16,0 0 16 0,4-8-36 0,-4 8 27 16,0 0-34-16,0 0 25 0,0 0-31 15,0 0 31-15,5-9-32 0,-5 9 28 0,0 0-37 0,0 0 20 0,0 0-27 16,0 0 41-16,0 0-38 0,0 0 36 16,0 0-33-16,8-5 44 0,-8 5-42 0,0 0 52 15,14-3-4-15,-14 3-18 0,18-1 6 0,-4 0-7 0,-1 1-2 16,7-2-9-16,-1 0-14 0,7 0 16 0,1 1 3 15,2-2-9-15,5 1-2 0,5 0-9 16,-2-1 1-16,2 2 0 0,0-1-4 0,2-1-1 0,0 3 1 16,1 0-2-16,0-1 2 0,-1 0-4 0,0 1 1 15,-1 0 1-15,-1 1 0 0,1 0-3 16,-1-1 4-16,-1 2-10 0,-1-2 8 0,-1 3-4 0,-4-2-23 16,0-1 28-16,0 3 2 0,0-2-1 0,-1 0-1 15,1 0 7-15,-2 0-15 0,1 0-19 0,-2 1 25 16,1 0-5-16,-2 0 2 0,-1-2-1 0,0 1 1 15,-1 1-1-15,-1 0-9 0,-4-2 14 0,-1 0-1 16,-1 2-1-16,-4-2 1 0,2 2 2 0,-4-2 1 16,-13 0-9-16,24 0 15 0,-24 0 0 0,18 2 3 15,-18-2-3-15,16-1-2 0,-16 1 0 0,13-1-11 16,-13 1 7-16,0 0 1 0,16 0 1 0,-16 0-4 16,0 0-29-16,12-4 31 0,-12 4-12 0,0 0-6 15,0 0-19-15,14-1-64 0,-14 1 23 0,0 0-54 16,0 0-15-16,12-3-43 0,-12 3-30 0,0 0-39 0,15-3-275 15,-15 3-36-15</inkml:trace>
  <inkml:trace contextRef="#ctx0" brushRef="#br0" timeOffset="162543.5687">20211 6184 264 0,'0'0'230'0,"0"0"-40"0,-11-6-10 0,11 6-4 16,0 0 24-16,-10-5-38 0,10 5 19 0,0 0-23 15,0 0-23-15,-10-6-18 0,10 6-17 0,0 0-25 16,0 0-6-16,0 0-4 0,0 0 1 0,-7-6-6 16,7 6 1-16,0 0 1 0,0 0-10 0,0 0-1 15,0 0-11-15,0 0-5 0,10-4-5 0,-10 4-2 16,0 0-12-16,0 0-2 0,14-3 7 15,-14 3-2-15,0 0-2 0,16-1-4 0,-16 1-1 0,18 0-11 16,-18 0 10-16,24 0 1 0,-9 1 5 0,4 1-1 16,1 1 1-16,7-2-2 0,6 3-12 0,3 1 11 15,2-1 1-15,7 2-3 0,2 1 4 0,2-1-5 0,2 0 1 16,0 2-6-16,-1-3 5 0,1 3 0 16,0-2-3-16,-3 0-2 0,1-1 0 0,-3-1 6 15,0 1-3-15,-7-1 1 0,-1 0 0 0,2 0-1 0,-3-1 0 16,0 1-6-16,-1-1 9 0,0-1-42 0,-1 1 51 15,1-1-44-15,-2 2 39 0,2-1-38 16,-2 0 42-16,0-1-40 0,1 3 39 0,0 0-37 16,1-2 38-16,-1 2-40 0,0 0 41 0,-1-1-11 0,0 0-3 15,-1 1 2-15,-1-1 4 0,-2-1-2 0,-1 2-1 16,-1-3-3-16,0 2-2 0,-2-2 1 0,1 3-1 16,-3-4-2-16,2 1-6 0,-5 1 5 15,0-2-35-15,-3 1 39 0,1-1-35 0,-1 1 41 0,0-2-46 16,-2 2 49-16,1 0-40 0,-3-1 47 0,1 0-44 15,0 0 40-15,0 0-43 0,-1 1 38 0,2 0-32 16,0-1 28-16,-1 0 11 0,-1 1-38 16,1 0 37-16,-2-1-41 0,2 0 43 0,0 0-42 0,-1 0 38 15,0 2-38-15,0-3 41 0,-1 1-33 0,-13-1 33 16,24 1-28-16,-24-1 41 0,20 0-24 0,-20 0 37 16,17 0-19-16,-17 0 22 0,16 0-14 0,-16 0 21 15,12 0-24-15,-12 0 19 0,0 0-21 0,15-1 17 16,-15 1-27-16,0 0 19 0,14 0-18 0,-14 0 17 15,0 0 7-15,0 0 0 0,0 0-2 0,14 0-2 16,-14 0-8-16,0 0-1 0,0 0-5 0,0 0-6 16,0 0-1-16,0 0-3 0,14-1-2 15,-14 1-8-15,0 0 2 0,0 0-16 0,0 0 15 0,0 0 2 16,0 0-4-16,0 0-5 0,0 0-1 0,0 0-5 16,0 0-22-16,13 0 0 0,-13 0-31 0,0 0-3 15,0 0-55-15,0 0 5 0,0 0-69 0,0 0 30 16,0 0-79-16,0 0-24 0,0 0-57 0,0 0-120 15,0 0-245-15,0 0-182 0</inkml:trace>
  <inkml:trace contextRef="#ctx0" brushRef="#br0" timeOffset="172278.5513">18069 3888 79 0,'-8'-6'240'0,"8"6"-50"15,-12-12-19-15,12 12 4 0,-10-7-3 0,10 7-13 16,-9-10-29-16,9 10-15 0,-8-8-8 0,8 8-19 15,-6-7 2-15,6 7-8 0,0 0-9 0,-9-9-8 16,9 9-4-16,0 0-7 0,-7-6-19 0,7 6 3 16,0 0-4-16,0 0-5 0,-7-7-3 0,7 7-6 15,0 0 4-15,0 0-6 0,0 0-1 0,0 0-2 16,-8-6-3-16,8 6 0 0,0 0-2 0,0 0-3 0,0 0 9 16,-9 7-3-16,9-7 12 0,-8 12 16 15,4-1-2-15,-2 2 0 0,-1 5-5 0,0 3 4 16,-5 6 5-16,0 6-5 0,-3 3 0 0,0 3 1 0,-3 3-3 15,-2 7 34-15,-3 3-44 0,0-1 41 0,-2 3-40 16,2-1 25-16,-2-1-43 0,1 0 31 0,5-10-46 16,2 0 39-16,0-2-47 0,3-4 46 0,1 0-44 15,2-7 38-15,2-2-43 0,0-1 32 0,2-5-24 16,1-1 31-16,1-4-38 0,0-1 40 0,1 0-41 16,-2-2 47-16,4-3-5 0,-1-2 63 15,3-8 15-15,-6 14 32 0,6-14-28 0,0 0-26 0,-5 11-17 16,5-11-10-16,0 0-15 0,0 0-8 0,0-18-6 15,2 6 6-15,0-2-24 0,1-3 0 0,3-5-22 16,1-1 6-16,1-6-19 0,-1 1 16 0,3-3-24 16,1-5 15-16,0-1-22 0,0 0 10 0,1-1-35 15,0-1 1-15,1-1 2 0,-1 0 10 0,0 0 7 16,1-1 16-16,0-1-3 0,1 1 9 0,-2 1 3 0,2 0 4 16,-1 2 7-16,-1 1-5 0,1 1 35 15,-1 1-11-15,0 6 5 0,-2-2-28 0,0 5 28 16,2-2-34-16,-1 3 6 0,0 0 2 0,-1 4 10 15,-1 2-9-15,0 0 4 0,-1 2 6 0,1 3-2 0,-2 0-5 16,0 0 9-16,2 3 21 0,-3 0-20 16,0 1 9-16,-1 2 2 0,0 1-5 0,0-1 1 15,-5 8-3-15,12-13 2 0,-12 13-2 0,11-11 1 0,-11 11 2 16,12-9 0-16,-12 9-8 0,14-6 6 0,-14 6 2 16,14-3-2-16,-14 3 9 0,18 0-2 15,-18 0 13-15,21 4 6 0,-11 1 2 0,2 1 3 16,2-1 0-16,-1 3 8 0,2 1-5 0,0 2 19 0,2 2-17 15,-1 1 15-15,5 5 9 0,0 1-10 0,5 4 2 16,0 4 8-16,2 1-4 0,1 6 5 0,6 5-1 16,3 5 4-16,0 2 6 0,1 2-16 0,2 2-3 15,2 2-5-15,0 1-7 0,2 2 0 0,0 2-7 16,0 0-3-16,-1 1-7 0,-2 0-2 0,-1-1-6 16,-3-2 2-16,-1-2-4 0,-3-1-6 0,-2-3 9 15,-2 0-11-15,-2-4 4 0,-2-1-5 0,-2-8 1 16,-4-1-1-16,0 0-1 0,-1-3 2 0,-1 1 0 15,0-3-1-15,-4-4-2 0,2-2 1 0,-3-2-6 16,0-1 3-16,-2-4-2 0,0 0 1 0,-1-1 0 0,-2-4 4 16,1 0-3-16,-1-1-6 0,-2-2 3 15,0 0 1-15,0-2 3 0,-1 0-1 0,-5-8 3 16,9 13-1-16,-9-13-1 0,7 9 5 0,-7-9-9 16,5 7-24-16,-5-7-51 0,0 0-73 0,8 6-79 0,-8-6-87 15,0 0-65-15,0 0-120 0,5-7-532 16,-5 7-644-16</inkml:trace>
  <inkml:trace contextRef="#ctx0" brushRef="#br0" timeOffset="173028.2863">17753 4685 231 0,'-3'-12'364'0,"1"0"-35"0,2 12-64 0,-4-18-14 0,4 18-74 16,-3-15 15-16,3 15-54 0,-2-17 31 15,2 17-46-15,-1-11 34 0,1 11-69 0,-1-11 26 16,1 11-59-16,0 0 22 0,-2-13-54 0,2 13 37 0,0 0-57 16,0 0 39-16,-2-12-47 0,2 12 45 15,0 0-48-15,0 0 46 0,0 0-49 0,0 0 55 0,0 0-44 16,0 0 44-16,0 0-61 0,-5-8 53 0,5 8-40 16,0 0 45-16,0 0-39 0,0 0 43 0,0 0-41 15,0 0 36-15,0 0-35 0,0 0 37 0,0 0-29 16,0 0 23-16,0 0-35 0,0 0 32 15,-13-3-36-15,13 3 22 0,0 0-26 0,-14-6 32 0,14 6-35 16,-16-5 29-16,16 5-30 0,-20-6 29 0,9 2-33 16,0 0 27-16,1 0-24 0,-1 0 27 0,1 0-33 15,1-1 29-15,-2 3-29 0,11 2 30 0,-16-7-22 16,16 7 29-16,-16-5-29 0,16 5 32 0,-11-5-31 16,11 5 23-16,-11-4-18 0,11 4 14 0,0 0-28 15,-12-4 30-15,12 4-33 0,0 0 29 0,0 0-22 16,0 0 29-16,-12 1-18 0,12-1 28 0,0 0-19 15,0 0 20-15,0 0-26 0,3 15 37 0,-3-15-1 16,7 11 17-16,-3-1 5 0,2-2 26 0,4 4 12 16,1 4 20-16,6 2-9 0,2 3 3 0,7 5 7 15,3 2-6-15,9 7-13 0,4 2-9 0,2 1-4 0,4 0-12 16,2 3 1-16,3-1-18 0,2 1 0 0,-3-1-20 16,1-2 0-16,-1 0-3 0,-4-1-2 15,1-3 21-15,-4 0-24 0,-3-2-4 0,-7-5-5 0,-2-1-4 16,-2-2 0-16,-2-1-7 0,-1-2 0 0,-5-4 2 15,-1 1-1-15,-1-2-2 0,-4-2-1 0,-1-2-1 16,0 1-4-16,-2-4 6 0,-1 1-3 16,-1-2 2-16,-1 1-2 0,1-2 0 0,-3 0 0 0,-1-3-6 15,0 0-6-15,-8-4-5 0,18 6-22 0,-18-6-38 16,15 2-21-16,-15-2-26 0,18-3-45 0,-18 3-4 16,18-7-22-16,-11 2-48 0,1-1-10 0,-1 0-36 15,0-2-56-15,-1-1-54 0,-1 1-72 0,-1-4-284 16,1 3-261-16</inkml:trace>
  <inkml:trace contextRef="#ctx0" brushRef="#br0" timeOffset="173428.0436">19160 4960 316 0,'7'-4'341'0,"-7"4"-46"16,12-8-27-16,-12 8-38 0,8-7-20 0,-8 7 22 15,0 0-86-15,8-7 28 0,-8 7-71 0,0 0 30 0,0 0-60 16,0 0 27-16,0 0-53 0,0 0 35 0,0 0-50 16,-8-6 50-16,8 6-31 0,-14 7 47 15,3-1-22-15,0 2 21 0,-6 3-5 0,0 2 23 16,-5 3-7-16,-6 5 24 0,-1 3-12 0,-3 1 0 15,0 1-7-15,-3 0-4 0,-6 8 26 0,-2 0-24 0,-1 2-17 16,-1 0-6-16,0-1-4 0,-2 1-8 0,2-3-8 16,-2 0-9-16,4 0-13 0,0-1 18 0,6-7-16 15,2-2-2-15,1-1-7 0,2 1-6 0,2-4-4 16,7-4-8-16,4-3-2 0,1 1-7 0,3-3 2 16,2-2-10-16,1 0 2 0,2 0 5 0,0-2-21 15,3-2-9-15,7-4-17 0,-13 10-22 0,13-10-29 16,-10 5-56-16,10-5-48 0,0 0-93 0,0 0 6 15,0 0-55-15,0 0-41 0,4-15-91 0,3 7-453 16,-2-5-487-16</inkml:trace>
  <inkml:trace contextRef="#ctx0" brushRef="#br0" timeOffset="174729.4754">17036 2277 320 0,'0'0'296'0,"4"-10"-27"0,-4 10-63 0,0 0-9 16,0 0-29-16,4-10-17 0,-4 10-37 0,0 0 14 15,0 0-32-15,0 0 4 0,6-7-2 0,-6 7-8 0,0 0-9 16,0 0-23-16,0 0-13 0,0 0-4 0,0 0-13 15,0 0 2-15,0 0-2 0,0 0 3 16,0 0 9-16,0 0-5 0,12 2 8 0,-12-2-5 16,7 8 13-16,-7-8 50 0,9 14-37 0,-4-6 52 0,1 4-65 15,0 0 60-15,0 2 23 0,3 5-6 0,-2 3-12 16,2 5 1-16,0 4 13 0,3 4-41 0,-1 5 76 16,1 0-63-16,-1 3 58 0,1 3-73 0,2 1-5 15,1 10 5-15,0 1-5 0,0 1-3 0,1 1 5 16,-1 1-8-16,0 1-1 0,-2-1-9 0,1-1-2 15,-2 1-3-15,-1-3-3 0,-1-9-6 0,-1 1-36 16,-1 1 26-16,-1 0-31 0,1-2 1 0,-3-1 27 16,1-1-33-16,0 0 23 0,-2-4-30 0,0-7 29 15,1 5-32-15,-2-5 30 0,1-3-34 0,-2 0 44 16,1-5-47-16,-1-3 28 0,1 0-29 0,0-2 32 0,-1-4-37 16,0 0 38-16,0-2-38 0,1-1 40 15,-2-3-41-15,1-1 33 0,-2-12-33 0,2 20 35 16,-2-20-35-16,3 16 35 0,-3-16-28 0,2 15 25 0,-2-15-38 15,2 12 23-15,-2-12-45 0,0 0-5 0,5 7-17 16,-5-7-23-16,0 0-32 0,0 0-13 0,0 0-20 16,13-3-27-16,-13 3-48 0,0 0-74 15,6-11-4-15,-6 11-9 0,0 0-44 0,2-17-73 0,-2 17-426 16,-2-15-411-16</inkml:trace>
  <inkml:trace contextRef="#ctx0" brushRef="#br0" timeOffset="176629.5609">15503 1203 205 0,'-1'-15'231'0,"1"15"-42"16,-1-12-30-16,1 12 62 0,-2-11-32 0,2 11-33 0,-5-12-20 15,5 12 5-15,-6-12-37 0,6 12-4 0,-15-8-38 16,6 3 8-16,-4 3-32 0,-5-1 10 0,0 1-12 15,-6 4 31-15,-5 1-30 0,-6 1 16 16,-8 4-26-16,-3 2 31 0,3 0-32 0,0 2 17 0,1 2-23 16,1 1 23-16,3 0-31 0,5 1 32 0,5-1-33 15,2-1 19-15,4 1-24 0,5-1-3 0,1 0 4 16,3 0-2-16,3 1 4 0,3-2 2 16,2 1-5-16,3 1 5 0,4-2 1 0,3 2 1 0,4 1-8 15,3 0 5-15,7 5-5 0,1-2 8 0,4-1-10 16,2-2 4-16,7 6-4 0,0-5 1 0,1 2 0 15,2-1 4-15,2 1 0 0,0-1-6 0,1 0 0 16,0 1 2-16,1 1-4 0,-1-1-3 0,-1 2 3 16,-1-1 6-16,-1 0-6 0,-3 0 3 0,-2-1-6 15,-2 2 6-15,-6-4-2 0,-2 1-2 0,-1-1 3 16,-5-3 0-16,2 6-4 0,-9-4 4 0,1-3-2 16,-2 0 4-16,0 2 4 0,-5-4-6 0,-1 0 10 15,-1-11-18-15,-3 20 17 0,-2-9-14 0,-2-3 24 16,-4 1-19-16,-1-1 37 0,-7-1-39 0,-2 0 38 15,-1-2-40-15,-3 1 43 0,-3-2-44 0,0-1 38 16,-2-2-40-16,0 1 42 0,-1-1-47 0,1-1 42 16,0-1-10-16,0 1-2 0,3-2-5 0,1 2 5 15,6-2-10-15,1 2-1 0,1-2-20 0,4 1-47 0,1 1-62 16,13 0-46-16,-18-3-68 0,18 3-87 16,0 0-365-16,0 0-193 0</inkml:trace>
  <inkml:trace contextRef="#ctx0" brushRef="#br0" timeOffset="176879.4606">15802 1795 43 0,'0'0'358'0,"0"0"-98"0,0 0-74 0,8-6-30 15,-8 6-30-15,0 0 10 0,0 0-8 0,0 0 7 16,0 0 7-16,13 5 8 0,-13-5-27 0,0 0 3 15,6 11-18-15,-6-11-12 0,5 12-21 0,-5-12-4 16,3 16-12-16,-3-16-6 0,3 19-6 0,-2-8-12 16,1 1-10-16,-1 0-5 0,3 3-2 0,-3-1-5 15,0 1-1-15,1-1-16 0,1 1-10 0,-1 1-27 16,1-2-26-16,0 1-35 0,0-1-41 0,1-1-19 16,-1-1-79-16,-1-2 2 0,1 1-288 0,-3-11-33 15</inkml:trace>
  <inkml:trace contextRef="#ctx0" brushRef="#br0" timeOffset="177087.912">15663 1469 276 0,'-6'-12'229'0,"2"1"-48"16,-1 3-46-16,5 8-24 0,-8-17-23 15,8 17-11-15,-4-12-11 0,4 12-16 0,-5-10-20 0,5 10-25 16,0 0-14-16,-2-11-26 0,2 11-42 0,0 0-33 16,8-11-27-16,-8 11-2 0,12-3-95 0,-12 3 75 15</inkml:trace>
  <inkml:trace contextRef="#ctx0" brushRef="#br0" timeOffset="177631.8743">16146 1125 74 0,'6'-11'368'0,"0"2"-72"0,-6 9-61 15,7-16-19-15,-7 16-4 0,7-12-39 0,-7 12-14 16,5-8-52-16,-5 8-4 0,4-9-45 0,-4 9 9 16,0 0-17-16,12-3 26 0,-12 3 2 0,11 4 15 15,-4 2-19-15,4 3 21 0,-1 3-19 0,0 5 22 16,2 2-21-16,0 6 38 0,1 3-38 0,-1 7 19 15,-1 2-1-15,1 2-11 0,-2 2-4 0,0 3-9 16,1 3-17-16,-1 0 5 0,1 0 8 0,2 2-11 16,4 7-8-16,-2-9-4 0,-1 0-10 0,2-2-6 0,-1-2-2 15,0-3-7-15,0-4 3 0,-1 0-47 0,-3-8 53 16,-1-2-52-16,-2-4 49 0,0-4-48 0,-3-1 54 16,1-3-41-16,-2-1 58 0,1-2-31 15,-5-11 47-15,4 15-62 0,-4-15 49 0,0 0-57 0,0 0 52 16,0 0-61-16,0 0 41 0,0 0-12 15,0 0-6-15,0-19-7 0,0 7-5 0,0-1 2 0,0 0-3 16,1-4-2-16,0 2 14 0,1-3-18 0,-2 1 1 16,0 3 7-16,0-1 3 0,-1 2-7 0,0 0 0 15,0 1 16-15,-1 1-15 0,0 0-2 0,-2 2 1 16,-2 0-1-16,0 2-3 0,-2 1 3 0,-1 1 2 16,-3 2-2-16,-2 1 0 0,-1 3 3 0,-3 1 5 15,-5 2-6-15,0 3 3 0,-2 0 1 0,3 1 1 16,-4 4-1-16,5 0 2 0,1-1 1 0,3 1 1 15,1 1-6-15,5-4 5 0,0 3-2 0,2-1 4 16,2 1 2-16,3-2 4 0,1 0-5 0,3-10 4 16,2 19 1-16,3-11-4 0,4 2 0 0,5-2-2 15,6 1 6-15,2-2-12 0,8 0-32 0,4-3-47 16,4 0-46-16,0-1-46 0,3-1-30 0,9 1-39 0,-1-2-63 16,2 1-88-16,0-4-391 0,-9 3-308 15</inkml:trace>
  <inkml:trace contextRef="#ctx0" brushRef="#br0" timeOffset="178446.5762">19051 2756 400 0,'13'-12'316'0,"1"0"-70"0,1 0-16 0,-3 2 0 0,0-1-25 16,0 1-16-16,1 0-5 0,-2 0-6 0,0-1 36 16,0 2-64-16,-1-1 24 0,-1 0-1 0,0 2 5 15,-3 1 2-15,1 1-14 0,-7 6-27 0,11-12-29 16,-11 12-23-16,9-8-20 0,-9 8-19 0,7-6-10 15,-7 6-9-15,0 0 43 0,0 0-17 0,0 0-38 16,9 6 66-16,-9-6-41 0,-2 14 79 0,-1-3-77 16,-1 2 56-16,-1 2-62 0,-3 2 71 0,0 6-61 15,-2 3 6-15,-2 4 21 0,-2 4 5 0,0 3-2 16,-3 6 6-16,-4 8-11 0,1 4-1 0,-3 4-11 16,-2 1-6-16,0 0-7 0,-1 2-4 0,0 0-6 15,-1 1-31-15,2-2 48 0,-2 1-34 0,1-1 0 0,2-2 0 16,2-2 0-16,-1-3 2 0,2 1-2 15,1-2 8-15,4-9-15 0,1-2 43 0,0 0-55 16,2-4 7-16,0-1 3 0,3-8-7 0,0 0 0 0,1-4-2 16,1-4 5-16,2 0-5 0,0-5 13 0,0-1-8 15,1-2-13-15,1-2 9 0,0 0-4 0,1-2 4 16,3-9 6-16,-6 16-9 0,6-16 20 16,-4 13-12-16,4-13-3 0,-5 11 21 0,5-11-42 0,0 0-15 15,-4 11-17-15,4-11-18 0,0 0 11 0,0 0-58 16,0 0-28-16,-5 9-33 0,5-9-44 0,0 0-28 15,0 0-76-15,0 0 13 0,0 0-63 0,0 0-36 16,0 0-65-16,0 0-433 0,8-6-472 0</inkml:trace>
  <inkml:trace contextRef="#ctx0" brushRef="#br0" timeOffset="179915.3718">18510 1245 35 0,'-4'-11'299'0,"1"2"-64"0,3 9-43 0,-6-18-30 15,6 18 15-15,-7-15 52 0,7 15-9 0,-4-13 31 16,4 13-55-16,-3-10-13 0,3 10-51 0,0 0-19 15,-4-14-50-15,4 14 6 0,0 0-35 16,0 0 9-16,-2-11-26 0,2 11 29 0,0 0 2 0,0 0 40 16,5 8-27-16,-5-8 32 0,8 17-34 0,-2-7 29 15,0 3-43-15,1 3 25 0,0 3-40 0,3 0 3 16,-2 4-1-16,2 4-3 0,2 0 2 16,-1 2-8-16,3 6 0 0,2-2-2 0,-2 1 2 0,1 0-7 15,-1-2 1-15,0-6-3 0,-2 2-3 0,0-3-1 16,1-1-2-16,-4-3 6 0,3-2-10 0,-5-3 5 15,0-1-5-15,-1-3 2 0,-1-2 8 0,0 0 37 16,-1-3 49-16,-4-7-2 0,5 12-20 0,-5-12-12 16,0 0-22-16,0 0-5 0,0 0-12 0,0 0-15 15,-12-14-8-15,5 2-6 0,-2-5-14 0,-2-2-7 16,-3-4-7-16,1-1-20 0,0-2-9 0,1-1-2 16,1-2-6-16,-2-6-14 0,3 4 26 0,2 1-28 15,0-1 29-15,2 0-21 0,1 1 32 0,2 2-19 16,2 3 22-16,1-2-32 0,1 2 44 0,2-1-11 15,2 3 20-15,2 0-15 0,4-2 22 0,1 2-25 16,4 2 24-16,2 2-17 0,3 1 24 0,2 4-19 16,2-3 20-16,3 6-19 0,2 0 24 0,1 2-25 15,0 2 29-15,1 1-24 0,-3 1 23 0,-1 4-17 16,0 1 18-16,-1 0-15 0,-1 4 18 0,0 0-28 0,-4 2 31 16,-1 2-24-16,-1 2 22 0,-4 0-21 15,-2 0 25-15,-4 1-29 0,0 1 32 0,-4 2-28 0,-2-2 26 16,-4 1-24-16,-2 1 21 0,-3 0-18 0,-2 0 22 15,-2 2-30-15,-2-1 28 0,-3 1-21 0,0-2 3 16,-2-1-1-16,1 0-1 0,-2 0 5 0,2-1 6 16,2-2-11-16,0-1 3 0,1 2-1 0,2-2 0 15,1 1-2-15,0-2 6 0,4 3 3 0,-1-3-2 16,3 1-3-16,3-9 10 0,-4 20-1 0,4-20-4 16,2 19 3-16,2-8 1 0,3 0-6 0,4 1 1 15,1 1 4-15,4-2 1 0,-1 4-6 0,3 0 7 16,3-1-7-16,1 3-1 0,0-2 10 0,1 1-7 15,1-2 2-15,1 1 1 0,0-2 4 0,-1 2-7 16,-3-2 2-16,-1-3-3 0,-2 1 3 0,-4-2-7 16,-1-1 8-16,0-2-2 0,-4 0 2 0,0 0 3 15,-9-6-1-15,12 10-4 0,-12-10 5 0,0 0 1 16,3 11-2-16,-3-11-6 0,-13 5-14 0,0-2-2 16,-3-1-25-16,-4-1 4 0,-3-1-30 0,-5 0-2 15,-1 1-64-15,-2-2 18 0,1 1-32 0,2 0-43 16,3-1-31-16,2 0-12 0,3 0-24 0,3 0-191 15,3-2 79-15</inkml:trace>
  <inkml:trace contextRef="#ctx0" brushRef="#br0" timeOffset="180281.392">19434 1325 101 0,'4'-9'275'15,"-4"9"-44"-15,7-15-30 0,-7 15-41 0,11-13-29 16,-11 13-21-16,12-11-14 0,-3 7 0 0,1 0 6 16,-10 4-22-16,20-4 0 0,-20 4-22 0,25 0 4 15,-12 4-23-15,-1-2 7 0,0 4-14 0,2 0 4 16,-2 2-16-16,1 0 6 0,-3 1-14 16,1 3 18-16,0-1-22 0,-2 0-2 0,0 2 1 0,-1-1 3 15,0 2-2-15,-3-1-5 0,1-1 1 0,-1-2-1 16,-2 1-2-16,1-2 16 0,-4-9-17 0,4 16 25 15,-4-16-16-15,1 12 11 0,-1-12 27 0,-2 10-11 16,2-10-4-16,0 0 14 0,-12 7 6 0,12-7-8 16,-12-3-1-16,12 3 2 0,-13-7-6 0,13 7 9 15,-11-10-8-15,11 10-2 0,-8-15-15 0,8 15-6 16,-5-19 7-16,5 19-20 0,2-21 12 0,2 7-22 16,1 1-2-16,3 0-33 0,4-1-2 0,0 0-49 15,4 1-12-15,0 1-37 0,3 1-47 0,-1 0-45 0,3 2-23 16,0 1-254-16,0-1-6 0</inkml:trace>
  <inkml:trace contextRef="#ctx0" brushRef="#br0" timeOffset="180814.9246">20353 1155 24 0,'0'0'214'0,"1"-14"-33"0,-1 14 13 16,0 0-28-16,-6-11-26 0,6 11-8 0,-12-5-20 15,12 5-7-15,-15-1-16 0,15 1-6 0,-21 4-5 16,10 1-12-16,-3 2 3 0,2 2-14 0,-4 3 12 16,3 1-18-16,1 1 7 0,0 1-24 0,2 2 21 15,2-1-30-15,1 0 15 0,4 1-20 16,1-3 3-16,1 2-4 0,2 0-1 0,2 0 6 0,1-2-5 16,3-1 0-16,0 0 3 0,0-1 0 0,1-1 10 15,2-2-1-15,0 1 0 0,1-4 15 0,3 0-22 16,-2-4-2-16,2 1-2 0,-1-3 7 0,3-1-1 15,0-1-2-15,1-2-2 0,0-2-10 0,3 0-4 16,0-3 21-16,0-1-25 0,0-1 5 0,4-1-13 16,-3-2 23-16,0 3-29 0,0-1 23 0,-1 1-27 15,0 1 23-15,-1 0-16 0,-2 3 20 0,-1-1-27 16,-3 3 23-16,2 1-25 0,-3 1 21 0,0 0-21 16,-12 3 29-16,26 3-27 0,-13 0 27 0,-1 0-27 15,1 3 31-15,1 0-27 0,-1 1 26 0,0 2-27 16,-2-1 29-16,2 0-30 0,-3 2-3 0,1 0 18 15,0-2-4-15,-3 2 0 0,0-3 1 0,-1 1-5 0,-1-2 10 16,-1 2-1-16,-5-8 9 0,7 11 25 0,-7-11-23 16,0 0 0-16,0 0 10 0,-3 13-4 15,3-13 1-15,0 0-2 0,-19-1 5 0,19 1-12 0,-20-7-5 16,8 2 4-16,1 1 19 0,-2-3-28 0,2 0 25 16,1 0-20-16,1 0 7 0,2 0-37 15,2-1 17-15,1-1-41 0,4 9-14 0,0-15-35 16,3 5 9-16,3 2-40 0,5-3-25 0,0 0-31 0,5 0-16 15,3 0-16-15,5-2 3 0,2 1-205 0,1-2 119 16</inkml:trace>
  <inkml:trace contextRef="#ctx0" brushRef="#br0" timeOffset="181497.7818">21249 945 35 0,'10'-19'289'16,"1"-1"-51"-16,-1-1-6 0,0 0-37 0,2 3-4 15,-2-1-25-15,1 0-14 0,1 1-17 0,-1 3 20 16,-1 0-32-16,0 1 1 0,0 4-25 0,-1-2-17 15,0 4-36-15,-1 0 19 0,0 2-35 0,-8 6 15 16,17-4-21-16,-17 4 26 0,18 3-14 0,-7 1 24 16,0 3-22-16,0 2 26 0,2 6-31 0,-2 1 21 15,1 2-17-15,0 4 10 0,0 3-23 0,-1 2 14 16,-1 0-30-16,-1 3 21 0,2 6-28 0,-2-6 24 16,-1 2-30-16,4 5 33 0,-3-6-22 0,-2 1 11 15,6 2-24-15,0 2 10 0,1-4 13 0,2 0 3 0,-3-4 8 16,1-3-12-16,-1 0 4 0,1-3-7 0,-2-3 0 15,-2-2-6-15,-1-3 6 0,-1-2 4 16,-1 0 35-16,-2-3 52 0,2-1 30 0,-7-8-18 0,9 12-24 16,-9-12-22-16,0 0-12 0,9 3-8 0,-9-3-15 15,0 0-8-15,2-10-4 0,-2 10-4 0,-4-15 15 16,1 7-31-16,-2-2 21 0,0 1-21 16,-3-3 8-16,0 0-22 0,-2 1 26 0,-2 0-33 0,-1 2 22 15,-3-2-22-15,-3 3 25 0,-2 0-25 0,-3 2 30 16,0 1-26-16,-4 2 27 0,-1 0-29 0,0 3 26 15,-1 1-25-15,0 1 29 0,-4 3-21 0,1 1 20 16,7 0-26-16,0 0 25 0,2 3-27 0,2 0 2 16,2 0 6-16,2 1-2 0,5-2 4 0,1 2 2 15,2-2 6-15,3 2-1 0,4-2-3 0,3-8 6 16,3 18 1-16,3-11-2 0,7 3 3 0,5-1-6 16,8 3 3-16,6-3-3 0,9 1-1 0,7-3-10 15,2 1-10-15,1-4-35 0,4 1-11 0,-1-4-1 16,2-2-21-16,-2-1-25 0,3-2-8 0,-2 1-11 15,1-5 14-15,0-2 11 0,-3 0 12 0,-2-2 10 16,-3-1 16-16,-4 0 34 0,-5-1-18 0,-4 0 37 16,-8 0-16-16,-4 1 19 0,-6 2-16 0,-6 0 27 15,-3 2-25-15,-4-3 26 0,-4 12-18 0,-3-19 29 16,-4 11-2-16,-4-3 17 0,-4 3-14 0,-3-1 39 0,-2 2-16 16,-1 1 16-16,2 3-12 0,-1 1 1 15,1 2-15-15,0 2 19 0,2 0-22 0,1 4 32 16,0-1-15-16,2 2 26 0,0 1-25 0,3 1-5 0,2 0-1 15,0 2 11-15,4 1 5 0,2-1 13 0,4 1-5 16,3 3-14-16,5 1 5 0,6 0-11 16,7 3 1-16,8 3-13 0,5 0 2 0,5-1-9 15,14 4-3-15,2-2-4 0,3 1-40 0,0 0-38 0,2-1-80 16,-1 1-66-16,-2-1-22 0,-1-2-122 0,0 0-442 16,-12-6-324-16</inkml:trace>
  <inkml:trace contextRef="#ctx0" brushRef="#br0" timeOffset="232200.3641">14043 6117 97 0,'0'0'88'0,"0"0"-21"0,0 0-3 16,0 0-10-16,0 0-9 0,0 0-4 0,0 0-3 15,0 0-5-15,0 0-3 0,0 0-9 0,0 0-4 16,0 0 0-16,0 0-7 0,0 0 1 0,0-11-1 16,0 11-4-16,0 0 4 0,0 0 1 0,0 0-9 15,0 0 4-15,0 0-4 0,0 0 1 0,0 0 0 16,0 0 0-16,0 0-4 0,0 0 3 0,0 0-1 16,0 0-11-16,0 0 11 0,0 0-3 0,0 0-3 0,0 0 3 15,0 0-2-15,0 0 1 0,0 0-1 0,0 0 4 16,0 0 1-16,0 0-2 0,0 0 3 0,0 0-1 15,0 0-4-15,0 0 3 0,0 0-1 0,0 0 2 16,0 0-3-16,0 0 1 0,0 0-1 16,0 0-7-16,0 0 4 0,8 5 11 0,-8-5-6 0,0 0 1 15,0 0 4-15,0 0 0 0,5 8-2 16,-5-8 3-16,0 0 7 0,10 5 1 0,-10-5 5 16,13 4-3-16,-13-4 2 0,20 4 7 0,-7-2 4 0,4-1-2 15,2 0-2-15,6 2-1 0,4-1-5 0,2-1 2 16,6 3-8-16,4-2 1 0,5 0-2 0,4 1-3 15,-1 0-3-15,1 0-2 0,0-1-1 0,-2 1-3 16,-6-1 5-16,-2 1-2 0,-2 0 2 0,-3-1-5 16,1 2 8-16,-7-3-8 0,-4 2 0 0,0-1 0 15,-3 0-3-15,-4 0 4 0,0-1 2 0,-4 1-2 16,-1-1 0-16,-2 0 0 0,-11-1 2 0,21 2-5 0,-21-2 6 16,15 2 2-16,-15-2 0 0,14 1-3 15,-14-1 2-15,0 0-4 0,16 0 7 0,-16 0 3 16,0 0-2-16,14 0 0 0,-14 0 0 0,0 0 0 15,0 0-2-15,12 3 0 0,-12-3 1 0,0 0-4 0,0 0 13 16,0 0-5-16,0 0 2 0,11-4-6 16,-11 4 2-16,0 0 0 0,0 0 1 0,0 0-3 15,0 0 1-15,0 0-4 0,8-6-3 0,-8 6 0 0,0 0 1 16,0 0-2-16,0 0 7 0,0 0-2 0,0 0-2 16,0 0-3-16,0 0 4 0,0 0-1 0,2-11-3 15,-2 11 1-15,0 0-5 0,0 0 3 0,0 0-7 16,0 0-11-16,0 0-7 0,0 0-5 0,0 0 4 15,0 0-4-15,0 0-6 0,0 0-2 0,0 0 0 16,0 0-14-16,0 0-10 0,0 0-23 0,0 0-50 16,11 2-79-16,-11-2 69 0</inkml:trace>
  <inkml:trace contextRef="#ctx0" brushRef="#br0" timeOffset="236901.9017">12450 14034 139 0,'0'0'110'0,"0"0"-7"0,0 0-20 0,0 0-7 15,8 5-9-15,-8-5-6 0,0 0-12 0,0 0-10 16,0 0-4-16,0 0-1 0,0 0-4 0,0 0-3 15,0 0 0-15,0 0-6 0,0 0-3 0,0 0 0 16,0 0 2-16,0 0-1 0,0 0 2 0,0 0 2 16,0 0 4-16,0 0-5 0,0 0 1 0,0 0 3 15,0 0-3-15,0 0 0 0,0 0 2 0,0 0 3 16,0 0 3-16,0 0-5 0,0 0 4 0,0 0-4 16,0 0 4-16,0 0-5 0,0 0 3 0,0 0-10 15,0 0 9-15,0 0-8 0,0 0 8 0,0 0-10 16,0 0 6-16,0 0-6 0,0 0 4 0,0 0-7 15,0 0 6-15,0 0-17 0,0 0 15 0,0 0-8 0,0 0 12 16,0 0-12-16,0 0 11 0,0 0-9 16,0 0 15-16,0 0-12 0,0 0 16 0,0 0-12 15,0 0 20-15,0 0-23 0,0 0 25 0,0 0-18 16,0 0 29-16,0 0-16 0,0 0 35 0,-2 12-24 16,2-12 13-16,0 0-43 0,0 0 32 0,-4 10-40 15,4-10 31-15,0 0-37 0,-6 9 33 0,6-9-30 0,0 0 25 16,-5 8-34-16,5-8 13 0,0 0-16 0,-6 9 31 15,6-9-35-15,0 0 31 0,0 0-34 0,-4 9 37 16,4-9-43-16,0 0 43 0,0 0-36 16,0 0 36-16,0 0-33 0,1 12 39 0,-1-12-38 0,0 0 32 15,0 0-31-15,10 2 39 0,-10-2-37 0,12-2 31 16,-2-3-35-16,3-1 33 0,5-2-39 0,4-5 41 16,10-5-42-16,4-5 27 0,13-7-50 0,6-3-5 15,11-3-76-15,22-11-53 0,9-3-95 0,7-5-329 16,7-3-110-16</inkml:trace>
  <inkml:trace contextRef="#ctx0" brushRef="#br0" timeOffset="267335.5936">27964 7469 6 0,'0'0'117'16,"0"0"-24"-16,0 0-9 0,0 0-5 0,-11 3-2 16,11-3-6-16,0 0-9 0,0 0-3 0,-12 3-11 15,12-3 3-15,0 0-2 0,0 0 8 0,-11 3-7 16,11-3-4-16,0 0-2 0,0 0-1 0,-14 4-10 15,14-4-3-15,0 0-8 0,-15 3-5 0,15-3-2 16,0 0-1-16,-16 1-1 0,16-1-6 0,-11 0 0 16,11 0-1-16,-11 2 0 0,11-2-15 0,0 0 14 0,-17 3-1 15,17-3-2-15,0 0-1 0,0 0-5 16,-15 2 1-16,15-2 0 0,0 0-1 0,0 0-2 16,0 0 3-16,-14 2-1 0,14-2 3 0,0 0-3 0,0 0-1 15,0 0 2-15,0 0 3 0,0 0 8 16,-12 2-8-16,12-2 1 0,0 0 1 0,0 0 6 15,0 0 11-15,0 0 15 0,0 0 0 0,0 0 12 16,0 0-2-16,0 0 9 0,0 0-10 0,-13-2 5 0,13 2-13 16,0 0 6-16,0 0-17 0,0 0 5 0,0 0-11 15,0 0 7-15,0 0-17 0,0 0 18 0,0 0-17 16,0 0 17-16,0 0-12 0,0 0 13 16,0 0-9-16,0 0 15 0,0 0-11 0,0 0 13 0,0 0-22 15,0 0 36-15,0 0-24 0,0 0 21 0,0 0-29 16,0 0 30-16,-12 2-21 0,12-2 24 0,0 0-30 15,-11 3 26-15,11-3-36 0,-15 4 27 0,15-4-27 16,-19 6 32-16,5-3-28 0,1 3 27 0,-3-1 10 16,2 0-4-16,-1 1-2 0,0 1-14 0,0-2-1 15,2 2-4-15,-1-2-5 0,5 0 0 0,-1-1 4 16,10-4 0-16,-16 8 7 0,16-8 5 0,-10 7 9 16,10-7 17-16,0 0 10 0,3 16 7 0,8-11-7 15,11 2-14-15,4 0-5 0,9 0 14 0,11 0-11 16,5 1 5-16,3-1-10 0,15 3-25 0,1-1 9 0,2-1-11 15,2 2 5-15,-1-1-27 0,2 1 20 0,-3-2-15 16,2 2 8-16,-4-2-15 0,-1 1 11 16,-13-3-14-16,1 1 14 0,-3-1-18 0,-3 0 15 15,-2 1-17-15,-2 1 11 0,-2-2-6 0,-7 1 7 0,-2-1-19 16,-2 0 23-16,2 1-16 0,-2 1 3 0,0 0 0 16,0 1 7-16,-2-1-5 0,1 3 1 15,-1-2 8-15,0 0 1 0,0 1 4 0,-2 0-6 0,0-2 6 16,-3 1 3-16,-4-1-4 0,-2-3 4 0,0 1 7 15,-3 0 5-15,-3-2 2 0,0 1-5 0,-1-1-1 16,-3 0-5-16,-11-4 4 0,20 5 5 0,-20-5 9 16,17 5 7-16,-17-5 6 0,12 4 1 0,-12-4 1 15,11 3-2-15,-11-3-2 0,0 0 0 0,14 4-8 16,-14-4-6-16,0 0-7 0,0 0-5 0,12 2-6 16,-12-2-1-16,0 0-3 0,0 0-3 0,0 0 0 15,0 0-5-15,14 0-2 0,-14 0-6 0,0 0-10 16,0 0-11-16,0 0-17 0,0 0-20 0,0 0-21 15,0 0-24-15,10-2-23 0,-10 2 3 0,0 0-47 16,0 0 29-16,0 0-49 0,5-9-10 0,-5 9-5 16,0 0-16-16,0 0-35 0,4-9-62 0,-4 9-327 15,0 0-162-15</inkml:trace>
  <inkml:trace contextRef="#ctx0" brushRef="#br0" timeOffset="269402.7976">30716 7146 76 0,'0'0'121'0,"0"0"17"0,0 0-73 15,0 0 29-15,0 0-53 0,0 0 27 0,0 0-46 16,0 0 31-16,0 0-43 0,0 0 28 0,0 0-36 15,0 0 31-15,0 0-41 0,0 0 32 0,0 0-34 16,0 0 34-16,0 0-37 0,0 0 37 16,0 0-43-16,0 0 41 0,0 0-32 0,0 0 28 15,0 0-30-15,0 0 31 0,0 0-34 0,0 0 31 16,0 0-34-16,0 0 36 0,0 0-30 0,0 0 38 0,0 0-40 16,0 0 38-16,0 0-38 0,-5-8 39 0,5 8-35 15,0 0 38-15,0 0-34 0,0 0 36 16,0 0-29-16,0 0 33 0,0 0-33 0,0 0 34 15,0 0-36-15,0 0 31 0,0 0-39 0,0 0 37 16,0 0-35-16,0 0 36 0,0 0-37 0,0 0 32 0,0 0-37 16,0 0 33-16,0 0-33 0,0 0 32 15,0 0-30-15,0 0 31 0,0 0-32 0,0 0 34 16,0 0-29-16,0 0 35 0,0 0-38 0,0 0 38 16,0 0-30-16,0 0 29 0,5-8-41 0,-5 8 33 15,0 0-30-15,0 0 35 0,0 0-33 0,0 0 30 16,0 0-29-16,0 0 23 0,0 0-31 0,0 0 34 0,0 0-36 15,0 0 34-15,0 0-40 0,0 0 43 0,0 0-37 16,0 0 35-16,0 0-37 0,0 0 26 16,0 0-35-16,0 0 28 0,0 0-31 0,1-11 32 15,-1 11-32-15,0 0 35 0,0 0-34 0,0 0 43 16,0 0-33-16,0 0 34 0,0 0-27 0,0 0 47 0,0 0-28 16,0 0 33-16,0 0-33 0,0 0 29 15,0 0-39-15,0 0 40 0,0 0-22 0,0 0 31 16,0 0-39-16,1-10 37 0,-1 10-10 0,0 0 23 0,0 0-36 15,0 0 25-15,-2-13-34 0,2 13 21 16,0 0-31-16,0 0 21 0,0 0-24 0,0-12 24 16,0 12-30-16,0 0 23 0,0 0-30 0,0 0 14 0,0 0-35 15,0 0 17-15,0 0-40 0,0 0 29 0,0 0-37 16,0 0 39-16,0 0-39 0,0 0 27 16,0 0-32-16,0 0 25 0,0 0-38 0,0 0 43 15,0 0-38-15,0 0 27 0,0 0-50 0,0 0 17 16,16 5-94-16,-16-5 51 0</inkml:trace>
  <inkml:trace contextRef="#ctx0" brushRef="#br0" timeOffset="270381.2878">30948 7116 35 0,'0'0'254'0,"0"0"-72"15,-5-12 13-15,5 12-73 0,-5-8 26 16,5 8-9-16,-6-8 18 0,6 8-49 0,0 0-4 16,-6-10-41-16,6 10 15 0,0 0-30 0,0 0 27 0,0 0-27 15,-14 6 16-15,14-6-24 0,-10 15 21 0,4-4-14 16,0 4 20-16,-2 3-1 0,-2 2 1 0,1 5-10 16,-1 3 7-16,-1-1-3 0,0 2 4 0,0-1 43 15,-2 3-49-15,0 1 29 0,0-3-53 16,0 4 33-16,2-5-47 0,-3-3 36 0,3 2-49 0,-2-3 36 15,3-4-46-15,1 0 43 0,-1-1-39 0,0-3 35 16,2-2-40-16,1 0 36 0,-2-1-41 0,3-1 39 16,1-2-33-16,-1-2 63 0,2-1 4 0,4-7 47 15,-10 15 14-15,10-15 15 0,-6 10 4 16,6-10-22-16,0 0-24 0,-7 6-16 0,7-6-17 16,0 0-7-16,-3-9-19 0,3 9 0 0,1-18-17 0,2 7 7 15,1-5-18-15,0-1-1 0,4-3-10 0,0-8-6 16,2 1-13-16,1-2-2 0,3-4 0 15,0-1-5-15,3-1-2 0,-2 2-1 0,3-2-2 0,1 1-21 16,-1 2 1-16,1-1 9 0,0 0-7 16,2 4 2-16,1 1-3 0,0 0 7 0,-1 2-9 0,0 5 4 15,0 1 1-15,-1 3 9 0,2-1-8 0,-3 5-3 16,-2 3 9-16,1 0 0 0,-3 3 7 16,0 1 1-16,-2 6 2 0,0-2 2 0,0 4-7 15,-2 1 13-15,2 2 7 0,-3 4 3 0,-1 2 0 16,-2 3 8-16,-3 0-5 0,-2 4 9 0,-3-1-2 15,-2 2 0-15,-5 4-1 0,-2 4-2 0,-3-2-4 0,-1 0 5 16,-1-2-7-16,-2-1 3 0,0 0 0 0,2-7-6 16,0 1 1-16,-1 0-1 0,2-5-2 15,-1 1-2-15,2-2-6 0,-1-3-5 0,0 0-4 16,0-3 2-16,0 0-13 0,2-1 4 0,-1-2 4 16,13-1 4-16,-23 2 4 0,23-2 22 0,-18 0 5 0,18 0 5 15,-15 0-6-15,15 0-3 0,-13 0-6 0,13 0 7 16,-10 4-2-16,10-4 8 0,-7 7-3 0,7-7 15 15,-2 12 42-15,2-12-41 0,6 20 35 0,1-9-34 16,1 4 38-16,3 0-36 0,2 1 26 16,0 1-44-16,5 2 35 0,1-1-45 0,1-1 5 15,0 0 3-15,-1-1-2 0,2-1-4 0,-2-2-61 0,-3-1-24 16,2 0-57-16,-2-1-75 0,2 0-77 0,-3-3-406 16,1-4-215-16</inkml:trace>
  <inkml:trace contextRef="#ctx0" brushRef="#br0" timeOffset="270762.7649">31885 7310 196 0,'11'-15'392'0,"-3"0"-86"0,-1 1-37 0,-1 1 2 16,0-2-45-16,-2 1-42 0,-1 3-11 0,-2 0-37 15,-2-2-25-15,-2 4-23 0,-1 1-13 0,-4-1-13 16,-1 5 1-16,-4-1-17 0,-4 2 15 0,-2 4-27 15,-1 1 23-15,-4 3-31 0,-6 5-7 16,2 1 4-16,2 1-5 0,1 3 1 0,3 2-4 0,2-2 5 16,3 4-13-16,2 1 8 0,4-1 2 0,1 1-4 15,4 2-5-15,2 2 6 0,3-1 33 0,2 4-35 16,4 2-6-16,1 4 4 0,4 2-6 16,0 5-5-16,0-5 4 0,2 0-5 0,-2-5 52 0,-2 2-61 15,0-3 53-15,-3-5-52 0,0 1 48 16,-2-3-51-16,-2-1 47 0,-1 0-52 0,-2-2 56 0,-2-2-56 15,-2 2 63-15,-3-1-57 0,-2-4 8 0,-1 2 11 16,-4-5 2-16,-2 0 0 0,-4-3 2 0,-2-2 1 16,-5 0-5-16,-6-3 3 0,-2-3-1 0,-4-3-6 15,-7-3-4-15,1-1-2 0,2 0-7 16,1-4 3-16,11 2-28 0,4-1-33 0,7 2-28 0,6 3-71 16,6-2-105-16,10 7-111 0,-1-17-328 0,11 7-216 15</inkml:trace>
  <inkml:trace contextRef="#ctx0" brushRef="#br0" timeOffset="271213.3766">32350 7497 74 0,'-17'-9'488'15,"-3"2"-122"-15,2-2-57 0,-1 0-11 0,4 3 30 16,0-2-67-16,3 3 6 0,0-3-87 0,4 4 28 15,2-3-83-15,6 7 17 0,0 0-77 0,5-14 35 16,8 9-73-16,10 1 44 0,11-1-17 0,14 2-14 16,7 0-24-16,6 0-37 0,14 1-29 0,4 1-31 15,1-3-9-15,1 1-32 0,-4 0-10 0,0-3-15 16,-6 2-7-16,-13-1 6 0,-5-1 8 0,-7 1 11 16,-11-3-30-16,-5 1 18 0,-8 1-4 0,-9-2 9 15,-4 1 0-15,-9 7 36 0,1-18 15 16,-10 8 17-16,-6-3 18 0,-6 2 11 0,-8 0 27 0,-2-1 24 15,-7 2 5-15,5-1 2 0,2 4 5 0,5 1 3 16,5 2-11-16,3 3 6 0,3-1 48 0,15 2 17 16,-21 2 11-16,21-2 27 0,-12 10 14 0,12-10-3 15,-4 16 25-15,3-5 27 0,2 4-15 0,0 0-8 16,1 4 2-16,-1 4 3 0,0 1 8 0,-2 1-53 16,0 3 40-16,-3 2-59 0,-2 4 27 0,-4 2-25 15,-2 1-13-15,-1 1-9 0,-2-1-24 0,0 1-12 16,-2 1-10-16,1 2-4 0,0 0-8 0,2 0-2 15,0 1-7-15,4 1-42 0,1 3-35 0,2-5-41 16,4-4-112-16,3-2-10 0,5-1-34 0,2-3-44 16,5 5-26-16,4-4-118 0,-1-7-280 0,5-2-226 15</inkml:trace>
  <inkml:trace contextRef="#ctx0" brushRef="#br0" timeOffset="271530.3893">30342 8090 134 0,'-44'-15'379'15,"2"0"-59"-15,5-1-11 0,7 4-45 0,3 0-28 16,6 2-33-16,1 1-25 0,6 2-15 0,0 1 30 0,1-1-39 16,3 2 48-16,1 0 8 0,2 0 14 0,7 5-16 15,-9-10-26-15,9 10-5 0,7-10 8 16,7 3-15-16,11 1-1 0,21 0-16 0,11 0-23 0,28 3-23 16,19 3-18-16,38 6-22 0,18 5-21 0,15 6-63 15,17 5-67-15,58 11-232 0,9 3-169 16,5 0-240-16,13 2-282 0,10-6-610 0</inkml:trace>
  <inkml:trace contextRef="#ctx0" brushRef="#br0" timeOffset="285551.4633">3528 14000 488 0,'-6'-16'463'0,"2"1"-139"0,1 4-28 0,-1 0-92 16,1 0 8-16,-1 2-81 0,1-2 30 0,3 11-68 16,-5-14 31-16,5 14-64 0,-6-12 41 0,6 12-61 15,0 0 65-15,-4-7 5 0,4 7 68 0,0 0 12 16,-1 20 28-16,1-1-7 0,2 5-14 0,-1 9-6 16,0 6-23-16,0 9-23 0,0 5-11 0,0 1-32 15,4 13-15-15,-3 1-5 0,-1 1-26 0,1-3 1 0,1 0-11 16,0-9-5-16,0-5-13 0,1 1-3 15,1-4-4-15,0-3-17 0,2-2 13 0,-2-4-17 16,0-7 13-16,0-3-14 0,0-6 16 0,-2-1-21 0,1-4 28 16,0-4-17-16,-1-1 25 0,0-1-12 0,0-4 24 15,-3-9-30-15,4 10 16 0,-4-10-43 0,0 0 4 16,1-11-31-16,-1-3 10 0,-3-4 2 0,0-7-2 16,-3-10-6-16,-3-8-17 0,0-4 7 0,-2-3 10 15,-3-8 10-15,2-5 4 0,-4 1-4 0,3-1-2 16,0 1 11-16,0-5 0 0,0 4 0 0,2 0 4 15,2-3 8-15,2 2-6 0,3 12 0 0,2 0 7 16,3 2 6-16,1 4 0 0,4 2 2 0,1 5 2 16,3 8 1-16,1 1-2 0,3 5 2 0,4 3 8 15,2 3-1-15,3 3 2 0,4 4 9 0,3 5 14 16,-1 5-8-16,7 4 9 0,7 6 8 0,0 6-3 16,2 7-6-16,6 6-2 0,-2 9 12 0,-2 3-26 15,-1 6 20-15,-3 4-31 0,-4 3 15 0,-2 2-22 16,-5 2 1-16,-3 3-6 0,-4 0 9 0,-3-2-1 15,-4 1-4-15,-3-2-1 0,-4-9 19 0,-3-3-25 16,-3 0 23-16,-1-7-23 0,-4-2 39 0,0 1-45 16,-4-3 22-16,-2 7-20 0,-2-10 21 0,-4-1-23 0,-5 3 26 15,-4-3-23-15,-5 1 24 0,-4-3-24 16,-4-2 21-16,-5-2-25 0,-12 2 26 0,-4-3-32 16,-3-3 23-16,1-2-23 0,3-5 16 0,1-4-28 0,1-2 0 15,4-2-23-15,8-4-22 0,2-1-45 0,10-3-65 16,4-1-83-16,5-3-36 0,7-1-72 0,4-2-45 15,7 0-124-15,8-4-360 0,4-2-470 16</inkml:trace>
  <inkml:trace contextRef="#ctx0" brushRef="#br0" timeOffset="286018.6456">4557 14558 950 0,'0'0'817'0,"0"0"-173"0,0 0-162 15,0 0-95-15,0 0-75 0,0 0-60 0,0 0-36 0,0 0-35 16,0 0-27-16,-13 0-27 0,13 0-18 16,0 0-14-16,0 0-11 0,0 0-6 0,0 0-7 15,0 0 6-15,3 13 3 0,-3-13-14 0,10 3-6 0,-10-3-10 16,17 1-8-16,-17-1-11 0,23-4-3 0,-8-1 14 15,2 1-26-15,0-2-23 0,1-3 1 16,1-1-34-16,0-1-9 0,-2-1 0 0,0-3-17 0,-2 1-8 16,-1-3-3-16,-1 1-2 0,-3-1 10 0,1 0 5 15,-4-2 18-15,-2 4-6 0,-2-3 16 0,-3 1-2 16,-1 1 18-16,-4-1 5 0,-2-2 2 0,-3 2 9 16,-4 1 9-16,-2 2 14 0,-4 1 12 0,-2 2 25 15,-1 1 1-15,-1 5 24 0,-2 2-2 0,0 3 30 16,-1 2-29-16,1 4 44 0,-2 4-41 0,2 4 6 15,1 3 5-15,-1 6-2 0,3 4-4 0,2 2-34 16,4 4 24-16,1 1-15 0,4 2-12 0,3 2-7 16,4-6-6-16,2 3-13 0,3 0-6 0,5 0 2 15,1-3-5-15,6 5-17 0,4-4-43 0,3-2-34 16,6-2-52-16,5-3-36 0,4-4-82 0,5-5-85 16,5-3-26-16,7-5-34 0,2-5-13 0,6-4-93 15,13-6-131-15,2-6-267 0,1-4-461 0</inkml:trace>
  <inkml:trace contextRef="#ctx0" brushRef="#br0" timeOffset="287703.1666">6098 13964 409 0,'-15'-12'584'15,"-1"1"-119"-15,-3 0-63 0,2 1-59 0,-5 1-52 16,2 0-28-16,1 2-18 0,0 2-16 0,1 2-6 16,-2 2-10-16,1 2-18 0,0 3-15 15,-3 5-7-15,-1 5-15 0,1 3-13 0,-4 10 38 0,3 2-34 16,1 6-19-16,2 5-16 0,0 1-17 0,-1 11-14 15,4 2-14-15,4-5-9 0,2-3-14 0,4 2-1 16,3-3-10-16,3 1-1 0,3 0-5 0,3-2-4 0,3-3-4 16,4-1-7-16,3-7-7 0,3 1 4 15,2-4-7-15,4-4 0 0,1-4-8 0,0-4-4 16,0-4-3-16,2-4-11 0,-1-3-7 0,-1-4-13 0,2-3-6 16,0-3 4-16,3-7-2 0,0-2-7 15,1-6-38-15,-1-4-1 0,-2-6-4 0,-1-3-14 16,-2-2 8-16,0-3 3 0,-1-3 2 0,1-7 19 15,-4 6 4-15,-1 2 27 0,0 1 11 0,-3 3 31 0,2 5 9 16,-6 4 9-16,2 3-1 0,-2 5 5 0,1 3-4 16,-1 1 9-16,-1 6 26 0,3 0 5 0,-1 4 29 15,1 2-6-15,1 3 6 0,1 3-6 0,1 6-12 16,0 2-10-16,3 1 2 0,-4 6 4 0,0 2-21 16,-1-2 9-16,-1 4-24 0,-3 1 9 0,1-1-21 15,-4-3 0-15,-1 0-3 0,-1 1 0 0,0 2 0 16,-3-5-4-16,-2 0 6 0,-1 0-9 0,-3-1 8 15,-1 1-6-15,-5 0 0 0,-2 1 1 0,-6 2-2 16,-3-2 0-16,-3-1-4 0,-3 0 8 0,1-5-8 16,-3 2 3-16,1-5 2 0,3 0-5 0,0-4 6 0,1-3-5 15,5-3-9-15,2-1-26 0,0-4-37 16,2-4-25-16,-1-5-20 0,5-6-15 0,4-3-2 16,3-5-4-16,4-6 14 0,5-10 4 0,4 0 5 15,3-3-1-15,7-4 46 0,-2 8 22 0,3 1 28 0,1 3 24 16,0 3 42-16,3 4 20 0,-1 3 19 15,1 4 12-15,-4 4 4 0,0 6 3 0,-1 6 27 16,1 0 11-16,-4 5 21 0,2 3-8 0,0 3 1 0,0 5 6 16,1 1-21-16,2 7-4 0,-3 2-16 0,1 3-14 15,2 4-45-15,0 5 23 0,-3-1-51 0,1 1 28 16,0 2-52-16,-3-3 38 0,1 1-10 0,-3-4-7 16,0-1-6-16,-2-1-7 0,0-4-4 0,-3 0-3 15,-1-2-1-15,1-4 0 0,-3 0-7 0,-1-5 5 16,0 4-9-16,0-6-5 0,-7-7-11 0,10 11-26 15,-10-11-53-15,0 0-53 0,18-4-35 0,-12-5-13 16,1-3 5-16,2-3 7 0,0-6 11 0,-1-1 12 16,1-5 23-16,0-1 24 0,2 1 12 0,-2-1 43 15,1 2 18-15,-1 4 25 0,-1 2 22 0,0 0 28 16,-2 6 27-16,1-1 0 0,-1 2-6 0,-2 4-8 16,0 0-5-16,-4 9 9 0,8-13 15 0,-8 13 26 15,12-2 19-15,-12 2-3 0,13 5-20 0,-5 1 0 0,3 3-26 16,-1 2 7-16,0 1-28 0,3 3 3 15,-1 0-15-15,2 0 11 0,-2 0-28 0,2 2 16 16,-1-1-15-16,-1 0 8 0,3 0-17 0,-3-3 15 0,1 4-21 16,0-5 15-16,-2-1-24 0,0-2 11 0,0 1-18 15,2-4-7-15,-5 0-5 0,1-2-21 0,-9-4-33 16,16 0-59-16,-6-4-29 0,0-3-5 16,2-5 13-16,0-4-35 0,0-2 16 0,3-6 20 0,-2-2 21 15,1 1 32-15,-1-1 49 0,0 2 35 0,-4 4 54 16,1 2 37-16,-3 1 28 0,-1 3 21 0,0 1 14 15,-2 2-7-15,0 3-19 0,-4 8-18 0,6-17-3 16,-6 17-4-16,6-7-7 0,-6 7 25 0,0 0-6 16,0 0-5-16,9 7-4 0,-9-7-7 0,9 17-6 15,-3-7-22-15,3 2-2 0,1 0-13 0,3 2 4 16,3 1-12-16,0-3 4 0,3 1-16 0,4-1 4 16,-3-2-13-16,3 0-10 0,3 0-6 0,-2-2-10 15,0-2-5-15,-1-3-26 0,-1 0 9 0,0-3-21 16,-3 0 14-16,1-4-25 0,-2-1-13 0,0-3-20 15,-2-3 5-15,-3-3-4 0,-1-6-2 0,-4-2-2 16,-2-6 18-16,-4-5 12 0,-3-4 15 0,-4-10 12 16,-3-2 4-16,-6-11 27 0,-1-2 29 0,-5 0 40 0,0-3-20 15,1 0 13-15,-2 2 24 0,2 0 29 0,3 3 21 16,-1 4 22-16,5 12 21 0,2 5 14 0,1 8-13 16,2 5-10-16,1 5-33 0,1 5-27 15,3 6-4-15,2 10-2 0,0 0 18 0,4-10 23 0,-4 10-5 16,13 17 0-16,-3 2 3 0,1 8-1 0,3 10-36 15,0 7 41-15,2 15-38 0,-2 4 27 0,-2 6-8 16,0 4 13-16,-2 6 19 0,0 3-40 0,1 0 62 16,1 4-79-16,-1 2 68 0,1 0-83 0,1 0 66 15,1 0-96-15,0-1 66 0,2-5-94 0,0-1 77 16,3-6-80-16,-2-1 4 0,-1-6 7 0,-1-2 89 16,1-6-106-16,-1-4 91 0,-3-11-109 0,-1-3 72 15,-1-4-59-15,0-7 24 0,-2-4-17 0,-2-5 10 16,0-3-86-16,-2-3 78 0,1-3-26 0,-2-4-66 0,-3-9-68 15,0 0-26-15,0 0-31 0,0 0-23 0,0 0-11 16,0-25 39-16,-2 4 29 0,-2-11 14 16,-2-3 20-16,1-11 2 0,0-3 28 0,1-3 28 15,-2-3 11-15,1-8 18 0,-2-2 16 0,2 11 7 0,1 1 19 16,0-1-3-16,1 2 18 0,2 2-9 16,-1 2 2-16,1 4 4 0,1 7 7 0,0 5-3 15,2 5 4-15,1 0-2 0,2 5-3 0,2 2-9 0,1 3-1 16,4 3-8-16,1 1-24 0,2 5 6 0,2 4 5 15,3-1 0-15,1 5 1 0,4 1-4 0,3 4 1 16,5 2 3-16,6 4 25 0,-1 2-14 16,1 2 28-16,0 1-23 0,0 2 0 0,-2 1-7 0,-2-1-7 15,-1 2-1-15,-5-1-2 0,-6-4-10 0,-6 0 1 16,-3-2 12-16,-5 0 11 0,-4-1 2 0,-5-12 6 16,-2 22 3-16,-7-11 10 0,-8 0 4 0,-7 3-2 15,-10-1 1-15,-7 0 4 0,-5 0-6 0,-4-2 6 16,-5 2 3-16,-7-1-6 0,10-1 3 0,1-1-14 15,4-1-34-15,7 0-96 0,7-2-104 0,8-1-96 16,5 1-46-16,4-2-106 0,6-1-439 0,10-4-506 16</inkml:trace>
  <inkml:trace contextRef="#ctx0" brushRef="#br0" timeOffset="288552.7585">8776 14516 673 0,'-4'-16'845'0,"-1"-1"-141"16,1 0-160-16,-2 0-110 0,4 1-72 15,0-3-67-15,3 2-50 0,2-3-22 0,4 1-20 16,1-3-17-16,3 0-24 0,4-1-3 0,2 2-6 0,4 3-9 16,0-1-1-16,2 4 9 0,1 3-1 0,-2 2 4 15,1 4-14-15,-4 3 7 0,1 2-6 0,-1 2-13 16,0 3-9-16,2 6-14 0,-2 0-17 0,0 6-47 15,0 3 36-15,-4 1-46 0,0 4 29 0,-5 2-45 16,-1 3 2-16,-3 1 29 0,-1-1-44 0,-4-3 35 16,-1 0-43-16,-2 0 38 0,-2-3 2 0,-1 1-11 15,-3-1 4-15,-3 1-10 0,-5-3-1 0,-1 0-1 16,-5-3-5-16,-3 0 0 0,-7-2-7 0,-3-3 5 16,2-3-23-16,-1-3-9 0,-3-2-19 0,0-4-3 15,7-3-1-15,-4-3-20 0,5-1-4 0,2-4-58 16,8-2-1-16,3-4-56 0,6-3-1 0,4-3-2 15,7-5-9-15,6-4 23 0,8-10 2 0,11-6 1 0,5-5 6 16,8 1 3-16,4-2-1 0,5 0 19 16,2 2 20-16,2-2 28 0,3 6 21 0,-3 1 15 0,2 3 11 15,-3 5 35-15,-3 3-16 0,-4 3 32 16,-8 7-10-16,-4 1 38 0,-4 2-4 0,-8 6 33 0,-2 3-23 16,-3-2 19-16,-4 5-31 0,-2-2 17 0,-6 3-28 15,-3 9 20-15,4-13-21 0,-4 13 31 0,-7-9-23 16,7 9 26-16,-16-3-24 0,4 4 35 0,0 2-26 15,-3 2 12-15,1 2-25 0,1 0 10 0,1 4-13 16,3 2 14-16,1 0-13 0,2 3-1 0,3 2 1 16,3 3-1-16,2 4 2 0,5-1 4 0,3 4 5 15,6 6 9-15,6 0-4 0,5 0-7 0,8 6 2 16,5-1 9-16,6 2 3 0,5-4 4 0,1 2-2 16,2-3 4-16,1 0 2 0,0-1-4 0,-4 0-4 15,-2-2 1-15,-5-2-18 0,-10-6 9 0,-3 0-14 16,-5-2 28-16,-8-3-22 0,-7-3 26 0,-4 2-31 15,-4-2 24-15,-9 0-36 0,-4 0 34 0,-5 3-10 16,-7-3-6-16,-8 3-7 0,-4-5-4 0,-3 0 4 16,-3-3-14-16,0-1-6 0,4-5-17 0,2-1-22 15,3-2-6-15,3-2-22 0,2-2-21 0,5-3-26 16,4-1-33-16,3-4-27 0,4-2-46 0,4-4-20 16,5-3-11-16,6-5-21 0,4-6-14 0,10-9 11 0,7-7 18 15,5-2 8-15,4-2 79 0,4 1 23 16,1 1 98-16,2 3 0 0,-1 1 86 0,-2 5 28 15,-1 3 24-15,-8 8 30 0,-3 3 19 0,-6 7 14 0,-1-1-1 16,-6 5 0-16,-3 3-16 0,1 1-3 0,-4 4 20 16,-8 5 26-16,14-6-8 0,-14 6-5 0,8 10-17 15,-8-10-13-15,5 18-19 0,-3-3-11 0,0 3-17 16,-1 0-6-16,1 5-22 0,-2 2-10 0,3 1-4 16,-1 2-19-16,3 2-23 0,-1 1-50 0,0 0-12 15,-1-5-52-15,1 0-45 0,-1-1-48 0,0-1-57 16,-1 0-61-16,1-2-77 0,-2-3-142 0,2-2-490 15,-2-3-647-15</inkml:trace>
  <inkml:trace contextRef="#ctx0" brushRef="#br0" timeOffset="288725.5272">10050 14074 1121 0,'-7'-38'848'0,"0"5"-135"16,0 3-165-16,0 3-88 0,2 3-74 0,-1 0-70 0,1 4-70 15,0 3-50-15,1 2-40 0,0 1-40 0,1-2-56 16,0 7-71-16,3 9-57 0,-4-18-90 0,4 18-27 16,-2-12-41-16,2 12-37 0,0 0-53 0,0 0-107 15,0 0-60-15,0 0-467 0,4 10-532 0</inkml:trace>
  <inkml:trace contextRef="#ctx0" brushRef="#br0" timeOffset="288992.4438">10784 13601 367 0,'16'-36'704'0,"-3"2"-116"0,-4 5-70 0,-1 1-60 15,-2 5-60-15,0 0-46 0,-3 3-43 0,1 3-19 16,-2 3-26-16,2 1-53 0,-2 2-44 0,-2 11-39 16,3-14 20-16,-3 14 33 0,0 0-21 0,0 0 26 15,3 19-38-15,-2-2 41 0,-1 7-38 0,0 5 23 16,0 7-44-16,-2 12 6 0,1 4 10 0,-1 3-59 15,-2 12 16-15,-2 3-19 0,1 2-14 0,-1 0-17 16,0 1-62-16,1-2-2 0,-1-1-100 0,2-5-26 16,2-10-12-16,2-2-21 0,0-6-32 0,2-1-37 0,0-10-32 15,1 0-27-15,2-5-42 0,-3-6-33 0,2-3-18 16,-1-4-75-16,1-2-56 0,0-8-481 0,-4-8-604 16</inkml:trace>
  <inkml:trace contextRef="#ctx0" brushRef="#br0" timeOffset="289236.6199">10837 14382 471 0,'-4'-20'800'16,"1"1"-108"-16,0 3-109 0,-1 0-105 0,1 1-64 16,2 1-64-16,1 1-43 0,1 1-23 0,1 0-31 15,3-2-51-15,1 2-36 0,3 1-30 0,-1-1-27 16,5 2-13-16,1 1-18 0,1 1-2 0,2 3-21 16,2-1-7-16,2 5-8 0,-1 1 19 0,5 2-5 15,-1 5 32-15,4 4-17 0,-1 3 30 0,3 7-28 16,-3 4 36-16,0 2-40 0,-1 3 32 0,-3 3-49 15,-2 2 27-15,-3 0-46 0,-2 1 25 0,-2-1-42 16,0-1 32-16,-5-5-8 0,-1-1-5 0,-2-4-7 16,-2 0-1-16,1-2-10 0,-3-4-20 0,-1 1-62 15,-1-2-99-15,-1-3-89 0,-1-2-169 0,-3-1-133 0,1-2-147 16,4-9-751-16,-10 8-1071 0</inkml:trace>
  <inkml:trace contextRef="#ctx0" brushRef="#br0" timeOffset="289403.5771">11386 14069 857 0,'-3'-19'845'0,"2"3"-107"15,0 1-98-15,-2 1-63 0,2 3 0 0,-1 0-102 16,1-2-39-16,1 13-113 0,-2-21-27 16,2 21-94-16,-3-16-36 0,3 16-154 0,-1-12-93 0,1 12-67 15,0 0-121-15,4-13-117 0,-4 13-100 0,0 0-150 16,16-4-675-16,-16 4-915 0</inkml:trace>
  <inkml:trace contextRef="#ctx0" brushRef="#br0" timeOffset="290003.7701">11756 14201 699 0,'0'0'984'0,"0"0"-117"0,-9-5-181 0,9 5-25 15,-7-7-115-15,7 7-31 0,-4-9-98 0,4 9-17 16,0-11-88-16,0 11-19 0,2-11-100 0,-2 11 9 15,7-11-87-15,-7 11 18 0,18-10-68 0,-7 8 29 16,3 2-58-16,3 1 38 0,2 4-54 0,3 4 40 16,5 5-52-16,-3 0 45 0,4 10-47 0,-2 0 36 15,-2 3-47-15,-5 4 1 0,-3 1 3 0,-1-1 1 0,-5-1 1 16,-4 1 44-16,-1-6-56 0,-1 0 56 0,-4 0-58 16,0-4 50-16,-2 2-52 0,-3-2 52 0,-1-1-48 15,-3 1 66-15,-3-3-68 0,0-3 55 0,-3 2-58 16,-2-4 53-16,-2-3-54 0,-1 0 55 0,-1-3-60 15,0-3 61-15,1 0-69 0,2-5 48 0,-1-1-55 16,3-1 34-16,1-4-80 0,2-1 33 0,1-3-52 16,3-3 16-16,5-1-50 0,0-3-5 0,6-3-21 15,1-4 21-15,7-4-26 0,5-4 54 0,3 1-2 16,4 5 43-16,3 0-12 0,1 4 57 0,-3 6-16 16,-1 2 47-16,0 3 3 0,1 5 59 0,-3 3-29 15,0 2 51-15,1 3-35 0,-4 3 46 0,4 2-39 16,-1 4 32-16,0 1-37 0,-2 3-10 0,-1 3-1 15,2 2-3-15,-2-1 29 0,-4 0-45 0,0 0 30 0,1 1-40 16,-3-3 32-16,2 1-45 0,-2 0 36 16,0-1-43-16,-1-5 40 0,-2 2-38 0,-1-3 42 15,0-2-30-15,0 0 51 0,-2 1-39 0,-5-9 36 16,12 7-51-16,-12-7 36 0,13-3-49 0,-13 3 41 0,14-9-53 16,-5 0 29-16,1-4-68 0,0-3-7 0,0-3-26 15,4-5 6-15,-1 0 45 0,2 0-23 16,-1 2 45-16,0 0-28 0,-4 4 44 0,1 3-34 0,-1 2 41 15,-3 1-37-15,2 2 40 0,-1 4-41 0,0 2 50 16,-8 4-27-16,15-3 41 0,-15 3-39 0,18 6 38 16,-11 1-50-16,3 2-18 0,2 1-51 0,0 2-50 15,1 3-59-15,5-1-80 0,2 1-106 0,2 2-81 16,7 1-66-16,3 1-151 0,7-2-601 0,3-1-890 16</inkml:trace>
  <inkml:trace contextRef="#ctx0" brushRef="#br0" timeOffset="290704.9731">14738 14548 1057 0,'4'-18'744'0,"-2"2"-158"0,-2-1-146 16,-1-2-100-16,0 1-66 0,-3-1-53 15,-2-3-49-15,3 0-25 0,-2-1-17 0,2 1-3 0,-1-4 7 16,2 1-14-16,1 0 7 0,3-1-5 0,3 1-4 16,3-3 2-16,4 3 6 0,2 2 18 15,4 2-23-15,2 4 27 0,4 3-35 0,2 4 21 16,-2 6-29-16,-2 2 45 0,5 5-42 0,2 7 33 0,0 3-53 16,1 7 23-16,0 3-48 0,-2 4 21 0,-7 4-45 15,-3 0-5-15,-4 2-2 0,-8-3-11 0,-2 1 0 16,-6-3 29-16,-4 2-45 0,-8 6 39 0,-4-5-44 15,-7 0 33-15,-6-2-43 0,-7-3 41 0,-12 0-11 16,-2-3-11-16,-5-1-47 0,-2-4 25 0,7-7-43 16,0-1 22-16,5-6-56 0,4 0 24 0,6-5-31 15,7-2 24-15,3-3-51 0,7-3-16 0,2-4-37 0,9-3-31 16,5-5 16-16,4-4-45 0,7-7 11 16,8-11 0-16,12-10 1 0,6-7 30 0,9-4 27 0,11-13 20 15,5-4 34-15,2-1 43 0,3-3 47 0,2 4 6 16,-2 1 39-16,1 2 37 0,-3 3 21 0,-4 3-3 15,-9 14 14-15,-5 4 4 0,-1 4-7 16,-6 4 24-16,-4 2 0 0,-8 11 9 0,-5 2-20 0,-3 6 8 16,-4 1-7-16,-2 6-16 0,-3 4-18 0,-1 1-10 15,-3 4-13-15,-3 9-4 0,0 0-4 0,0 0 7 16,-1 11 0-16,-1 8-9 0,-2 12 11 0,2 12-19 16,0 7 6-16,0 7-17 0,3 17 11 0,3 7 0 15,0 3-16-15,1 7 11 0,2 1-28 0,3 3 24 16,0 17-20-16,3 1 13 0,1 1 6 0,0 1-19 15,0-1 16-15,-1-1-30 0,-1-4 29 0,-3-17-25 16,-3-2-5-16,-1-2-1 0,-3-4-2 0,-3-5 3 16,-2-4 1-16,-4-4 1 0,-4-6 11 0,-6-4-3 15,-3-5 1-15,-2-5 5 0,-7-6-1 0,-3-5 3 16,-1-10 0-16,-6-5 6 0,-1-2-3 0,-4-6-3 16,-4-5 0-16,-4-6-6 0,1-2 0 0,-3-7-15 15,2-4 4-15,3-8-18 0,-8-7-22 0,6-8-21 0,4-5-22 16,6-7-27-16,8-4-41 0,5-6-11 15,7-3-70-15,4-4-31 0,10-3-7 0,6 5-6 16,7-10-63-16,5 0-47 0,10-1-71 0,5-1-333 16,6 3-339-16</inkml:trace>
  <inkml:trace contextRef="#ctx0" brushRef="#br0" timeOffset="290970.1006">16386 13270 575 0,'19'-35'686'0,"-3"3"-103"0,-2 7-81 16,-3 2-70-16,-1 5-90 0,-2 3-44 0,-1 2-77 15,-1 5 4-15,-6 8-17 0,10-10 44 0,-10 10-7 16,8 9-16-16,-5 2 24 0,-2 8-41 0,0 9 15 16,-2 9-19-16,0 13-22 0,-3 4-58 0,-1 16 20 15,1 4-49-15,-1 5 11 0,0 4-56 0,0 1 26 16,1-1-20-16,1-1-10 0,2-2-55 0,3-2 12 15,0-3-84-15,3-4-38 0,2-2-20 0,1-7-51 16,3-1-66-16,-3-12-53 0,1-4-52 0,-2-4-52 16,1-10-22-16,-2-6-132 0,-1-4-114 0,-1-6-295 15,-1-5-563-15</inkml:trace>
  <inkml:trace contextRef="#ctx0" brushRef="#br0" timeOffset="292620.4895">16269 14303 761 0,'-17'-12'838'0,"1"1"-148"0,3 3-155 16,0 0-104-16,2-1-71 0,2 3-58 0,9 6-56 16,-14-10-40-16,14 10-36 0,-4-9-23 0,4 9-20 15,8-6-18-15,3 3-22 0,5-2-17 0,8 1-16 16,10 1-11-16,12-1-12 0,5 1-18 0,7-2-17 16,2 2-18-16,12-2-11 0,1 2-6 0,0-2 0 15,1 1-4-15,-5-1 3 0,-9-1 8 0,-3-1 7 16,-4 1 2-16,-2 0 3 0,-4-2 5 0,-7-2 1 15,-9 1-14-15,-4-2 6 0,-8 1 4 0,-3-2 3 16,-7-1 4-16,-4 1 11 0,-4 1 25 0,-4-3 9 16,-5-1 22-16,-4 1 39 0,-4 0-10 0,-6-2 24 15,-1 4 23-15,-3-1-6 0,-3 4 16 0,-1 2 30 16,3 2-35-16,-1 3 33 0,-1 2-45 0,0 4 22 16,-3 3-49-16,-4 7 38 0,0 3 4 0,1 2-23 15,3 6-8-15,1 0-14 0,5 4-50 0,2 1 32 16,5 2-53-16,6 1 33 0,3-4-46 0,4 1 34 0,6-2-43 15,4-2 9-15,2 4-14 0,5-2-2 0,4-2-3 16,4 2-10-16,2-6-8 0,2-3-12 16,0-3-13-16,5-2-7 0,0-3 38 0,2-3-39 15,-3-3-11-15,0-3-3 0,1-3-8 0,-1-2-9 0,2-5-1 16,-1-3 21-16,-3-5-41 0,-1-2 15 0,-1-7-13 16,-3-3 37-16,-4-3-5 0,-3 3 30 0,-4-1 5 15,-3-1 54-15,-1 1-11 0,-3 3 60 0,-2 1-24 16,0 1 56-16,-2 5-31 0,-1-1 45 0,1 5-38 15,-2 0 19-15,1 1-53 0,-1 4 20 0,0 2-33 16,4 8 37-16,-11-7-32 0,11 7 51 0,-12 5-36 16,5 1 47-16,-1 5-53 0,2 3 30 0,1 2-45 15,1 4 34-15,2 2-49 0,2 3 35 0,2 0-41 16,5 5 34-16,3-2-43 0,3 0-2 0,4 3-7 0,4-2-8 16,3-2-13-16,2-2 14 0,3-5-60 15,2-1 14-15,-2-6-51 0,0-2 35 0,1-1-51 16,2-4-1-16,-4-4 12 0,1-2 12 0,-1-2 6 15,2-6 0-15,-1-3-3 0,2-5 16 0,-2-8-8 0,-2-5 21 16,-3-5-11-16,-3-7 15 0,0-12 17 0,-3-6 13 16,-4-4 31-16,-1-3-5 0,-5-3 45 15,2-4 0-15,-2-3 19 0,0-4-12 0,0-1 12 0,-2-1 5 16,1 1 21-16,1 3 11 0,-3 4 11 0,1 6 25 16,-3 16 18-16,0 4 17 0,-1 10 10 15,0 6-28-15,-1 5-31 0,0 5-29 0,0 3-15 16,-1 7-12-16,0 12-10 0,-1-12 0 0,1 12 4 0,0 0-9 15,-5 21 35-15,2 1-43 0,-1 9 36 0,1 12-42 16,-1 5 32-16,2 5-42 0,-1 4 33 0,-1 12-41 16,3 5 8-16,0 1 32 0,-1 2-37 0,2 0 34 15,-1 0-47-15,1-2 54 0,-1-5-58 0,1-11 34 16,0-5-39-16,0 0 6 0,1-8 4 0,-1-4-9 16,0-9 5-16,1 0-4 0,0-5-6 0,-1-6-12 15,1-3-1-15,-1-2 12 0,0-2-2 0,0-3 3 16,0-12-23-16,0 15-18 0,0-15 9 0,0 0-7 15,0 0-11-15,0 0 27 0,-3-18-35 0,3 5 28 16,3-6-26-16,2-3 34 0,4-6-16 0,1-2 26 0,6-2-5 16,3 1 14-16,3 2-8 0,2 2 23 0,2 2-10 15,2 3 25-15,-4 6-23 0,1 3 14 16,1 2-8-16,-2 7 22 0,1 0-26 0,-3 5 32 0,3 4-11 16,3 3 26-16,-1 5-17 0,-2 4 25 15,-2 2-21-15,1 6 37 0,-2 1-35 0,-6-1 36 0,-1 1-30 16,-5 1 23-16,-1 0-26 0,-4-3 28 0,-2-1-39 15,-5 1 2-15,-2-1-2 0,-6 3-2 0,-3-2 43 16,-5-2-50-16,-3-2 37 0,-7 2-37 0,-3-5 29 16,3-3-37-16,-4-2 31 0,1-3-28 0,-1-3-4 15,0-1-1-15,3-2 8 0,0-2-1 0,2-1 1 16,4 0-1-16,3-1 4 0,1-1-2 0,2 0-10 16,5 1-20-16,3-4-26 0,9 5 7 0,-8-10-1 15,8 10 1-15,8-15-3 0,3 7 8 0,9-4-10 16,11-5-13-16,5-2-11 0,3 0-28 0,13-7-17 15,4-4-21-15,5-2-23 0,0-5-18 0,3-3-12 16,10-13 10-16,0-4 20 0,-2-3 28 0,-3-2 11 0,-2-4 41 16,-3-2 12-16,-4-3 25 0,-4-3 19 15,-4-2 15-15,-12 9 21 0,-5 0 24 0,-4-3 13 16,-5 1 25-16,-3-1 21 0,-6 1-17 0,-2 1 29 0,-4 3-16 16,-3 0 1-16,-2 13 5 0,-3 0 8 15,-1 4-3-15,-2 2 2 0,-1 8 3 0,-1 4-4 0,0 6-14 16,0 5-16-16,1 3-10 0,-2 3-19 0,0 5-7 15,3 12-4-15,-9-11 0 0,9 11 6 0,-21 10 2 16,7 6-2-16,-9 12 21 0,-3 7-6 0,-5 13 12 16,-2 9-3-16,-3 7 34 0,2 3-33 0,-9 18 23 15,8-15-41-15,3 4 26 0,1 1-35 0,6 0-1 16,3-3 1-16,5 0 21 0,7 0-30 0,7-3 39 16,6-1-40-16,8-4 37 0,8-2-40 0,7-5 34 15,5-4-11-15,7-3-44 0,4-6 35 0,7-5-42 16,5-3 27-16,5-6-51 0,3-4 33 0,2-5-55 15,3-2 9-15,2-7-27 0,3-3 11 0,0-5-21 16,-8-5-6-16,9-5 0 0,-1-4 1 0,-4-6 1 16,-3-5 0-16,-5-4 12 0,-4-6 0 0,-6-5-1 15,-4-3 16-15,-6-5 28 0,-4 2-14 0,-6-5 34 16,-9 6-20-16,-3 2 30 0,-6-1-13 0,-3 2 23 16,-6 5 14-16,-1 5 15 0,-4 0-4 0,-1 3 21 15,-3 3-2-15,-1 0-7 0,-5 4 5 0,-1 3-9 0,-4 3 1 16,-2 4 4-16,-1 4-1 0,-3 5 22 15,-3 4-10-15,-12 7 35 0,1 4-31 0,0 6 1 0,1 3-7 16,-5 10-7-16,6 3 30 0,2 3-37 0,11-5 29 16,1 2-35-16,3 0 35 0,6 0-29 15,5-5 56-15,4-1-1 0,6-1 0 0,4 0 4 0,9 3-7 16,6-3 2-16,7-3-10 0,7-3-47 0,12 3 29 16,6-5-48-16,2-2 35 0,4-4-41 0,2-1 41 15,1-3-31-15,4-2 36 0,-9-4-45 0,2-1 40 16,0-1-44-16,0-2 43 0,-2 0-46 0,-1-3 43 15,-4 0-10-15,-4 0-45 0,-8 0 44 0,-4-2-46 16,-7 1 44-16,-4-1-43 0,-5 1 45 0,0 0-64 16,-4-2-1-16,-4 1-62 0,-4-1-74 0,-9 3-68 15,12-6-52-15,-12 6-67 0,0 0-92 0,-9-7-79 16,9 7-61-16,-21-2-187 0,6 1-467 0,-1 0-849 16</inkml:trace>
  <inkml:trace contextRef="#ctx0" brushRef="#br0" timeOffset="293971.3686">22967 13722 122 0,'12'-45'704'16,"-2"2"-202"-16,0 2-43 0,-3 2-68 0,-1 7-10 16,-3 7-20-16,-1 2-29 0,1 4-6 0,0 1-36 15,-2 2-53-15,1 3-51 0,-2 13-39 0,1-17-18 16,-1 17 9-16,0 0 1 0,0 0 5 0,-9 9-8 16,5 5-11-16,-1 0-32 0,0 8 5 0,-2 1-26 15,-1 7 5-15,1 1-20 0,0 3 1 0,1 6-26 0,-1-1 11 16,2-3-28-16,2 0 25 0,-1 1-35 0,2-2 18 15,2 1-6-15,-1-4-14 0,2-2-32 16,-1-3-43-16,2-2-40 0,0 0-44 0,0-2-49 0,-1-4-88 16,1-2-63-16,1-1-56 0,-3-3-9 0,0-13-125 15,1 16-477-15,-1-16-633 0</inkml:trace>
  <inkml:trace contextRef="#ctx0" brushRef="#br0" timeOffset="294188.1054">23236 13146 61 0,'9'-28'724'0,"-1"1"-211"0,-3 5-98 0,-2 0-83 16,-2 3-64-16,0 3-58 0,-1 1-44 0,0 2-37 16,0 1-25-16,0 12-24 0,1-21-38 0,-1 21-9 15,1-12-13-15,-1 12-18 0,0 0-23 0,10-5-37 16,-10 5-18-16,15 7-14 0,-1 0-33 0,3 4-52 15,8 2-41-15,7 4-31 0,4 0-39 0,6-1-278 16,1-1-78-16</inkml:trace>
  <inkml:trace contextRef="#ctx0" brushRef="#br0" timeOffset="294555.865">24072 13133 545 0,'24'0'448'0,"-3"0"-10"0,-2 0-41 0,-6 0-18 16,0-3-4-16,-13 3-30 0,17-2-39 15,-17 2-3-15,0 0-28 0,9-6-31 0,-9 6-26 0,0 0-20 16,-11-3-23-16,11 3-25 0,-15 1-27 0,15-1-20 15,-21 3-19-15,9 2-15 0,0 1-13 0,0 1-10 16,-1 4-11-16,1 1-8 0,-1 2-4 0,2 2-6 16,0 2-3-16,-1 3-2 0,3-1-1 0,1 5-6 15,2 0 1-15,0 0-4 0,4 2-8 0,1 2-18 16,4 3-18-16,4 3-1 0,3 4-33 0,4 0 3 16,7 1-36-16,5 6-12 0,4 0-10 0,3-2-2 15,3-2-20-15,-2 0 19 0,0-3-9 0,-5-8 44 16,-1-1 2-16,-3-3 33 0,-2 0-4 0,-6-6 32 15,-3-5-11-15,-2-1 28 0,-3-2 11 0,-2-2 46 16,-3-1 8-16,-4-10 20 0,2 18-2 0,-2-18 2 16,-9 17-8-16,0-11 18 0,-4 1-13 0,-5-1 5 15,-2-2-13-15,-6 0-3 0,-3 1-11 0,-5-2-3 16,-3 0-4-16,-4-2-4 0,-1 1-7 0,-2-2-1 0,2 0-6 16,-8 0-4-16,7 0-1 0,2-2-17 15,1 2-34-15,4-1-27 0,8-1-63 0,5 1-68 16,4-1-119-16,7 0-21 0,12 2-81 0,-8-6-127 0,15 0-282 15,7-5-364-15</inkml:trace>
  <inkml:trace contextRef="#ctx0" brushRef="#br0" timeOffset="296021.8291">25889 13390 518 0,'29'-29'534'0,"-7"1"-148"15,1-1 11-15,-7 4-25 0,-3 1-30 0,-5 3-12 16,-1 1-19-16,-2-3-18 0,-5 6-6 0,-2-1-23 16,-5 1-13-16,-2 0-49 0,-4 1-25 0,-5 3-26 15,-3 3-19-15,-3 0-7 0,-3 6-16 0,-4 3-18 16,-5 2-17-16,-3 5-9 0,-3 3-16 0,-2 7-2 16,2 0-7-16,-5 11-6 0,4 3 1 0,1 5-3 0,6 4 15 15,2 3-17-15,5 3 6 0,4 2-15 16,6-5-25-16,5 4 26 0,4 0-16 0,6 1 13 15,4 0-21-15,6 2 38 0,3-3-25 0,9 8-2 16,3-4-3-16,8-6-4 0,4-2-6 0,5-3-14 0,8-4-17 16,2-5-13-16,5-3-11 0,7-5-8 0,1-4 18 15,4-4-2-15,0-2-40 0,-7-6 10 16,1-4 4-16,-1-2 11 0,1-4-2 0,-3-2 12 0,9-7-2 16,-6-5 3-16,-4-1 0 0,-1-6 8 0,-2-3 12 15,-5 0 3-15,-2-6 6 0,-6 0 9 16,1-1 4-16,-11 4 8 0,0-2 9 0,-4 2 12 15,-2-2 2-15,-4 3 14 0,-5 2 10 0,-3 2 31 0,-3 4-21 16,-2-1 27-16,-4 6-27 0,-2 0-2 0,-2 0-1 16,-4 4-8-16,-2 1-3 0,-5 4 5 0,-5 2 1 15,-2 2 6-15,-3 3 2 0,-6 5 5 0,-4 3 2 16,-1 1 10-16,-4 6-29 0,1 2 13 0,2 3-29 16,3 1 19-16,3 5-24 0,2 0 20 0,5 2-34 15,-1 2 27-15,9-4-8 0,3 2-5 0,3 1-3 16,3-3 1-16,5 0 0 0,3 0-15 0,3 1-15 15,5 0-35-15,5-2-27 0,2-1-6 0,9-1-4 16,-3-5-3-16,4-2 21 0,-1-1-15 0,0-5 19 0,-3-2-8 16,1-3 21-16,-3-4-14 0,-1-2 8 0,1-3-5 15,-2-5 6-15,1-3 3 0,-2-5 7 16,-2-1 8-16,0-2 9 0,-3-6 2 0,-1-1 5 16,-1-4 11-16,-1 1 4 0,-3-1 6 0,0 1 25 0,0 1 14 15,-3 1 17-15,-1 4 17 0,1 3-6 0,-3 3 3 16,0 1 2-16,1 3-6 0,-1 2-13 15,0 1-16-15,-2 12-5 0,1-16-12 0,-1 16 2 0,0 0 9 16,-5-9 12-16,5 9 0 0,-10 7 14 0,6 1-16 16,-2 5-12-16,1 2 36 0,1 6-20 0,2 2 31 15,2 3-16-15,2 6-15 0,4 2-5 0,3 5-6 16,5 2 0-16,1-1-8 0,6 1-8 0,-1-2 3 16,6-3-6-16,1 1-21 0,3-7 22 0,-1-1-5 15,3-3 3-15,1-3-2 0,-1-4 5 0,3-3-13 16,-5-7-5-16,1-1 2 0,-2-4-2 0,0-2 3 15,-1-4-6-15,5-4-1 0,-1-5 20 0,4-6-31 16,-1-6-36-16,4-9-2 0,1-9 0 0,-4-4-11 16,0-6-2-16,2-5 31 0,-3-6-2 0,-2-7 1 0,7-17 9 15,-2-4 0-15,-4-5 4 0,-3 0 4 16,0 0 4-16,-2 1 7 0,-10 17 2 0,-2-3-2 16,-7 3 11-16,-1 3 17 0,-5 3 1 0,-4 12-2 15,-4 6 9-15,-2 3 4 0,-3 4-30 0,-4 6 22 16,0 4-26-16,-2 11 24 0,-3 4-30 0,2 7 22 15,-4 5 5-15,0 8 0 0,-5 3 9 0,-4 8 4 16,-5 10 16-16,2 8 6 0,-5 11-3 0,3 6 2 16,2 6-7-16,4 5-28 0,4 5 32 0,4 3-12 0,5 4-7 15,4 2-5-15,4 3-4 0,5 0-5 16,4 0 3-16,2-1-5 0,8-2-3 0,3 0-32 16,4-2 56-16,3-5-19 0,2-2-10 0,3-6-12 0,4-4-8 15,-1-6-16-15,-3-11-14 0,4-2-4 0,0-5 7 16,1-7-22-16,4-2-9 0,5-5 0 0,-1-6 2 15,-2-2 0-15,3-7 7 0,10-3-9 0,-1-7-1 16,9-7-1-16,-3-8 5 0,-1-5 20 0,1-8 4 16,-3-5 8-16,-1-11 31 0,5-15-19 0,0-5 36 15,-4-8-24-15,-2-2 3 0,-4-3 10 0,-3-3-5 16,-5-2 0-16,-4 2 4 0,-3-2 9 0,-10 16-2 16,-5 1 11-16,-1 2 12 0,-5 6-4 0,-2 4 14 15,-4 15-17-15,-3 5 16 0,-1 8-17 0,-1 9 5 16,-2 1-22-16,-1 6 9 0,-4 2-16 0,-2 5 11 15,-2 5-12-15,-4 3 18 0,-1 6-14 0,-5 6 18 16,-6 6-7-16,-6 9 3 0,-7 13-3 0,1 7 5 16,-3 7-3-16,2 7 0 0,-1 4 14 0,0 6-11 15,-3 17-15-15,3 1 26 0,4 6-7 0,9-13 16 16,5 1-14-16,3 0-2 0,7 2 1 0,3-4-1 16,6 0-7-16,6-3-22 0,4-1 41 0,6-5-20 0,2-5-2 15,4-4 2-15,4-4 30 0,4-6-47 16,-1-11 43-16,3-5-22 0,1-5 10 0,4-2-42 15,2-7 34-15,2-3-37 0,-2-6-18 0,1-3-6 16,-3-5 1-16,6-5-7 0,4-5-11 0,1-4-9 16,7-10-2-16,-1-3 16 0,1-4 11 0,-2-6 8 0,1-3 9 15,-2-3 42-15,-3-5-43 0,-3 0 34 16,-1 0-31-16,-7-1 45 0,-4 2-25 0,-8 7 12 16,-5 3 24-16,-3 1 2 0,-7 5 9 0,-4 6-7 15,-3 0-10-15,-5 3 3 0,-5 2-4 0,-5 4-1 0,-4 5 5 16,-3 2-7-16,-6 7 3 0,0 4 1 15,-6 7 2-15,-3 6 2 0,2 5-4 0,3 4 1 0,4 3-1 16,5 3 2-16,4 4-8 0,5 0-1 16,6-3 1-16,6 2-4 0,5 0 0 0,8 7-32 0,4-2 33 15,7 1-30-15,11 4-65 0,4-2-39 16,3-4-7-16,4-3-87 0,-2-3-26 0,-5-9-43 16,2-3-97-16,-2-1 6 0,-6-7-129 0,-1-3-81 15,-2-5-454-15,-4-3-649 0</inkml:trace>
  <inkml:trace contextRef="#ctx0" brushRef="#br0" timeOffset="296538.7426">30863 12702 441 0,'15'-49'461'0,"-5"7"-75"0,-2-1-7 16,-1 2-28-16,-1 4-8 0,-3 5-13 0,-1-1-32 0,0 7 4 15,0 2-33-15,-1 4-43 0,0 2-50 0,0 3-43 16,0 5-24-16,-1 10-23 0,1-13-3 0,-1 13 2 15,0 0 14-15,-1 13 21 0,-1 6-13 0,0 8 12 16,-4 13-12-16,2 7-13 0,-3 6-14 0,-3 13-38 16,1 2-5-16,-2 3-1 0,1 4 25 0,-1 0-36 15,1 0 20-15,1 1-11 0,0-2-7 0,3-1-5 16,-1-2-31-16,3-2 31 0,1-2-33 0,2-11 6 16,0-1-1-16,2-2 34 0,0-3-34 0,1-3 25 15,-1-8-27-15,1-4 26 0,-1-6-3 0,0-4-5 16,0-1-1-16,-1-5 0 0,1-1 5 0,0-4 12 15,-1 0-30-15,3-3 45 0,-3-11-11 0,4 13-2 16,-4-13-40-16,0 0 41 0,0 0-44 0,12-2 47 16,-12 2-57-16,8-19 4 0,-5 2 7 0,2 2 2 15,-3-6 0-15,-2 0 43 0,-2-3-40 0,-3-1 31 16,-2-4-39-16,-3 1 38 0,-7-3-38 0,-3 4 38 16,-5-1-38-16,-5 5 53 0,-4 1-34 0,-4 5 45 15,-5 3-30-15,-2 6 51 0,-3 1-23 0,0 5 47 16,-3 5-35-16,0 3 54 0,3 2-35 0,0 6 40 15,4 1-34-15,2 3-1 0,4 2 1 0,3 0 13 16,5 4-6-16,2-1-1 0,6 3 0 0,7-3-3 16,5 1 2-16,5-1-11 0,5 2-9 0,10 4 21 15,7 4-47-15,11-1 23 0,12 5-42 0,7-4 15 16,6 0-75-16,4-2-15 0,0-3-89 0,2-3-26 16,0-3-37-16,-1-5-53 0,-8-3-60 0,-1-3-63 15,0-2-73-15,-2-4-74 0,-10-2-12 0,-5-1-63 16,-3-3-104-16,-5-2-281 0,-5 0-585 0</inkml:trace>
  <inkml:trace contextRef="#ctx0" brushRef="#br0" timeOffset="297605.6132">20082 15388 87 0,'-1'-22'707'0,"0"5"-165"0,1 0-58 16,-1 3-105-16,1 1-72 0,-1 1-86 0,1 12-29 16,-3-13-36-16,3 13 15 0,0 0 5 0,0 0 8 15,-17 7 9-15,9 8-18 0,-1 7-1 0,-5 12-7 16,0 9-15-16,-4 11-12 0,0 4-7 0,-2 8-19 15,-1 2-33-15,1 3-11 0,-1 2 29 0,0 4-55 16,2-3 6-16,0-1-4 0,0-3-11 0,3-3-5 16,1-7-7-16,3-1-7 0,2-13-2 0,1-3-3 0,2-3-2 15,1-7-1-15,0-5 0 0,2-4 1 0,1-3-23 16,-1-5 31-16,1-1-24 0,1-3 27 0,2-12-28 16,-4 13 7-16,4-13-20 0,0 0-14 15,0 0-9-15,-3-18-17 0,4 1-6 0,1-8 0 0,0-9 10 16,1-9 1-16,1-3 8 0,1-6 7 0,-1-3 13 15,1-12-3-15,-2-2 7 0,1-1 10 0,0-1-5 16,0 1 8-16,2 0 0 0,-3 2 5 0,1 12 2 16,1 5 5-16,0 2 6 0,1 5 2 0,-1 11 6 15,0 2-1-15,0 6-5 0,1 6-1 0,0 2-6 16,0 7 8-16,3 4 10 0,-9 6 23 0,17 6-2 16,-5 6 26-16,2 10-21 0,3 10 10 0,-2 5 0 15,3 6-30-15,3 11 24 0,1 0-35 0,2 2 7 16,0 0-7-16,2 0 19 0,0-1-28 0,3-1 20 15,1-6 4-15,0-2-19 0,2-3 4 0,-5-9 1 16,1-7 0-16,0 1 4 0,1-6 4 0,-4-6 4 16,2-5-11-16,-4-5-3 0,2-3-1 0,1-5 3 15,4-5-1-15,-1-5-39 0,4-8 42 0,-1-4-41 16,-1-7 7-16,2-10 7 0,-2-6 34 0,-3-6-31 0,-2-4 63 16,-3-5-65-16,-4-4 43 0,0-4-42 0,-4 1 10 15,-1 0 6-15,-1 4 13 0,-3 2 32 16,-3 13 0-16,0 6 12 0,-2 9 4 0,-1 4-19 0,0 6-8 15,1 3-8-15,-3 4-57 0,1 4-22 0,-3 14-8 16,6-15-4-16,-6 15-24 0,0 0-34 0,11 4-37 16,-5 8-49-16,2 8-69 0,1 7-52 0,5 10-62 15,1 7-18-15,3 11-81 0,2 2-117 0,2 4-304 16,2 0-470-16</inkml:trace>
  <inkml:trace contextRef="#ctx0" brushRef="#br0" timeOffset="297973.5852">21215 16256 754 0,'-7'-9'583'16,"4"-7"-46"-16,-1 0-50 0,2-2-47 0,1 0-18 15,0-3-28-15,1 0-41 0,1 2-40 0,0 1-49 16,2 1-33-16,1 1-45 0,0 1-35 0,1 3-28 16,2 1-35-16,2 3-17 0,2 2 14 0,1 3-47 15,3 4-8-15,0 3-14 0,5 3-1 0,0 3-11 16,2 5-14-16,-1 3 11 0,-2 2-44 0,0 1 5 15,-2 2-6-15,-3 0 11 0,-1-1-2 0,-3-2 4 0,-2 0 6 16,-2-2 6-16,-3-1 7 0,-2 0 6 0,-2-2 13 16,-3 0 1-16,-3-2 9 0,-1 0 11 0,-5 0 11 15,-2-1 6-15,-3-2 7 0,-1-1 2 16,-4-3-43-16,-1-1 36 0,-1-3-39 0,-2-2 44 0,1-1-46 16,-1-3 48-16,-3-5-12 0,1-2-41 0,2-2 43 15,2-3-49-15,3-2 41 0,4-2-50 16,2-2 3-16,6 2-3 0,3-2-5 0,4-1-19 0,3 4-7 15,3-3-4-15,3 0-17 0,2 1-17 0,4 2-4 16,1 1-58-16,4-1-40 0,1 3-28 0,3 0-68 16,3 3-37-16,0 1-64 0,3 2-103 0,3 2-576 15,1 1-678-15</inkml:trace>
  <inkml:trace contextRef="#ctx0" brushRef="#br0" timeOffset="298339.3097">21775 16014 686 0,'-6'-14'651'0,"2"-1"-135"15,-1 0-44-15,1-1-68 0,1-1-13 0,2 1-22 16,1 1-33-16,1 2-37 0,3-1-50 0,1 1-54 16,1 2-37-16,1 3-32 0,2 2-16 0,3 4-32 0,2 3 11 15,2 5-31-15,4 4 22 0,6 5-41 0,-4 5-10 16,3 6 0-16,0 2-14 0,-4 1 7 0,0 3 21 15,-4-1-37-15,0 3 36 0,-5-5-45 16,-1 0 29-16,-2 0-4 0,-3-6-1 0,0 1-7 0,-1 0 2 16,-2-2 12-16,-2-3-49 0,-1-2 50 0,0 1-30 15,-1-3 47-15,0-2-26 0,-1-3 66 0,-2 1 9 16,4-11 6-16,-7 14 8 0,7-14-3 0,-11 6-5 16,11-6-11-16,-14-3-10 0,7-3-9 0,-2-4-15 15,2-2-16-15,-2-6-38 0,3-2 32 0,1-4-44 16,2-2-5-16,3-2-12 0,4-3-21 0,2-3-26 15,5-3-31-15,4 0-36 0,5 3-37 0,2-1-21 16,4 3-54-16,3 1-47 0,1 6-82 0,2 2-52 16,1 2-59-16,1 4-111 0,1 2-456 0,-7 3-676 15</inkml:trace>
  <inkml:trace contextRef="#ctx0" brushRef="#br0" timeOffset="300108.6156">22635 16099 389 0,'-4'-13'605'0,"-1"1"-125"0,1 2-7 0,-1 1-46 16,0-2-18-16,0 4-15 0,5 7-37 15,-8-15-45-15,8 15-62 0,-5-12-33 0,5 12-54 0,-7-6-4 16,7 6 4-16,0 0 48 0,-8 5-29 0,8-5-25 15,-6 20-17-15,3-3 24 0,-1 4-57 0,1 4 23 16,0 1-27-16,-2 5-15 0,3 1-18 16,1 0-15-16,0-2-7 0,0-1-12 0,3 0-1 0,-1-1-10 15,1-1-6-15,3 1 5 0,-2-3-14 0,1-1 0 16,0-2-6-16,-1-4 18 0,0-1-22 0,0-2-7 16,1-2-2-16,-2-1-3 0,1-3 2 0,-3-9 5 15,8 12 9-15,-8-12-18 0,0 0-9 0,15-2-9 16,-8-5-7-16,1-6 2 0,1-6-24 0,-1-2 6 15,2-9-1-15,-1 1-40 0,2-8 46 0,2-1-23 0,-1 0 49 16,0 0-33-16,2 1 14 0,-1 1 6 16,-1 9 18-16,-1 0 5 0,-2 6 8 0,1 2 4 15,-4 5-3-15,0-1-3 0,0 4 3 0,0 3 22 16,-6 8 19-16,11-6 10 0,-11 6 18 0,11 3 2 0,-11-3-5 16,12 13-4-16,-6-1-5 0,-1 2 36 15,0 2-55-15,1 1 39 0,-1 2-13 0,1 3-12 16,-2 0-6-16,1-1-3 0,0 1-13 0,0 0-7 0,-1-2-4 15,1-1 0-15,-2-1-5 0,0-3-2 0,1 1-3 16,-1-2 0-16,-1-1-4 0,1-2-6 16,-3-11-4-16,4 18 3 0,-4-18 5 0,3 14-2 0,-3-14-4 15,0 0-23-15,8 8-18 0,-8-8-8 0,7-8 11 16,-2-2-24-16,1-1-38 0,4-8 33 0,-1-2-38 16,4-6 34-16,4-3-21 0,0-1 48 0,3-1-18 15,1 2 12-15,-1 1 11 0,1 2 10 0,-3 5 28 16,-3 7-14-16,2-4 26 0,-3 3-17 0,-2 3 21 15,-1 2-24-15,-1 2 23 0,0-1-20 0,-1 6 46 16,-9 4-17-16,16-4 14 0,-16 4 12 0,17 5 5 16,-9 3-2-16,0 2 7 0,1 4 42 0,-1 3-54 15,0 2 37-15,-1 3-22 0,2 1 9 0,-1 4-5 16,1 0-5-16,2 1-6 0,-1-2-2 0,1 0 5 16,4 1-14-16,-1-2-12 0,2 0-2 0,2-3 0 0,1-1-3 15,2-1-6-15,1-3-4 0,2-1-7 16,3-3-14-16,2-3-15 0,0-1-25 0,-2-4-52 15,2-3 44-15,1-1-34 0,4-5-10 0,0-3-5 0,2-7-1 16,-1-3-1-16,-1-4-5 0,-2-4 29 16,-2-2 12-16,-2-4 13 0,-3-3 13 0,-2 0 10 0,-4 0 28 15,-4 0 25-15,-3 3 66 0,-2 4-20 16,-6 3 31-16,-1 0-17 0,-3 5 9 0,-3-1-5 0,-1 4 46 16,-4-2-42-16,-1 5 35 0,-1 1-48 0,-3 4 57 15,-2 3-22-15,-1 3 1 0,-2 4-4 0,-4 5 0 16,-5 3-13-16,2 5 7 0,-3 6-15 0,3 2 15 15,0 4-44-15,3 2 20 0,2 2-43 0,4 2 22 16,6-4-4-16,1 2-44 0,6 1 28 0,2-4-40 16,4-1 18-16,3 3-48 0,3-1 10 0,2-3-56 15,4-3 29-15,-1-1-13 0,4-3-9 0,-2-4 9 16,2-3-3-16,-1-2 0 0,0-3 2 0,-3-3 5 16,0-2 3-16,-1-3 7 0,0-4 4 0,0 0 6 15,-3-6 2-15,-1-2-11 0,0-5 12 0,-4-4-2 16,-1-2 11-16,-1-2-36 0,-2 0 54 0,0-2-27 15,-3 1 17-15,1 1 11 0,-1 1 43 0,-1 0 7 16,1 6 12-16,0 1 32 0,0 2-17 0,0 1-12 0,0 2-7 16,2 13-18-16,-2-18-2 0,2 18 5 0,0 0 19 15,0 0 3-15,0 0 35 0,0 0-40 16,-5 15 32-16,5-15-36 0,2 27 22 0,1-10-9 0,1 1-10 16,1 4-2-16,3 4-10 0,4-1-3 0,0 0-1 15,4 2-9-15,4 0-1 0,4-1-3 0,3-3 1 16,3-2-4-16,2-2-12 0,2-3-8 15,1-4-24-15,-1-3-20 0,0-3-4 0,-1-3-4 0,-2-2-10 16,4-4 2-16,-1-4-10 0,-1-2-5 0,3-7 11 16,-1-6 1-16,-2-5 13 0,3-10-5 0,-3-7-32 15,-1-4 47-15,-2-6-37 0,-2-9 16 0,-1-4 51 16,-1-5-33-16,-2-7 51 0,4-17-40 0,-5-2 44 16,-3 12-41-16,-1 1 11 0,-3 0 8 0,1-1 7 15,-6 6 55-15,-1 0-31 0,-1 5 44 0,-3 6-35 16,-2 13 15-16,-4 8 20 0,0 2-5 0,0 10-1 15,-2 9-16-15,0 3-13 0,-1 5-10 0,-1 4-5 16,-3 5 2-16,7 10 35 0,-19 0-44 0,4 7 44 16,-5 11-39-16,-5 10 36 0,-1 7-37 0,-4 12 8 0,2 11 19 15,0 5-2-15,1 9 0 0,5 6 33 16,0 1-46-16,3 7 28 0,4-1-38 0,1 3 15 16,6 2-14-16,5-1 32 0,1-2-10 0,6-1-9 0,3-5-4 15,5-4-11-15,3-4-22 0,4-7-16 16,3-5-30-16,2-6-26 0,2-7-7 0,-2-10-52 15,3-6 30-15,-1-5 2 0,4-4 11 0,1-6 2 0,-2-7 1 16,1-2 13-16,-4-5 13 0,1-4 14 0,-2-4 17 16,5-4 10-16,-2-6 2 0,4-5 4 0,-3-5 7 15,-2-6 7-15,-2-3 5 0,-3-3 19 0,-3-2 39 16,-1 0-27-16,-3 1 25 0,-5 1 35 0,-1 6 10 16,-3 4-3-16,-2 2 28 0,-2 4 25 0,0 3-60 15,0 2 12-15,-2 4-49 0,0 12 23 0,-4-16-50 16,4 16 11-16,0 0 30 0,-15 2-3 0,4 6 34 15,1 7-47-15,0 2 31 0,0 4-14 0,2 5-12 16,1 2-10-16,4-2-5 0,1 3-3 0,2-2-14 16,3 5-31-16,3-1-46 0,2 0-36 0,2-2-74 15,5-1-92-15,-2-3-117 0,4-1-133 0,-4-4-47 16,1-4-95-16,1-3-635 0,-1-3-894 0</inkml:trace>
  <inkml:trace contextRef="#ctx0" brushRef="#br0" timeOffset="300340.9723">25324 15750 479 0,'-4'-23'680'16,"2"1"-151"-16,-1 3-67 0,0 1-76 0,0 2-51 15,1 0-52-15,0 1-47 0,0 4-50 0,1-1-34 16,1 12-38-16,-4-19-59 0,4 19-55 0,0-14-32 15,0 14-29-15,6-7-40 0,-6 7-58 0,12-1 26 16,-12 1-56-16,25 5-25 0,-8 2-29 0,3 1-51 16,5-1-43-16,2 3-338 0,5 1-183 0</inkml:trace>
  <inkml:trace contextRef="#ctx0" brushRef="#br0" timeOffset="301642.6166">25891 15679 418 0,'24'-2'527'0,"1"-3"-51"15,-3-1 3-15,-1 0 0 0,-4-2-29 0,-1-1-1 16,-3-3-17-16,0 2-32 0,-3 0-47 0,-3-3 1 15,-1 2-76-15,-4 1 12 0,2-2-59 0,-4 12-13 16,-4-22-71-16,4 22 9 0,-6-16-59 0,-1 10 10 16,-1 1-56-16,8 5 24 0,-21-3-46 0,8 5 24 15,-1 1-45-15,-1 6 31 0,-1 0-40 0,1 5 34 0,-1 1-8 16,4 2-2-16,1 2-9 0,2 3-2 0,2 0-43 16,3 2 29-16,4 0-45 0,2 3 20 0,3 2-45 15,4 1 25-15,5 2-57 0,5-1 2 16,2 0-8-16,3 0 9 0,3-4 52 0,0 1-28 0,-1-1 50 15,4-1-37-15,-3-1 45 0,0-3-26 16,-2 0 37-16,-2-1-34 0,-4-2 50 0,0-2-42 0,-4-1 46 16,-1-2-42-16,-1-1 35 0,-4 0-1 0,0-1 4 15,-2-1-29-15,-3-2 47 0,0 0 19 0,-4-9 4 16,0 19 6-16,-4-11 4 0,0-2 7 0,-5 2-8 16,-5-1 7-16,-1-2-13 0,-3 0 0 0,-4 0-7 15,-1-1-6-15,-2-1-4 0,-2-2-9 0,0-1 0 16,0 0-6-16,5 0-1 0,0-1-6 0,1 0-1 15,3-2-2-15,0 0-28 0,3-1-34 0,1 1-58 16,3-2-65-16,4-1-67 0,0-1-34 0,7 7-30 16,0-18 8-16,4 10-7 0,6-4 1 0,5-3-4 15,6 1 78-15,4-3-6 0,8-1 85 0,-1-1-14 16,4 1 78-16,1-1-4 0,2 0 75 0,-3 0-26 0,2-2 94 16,-4 2 10-16,1-3 61 0,-1 2 27 0,-3-2 16 15,-3 1 30-15,-2-2 24 0,-3 4 9 16,-5-1 10-16,-2-2 0 0,-3 6 2 0,-1-5-55 15,-4 4 20-15,-1-1 3 0,-3 2-5 0,-2 0-25 0,-2 2-21 16,-2-1-22-16,-2 2-69 0,-3 0 20 16,-1 3-52-16,-4 2 31 0,1 3-47 0,0 2 32 15,-3 3-45-15,-1 3 37 0,-1 4-41 0,0 4 37 0,0 3-41 16,1 6 34-16,3 2-34 0,1 4 35 0,5 0-40 16,0 0 21-16,4 2-16 0,4 2 9 0,2 3 22 15,2-1-38-15,5 4 35 0,3-2-3 0,1 0-8 16,2-3 2-16,2-2-14 0,2 0-11 0,-1-8-10 15,0 0-3-15,2-5-7 0,1 1 3 0,-5-6 6 16,0 0 1-16,-1-4 6 0,-1-1 6 0,-2-3-4 16,-3-2 4-16,2-2-2 0,-4-3 1 0,1-1-1 15,-2-5 2-15,-1-2 5 0,-2-4-5 0,0 0-30 16,-1-8 44-16,-2-2-37 0,0-1 38 0,-1-1-37 16,1-5 44-16,-2 4-4 0,2 2 0 0,-2 1 16 0,0 3 13 15,0 3-6-15,2 3-3 0,-2 1-7 16,0 2-15-16,0 3-3 0,0 11-6 0,0-15 1 15,0 15-1-15,0 0 7 0,0 0 19 0,0 0-38 16,-4 9 46-16,4-9-28 0,-2 23 34 0,4-5-30 16,0 0 33-16,0 1-34 0,2 3 29 0,1 1-35 15,2 1 29-15,2 2-4 0,4 1-3 0,1-2 6 16,5 3-15-16,4 0-3 0,4-3-4 0,3-2-1 0,1-2-5 16,5-1 1-16,0-5-45 0,2-1 35 0,-6-3-5 15,-1-5 1-15,-2-1 6 0,-4-2 0 0,2-4 0 16,0-2 9-16,-2-4-2 0,2-3 3 0,-4-6 6 15,-2-5-20-15,-1-7 26 0,-4-6-29 0,-2-4 34 16,-5-6-34-16,-3-6 32 0,-4-4-33 0,-2-14 28 16,-2-5-32-16,-2-2 29 0,0-2-35 15,-3-1 13-15,0 1 3 0,-2-1 4 0,4 5 31 0,-1 4-20 16,1 3 50-16,1 15-16 0,2 6 44 0,0 9-39 16,-1 9 20-16,2 2-45 0,-1 4 17 0,0 3-41 15,2 6 22-15,0 12-33 0,-4-13 30 0,4 13-31 16,-4 10 43-16,2 5-39 0,-3 9 2 0,1 10 7 15,-4 11 4-15,4 10 3 0,-3 11 35 0,3 6-29 16,-1 3 30-16,3 4-34 0,-2 1 23 0,2-1-33 0,-1 1 4 16,3-3 34-16,0 0-43 0,-2-2 7 15,4-2-63-15,-2-15-14 0,0 1-24 0,-2-6-45 16,4-2-33-16,-2-5-21 0,-2-11-9 0,4-5-9 16,-2-4 6-16,0-4 24 0,0-2 35 0,0-3 32 0,0-4 29 15,0-1 19-15,0-12-10 0,0 0-9 16,0 12-10-16,0-12 10 0,0 0 1 0,-3-15 15 0,-1 2 20 15,-2-5 3-15,-1-2 10 0,-3-7 15 0,0-1 26 16,-1 2 32-16,1-2 19 0,-1 1 15 0,3 1 33 16,1 4-30-16,0 1 10 0,4 2 16 0,1 2 7 15,2-1-8-15,4 0-16 0,4 1-3 16,3-2-2-16,7 0 30 0,4 1-52 0,10-1 26 0,3 1-47 16,6 3 33-16,0 2-45 0,4 0 33 0,2 3-6 15,3 0-4-15,-4 3-47 0,2 1 40 0,-6 4-39 16,-4 0 39-16,1 4-34 0,-1 0 41 0,-4 4-30 15,-3 3 13-15,0 1 9 0,-4 2 9 0,-2 4 31 16,-5 2-38-16,0-1 33 0,-2 3-25 0,-5-3 27 16,-1 2-24-16,-2 1 27 0,0-1-13 0,-1 0-5 15,0 2-8-15,-2-2-10 0,-1-5-5 0,-1 3-7 16,0-1 0-16,-1-2-22 0,1 0-41 0,0 0-60 16,-2-2-88-16,0-2-77 0,-1-1-117 0,3 2-102 15,-5-11-168-15,4 14-107 0,-4-14-676 0,4 11-1043 16</inkml:trace>
  <inkml:trace contextRef="#ctx0" brushRef="#br0" timeOffset="301840.5658">28224 15723 376 0,'-1'-27'652'0,"0"0"-145"15,1 1-54-15,0 3 8 0,2 0-32 16,1 3-33-16,-1 1-50 0,0 1-66 0,1 1-59 0,-1 3-44 15,0 1-38-15,0 3-66 0,-2 10-85 0,6-18-68 16,-6 18-90-16,7-6-100 0,-7 6-19 0,12 7-54 16,-4 5-67-16,-1 3-511 0,2 2-493 0</inkml:trace>
  <inkml:trace contextRef="#ctx0" brushRef="#br0" timeOffset="302508.11">28335 15929 46 0,'-7'5'655'0,"7"-5"-113"0,0 0-106 0,0 0-8 15,0 0-33-15,0 0-30 0,0 0-27 0,4-15-7 16,-4 15-7-16,13-11-21 0,-3 5-22 16,2-2-44-16,0 2-26 0,6 2-25 0,1 0-45 15,0 3-29-15,4 1-12 0,4 4-8 0,5 3-57 0,1 3 41 16,2 6-55-16,1 2-2 0,2 3 3 0,-5 4 36 16,-3-1-46-16,-5 2 40 0,-2 0-27 15,-4-3 13-15,-4 0-5 0,-2 0-2 0,-4-2-4 0,-2-2-2 16,-3-1 5-16,-1-2 1 0,-3 2 0 0,-3-4 15 15,-3 2-1-15,-3-4 0 0,-3 2-1 0,-5-3 2 16,-4-2-12-16,-3-3-6 0,-1-1-8 0,-4-3-1 16,0 0-2-16,0-4-1 0,0 2 0 0,2-2-6 15,0-1 1-15,2-1-1 0,3-1-5 0,0-2 1 16,3-2-8-16,1 0-10 0,4-4-11 0,3-1-17 16,4-1-5-16,3-1-53 0,4-4 22 0,6-4-44 15,7-8 26-15,8-3-16 0,9-8 19 0,6-1-6 16,4 2 18-16,4 2 11 0,-3 2 15 0,4 3 13 15,-7 9 23-15,-4 2 28 0,1 4-15 0,-2 2 6 16,-4 6 5-16,-1 4 7 0,-5 1 13 0,0 3 2 16,-3 4 22-16,1 3-10 0,-4 2 11 0,3 4-3 15,-4 3-6-15,1 3-1 0,-5 2-5 0,3 7-10 16,-2 2-40-16,-1 2 45 0,-1 2-35 0,-2 6 43 16,-1-4-25-16,0 0-1 0,-1 1-2 0,-2-1-6 0,0-1 0 15,0-6 0-15,-1 0-1 0,-2-2 2 16,1 0 50-16,-1-5-67 0,0-3 8 0,1 1 56 0,-1-5-25 15,0 0 101-15,-2-11-53 0,7 15 27 0,-7-15-61 16,13 6 29-16,-13-6-50 0,19-6 30 16,-3-2-48-16,3-5-4 0,3-5 1 0,8-7-5 15,1 0 5-15,2-2-41 0,3-1 44 0,-2 2-5 0,-1-1-2 16,0 2 4-16,-2 3 8 0,-2 3 4 0,-6 4 9 16,2 2 6-16,-4 3 10 0,-1 2 1 0,-3 3 20 15,2 3 5-15,-2 1 10 0,2 2-24 0,0 2 36 16,3 5-30-16,1 0 28 0,4 5-38 0,5 4 26 15,1 3-42-15,4 1 24 0,0 2-5 0,11 6-13 16,-2 0-14-16,2 0-23 0,0 0-23 0,-2-3-43 16,-7-3 2-16,-1-2-66 0,-3-2 11 0,-1-3-55 15,-6-1 31-15,-2-2-99 0,-6-3 30 0,-2-2-126 16,-3-1-6-16,-3-2-116 0,-12-5-110 0,11 4-105 16,-11-4-569-16,0 0-853 0</inkml:trace>
  <inkml:trace contextRef="#ctx0" brushRef="#br0" timeOffset="303425.5501">21669 16731 253 0,'-23'4'230'0,"-1"-2"-26"0,0 2-83 16,0-2 8-16,-1 1-58 0,0 0 15 0,2-2-43 15,-2 1 36-15,1 1-34 0,-1-2 30 0,4 2-2 16,-4-1 14-16,5-1 3 0,-1 2-1 0,1 0-29 16,1-1 21-16,-1 1-17 0,-1-1-8 0,2 2-7 15,0-2-8-15,0 3 1 0,1-2-4 0,0 1-4 16,1-1-21-16,1 0 14 0,1 2-16 0,0-1 21 15,4-1-19-15,0 0 2 0,-1 1 7 0,2-1 26 16,1 2-17-16,-1-1 8 0,2 0-5 0,0 2 4 16,8-6-8-16,-14 10-4 0,14-10 4 0,-10 12-1 0,10-12 21 15,-7 13-11-15,7-13 22 0,-4 14-24 16,4-14 34-16,1 16-42 0,2-7 71 0,1 1-6 0,4 1-5 16,1-2-2-16,4 2-7 0,3 1-6 0,3 0-6 15,6 1-4-15,4-1 0 0,9 0-5 0,4 1 1 16,7-3-8-16,6 1-1 0,14 1 2 0,6-1-3 15,8-1 3-15,5-1 9 0,5-2 14 0,8 2 10 16,25 0 18-16,6-2 5 0,5-1 5 0,2 0-53 16,5-2 73-16,6 0-48 0,7-5 97 0,5 4-63 15,5-1 78-15,3 1-55 0,7 0 49 0,5-1-62 16,1-2 31-16,7 5-69 0,5-2 36 0,9 0-61 0,4 0 34 16,5 1-47-16,50 3 20 0,-2-1-50 0,-46-1 37 15,50 3-52-15,-2 0 40 0,-49-1-54 0,46 3 46 16,-49-1-50-16,0 0 40 0,-4-1-41 0,-6 1 40 15,-4-1-46-15,-5 1 41 0,-10-2-44 0,-11 1 46 16,-11-3-41-16,-8-1 34 0,-10-1-37 0,-10-1 39 16,-26 1-43-16,-7-1 43 0,-7-2-44 0,-7-1 44 15,-9 0-44-15,-18 0 47 0,-4-2-49 0,-12 2 43 0,-5 1-46 16,-7-2 44-16,-3 2-58 0,-4 0 14 16,-2 0-90-16,-3 0 13 0,-2-1-120 0,-2 1 2 15,0 0-73-15,-2 1-38 0,-12-1-19 0,22 3-17 16,-22-3-34-16,16 6-31 0,-16-6-29 0,11 6-39 0,-11-6-376 15,0 0-433-15</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8-23T09:52:06.647"/>
    </inkml:context>
    <inkml:brush xml:id="br0">
      <inkml:brushProperty name="width" value="0.05292" units="cm"/>
      <inkml:brushProperty name="height" value="0.05292" units="cm"/>
      <inkml:brushProperty name="color" value="#FF0000"/>
    </inkml:brush>
  </inkml:definitions>
  <inkml:trace contextRef="#ctx0" brushRef="#br0">17709 7549 397 0,'0'0'345'0,"-4"-11"-62"0,4 11-27 15,0 0-31-15,-4-9-19 0,4 9-28 0,0 0 4 16,0 0-22-16,-3-12-25 0,3 12-26 0,0 0-21 16,0 0-16-16,0 0-13 0,-1-12-10 0,1 12-7 0,0 0-7 15,0 0-8-15,0 0 0 0,0 0-2 16,0 0-3-16,0 0-5 0,2-10-1 0,-2 10 7 15,0 0 3-15,0 0 5 0,0 0 5 0,8 5 2 16,-8-5 9-16,8 6-4 0,-8-6 16 0,12 11-26 0,-5-3 11 16,1 2-11-16,1 0 4 0,1 2-12 0,1-2-8 15,0 5-5-15,3 0-7 0,-3 1 2 0,3 0 3 16,-3 0-6-16,1-1-1 0,0 3-1 0,-1-2 4 16,0 1-12-16,-2 0 6 0,0-1 3 0,-2-1 1 15,2 3 2-15,-3-6-4 0,-2 2 2 0,1-1-2 16,-3-1-2-16,0-2 1 0,-2-10 2 0,-1 20 1 15,-2-10 3-15,-1 0-4 0,-2-3-3 0,-2 1-13 16,-5-2-6-16,-1 1-4 0,-4-2 4 0,-2-2-10 16,-2 0-7-16,-4-1 3 0,-1-2-5 0,-1 0 8 15,0 0-42-15,0-2 47 0,-1-2-47 0,0 0 53 16,-2-1-42-16,-1-2 48 0,2 0 5 0,2-3 7 16,1 2-2-16,2-4 3 0,2 2-5 0,2-2 11 15,3 2-24-15,0-1 42 0,3-2 5 0,-1 3-2 0,5-2-8 16,-1 4-7-16,2-3 2 0,2 0-3 15,-1 2-3-15,1-3 4 0,2 3-5 0,1 0 5 16,1 2-9-16,1-2 5 0,3 9 0 0,-8-15-5 16,8 15-3-16,-3-13 1 0,3 13-7 0,-1-12-9 0,1 12-5 15,0 0 7-15,2-16-5 0,-2 16-9 0,8-9 4 16,-8 9-3-16,14-7 7 0,-3 4-2 16,6-1 10-16,3 1 2 0,5 1-2 0,12-1 7 0,3 0 5 15,12 2 24-15,3-2-14 0,6 3 23 0,16 0-11 16,2 0-6-16,5-2-1 0,2 2-4 0,2 0 3 15,-1 0-7-15,-1-1 28 0,1 1-9 0,-3-1 20 16,1 1-10-16,0 1-3 0,-1-2 3 0,2-1-5 16,-1 1 24-16,0-1-17 0,-2 0 8 0,0 1-16 15,-3-1 10-15,-2-1-9 0,0 0 6 0,-3 2-14 16,-11-2 6-16,1 2-14 0,-2-1 7 0,-2 0-13 16,-3 2 15-16,-1-2-11 0,-3 1 18 0,-4-2-11 15,-8 2 20-15,-3 1-17 0,-2-1 16 0,-5 1-4 16,-1 0 19-16,-1 0-28 0,-3-2 29 0,0 2-16 15,-4 0 25-15,-2 0-18 0,0 0 21 0,-1 0-29 16,-2-1 28-16,-2 1-27 0,-1 0 23 0,1-2-22 16,-2 2 17-16,-3-1-22 0,-11 1 26 0,24-1-24 15,-24 1 22-15,19 0-23 0,-19 0 20 0,16-2-25 0,-16 2 11 16,14 0-21-16,-14 0 11 0,0 0-20 16,18 0 13-16,-18 0-24 0,0 0 14 0,13 0-23 15,-13 0 14-15,0 0-17 0,0 0 19 0,14-1-34 0,-14 1 7 16,0 0-29-16,0 0 12 0,0 0-36 0,0 0 23 15,14 0-21-15,-14 0 17 0,0 0-34 0,0 0 1 16,0 0-39-16,0 0-22 0,0 0-59 0,0 0-21 16,0 0-33-16,0 0-91 0,0 0-24 0,0 0-144 15,0 0-246-15,0 0-280 0</inkml:trace>
  <inkml:trace contextRef="#ctx0" brushRef="#br0" timeOffset="3707.9163">18050 8719 465 0,'4'-18'446'15,"-4"18"-41"-15,3-14-80 0,-3 14-45 0,1-15-14 16,-1 15-9-16,1-12-2 0,-1 12-30 0,0 0-24 15,0-17-19-15,0 17-27 0,0 0-21 0,0-15-30 16,0 15-22-16,0 0-22 0,0 0-14 0,0-14-15 16,0 14-11-16,0 0-1 0,0 0-3 0,0 0-4 15,0 0-7-15,0 0 5 0,10 11-1 0,-10-11-3 16,6 18 2-16,-3-10-3 0,2 6-3 0,0 0-5 16,1 0 8-16,-1 1-3 0,0 2 1 0,0 1 1 0,0 1-1 15,0 1-1-15,-1-2-7 0,1 0 8 0,-2 1-7 16,-2-2 17-16,0 1-14 0,-1 1 11 15,-2-3-21-15,-1 2 19 0,-2-2-16 0,-1-1 16 16,-2 1-16-16,-2 0 20 0,-3-1-20 0,0 0 17 0,-3-4-14 16,-1 1 13-16,-2-3-21 0,0-1 18 0,-4-1-13 15,0-3 4-15,-1-1-19 0,2-1 18 16,-2-2-20-16,-3-2 2 0,0-2-10 0,1-2 10 0,0 0-1 16,-3-1 8-16,1-4-7 0,3 1 8 0,0 0-1 15,4-2 9-15,2 1-1 0,0-2 4 0,2 1 10 16,1-1 4-16,1 0 2 0,3 1-5 0,2 0 12 15,0-1-6-15,2 3 2 0,1-1-6 0,3 0 0 16,1 0-4-16,2 0-5 0,1 11 1 0,4-22 2 16,3 10 2-16,4 0 6 0,6-1 19 0,9 1 12 15,8-2 7-15,8 1 3 0,9 2 1 0,15-1 2 16,8 2 0-16,7 1-13 0,4 1-12 0,2 2 2 16,0-2-2-16,2 1-9 0,-3 1 4 0,0 0 6 15,-3 0 1-15,-4 2-2 0,0-1 1 0,-6-1-6 0,-11 4 2 16,-2-3 3-16,-3 3 0 0,-4-2-8 0,-3-1 1 15,-3 1 7-15,-9 1 3 0,-2 1 2 16,-6-1 6-16,-3 0 0 0,0 1-4 0,-6-1 9 16,-3 2 2-16,1-2 5 0,-3 1-15 0,-2 1 8 0,-1-1-17 15,-1 1 3-15,-12 1-14 0,20-3 8 16,-20 3-19-16,17-1 11 0,-17 1-17 0,13-3 5 16,-13 3-33-16,0 0-10 0,17-2-44 0,-17 2-35 0,0 0-31 15,14-1-40-15,-14 1-31 0,0 0-51 0,0 0-1 16,15 0 4-16,-15 0-13 0,0 0-41 0,0 0-67 15,12 3-77-15,-12-3-248 0,0 0-217 0</inkml:trace>
  <inkml:trace contextRef="#ctx0" brushRef="#br0" timeOffset="4739.3386">19796 8978 308 0,'0'0'504'0,"-6"-8"-105"15,6 8-55-15,-7-8-37 0,7 8-21 0,-6-9-9 16,6 9-22-16,-6-10-12 0,6 10-8 0,-6-9-5 16,6 9-18-16,-5-8-22 0,5 8-26 0,0 0-27 15,-7-8-24-15,7 8-29 0,0 0-11 0,-5-8-19 16,5 8-11-16,0 0-10 0,0 0-8 0,0 0-6 15,0 0 0-15,0 0 17 0,0 0 3 0,0 0 4 0,-4 9 2 16,4-9 20-16,4 18-27 0,-2-8 15 16,1 4-10-16,2 1 20 0,-2 5-1 0,0 2-21 15,1 2 14-15,0 2-19 0,0 5 0 0,0 2-11 0,-1 1 8 16,2 1-15-16,-1-2 3 0,-1 1-14 0,1-1 7 16,0 0 2-16,0-2-2 0,0 0-16 0,0-1 13 15,1-5-14-15,-1-1 12 0,-1 0-14 0,2-4 16 16,-2-2-18-16,1-1 14 0,-1-3-10 0,0 0 13 15,-1-2-16-15,1-2 14 0,-3-10-6 0,4 18 15 16,-4-18 6-16,5 15 21 0,-5-15-5 0,0 0-8 16,1 12 2-16,-1-12-11 0,0 0-4 0,0 0-5 15,0 0-8-15,-7-13-1 0,4 3-13 0,-2 1-3 16,1-5 0-16,-1-2-8 0,1-2-2 0,-1-2 3 16,-1-3-15-16,-1 0 9 0,1-6-8 0,-1 1 17 15,0-2-9-15,1 1 17 0,-2-2-16 0,2 0 21 16,0 0 5-16,1 2-10 0,-1 0-4 0,0-1 12 15,1 0-12-15,1 5 15 0,-1-5-17 0,1 5 7 16,0 0 4-16,0 0 6 0,0 1 3 0,0 2 3 16,0 0-1-16,1 1-2 0,0 5 4 0,1-1-4 15,-1 2-1-15,1 3-1 0,1 1-1 0,0 0-3 16,1 11 2-16,-4-18-10 0,4 18 2 0,-1-14-10 16,1 14-4-16,0 0 4 0,4-15 2 0,-4 15 4 0,10-4 0 15,-10 4 3-15,21 1 1 0,-7 2 0 0,6 4 1 16,0 1 2-16,2-2 1 0,1 2-2 0,4 4 3 15,0 0 2-15,-2 0 13 0,1 0-17 0,-1 2 8 16,-1 1-10-16,-1-2 12 0,-5 0-12 0,1-1 16 16,-2 1-18-16,0-2 15 0,-4 0-2 0,0 0 6 15,-2-3-1-15,-2 3-1 0,2-4 13 0,-4 0 3 16,-1 1 11-16,-6-8 13 0,9 15 15 0,-9-15 1 16,2 11-7-16,-2-11-4 0,-8 12-7 0,-1-5-7 15,-3 1-12-15,-4-2 0 0,-5 2-7 0,-3-2-9 16,-4 3-19-16,-2-1-36 0,-1-2-44 0,0 2-49 15,0-2-29-15,4-1-78 0,2 1-49 0,0-1-67 16,2-1-70-16,5 0-66 0,0-1-97 0,5 0-362 16,13-3-537-16</inkml:trace>
  <inkml:trace contextRef="#ctx0" brushRef="#br0" timeOffset="5756.3363">20930 8576 185 0,'-2'-10'550'0,"-1"-1"-118"0,3 11-81 0,-3-18-33 15,3 18-9-15,-4-18-10 0,4 18-15 0,-4-15-6 16,4 15-20-16,-5-13-25 0,5 13-23 0,-3-12-30 15,3 12-33-15,-3-10-31 0,3 10-28 0,0 0-17 16,-5-9-14-16,5 9 3 0,0 0 13 0,-13 5-3 16,5 2 3-16,-1 3 1 0,-5 5-11 0,-2 5 12 15,-2 1-1-15,-3 7 5 0,0 1-4 0,-2 2-10 16,0 3-7-16,1 0-3 0,1 1-15 0,0 4-3 0,2-6 1 16,1 3-13-16,2-1 4 0,4 0-28 15,3-2 26-15,2-2-11 0,3 2-10 0,4-4-3 16,3 4-17-16,4 0 3 0,3-3-37 0,4 4 3 15,2-9-17-15,4 5-40 0,2-3-3 0,2-3-18 0,0-5-27 16,1-3-28-16,2-1-39 0,0-3-47 0,2-3-7 16,1-3-56-16,-3-1-88 0,1-5-72 15,0-1-353-15,-1-3-382 0</inkml:trace>
  <inkml:trace contextRef="#ctx0" brushRef="#br0" timeOffset="6256.625">21228 8832 271 0,'-8'-10'525'0,"1"2"-80"0,2 1-88 0,5 7-16 16,-10-14-23-16,10 14-41 0,-9-14-34 0,9 14-7 15,-9-13 5-15,9 13-21 0,-6-11-25 0,6 11-26 16,-6-10-29-16,6 10-27 0,-4-7-31 0,4 7-16 0,0 0-18 16,-6-10-8-16,6 10-9 0,0 0 0 15,0 0-6-15,0 0-1 0,0 0 4 0,13 6-5 16,-13-6 1-16,14 10 9 0,-7-3 4 0,4 3-4 16,0 0 1-16,0 1-8 0,3 3 1 0,-1 0-4 0,1 2 1 15,-1 1-4-15,-1-3-6 0,2 4 21 16,-1 0-31-16,-1-2 22 0,-1 1-26 0,-1 0 18 0,1-2-26 15,-4-1 22-15,-1 0-24 0,0-1 24 16,-1-1-32-16,1-2 25 0,-3 1-24 0,-3-11 26 0,4 17-15 16,-4-17 16-16,1 13-23 0,-1-13 31 0,-2 10-25 15,2-10 26-15,0 0-26 0,-8 7 24 16,8-7-26-16,0 0 25 0,-17-5-16 0,17 5 26 0,-11-11-10 16,4 4 19-16,2-4-28 0,-1-1 13 0,2 0-26 15,0-2 6-15,2 1-5 0,1 0-1 0,0 0 1 16,2-1-1-16,-1 2 0 0,2-1-6 0,1 2 0 15,1-1-20-15,0-1-12 0,3 2-15 0,2 0-20 16,1 1-25-16,2 0-45 0,1 2-48 0,2-3-42 16,0 4-59-16,-1 0 0 0,1 1-79 0,-1 1-58 15,3-1-395-15,-4 2-370 0</inkml:trace>
  <inkml:trace contextRef="#ctx0" brushRef="#br0" timeOffset="6623.6537">21692 8503 391 0,'-9'-10'437'0,"3"-1"-80"0,0 4-61 0,0-2-23 15,1 0-5-15,1 1 5 0,0-3-23 0,4 11-19 16,-7-14-23-16,7 14-19 0,-4-14-27 0,4 14-46 0,-4-11-27 15,4 11-12-15,0 0-25 0,-3-12-1 16,3 12-17-16,0 0 18 0,12-2-30 0,-12 2 29 0,15 8 1 16,-1-1 17-16,2 1 2 0,3 5-5 15,4 3 6-15,1 1-5 0,5 5 8 0,0 3-3 0,2 2-1 16,-1 1-10-16,0 1-3 0,0 2-6 0,-1-1-6 16,-1 2 0-16,-1-1-5 0,-2 3-5 0,-2-3-8 15,-3 1 5-15,-1-1 15 0,-6-4-25 0,-1 0 19 16,-5 1-21-16,-2-3 17 0,-3 1-25 0,-3 0 13 15,-3-1-12-15,-3 4 13 0,-8 3-22 0,-3 2 6 16,-6-3-80-16,-6 0-90 0,-9 4-72 0,-5 1-94 16,-5-4-127-16,-4-3-256 0,-3-1-298 0,-2-2-606 15</inkml:trace>
  <inkml:trace contextRef="#ctx0" brushRef="#br0" timeOffset="16026.6905">21252 9393 1 0,'0'0'370'0,"0"0"-52"16,-7-11-57-16,7 11 21 0,0 0-41 0,-5-7-15 15,5 7-25-15,0 0-18 0,0 0-19 0,-7-7-30 16,7 7-10-16,0 0-11 0,0 0-20 0,0 0-19 15,0 0-3-15,0 0-15 0,-6-9-2 0,6 9-3 16,0 0-4-16,0 0 0 0,0 0-8 0,0 0 2 16,0 0 1-16,0 0 3 0,0 0-1 0,0 0 8 15,0 0 12-15,0 0 2 0,0 0 7 0,0 0 7 16,0 0-2-16,0 0 8 0,0 0-5 0,-6-6-15 16,6 6-12-16,0 0-9 0,0 0-5 0,0 0-8 15,17-4-5-15,-17 4-5 0,18-3-5 0,-6 1-3 16,2 1-4-16,4-2 2 0,0 1-8 0,2-1 4 15,2 0-2-15,2 0 1 0,0 0-1 0,2 1 0 16,-1-1-1-16,-1 0-6 0,-3 1 6 0,0 0-2 16,0 1 0-16,-2-2 1 0,0 0-4 0,-2 2 2 15,0 0 1-15,-4 0-7 0,1 0 8 0,-14 1-5 0,24-2 1 16,-24 2 1-16,18-1-4 0,-18 1 2 0,16-1 1 16,-16 1-6-16,13-2 5 0,-13 2 1 15,0 0 1-15,15 0-1 0,-15 0-4 0,0 0 7 16,0 0 1-16,15-1-8 0,-15 1 8 0,0 0 0 0,0 0 1 15,0 0 0-15,0 0-1 0,0 0-1 0,0 0-2 16,0 0-4-16,-14 4 7 0,14-4-4 0,-18 1-1 16,18-1-16-16,-21 2-7 0,21-2-18 0,-22 2-42 15,8-1-37-15,0 0-37 0,-1 0-18 0,1 1-37 16,-2 0-83-16,2-2-149 0,-1 1-419 0,15-1-412 16</inkml:trace>
  <inkml:trace contextRef="#ctx0" brushRef="#br0" timeOffset="19511.2413">19588 9963 60 0,'0'0'363'15,"0"0"-74"-15,-12-3-33 0,12 3 0 0,0 0-66 16,0 0 21-16,0 0-59 0,-10-6 17 0,10 6-33 15,0 0-6-15,0 0-21 0,0 0-10 0,0 0-20 16,-8-5-8-16,8 5-13 0,0 0-1 0,0 0-9 16,0 0-6-16,0 0-2 0,0 0-7 0,0 0 1 15,0 0-12-15,0 0 1 0,0 0-9 0,0 0 6 16,0 0-5-16,0 0 5 0,0 0-13 0,0 0 19 16,0 0-13-16,0 0 23 0,0 0-11 0,0 0 13 15,19 0-9-15,-19 0 16 0,21 0-22 0,-4 0 13 16,3 0-15-16,6 0 14 0,5 0-16 0,9-2 8 15,9 1-23-15,4 0 15 0,2 0-8 0,2 0 8 16,-2 1-18-16,3-3 14 0,-2 2-15 0,0-1 13 16,-2 0-20-16,-4 0 15 0,0 0-10 0,-9 0 9 0,-1-1-10 15,-3 2 11-15,-1 0-18 0,-5-1 18 16,-2-1-8-16,-2 2 20 0,-1-1-5 0,-5 0 18 16,-1 0-7-16,-1 2 12 0,-3-2-8 0,-1 0 17 15,-2 1-17-15,0 0 10 0,-1-1-20 0,-12 2 8 0,22-1-17 16,-22 1 6-16,16-2-17 0,-16 2 16 0,15-1-16 15,-15 1 15-15,13-1-23 0,-13 1 24 16,12 0-19-16,-12 0 13 0,13-2-21 0,-13 2 0 0,12 0-16 16,-12 0-1-16,0 0-15 0,18-1 6 0,-18 1-18 15,0 0 15-15,15 0-14 0,-15 0 11 0,0 0-23 16,14 0 12-16,-14 0-8 0,0 0 14 0,0 0-5 16,13 0 15-16,-13 0 1 0,0 0 9 0,0 0-19 15,0 0 23-15,0 0 0 0,0 0 9 0,14 0-1 16,-14 0 5-16,0 0 0 0,0 0 0 0,0 0 3 15,0 0 9-15,0 0-10 0,0 0-4 0,0 0-3 16,0 0-16-16,0 0 4 0,0 0-28 0,0 0 13 16,0 0-34-16,0 0 16 0,0 0-72 0,0 0 9 15,0 0-45-15,-12 3-54 0,12-3-113 0,0 0-179 16,-14-2-16-16</inkml:trace>
  <inkml:trace contextRef="#ctx0" brushRef="#br0" timeOffset="28182.0494">4847 16565 218 0,'-2'-14'278'16,"2"14"-27"-16,-3-11-62 0,3 11-7 0,-3-11-44 16,3 11 20-16,-4-11-31 0,4 11 12 0,-2-12-42 15,2 12 10-15,-3-8-21 0,3 8-18 0,0 0-32 16,-4-15 10-16,4 15-5 0,0 0-6 0,-1-13-1 0,1 13-2 15,0 0-4-15,-2-11 0 0,2 11-13 16,0 0 2-16,0 0-7 0,-4-11-2 0,4 11-1 16,0 0-4-16,0 0-13 0,0 0 4 0,0 0 17 0,0 0-2 15,0 0-5-15,0 0 0 0,0 0 2 0,0 0-3 16,0 0-5-16,10-4 10 0,-10 4 4 0,0 0-1 16,7 8 5-16,-7-8 0 0,0 0-9 0,8 10-3 15,-8-10 7-15,5 9 0 0,-5-9-2 0,6 9 1 16,-6-9-3-16,5 10-2 0,-5-10 6 0,5 10-5 15,-5-10 6-15,5 11-8 0,-5-11-1 0,0 0 1 16,6 11-8-16,-6-11 7 0,0 0-4 0,4 11 3 16,-4-11 6-16,0 0 7 0,6 7-1 0,-6-7-3 15,0 0 11-15,0 0 2 0,0 0-1 0,6 8-4 16,-6-8-4-16,0 0-5 0,0 0 0 0,9-10-2 16,-4 3-12-16,4-2 10 0,-1-3-1 0,2-3 5 15,3-1-3-15,0-2-1 0,0 2-9 0,4-6 6 16,0 1 2-16,-1-1 0 0,1 1-1 0,-2-1 3 15,1 2-2-15,-3 2-5 0,-1 0 7 0,0 1 46 16,-2 2-53-16,-1 2 45 0,0 1-49 0,-2 0 42 0,-1 4-45 16,0-1 42-16,0 1-53 0,-6 8 43 15,9-14-54-15,-9 14 29 0,8-12-55 0,-8 12 19 16,6-9-60-16,-6 9-2 0,7-7 7 0,-7 7-3 0,0 0-15 16,12-7-17-16,-12 7-27 0,0 0-45 15,12-2-22-15,-12 2-32 0,0 0-195 0,16 0 79 16</inkml:trace>
  <inkml:trace contextRef="#ctx0" brushRef="#br0" timeOffset="29045.2557">5921 16604 19 0,'0'0'392'0,"0"0"-115"0,-8-6-50 0,8 6-15 16,0 0-23-16,-7-6-33 0,7 6-19 0,0 0-18 15,-7-9-22-15,7 9-16 0,0 0-12 0,-7-9-34 16,7 9 16-16,0 0-12 0,-5-9 1 0,5 9-2 16,0 0-7-16,0 0 0 0,-4-11-9 0,4 11 10 15,0 0-10-15,0 0-8 0,0 0-5 0,0 0 1 16,0 0 1-16,-3-8-3 0,3 8 14 0,0 0-7 16,0 0 0-16,0 0 0 0,0 0-6 0,0 0-6 15,6 6 2-15,-6-6 8 0,0 0-5 0,5 8 1 0,-5-8 3 16,0 0-1-16,9 8-6 0,-9-8 2 0,0 0 5 15,6 8 0-15,-6-8-7 0,0 0 9 16,6 8-5-16,-6-8 0 0,0 0 7 0,0 0 7 0,0 0 2 16,5 8 9-16,-5-8 6 0,0 0 7 0,0 0 9 15,0 0 17-15,0 0 11 0,0 0 5 0,0 0 0 16,0 0-20-16,0 0-18 0,0 0-8 0,10-11-14 16,-10 11-5-16,7-17-6 0,-3 7-14 0,1-5 5 15,0 2-2-15,1-1 9 0,1-1-9 0,-1-1-1 16,0 3 2-16,0 0-4 0,-1 1-4 0,2-1 6 15,-2 1-6-15,-1 2 1 0,1 0-3 0,-1-1-7 16,1 3 2-16,-1-1-15 0,-4 9 14 0,8-14-42 16,-8 14-22-16,6-13-9 0,-6 13-10 0,5-9-16 15,-5 9 7-15,5-8 5 0,-5 8 1 0,0 0-7 16,9-8-23-16,-9 8-4 0,0 0-32 0,11-4 10 16,-11 4-46-16,0 0 19 0,0 0-56 0,14 4 6 15,-14-4-162-15,0 0 157 0</inkml:trace>
  <inkml:trace contextRef="#ctx0" brushRef="#br0" timeOffset="29831.834">6604 16430 89 0,'0'0'375'0,"0"0"-61"15,0 0-52-15,0 0-38 0,0 0-38 16,0 0-12-16,3-11-22 0,-3 11-18 0,0 0-23 15,0 0-13-15,0 0-23 0,0 0-11 0,0 0-11 0,0 0-12 16,0 0-6-16,0 0-9 0,0 0-3 0,0 0-12 16,0 0 11-16,0 0-9 0,0 0 1 0,0-11 0 15,0 11 6-15,0 0 0 0,0 0-2 16,0 0 1-16,0 0-5 0,0 0 1 0,0 0-9 0,0 0 1 16,0 0-3-16,0 0-5 0,0 0-1 0,0 0 1 15,0 0 9-15,0 0 2 0,7 5 2 16,-7-5 6-16,8 10 0 0,-8-10-5 0,11 14 6 0,-4-6 0 15,-1 1-1-15,2 1-4 0,-1 2 1 0,3-1 1 16,-3 0-4-16,2 0-1 0,-2 1-1 0,2-2-7 16,0 1 3-16,-2-2 2 0,1 1-7 0,0-2-2 15,-1 0 5-15,-1-1-3 0,0-1 8 0,-6-6 0 16,12 12-2-16,-12-12-7 0,11 7 0 0,-11-7 11 16,10 3 2-16,-10-3-7 0,13-3 2 0,-6-2 1 15,2-2-6-15,2-3 9 0,-2-1 3 0,3-3 0 16,0 0 0-16,1-1 0 0,0 0 1 0,-1 1-11 15,-1-3 11-15,2 3-9 0,-2-1 2 0,0 0 0 16,0-1-7-16,-2 4 2 0,1-1-3 0,0-1 6 16,-1 2-3-16,-1 1-2 0,1 0-2 0,-2 0 1 0,-1 4-10 15,0-2 6-15,-1 2 2 0,2-1-22 16,-2 1-7-16,1-1-2 0,-1 0-5 0,1 0-4 16,2 1-5-16,-3 1-14 0,1-1 2 0,-6 7-10 0,11-13-12 15,-11 13-18-15,11-13-16 0,-11 13-25 0,9-9-22 16,-9 9-16-16,7-9-12 0,-7 9-45 0,6-9-236 15,-6 9 47-15</inkml:trace>
  <inkml:trace contextRef="#ctx0" brushRef="#br0" timeOffset="31338.8846">7834 16440 109 0,'0'0'270'0,"-4"-14"-1"0,4 14-74 16,-5-11-6-16,5 11-69 0,-6-11-4 0,6 11-35 15,-6-11 20-15,6 11-35 0,-5-9 16 0,5 9-5 16,0 0-14-16,-7-11-19 0,7 11-6 0,0 0-11 16,0 0-5-16,-6-8 2 0,6 8 15 0,0 0 9 15,0 0-5-15,0 0 14 0,0 0-11 0,6 10 0 16,-6-10 13-16,5 12-7 0,-1-3-3 0,-1 0-5 16,0 3 1-16,1 1-2 0,-1 2-3 0,0 0-6 15,0 1-7-15,0 0-10 0,1 0 0 0,1 0 1 16,-2-1 1-16,1 0-1 0,0 0-3 0,-1 0 1 15,1-1-8-15,0-1 2 0,0-1 3 0,0-1-3 16,0-1-2-16,-1 0 4 0,1-2-8 0,0 1-1 0,-4-9 5 16,6 14 1-16,-6-14 5 0,6 11 4 15,-6-11 9-15,7 6 3 0,-7-6 4 0,0 0 4 16,16-4-4-16,-9-2 18 0,1-3 9 0,2 0 17 0,0-3-2 16,2-2-7-16,0-1-9 0,1 0-9 0,-2-2-5 15,2-1 4-15,0-1-4 0,1-2-2 16,0-1-7-16,0 0-1 0,0 0-9 0,-2 3 6 0,-1 1-6 15,1 0-3-15,-1 0-3 0,-1 1-6 0,0 3-2 16,-2 0-3-16,0 2-2 0,-2 1 1 0,1 1-3 16,-1 2 1-16,-1-1-11 0,0 2-2 0,-5 7-11 15,7-12-19-15,-7 12-22 0,7-10-20 0,-7 10-34 16,6-8-11-16,-6 8-2 0,0 0 1 0,6-10 4 16,-6 10 13-16,0 0 9 0,6-7 4 0,-6 7 4 15,0 0 0-15,0 0-18 0,8-6-3 0,-8 6-20 16,0 0-10-16,0 0 0 0,8-6-11 0,-8 6-36 15,0 0 23-15,7-6-56 0,-7 6 38 0,0 0-147 16,9-8 213-16</inkml:trace>
  <inkml:trace contextRef="#ctx0" brushRef="#br0" timeOffset="32246.2292">8988 16254 134 0,'0'0'342'0,"0"0"-103"0,0 0-43 0,0 0-31 0,-4-9-30 16,4 9-31-16,0 0-23 0,0 0-16 0,0 0-23 15,0 0-2-15,0 0-7 0,0 0-2 0,0 0-7 16,0 0-13-16,-1-11 6 0,1 11 0 0,0 0-3 16,0 0-1-16,0 0 2 0,0 0 5 0,0 0-4 15,0 0 6-15,0 0-3 0,0 0-23 0,0 0 17 16,0 0 2-16,0 0 9 0,0 0 26 0,0 0 18 16,0 0 5-16,-1 12-17 0,1-12 4 0,0 0-2 15,1 18-7-15,-1-18-8 0,1 19 4 0,0-9-10 16,-1-10-6-16,1 24-2 0,1-12-2 0,-1 0-1 15,1 1-4-15,0 1-2 0,0 1-9 0,1 0 4 16,0-1-4-16,0 1 0 0,-1 0 4 0,3-1-8 16,-3 1 2-16,1-5-6 0,0 3-2 0,0-2 3 15,-1 0-1-15,1-1 0 0,-3-10 1 0,5 17-1 16,-5-17-5-16,4 13 4 0,-4-13 13 0,5 12 7 16,-5-12 1-16,3 8 11 0,-3-8 1 0,0 0 10 15,8 8-14-15,-8-8 3 0,0 0-2 0,9-8 14 16,-9 8 6-16,11-11-11 0,-5 2 21 0,0 1-11 0,0-3-11 15,0 0-4-15,1-2-1 0,0 0-9 16,-1 0 7-16,0 0 2 0,0-2-14 0,1 2 0 16,-1-2-6-16,-1 1-3 0,1 1 0 0,-2-1-5 15,3 1 0-15,-3 0 8 0,0 3-11 0,0-1 0 0,0-1-4 16,0 4 3-16,-1-3-4 0,-3 11-1 0,6-15-5 16,-6 15-15-16,5-12-23 0,-5 12-10 0,5-11-14 15,-5 11-14-15,4-8-1 0,-4 8 10 0,0 0 4 16,3-11 4-16,-3 11 6 0,0 0 1 0,0 0 4 15,6-7 4-15,-6 7 4 0,0 0-19 0,0 0 5 16,0 0-10-16,0 0-10 0,0 0-16 0,0 0-14 16,-2 11-33-16,2-11-72 0,0 0 9 0,-9 9-290 15,9-9 9-15</inkml:trace>
  <inkml:trace contextRef="#ctx0" brushRef="#br0" timeOffset="33300.1268">9906 16315 197 0,'0'0'295'0,"0"0"-48"0,0 0-36 0,0 0-32 16,0 0-17-16,0 0-35 0,0 0-9 0,0 0-21 15,0 0-11-15,-9-6-11 0,9 6-21 0,0 0-2 16,0 0-7-16,0 0-7 0,0 0 0 0,0 0-11 15,0 0 1-15,0 0 5 0,0 0 3 0,0 0 2 16,0 0 0-16,0 0 4 0,0 0-5 0,0 0 1 16,0 0 9-16,0 0-9 0,0 0 9 0,0 0 0 15,0 0-2-15,0 0-5 0,0 0-10 0,0 0 4 16,0 0-12-16,0 0-6 0,0 0-6 0,0 0-1 0,0 0 1 16,0 0 9-16,0 0 8 0,0 0-1 15,3 15 5-15,-3-15 4 0,9 15 12 0,-4-6-1 16,0 2 11-16,1 1-2 0,-1 0-18 0,3 3 1 0,0-2-5 15,-1 0-6-15,0 2-2 0,1 0-6 16,0-1-4-16,0-1 1 0,0 0-2 0,0-1-7 16,0 1 4-16,1 1-8 0,0-4 7 0,-1 1 7 15,1-3 9-15,1-2 10 0,3-1 5 0,-1-2 4 0,2 0 28 16,4-6 7-16,4-1-5 0,2-4-7 0,5-4 12 16,4-3 4-16,1-3-5 0,1-1-1 0,-1-2-10 15,0-2-4-15,-1 1-3 0,-2-3-3 0,0 2 1 16,-2-1-5-16,0-1-8 0,-2 2-3 0,-1 1-6 15,-4 3 4-15,-2 2-10 0,1-1-6 0,-6 5-5 16,1 0-5-16,-2 0-2 0,-1 3-3 16,-2 0-1-16,1 2-9 0,-3-1-19 0,0 3-28 0,-2-1-41 15,1 1-22-15,-8 6-46 0,13-9-23 0,-13 9-68 16,9-9 42-16,-9 9-56 0,10-7 28 0,-10 7-42 16,0 0-28-16,10-6-83 0,-10 6-331 0,0 0-223 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8-23T09:55:50.125"/>
    </inkml:context>
    <inkml:brush xml:id="br0">
      <inkml:brushProperty name="width" value="0.05292" units="cm"/>
      <inkml:brushProperty name="height" value="0.05292" units="cm"/>
      <inkml:brushProperty name="color" value="#FF0000"/>
    </inkml:brush>
  </inkml:definitions>
  <inkml:trace contextRef="#ctx0" brushRef="#br0">18526 8197 35 0,'0'0'292'0,"0"0"-72"0,0 0-37 16,0 0-22-16,0 0 0 0,0 0 1 0,0 0-19 15,0 0-9-15,0 0-12 0,0 0-16 0,0 0-16 16,0 0-7-16,0 0-21 0,0 0-8 0,0 0-8 16,0 0-7-16,0 0-5 0,0 0-6 0,0 0-2 15,0 0-9-15,0 0-1 0,0 0-3 0,0 0 3 16,0 0 16-16,10 3 6 0,-10-3 9 0,0 0-3 0,0 0 7 15,0 0 1-15,1 15 11 0,-1-15-14 16,0 0 3-16,0 14-7 0,0-14 0 0,-1 14-2 16,1-14 3-16,-1 13 5 0,1-13-8 0,-3 16 14 0,3-16-29 15,-4 19 16-15,2-9-17 0,-2-1 9 0,1 2-21 16,0-2 16-16,-2 2-33 0,1 1 36 0,-2 1-22 16,-2-1 10-16,2-2-13 0,-1 3 9 15,-1-1-16-15,0-1 17 0,-2-2-25 0,-1 2 19 0,1 0-15 16,0-3 2-16,-4 4 0 0,-1 0-2 0,-1-2-5 15,-1-1 0-15,1-1 9 0,-3 0-2 0,4-1-2 16,-2 0 14-16,-1-2-13 0,1 1-5 0,0-4 5 16,1 0-6-16,0 2-1 0,2-3 10 0,0-1-6 15,1 0-16-15,1-3 18 0,-1 0-13 0,2 0 15 16,0-3-16-16,1-2 15 0,1 1-10 0,0 0 15 16,0 1-18-16,1 0 24 0,2-2-11 0,-1 1 13 15,1-3-19-15,0 2 19 0,1-1-12 0,1 0 12 16,0 0-23-16,0 0 33 0,4 9-19 0,-7-16 15 15,7 16-14-15,-3-18 8 0,3 18-21 0,-1-15 13 0,1 15-8 16,2-15 11-16,-2 15-14 0,8-18 13 16,-3 9-16-16,4 0 18 0,2-3-26 0,3 4 26 15,2-3-19-15,5 1 2 0,4-1 6 0,3 0 5 16,2 0 2-16,2 2 0 0,1 1 4 0,2-1 9 0,0 1 1 16,2 0-2-16,1 4 3 0,0-3 21 0,0 3-12 15,0 0 1-15,1 1-3 0,-2 2 3 0,0-1 5 16,0 0-3-16,-4 2-3 0,-1 0-10 0,0 1 4 15,-2 0-4-15,-1-1-1 0,0 3 0 0,-2-2-5 16,-2 1-4-16,-1 1-4 0,-3-1 7 0,-1 1 12 16,0-1-18-16,-3 1 13 0,1-1-12 0,-2 0 8 15,-1 0-8-15,-2 2 13 0,1-2-11 0,-3-1 11 16,-11-1-14-16,21 3 12 0,-21-3-8 0,17 2 21 16,-17-2-17-16,14 3 24 0,-14-3-12 0,11 1 18 15,-11-1-17-15,0 0 18 0,13 0-25 0,-13 0-8 16,0 0-48-16,0 0 4 0,12-3-26 0,-12 3 5 15,0 0-25-15,0 0-29 0,0 0-29 0,5-7-33 16,-5 7-37-16,0 0-81 0,0 0-98 0,0 0-419 16,0 0-333-16</inkml:trace>
  <inkml:trace contextRef="#ctx0" brushRef="#br0" timeOffset="974.7152">19808 8188 353 0,'-3'-12'347'0,"3"12"-46"15,-3-8-41-15,3 8-42 0,0 0-8 0,-4-14-19 16,4 14-18-16,0 0-12 0,-3-8-20 0,3 8-34 16,0 0-25-16,0 0-19 0,0 0-15 0,0 0-5 15,0 0-1-15,0 0 12 0,0 0 3 0,0 0 0 16,-10 10-1-16,10-10 6 0,-2 19 14 0,0-8-6 15,-1 4 9-15,1 2-16 0,-1-1 6 0,0 3-18 16,-1 2-2-16,0 1-16 0,0 0 5 0,-1 1-16 16,1-2 8-16,1-1-11 0,-1 2-5 0,1-2-8 15,0-3 6-15,0 0-2 0,1 0-2 0,-1-1-2 16,0-1 0-16,0-3 1 0,1 1-8 0,0-3 7 0,2-10 1 16,-3 19-3-16,3-19 5 0,-3 15 0 15,3-15 4-15,-1 13-1 0,1-13 1 0,-4 8 2 16,4-8-7-16,0 0-3 0,0 0-27 0,-7 5-15 15,7-5-29-15,0 0 42 0,-9-9-28 0,9 9 9 16,-4-13-17-16,4 13 6 0,-4-19-17 0,3 8 15 16,0-4-6-16,1 0 13 0,1 0 1 0,-1-1 10 15,2-2 4-15,0-1 4 0,1 1 2 0,0 1 6 0,3-3-35 16,-1 3 38-16,-1 1-1 0,1 0 9 0,1 0 2 16,-1 4 5-16,1-1 0 0,-2 1 2 0,1 4-23 15,0-2 27-15,0 3 9 0,0 1 5 0,-5 6 4 16,13-13 0-16,-13 13 10 0,15-6-5 0,-15 6 7 15,18-4 12-15,-18 4 7 0,18-1-4 0,-18 1 4 16,22 4 13-16,-10-2 1 0,-2 2 9 0,1 0-28 16,2 0 21-16,-2 5 2 0,0-1 8 0,2 0-22 15,-3 1 9-15,2 0-22 0,-2-1 7 0,-1 3-23 16,0-1 10-16,1 2-20 0,-2-3 8 0,0 1-14 16,0-1 9-16,-2 1-20 0,0-1 11 0,0-1-33 15,-1 0-27-15,0 1-55 0,1-1-50 0,-6-8-23 16,9 14-37-16,-9-14-14 0,6 12-51 0,-6-12-72 15,5 10-416-15,-5-10-284 0</inkml:trace>
  <inkml:trace contextRef="#ctx0" brushRef="#br0" timeOffset="1206.9093">19801 8472 485 0,'0'0'444'0,"-21"2"-63"0,21-2-78 0,-14 1-26 16,14-1-17-16,0 0-35 0,-17 1-8 0,17-1-27 0,0 0-14 16,-13 2-39-16,13-2-19 0,0 0-45 15,0 0-23-15,0 0-56 0,-8-6 0 0,8 6-34 16,9-6-11-16,0 2-19 0,3-1-38 0,2-1-16 0,3 2-53 16,0-2 21-16,3 0-30 0,1-1-12 0,0 3-11 15,-2-2-7-15,2 1 2 0,-2 0-14 0,0 1-199 16,-1 0 108-16</inkml:trace>
  <inkml:trace contextRef="#ctx0" brushRef="#br0" timeOffset="2098.7635">20132 8374 375 0,'0'0'364'0,"0"0"-102"0,0 0 30 16,0 0-50-16,0 0 26 0,0 0-9 0,0 0-10 16,7-7-6-16,-7 7-28 0,0 0-18 0,0 0-32 15,0 0-18-15,0 0-47 0,0 0 0 0,0 0-32 16,0 0-6-16,0 0-3 0,0 0 32 0,0 0-16 0,0 0 8 15,7 11-20-15,-7-11 17 0,3 11-22 16,-3-11 10-16,4 14-29 0,-4-14 19 0,6 19-32 16,-3-9 14-16,0-1-26 0,-1 1 18 0,2 1-26 15,-1-1 17-15,1-1-25 0,0 1 21 0,0-2-31 16,1 1 22-16,-5-9-28 0,8 16 11 0,-8-16-31 16,7 13 9-16,-7-13-20 0,7 10 18 0,-7-10-20 15,8 7 25-15,-8-7-14 0,0 0 2 0,11 3-40 0,-11-3 9 16,9-4-25-16,-9 4 12 0,11-10-3 0,-6 3 13 15,1-1-10-15,-1 1 33 0,1-2-8 0,-1 1 22 16,1 1-7-16,-2-2 26 0,2 2-9 0,-6 7 20 16,8-12-3-16,-8 12 17 0,7-11-8 0,-7 11 25 15,7-8-12-15,-7 8 9 0,6-7-11 0,-6 7 12 16,0 0-7-16,9-5 43 0,-9 5-9 0,0 0 8 16,0 0-18-16,15 0 14 0,-15 0-5 0,8 6 5 15,-8-6-21-15,9 7 10 0,-9-7-22 0,9 8 8 16,-9-8-19-16,10 9 11 0,-10-9-21 0,9 10 18 15,-9-10-18-15,9 10 15 0,-9-10-18 0,12 9 15 16,-12-9-20-16,9 9 6 0,-9-9-30 0,9 6 10 16,-9-6-6-16,9 6 11 0,-9-6-22 0,0 0-8 15,14 1-30-15,-14-1-13 0,12-3-9 0,-12 3 2 16,12-9-35-16,-12 9 44 0,12-11 8 0,-5 4-5 16,-7 7 25-16,12-13 5 0,-12 13 19 0,9-9-1 15,-9 9 5-15,9-10-1 0,-9 10 17 0,8-6-11 16,-8 6 25-16,0 0 7 0,11-7 13 0,-11 7 10 15,0 0-1-15,15-1-4 0,-15 1-3 0,10 3 9 16,-10-3-10-16,12 4 14 0,-12-4-13 0,14 7 8 16,-14-7-13-16,17 9-5 0,-7-5 0 0,-1 1-6 15,1 0-5-15,1-1 3 0,-1 1 6 0,0 0 0 16,2 0-1-16,-2-3 0 0,1 3-3 0,1-4-4 0,-1 2-2 16,2-1 9-16,-13-2 0 0,22 0 2 0,-22 0-7 15,24-1 3-15,-14-2-6 0,2 1 3 16,-2-3 1-16,0 1-15 0,1-2 15 0,0-1-12 15,-1-1-2-15,0 1-7 0,-1 1 18 0,-1-1-6 0,0 1 13 16,-1-1 1-16,-7 7 7 0,10-10-11 0,-10 10 10 16,10-7-25-16,-10 7-4 0,10-5 18 0,-10 5 13 15,11-3-9-15,-11 3 17 0,14-1-10 16,-14 1 25-16,14 1-9 0,-14-1 9 0,16 6-4 0,-16-6 15 16,16 8-22-16,-7-2 23 0,0-1-9 0,-2 2 2 15,0 0-26-15,-1-1 14 0,2 3-16 0,-3-3 9 16,-5-6-13-16,8 14 12 0,-8-14 1 0,5 12 20 15,-5-12 4-15,1 12 31 0,-1-12-20 0,-4 10 14 16,4-10-26-16,-11 9-1 0,0-6-10 0,1 0-7 16,-3 0-7-16,-3-2-3 0,0 0-5 0,-3-1 12 15,0-2 36-15,2 1-20 0,0-1 17 0,2-1-34 16,2-1 5-16,2 0-73 0,2-1-8 0,0-2-31 16,9 7 20-16,-8-12-26 0,8 12 4 0,1-14-22 15,-1 14-10-15,9-14-32 0,-1 8-13 0,0-2-31 16,3 1-85-16,1 1-35 0,1 0-48 0,2-1-437 15,-2 2-321-15</inkml:trace>
  <inkml:trace contextRef="#ctx0" brushRef="#br0" timeOffset="3156.8213">21229 8374 590 0,'0'0'552'16,"0"0"-97"-16,0 0-31 0,-3-11-58 0,3 11-50 15,0 0-62-15,0 0-29 0,0 0-57 0,0 0-17 16,0 0-47-16,0 0 7 0,0 0-2 16,0 0 12-16,0 0-22 0,-4 9 19 0,4-9-51 0,1 12 20 15,-1-12-42-15,2 15 12 0,-2-15-31 0,5 15 15 16,-1-7-30-16,1 1 18 0,-1-2-42 0,2 2 4 16,-1-1-44-16,1 0 9 0,1-1-43 0,0 1-21 15,0-4-17-15,0 3 9 0,3-2-28 0,-2 0 3 16,-8-5 5-16,16 5 8 0,-16-5 13 0,17 3 1 15,-17-3 20-15,14-3 6 0,-14 3 14 0,12-5 13 16,-12 5-16-16,10-8 40 0,-10 8-20 0,7-13 45 16,-7 13 4-16,4-12 24 0,-4 12 25 0,4-12 15 15,-4 12 25-15,1-11 14 0,-1 11 28 0,0 0 2 16,1-14 13-16,-1 14-28 0,0 0 7 0,2-11-35 16,-2 11-3-16,0 0-34 0,0 0 11 0,0 0-27 15,0 0 25-15,0 0-3 0,6-6 15 0,-6 6-22 16,0 0 14-16,6 6-20 0,-6-6 21 0,6 8-24 15,-6-8 15-15,8 10-33 0,-8-10 22 0,9 11-28 16,-9-11 18-16,11 11-23 0,-11-11 13 0,12 11-21 16,-12-11 17-16,11 10-32 0,-11-10 17 0,11 9-31 15,-11-9 4-15,10 6-29 0,-10-6 8 0,11 5-7 16,-11-5-8-16,10 2 0 0,-10-2-9 0,12-1 3 16,-12 1-14-16,12-6 5 0,-12 6-7 0,12-12 33 0,-12 12-5 15,11-10 22-15,-11 10-2 0,8-15 25 16,-8 15 3-16,8-10 33 0,-8 10 8 0,7-9 23 15,-7 9-12-15,5-7 8 0,-5 7-16 0,0 0 10 0,6-11-33 16,-6 11 18-16,0 0-25 0,0 0 12 0,7-7-13 16,-7 7 27-16,0 0-6 0,0 0 30 0,0 0-26 15,12 3 20-15,-12-3-33 0,0 0 22 0,8 6-21 16,-8-6 11-16,7 8-25 0,-7-8 24 0,8 8-22 16,-8-8 16-16,9 9-21 0,-9-9 17 0,10 9-24 15,-10-9 12-15,10 8-42 0,-10-8 10 0,12 8-32 16,-12-8-10-16,10 7-17 0,-10-7-13 15,11 3 16-15,-11-3 11 0,15 5 0 0,-15-5 8 0,16-2-31 16,-16 2 29-16,18-3-14 0,-9-1 1 0,0 1 6 16,1-2 28-16,-2 0-8 0,1-2 13 0,-1 0-3 15,-1-1 25-15,0-3 13 0,0 3 2 0,-1-4 13 16,0-1 6-16,-1-1 15 0,-1-2 24 0,0 0 14 16,-2-3 2-16,0-1 23 0,0-3-15 0,-1-1 10 15,-1-1 16-15,-1 1-2 0,1-1 17 0,-2 3 15 16,1 2 11-16,0 1-20 0,-1 0-20 0,1 3 5 15,0 2 6-15,0 2-8 0,-1 1-8 0,1 0-24 16,1 11-20-16,-2-17-18 0,2 17-12 0,-2-10-6 16,2 10 1-16,0 0 5 0,0 0 8 0,0 0 7 15,-4 12 1-15,2 1 4 0,-1 5 11 0,2 2-11 0,0 5 12 16,-1 1-2-16,2 4-6 0,2 3-10 16,-3-4-7-16,2 0-7 0,-1 5-9 0,2-1-1 15,-2-6-7-15,4 4-3 0,-1-3 3 0,0-3 1 16,1 0-6-16,-1-3 1 0,1-1-4 0,0-3-17 0,-1-2 24 15,0-2-9-15,1 0 3 0,-2-4 4 0,0 0-3 16,-2-10 6-16,4 18 1 0,-4-18-4 16,2 11 7-16,-2-11-13 0,0 0 3 0,0 0-13 0,0 0 5 15,0 0-10-15,-9-3-28 0,9 3 3 0,-9-14-10 16,5 6 22-16,4 8-7 0,-8-15 18 0,8 15-10 16,-8-18 15-16,8 18-2 0,-7-13 20 0,7 13-11 15,-4-12 16-15,4 12-17 0,-3-12 11 0,3 12-9 16,0 0 8-16,2-16 9 0,-2 16 9 0,11-10-5 15,-3 5-5-15,1-1-1 0,5 2 1 0,0 0-4 16,3-1-8-16,0-1-22 0,4 1-26 0,2 1-50 16,-1-1-114-16,2 0-70 0,1-1-96 0,0 1-104 15,1 0-159-15,-1-1-417 0,5-2-674 0</inkml:trace>
  <inkml:trace contextRef="#ctx0" brushRef="#br0" timeOffset="4564.4523">22700 8101 72 0,'0'0'281'0,"0"0"-67"0,0 0-15 15,0 0-37-15,0 0 3 0,0 0-24 0,0 0 5 16,0 0-19-16,-7-7 10 0,7 7-21 0,0 0 17 15,0 0-25-15,0 0-4 0,0 0-14 0,0 0 6 16,-8-6-12-16,8 6-9 0,0 0 5 0,0 0-3 0,0 0-14 16,0 0 15-16,0 0-13 0,0 0-33 15,0 0 46-15,0 0 3 0,0 0 3 0,0 0-7 16,0 0 1-16,0 0 3 0,-11-2-6 0,11 2-3 16,0 0-3-16,0 0-2 0,0 0-2 0,0 0-3 0,0 0-8 15,0 0 4-15,0 0 0 0,0 0-6 0,0 0 6 16,0 0-1-16,0 0-3 0,0 0-10 15,0 0 2-15,0 0 2 0,0 0-2 0,0 0-3 16,0 0-1-16,0 0-1 0,-8 4-5 0,8-4-4 0,0 0-4 16,0 0-1-16,0 0-10 0,0 0 2 0,0 0-5 15,0 0 6-15,0 0-12 0,0 0-1 0,0 0-3 16,0 0 2-16,13-2-7 0,-13 2 5 16,18-2-4-16,-18 2 3 0,26 0 1 0,-10-3-3 15,4 3-1-15,1-1-3 0,1 1-15 0,6-1-11 0,-1 1-3 16,2 0-3-16,1 0 0 0,0 0-7 0,0 0-5 15,0 1 4-15,0 0 3 0,-2 1-5 0,-1-1-1 16,0 1 4-16,-4 0 5 0,-1-1 5 0,-2 3-7 16,-2-2-9-16,0 0 4 0,-3 0 8 0,-1 0 1 15,-2 0-1-15,1 0 15 0,-2 1 0 0,-11-3 4 16,20 4 5-16,-20-4-5 0,14 4 15 0,-14-4-3 16,14 2 0-16,-14-2 7 0,11 4-2 0,-11-4 9 15,0 0 2-15,11 2-2 0,-11-2 9 0,0 0 2 16,0 0-5-16,0 0 7 0,7 6-4 0,-7-6 1 15,0 0 3-15,0 0-5 0,-9 9 1 0,9-9 1 16,-8 5-4-16,8-5 6 0,-16 8 1 0,7-2 3 16,-2 0-1-16,-2 2 23 0,1 0-22 0,-6 1 18 15,2 1-16-15,-3 2 22 0,-3 1-24 0,-3 2 25 16,1 0-25-16,-3 0 20 0,-3 3-23 0,-2 0 19 16,0 1-11-16,0-1 22 0,0 0-28 0,-1-1 24 15,1 0-27-15,4-3 18 0,1 0-27 0,1 0 25 16,0-1-22-16,2-1 19 0,4-1-29 0,0-3 20 15,3 3-28-15,2-4-1 0,2 0 7 0,-1 0-2 16,4-2 0-16,1 1 0 0,1-2 0 0,8-4 17 0,-16 8-29 16,16-8 8-16,-10 6-47 0,10-6-23 15,-10 4-26-15,10-4-26 0,0 0-26 0,-10 3-42 16,10-3-30-16,0 0-22 0,0 0-18 0,0 0-49 16,0 0-52-16,8-7-70 0,-8 7-310 0,0 0-250 0</inkml:trace>
  <inkml:trace contextRef="#ctx0" brushRef="#br0" timeOffset="6274.565">24640 7861 38 0,'0'0'163'0,"0"0"2"0,0 0-25 0,16 0 6 16,-16 0-11-16,0 0-5 0,0 0 15 0,11-1-8 0,-11 1 4 15,0 0-21-15,0 0 15 0,0 0 3 0,12-2 1 16,-12 2 5-16,0 0 0 0,0 0 3 16,0 0-17-16,0 0-7 0,0 0 5 0,0 0-1 15,0 0 0-15,0 0-3 0,14 2-6 0,-14-2-8 0,0 0-12 16,0 0-9-16,0 0-33 0,0 0 10 0,0 0-15 15,0 0-8-15,-17 3-7 0,17-3-4 0,-16 6-7 16,2-3-4-16,-1 0-6 0,-2 1 0 0,0-1-2 16,-6 3-3-16,0-1-15 0,-1 1 14 15,2-1-2-15,-3 0-3 0,1 0 1 0,0 0-4 0,2 0 1 16,3-1 1-16,2 0-6 0,0-1 4 0,4 0-3 16,1 0-12-16,1-1-9 0,11-2-7 0,-19 4 7 15,19-4 4-15,-14 4-4 0,14-4-3 16,-14 4 14-16,14-4 6 0,-11 6 2 0,11-6-1 0,-9 7-6 15,9-7 10-15,-9 8-2 0,9-8-1 0,-7 12 4 16,7-12 3-16,-7 12-1 0,7-12 1 0,-5 13 4 16,5-13 12-16,-7 16-1 0,7-16-2 0,-6 15-8 15,6-15 4-15,-5 17-2 0,5-17-6 0,-3 15 4 16,3-15-1-16,-4 12-7 0,4-12 1 0,-2 15 6 16,2-15-2-16,-3 13-3 0,3-13 2 0,-2 9 1 15,2-9-2-15,0 0-3 0,-1 16-3 0,1-16-3 16,0 0 2-16,0 0 2 0,0 13-2 0,0-13-3 15,0 0 7-15,0 0 2 0,4 9 1 16,-4-9-1-16,0 0-2 0,13 0-4 0,-13 0-11 0,14-3 17 16,-14 3-2-16,18-6-5 0,-6 3 5 0,-1-1-2 15,0 1 0-15,3 1 0 0,-2-2 2 0,4 1-3 16,-3 0-3-16,2 2 5 0,-2-1 2 0,2 1-4 16,-1 1 0-16,1 0 1 0,-1 1 0 0,0 1-1 15,2 1 4-15,-2-1-6 0,0 3 6 0,-1 1 0 16,1-2 13-16,-3 3-22 0,0 1 20 0,-1 1-8 15,-1-2 7-15,-2 2-8 0,0-1 9 0,-1 2-8 16,-2-1 15-16,-1 1-4 0,0 0 7 0,-3-10-32 16,0 19 37-16,0-19-5 0,-3 21 21 0,-3-11-20 15,-2 2 16-15,-1-2-15 0,-2 1 16 0,-4-1-34 16,-1 2 34-16,-4-4-22 0,-2 3 14 0,-5-1-23 16,-1 0 14-16,-2-1-15 0,-2 0 20 0,-1-2-22 15,1 0 24-15,0 0-22 0,6-3 19 0,0 1-23 16,1-2 18-16,4 1-25 0,2-3 24 0,1-1-23 15,2 2 17-15,3-2-29 0,13 0-13 0,-23-2-54 16,23 2-15-16,-14-3-34 0,14 3 14 0,0 0-51 16,-5-11-10-16,5 11-32 0,8-11-101 0,-1 5-9 15,5-1-68-15,1 0-354 0,2-2-247 0</inkml:trace>
  <inkml:trace contextRef="#ctx0" brushRef="#br0" timeOffset="7426.0423">24858 8274 557 0,'0'0'404'0,"-7"-7"-102"16,7 7-60-16,-9-10-8 0,9 10-30 0,-14-11-21 15,7 4-18-15,-1 0-26 0,0 1 0 0,1-1-29 0,-1 1-8 16,1-2 6-16,1 2-8 0,-2-2-15 16,2 2-11-16,6 6-8 0,-11-13-4 0,11 13-7 15,-9-11 1-15,9 11-12 0,-5-10-10 0,5 10-5 16,-4-10-4-16,4 10-8 0,0 0 1 0,-2-15-10 16,2 15-3-16,6-8-4 0,-6 8 5 0,12-12-3 0,-5 7 14 15,2 1-1-15,4 1 1 0,-2-1 1 0,0 2-4 16,3 0 0-16,1 1-1 0,-1-1 2 0,1 2-2 15,3 2 4-15,0 1 15 0,-1-1-20 16,0 2 24-16,1 1-2 0,-1 0-4 0,-1 1 1 16,3 2 7-16,-1 0-5 0,0 2 4 0,-5-2 13 0,1 2-28 15,-3-1 24-15,-1 2-22 0,2-2 31 0,-3 4-28 16,-2-3 19-16,2 2-26 0,-2-2 19 16,-3 0-26-16,0 1 18 0,-1-1-23 0,-1 0 18 15,-2-10-22-15,3 20 20 0,-3-20-25 0,-3 19 20 0,1-9-19 16,-3-2 20-16,-1 1-30 0,0 0 25 0,-4 0-24 15,-1 0 29-15,2-3-25 0,-5 1 18 0,1 0-20 16,-1-1 23-16,1-1-29 0,-3-1 29 0,2 0-25 16,-2-2 23-16,2 1-22 0,1-2 16 0,-3-1-19 15,2-1 17-15,0-1-24 0,-2-1 12 0,0 2-19 16,2-3 23-16,-2-3-38 0,2 1 13 0,0-1-16 16,1-1 27-16,-1-1-16 0,3 0 25 0,-1 0-30 15,1-1 38-15,1 1-18 0,1-1 20 0,-1-1-13 16,2 3 16-16,3 0-18 0,-2-1 18 0,1 1-19 15,6 8 19-15,-8-18-20 0,8 18 18 0,-5-17-20 16,5 17 19-16,0-18-19 0,0 18 3 0,5-18 4 16,0 7-3-16,4 1 6 0,0-2-2 0,2 2-5 15,3-2 7-15,2 1-2 0,4-1 1 0,-1-1-1 16,4 1 0-16,2-1 0 0,1 1 3 0,0 1-2 16,1 0 3-16,0 0-5 0,-1 0 7 0,2 1 0 15,-1 1 0-15,2-2-2 0,-2 4 0 0,-2-1 4 16,0 0 3-16,-1 2-9 0,1 0 7 0,0-1-2 15,0 3 2-15,0-2-1 0,-2-1 3 0,2 4-9 16,-2-1 8-16,0 2 0 0,-2-1-2 0,2 0-1 16,-2 1 0-16,1 2 1 0,0-1-1 0,-1 1 1 15,1 0 1-15,0 1-5 0,-2-1 6 0,3 2-1 16,-5-1-7-16,2 1 8 0,-1 0 0 0,-2 0 5 16,1 1 8-16,-2-1 4 0,2 1-3 0,-3 3 0 15,0-1 7-15,0 0 0 0,1 0-4 0,-1 3 4 16,-1-1 6-16,3 3 1 0,-1 0-9 0,0-1-1 15,0 3-5-15,-1-1 6 0,-1 1 1 0,-1 1 2 16,1-1-8-16,-1 3 6 0,-2-3 0 0,-1 3 18 16,1 0-20-16,-4-1 29 0,2 0-27 0,-3 0 20 15,-1 1-31-15,1 0 25 0,-3 0-21 0,-1 0 22 16,0 2-25-16,-2-3 19 0,-2 3-19 0,0-2 21 16,-1 1-24-16,-1-1 21 0,-3 0-27 0,1 0 22 15,-4-1-23-15,2-3 21 0,-1 2-22 0,-1-1 18 16,-1-2-21-16,-1 2 24 0,-1-3-25 0,0 1 10 15,-1-2-9-15,1 0 23 0,-2-2-26 0,1 0 23 16,-1 0-26-16,-2-1 19 0,2-4-17 0,-1 2 19 16,3-3-22-16,-3 0 16 0,3-3-16 0,-5 2 22 15,4-5-23-15,-1 1 19 0,1-3-32 0,1 0 16 16,2-2 2-16,0-2-2 0,1 0-8 0,1-4-19 16,0-1 26-16,2 1-24 0,2 1 27 0,1-3-21 15,2 1 23-15,0 0-31 0,2-1 18 0,0 5-21 16,2-4 7-16,0 0 6 0,0 2-8 0,1-1-9 15,1 3 0-15,1-1-7 0,0 1-9 0,-1 1-13 16,1 2-21-16,1 2-22 0,0-1-8 0,2 0-15 16,-1 1-19-16,1 2-2 0,-2 0-4 0,4 1-7 15,-3-1-23-15,-7 6-19 0,15-7-12 0,-15 7-6 16,14-6-24-16,-14 6-17 0,11-3-53 0,-11 3-180 16,0 0 4-16</inkml:trace>
  <inkml:trace contextRef="#ctx0" brushRef="#br0" timeOffset="8826.4828">26933 7831 27 0,'0'0'471'0,"2"-15"-97"0,-2 15-57 16,-2-14-41-16,2 14-13 0,-3-14-15 0,3 14-26 16,-4-13-17-16,4 13-35 0,-5-12-20 0,5 12-8 15,-8-10-13-15,8 10-24 0,-7-8-24 0,7 8-9 0,-12-5-11 16,12 5 8-16,-15 3 18 0,3 1 6 16,1 2 8-16,-4 4-6 0,-3 5-1 0,-1 4-3 15,-4 6 6-15,2 3-4 0,-2 2-6 0,1 1-1 16,4 5-12-16,0-1-2 0,0 2 19 0,4 0-30 15,1 0 18-15,1 2-23 0,2-3 11 0,3-3-25 0,3-1 10 16,2-1-23-16,1-2 17 0,4 3-23 0,1-1 11 16,2-2-23-16,3-1 11 0,5-3-16 15,1 2-15-15,4-4-11 0,4 2-17 0,4-3-40 16,-3-6-28-16,3 0-31 0,2-4-32 0,0-1-41 16,3-2-27-16,-3-2-13 0,0-3-45 0,-2 0-53 0,-2-2-61 15,-1-2-465-15,-2-2-429 0</inkml:trace>
  <inkml:trace contextRef="#ctx0" brushRef="#br0" timeOffset="9325.6833">27225 8068 108 0,'-5'-14'573'0,"-1"3"-121"16,0 0-99-16,0 1-39 0,2 1-25 16,-1 0-21-16,1 0-15 0,4 9-9 0,-6-13-15 15,6 13-29-15,-8-10-40 0,8 10-27 0,-4-9-30 16,4 9-24-16,0 0-16 0,-7-7 5 0,7 7 4 0,0 0 5 16,0 0 11-16,-2 10-8 0,2-10-5 0,2 15 8 15,-2-3-2-15,0 0-4 0,2 1 23 0,-2 1-24 16,0 4 11-16,0 0-14 0,0 0 5 15,0 1-15-15,0 0-1 0,0 1-1 0,0-1-10 16,0 0-8-16,0 0-6 0,0 2-6 0,0-4-9 0,0 1-7 16,0-1-3-16,0-3-20 0,0-1 14 15,0 1 2-15,0-14-9 0,0 23 10 0,0-23-8 0,0 18 12 16,0-18-17-16,0 15 14 0,0-15-16 0,0 12 9 16,0-12 0-16,0 0 9 0,0 16-12 15,0-16 9-15,0 0-11 0,0 0 16 0,0 13-16 0,0-13 10 16,0 0-4-16,0 0-5 0,0 12-4 0,0-12 6 15,0 0 6-15,0 0-5 0,0 0-1 16,0 0-4-16,0 0 0 0,14 4-4 0,-14-4 0 0,18-3-19 16,-4 2-26-16,-1-1-7 0,5-2-26 0,1 3 12 15,0-3-33-15,4 2 5 0,1-2-33 0,-1 1-5 16,2 0-46-16,-5 2-7 0,1-2-48 0,-2 1-4 16,2 0-15-16,-4-2-79 0,-1 3-17 0,-3-1-58 15,-2 0-347-15,-11 2-273 0</inkml:trace>
  <inkml:trace contextRef="#ctx0" brushRef="#br0" timeOffset="9826.651">27555 8329 120 0,'0'0'634'0,"0"0"-171"0,-2-15-104 0,2 15-51 16,-2-10-44-16,2 10-18 0,0-13-24 0,0 13-26 15,2-17-29-15,-2 17-15 0,2-17-21 0,-2 17-21 16,7-19-17-16,-3 9-19 0,1 0-8 16,-1-2-11-16,6-1-10 0,-2 2-10 0,-1-2-18 15,4 1 19-15,-2 2-3 0,2-2 5 0,-2 1 3 0,2 3-6 16,-2-2-9-16,-2 4 3 0,3-1-4 0,-2 0-4 16,-1 2-11-16,4 0 8 0,-11 5-5 0,16-7 0 15,-16 7 4-15,20-1 6 0,-20 1 11 0,18 6 5 16,-6-4 8-16,-1 5-5 0,0 1-6 15,0 2 3-15,-2 2-2 0,0-1 0 0,0 3 13 16,-2 1-24-16,-1 0 13 0,-1 0-29 0,-1 2 23 0,2 0-28 16,-3 0 22-16,0 0-31 0,-3 1 26 0,0-1-24 15,0-2 20-15,0 3-20 0,-2-2 20 0,0-1-24 16,-3-1 2-16,2 0 3 0,-1-4 0 0,-1 1 25 16,-1-2-31-16,1 1 7 0,-4-3 5 15,0 0-4-15,0-3 0 0,-3-2 1 0,-1 3 17 0,0-5-19 16,-3 0 19-16,-2-5-30 0,2 2 21 0,-1-3-20 15,-1-2 25-15,2-3-45 0,3 0 18 0,1-4-30 16,3 1 13-16,5 0-16 0,1-2 7 16,1 0 5-16,4-2 4 0,1 0-5 0,1-1-2 15,3-1-16-15,4 2 0 0,-2 0-9 0,5 2-11 0,-1 0-33 16,2-1-55-16,1 4-11 0,0-2-20 16,2 3-20-16,-2 1-63 0,0-1-3 0,-2 5-55 0,-1 1-52 15,0-1-270-15,-1 2-163 0</inkml:trace>
  <inkml:trace contextRef="#ctx0" brushRef="#br0" timeOffset="10363.6737">28090 8047 402 0,'0'0'491'0,"0"0"-67"0,10-8-54 0,-10 8-41 16,0 0 5-16,7-7-21 0,-7 7-31 15,0 0-30-15,0 0-44 0,0 0-41 0,5-8-37 0,-5 8-31 16,0 0-21-16,0 0-2 0,0 0 3 0,0 0 8 15,0 15-1-15,0-15 2 0,-2 18-10 0,0-6-9 16,0 1-10-16,-2 4 16 0,2 0-19 0,-2-1 13 16,2 3-29-16,-1-1 16 0,1 3 1 15,2-1-21-15,-1-1-16 0,-2 1 14 0,3-1-25 16,-2 0 15-16,2 0-19 0,0-3 15 0,-2 0-22 0,2-3 18 16,0 1-24-16,0-3 18 0,0-11-10 0,-1 21 19 15,1-21-23-15,0 15 22 0,0-15-16 0,0 13 24 16,0-13-7-16,0 0 13 0,-1 15-20 15,1-15 17-15,0 0-24 0,0 0 12 0,0 0-37 16,0 0 5-16,0 0-22 0,-8-10 7 0,8 10-60 0,0-18 13 16,0 6-20-16,3-2 29 0,-2-4-19 0,-1-1 11 15,2-6-10-15,0-2-1 0,-1-1 4 0,0-4 12 16,3-1 13-16,-2 0 8 0,0 0 14 16,0 1 7-16,0 5 9 0,-1 1 1 0,1 4 15 15,0 1 20-15,0 4 6 0,-1 0-2 0,0 4-6 0,2 0-7 16,-2 2-10-16,-1 11 6 0,4-15 0 0,-4 15 17 15,8-7 25-15,-8 7 14 0,11 2 11 0,-3 4 0 16,0 4-9-16,1-1 7 0,0 7-7 16,3 2-2-16,-1 1 4 0,3 6-18 0,-1-3 1 15,1 2-5-15,-3-1 11 0,2 2-26 0,-1-3 13 16,1 1-27-16,0-3 20 0,-2-1-22 0,0 0 12 0,3 0-16 16,-4-2 13-16,0 2-24 0,2-5 0 0,1-1-42 15,-4-1-9-15,2-1-51 0,-2-2-26 0,-2 0-22 16,2-2-29-16,-4-1-4 0,-5-6-27 15,11 8-69-15,-11-8-59 0,0 0-66 0,12 3-83 16,-12-3-281-16,0 0-291 0</inkml:trace>
  <inkml:trace contextRef="#ctx0" brushRef="#br0" timeOffset="10564.5994">28234 8285 448 0,'-14'-4'437'15,"2"1"-62"-15,2 0-18 0,-2 0-15 0,12 3 22 16,-16-4-9-16,16 4-31 0,-15-5-5 0,15 5-56 0,-12-6-13 15,12 6-69-15,-11-2-15 0,11 2-49 0,0 0-8 16,-11-4-45-16,11 4 6 0,0 0-36 0,0 0 15 16,0 0-41-16,9-11-24 0,-9 11-39 15,22-6-44-15,-5 4-37 0,0-1-61 0,4 0-30 16,-1 2-18-16,2-2-43 0,-1 1-60 0,1 1-43 0,-2 0-76 16,-2 1-218-16,2-3-192 0</inkml:trace>
  <inkml:trace contextRef="#ctx0" brushRef="#br0" timeOffset="11209.7399">28572 8120 405 0,'0'-13'466'15,"0"13"-26"-15,0 0-102 0,0-13 44 0,0 13-41 16,0 0-23-16,0 0-40 0,0-15-46 16,0 15-48-16,0 0-41 0,0 0-19 0,0 0 9 15,0 0-12-15,0 0-10 0,0 0 4 0,9 6-1 16,-9-6-11-16,9 15-20 0,-2-4-17 0,-2 2-4 0,3-1-7 15,-3 1-10-15,2 1-6 0,0-1 13 0,0 4-29 16,-1-3 18-16,0 1-24 0,-1 1 15 0,4 0-27 16,-4-1 17-16,2-1-21 0,-2 0 20 15,0 0-26-15,0-1 3 0,-2-2 17 0,1-1-21 16,0-1 5-16,-4-9-1 0,5 16 4 0,-5-16 2 0,5 12 5 16,-5-12 24-16,3 11-26 0,-3-11 20 15,0 0-24-15,0 0-1 0,0 0 0 0,0 0 15 0,0 0-26 16,-12-10 23-16,12 10-41 0,-9-17 15 15,3 4-24-15,0-2-5 0,1-1 1 0,-3-5-10 16,4 2 14-16,-4-6 2 0,2 3 7 0,-1-2 1 16,1 1 4-16,1-1 4 0,-2 2 2 0,2 0 5 0,1 2 1 15,1 2-2-15,-1 2 0 0,1 1 8 0,0 5 0 16,2-2-1-16,1 12-3 0,-4-19 3 16,4 19-8-16,-1-13 5 0,1 13-8 0,0 0 11 15,4-12-6-15,-4 12 5 0,0 0-1 0,13 3 8 16,-13-3 0-16,16 12-3 0,-5-3 6 0,1 2-1 15,2 1-2-15,2 3 3 0,3 2-3 0,1 0-3 0,1 2 1 16,2-1 4-16,2-2 3 0,4 3-3 16,1-1 2-16,3-1-6 0,1-1-5 0,0-2 19 15,-4-1-29-15,2-2 2 0,-1-2 20 0,-1 2-25 16,-2-3 12-16,-4-2-21 0,-3 0 24 0,-2-1-12 0,-3-1 29 16,-2-2-19-16,-2-1 7 0,-12-1-3 0,21 0 2 15,-21 0-3-15,17-5 14 0,-17 5-4 0,8-13-3 16,-8 13 1-16,1-17-1 0,-4 7 1 0,-1-5 1 15,-3 0 4-15,1 0 15 0,-2-3 0 16,0 1 3-16,-1 4 2 0,2-1-2 0,-1 1-10 16,0 2-2-16,3-1-11 0,-1 3 10 0,0 0-9 0,2 2-1 15,4 7-6-15,-7-13-7 0,7 13-16 0,-6-10-14 16,6 10-37-16,-6-8-14 0,6 8-23 0,0 0-6 16,0 0-78-16,-7-4-1 0,7 4-56 15,0 0 27-15,0 0-91 0,0 0-57 0,0 0-466 16,1 12-382-16</inkml:trace>
  <inkml:trace contextRef="#ctx0" brushRef="#br0" timeOffset="11576.4846">29186 7863 412 0,'-7'-10'551'16,"1"-2"-113"-16,1 3-52 0,0 1-18 15,0 0-38-15,2-1-50 0,3 9-25 0,-8-15-17 16,8 15-19-16,-5-12-38 0,5 12-39 0,-5-11-35 0,5 11-40 16,0 0 3-16,0 0-15 0,0 0-10 0,0 0-13 15,6-6 0-15,-6 6-4 0,18 9-2 0,-5-1-6 16,5 3 10-16,4 4-6 0,0 0 2 0,2 2-9 16,4 5 6-16,0 0 4 0,-2 0 3 15,1 2 1-15,-4 0 7 0,1 0-1 0,-1 1 22 0,-3-2-4 16,-2 0-4-16,0-1-4 0,-2 3-8 0,1-1 3 15,-3-1 10-15,0-1-8 0,-4-2 13 0,-2 1-24 16,0 0 11-16,-3-2-17 0,-2-1 5 0,-1-1-12 16,-2 1 7-16,-2-2-18 0,-2 1 3 15,-2 0-3-15,0-1-4 0,-1-3-21 0,-1 2-28 16,0-3-38-16,-1 1-31 0,0-3-46 0,-1 1-44 0,-1-2-54 16,1-1-53-16,1-3-53 0,-2-1-162 0,11-4-462 15,-16 5-582-15</inkml:trace>
  <inkml:trace contextRef="#ctx0" brushRef="#br0" timeOffset="11994.3028">30315 8101 594 0,'0'0'393'0,"-2"-15"-27"0,2 15-103 15,-2-11 29-15,2 11-72 0,-2-12 35 0,2 12-26 16,-2-10 33-16,2 10-13 0,0 0 8 0,-3-14-22 16,3 14-14-16,0 0-33 0,-1-10-43 0,1 10-27 15,0 0-32-15,0 0-20 0,0 0-8 0,0 0-12 0,0 0 3 16,0 0-5-16,0 0 3 0,0 0 9 15,10 13-3-15,-7-5 18 0,2 3-25 0,1 2 8 16,-2-1-5-16,1 3-13 0,0 1-1 0,1-1-3 16,0 0 5-16,-1-1 11 0,1 1 11 0,-1-1 0 0,-1-3 11 15,2 1-1-15,0 0 32 0,-1-4 2 0,-1 1 54 16,2-2-6-16,2 0 65 0,3-4-37 0,3-2 16 16,8-4-59-16,11-1 39 0,12-7-22 15,20-7-27-15,8-5-22 0,9-3 13 0,23-8-71 0,6-6-17 16,3-1-112-16,6-1-61 0,2-1-111 0,3-1-68 15,0-2-103-15,-3 2-118 0,-5 2-59 0,-6-1-87 16,-8 3-702-16,-7 2-992 0</inkml:trace>
  <inkml:trace contextRef="#ctx0" brushRef="#br0" timeOffset="182772.0492">23352 4416 21 0,'0'0'159'0,"-9"-11"25"0,9 11-77 0,-4-10 7 16,4 10-47-16,0 0 14 0,0-16-27 0,0 16 17 15,4-9-15-15,-4 9 24 0,5-11-38 0,-5 11 31 16,7-10-36-16,-7 10 40 0,7-8-36 0,-7 8 20 16,6-7-37-16,-6 7 18 0,0 0-36 0,7-6 27 15,-7 6-12-15,0 0 32 0,0 0-17 0,0 0 29 16,0 0 11-16,0 0-7 0,3 12-1 0,-3-12 4 15,-3 16-2-15,3-16-4 0,-3 20-2 0,1-7 27 16,-1 2-43-16,1 2 25 0,0 0-43 0,0 1-2 16,0 2-9-16,2 0-8 0,0 0 4 0,2 3-2 15,0-1-3-15,1 3 2 0,0-2-1 0,1 0-7 16,1-1-8-16,0 1 12 0,1-2-7 0,2-1 4 16,-2 0 4-16,2-2-10 0,-1-3 8 0,1-1-4 15,-1-1 0-15,-1-2 4 0,0-2-2 0,-2 1 6 16,-4-10 20-16,9 11-10 0,-9-11 9 0,6 7 4 15,-6-7-6-15,0 0-7 0,0 0 5 0,9-7-10 16,-9 7 1-16,4-11-3 0,-4 11-11 0,4-18 11 16,1 10-9-16,-3-2 5 0,1 0-4 0,-3 10-6 15,7-16 9-15,-7 16-8 0,5-14-1 0,-5 14-3 16,5-11 5-16,-5 11-14 0,7-6 8 0,-7 6 4 16,0 0-3-16,15-1 4 0,-15 1-1 0,16 8 0 15,-5-1 2-15,2 3-2 0,3 0 5 0,-1 2-12 16,4-1 13-16,-1 3-5 0,4 0 6 0,-1 1-4 15,2-2 2-15,-1 2 0 0,1-2-4 0,-3-3 2 16,1 2-6-16,0-4 4 0,0 1-3 0,1-2 1 16,-5-1-13-16,2-3-5 0,-2 0 13 0,-1-3 6 15,-2 0-2-15,0-2-1 0,-1-2 1 0,1-1-4 16,-2-2-8-16,-2-2 1 0,0-1 3 0,-3-2-10 16,-2-1-5-16,0-2 1 0,-2 0-1 0,-2 0 15 15,-1-1-2-15,-1 2 2 0,-2-3-1 0,0 2 3 16,-1 1 2-16,-1-1-1 0,0 4 32 0,-3 0-41 15,2 2 8-15,1 2 16 0,-3 1-33 0,0 0-13 16,8 6-12-16,-15-7-22 0,15 7-16 0,-16-2-31 16,16 2-32-16,-13 3-41 0,13-3-20 0,-10 8-32 15,10-8-191-15,-3 9 98 0</inkml:trace>
  <inkml:trace contextRef="#ctx0" brushRef="#br0" timeOffset="183421.5067">24238 4592 425 0,'0'0'327'0,"-2"-15"-17"0,2 15-56 0,-3-16-27 16,3 16-40-16,-3-11 4 0,3 11-71 0,-3-10 7 15,3 10-63-15,0 0 19 0,-3-11-53 16,3 11 21-16,0 0-30 0,0 0 30 0,0 0-51 0,0 0 50 15,-5 15-41-15,5-15-4 0,0 19 4 0,0-19-4 16,0 23-2-16,0-8 2 0,0 0-3 16,2 1 3-16,0 2-1 0,0-1 1 0,0 1-2 15,1 0-1-15,0-1 2 0,1-1-1 0,0 1-1 0,0-2-15 16,0 1 4-16,2-3 2 0,-2-1-15 16,1-1 1-16,-2-2-4 0,1 0 1 0,-4-9 10 0,6 15 2 15,-6-15 5-15,5 8 1 0,-5-8-25 0,0 0-17 16,13 5-11-16,-13-5-8 0,13-6 2 0,-5 1 13 15,0-2 7-15,1-1 10 0,0-1 5 0,-1 3 9 16,0-2 14-16,-2 2 16 0,-6 6 6 0,11-9 5 16,-11 9-12-16,10-9 0 0,-10 9-5 0,8-5-6 15,-8 5 5-15,0 0 0 0,10-4 1 0,-10 4 18 16,0 0 2-16,10 5-4 0,-10-5 6 0,8 8-6 16,-8-8-1-16,10 10 3 0,-1-4-4 0,-2 0-2 15,2-1 1-15,2 2-7 0,2-2 5 16,1 1-1-16,1-2-2 0,0 0-8 0,2-1-5 15,-1 0-13-15,2-2 12 0,-4 1-7 0,3-2-13 0,1-2 0 16,-3-1 4-16,2 0 5 0,-3-2-2 0,-1-1 5 16,2 0-3-16,-5-4-3 0,2 2-3 0,-4-2 10 15,0 1-1-15,-3 0 9 0,1 0 1 16,-6 9 2-16,5-15-2 0,-5 15-1 0,0-12-1 16,0 12 6-16,-7-10 5 0,7 10 12 0,0 0-12 15,-11-6 20-15,11 6 2 0,-11 4-6 0,11-4-12 0,-12 6 7 16,12-6-7-16,-11 11 3 0,4-4-4 0,2 0-5 15,-1 1 6-15,2 1-6 0,4-9 4 0,-4 17 2 16,4-17-8-16,2 18 6 0,1-7-4 16,3-3-9-16,2 3-23 0,2-1-38 0,4 0 8 15,3 1 6-15,2-3-12 0,5 1-76 0,0-1-24 0,5-1-17 16,-4-1 7-16,0 0-271 0,0-4 84 0</inkml:trace>
  <inkml:trace contextRef="#ctx0" brushRef="#br0" timeOffset="183987.9315">25033 4813 128 0,'-2'-10'312'0,"2"10"-73"0,-3-17-61 0,3 17 20 0,1-17-10 15,-1 17-38-15,2-18-16 0,-2 18-12 16,6-17-25-16,-6 17-21 0,2-12-10 0,-2 12-9 16,5-11 0-16,-5 11 21 0,7-6-17 0,-7 6-6 15,0 0-9-15,14-2 7 0,-14 2-14 0,12 4-1 16,-12-4-12-16,12 9 4 0,-6-2-4 0,1 1-4 0,1 2-1 15,0 2-1-15,1-1-7 0,-3 2 1 0,3-1-6 16,-2 1-7-16,0-1 10 0,-1 0-9 16,0 1 4-16,-1-2-5 0,1 0 4 0,-2-1 0 15,0-2 0-15,1 1-2 0,-5-9 0 0,5 15-1 16,-5-15 3-16,6 11-4 0,-6-11 6 0,2 9-1 16,-2-9-6-16,0 0-9 0,0 0 1 0,0 0-11 0,0 0-7 15,0 0-23-15,0 0 2 0,-8-6 6 16,8 6-19-16,0-13-1 0,0 13 2 0,6-16-11 15,-2 7-3-15,3 0 11 0,0-1 5 0,2 0 13 16,1 0-2-16,-1-1 6 0,2 2 13 0,2-1-2 16,-2 1 5-16,2-1-2 0,1 1 9 0,1-1 6 0,2-1-4 15,0 1-2-15,0 0 3 0,1-1 3 16,-1 1-5-16,2-1-2 0,0 0 15 0,-1 1-2 16,3-1 2-16,-4 0-19 0,2 0 20 0,0 0 0 15,0 1-4-15,1-1 5 0,-5 1-1 0,-1 1 24 16,-2 2 14-16,0-1 13 0,-4 1-19 0,0 3 8 15,-8 4-23-15,11-11 17 0,-11 11-20 0,5-7 12 0,-5 7-18 16,0 0 33-16,0 0-7 0,-11-3 24 0,11 3-11 16,-20 7 25-16,8 0-24 0,-1 0 25 15,-3 1-38-15,1 3 9 0,-1 1-4 0,3-2-6 16,1 0-8-16,1 2-1 0,2 0-3 0,0-1 0 16,4 1 1-16,1-2-14 0,2 2 10 0,2-12-7 15,2 21 1-15,2-11-4 0,6 1 2 0,3-1-20 16,6 0-1-16,12 0-31 0,11-1-71 0,5 0-65 0,5 0-115 15,4-1-40-15,-2-2-144 0,3-1 34 16</inkml:trace>
  <inkml:trace contextRef="#ctx0" brushRef="#br0" timeOffset="184747.0573">26641 4618 250 0,'0'0'281'0,"0"0"-43"0,0 0-27 0,0 0-5 16,0 0-18-16,-5-7-11 0,5 7-13 0,0 0-28 15,0 0-7-15,0 0-23 0,0 0-18 0,0 0-23 16,0 0-6-16,0 0-8 0,0 0-14 0,0 0-5 16,0 0-4-16,7-8-1 0,-7 8-4 0,18-3 32 15,-5 1-44-15,6-1 0 0,8 0 31 0,2-1-41 16,9 0 25-16,9-2-58 0,5 1 16 0,6-1-50 15,1 2-7-15,12 0-41 0,-8-1-55 0,-2 2-26 16,-3 0-47-16,0 1-44 0,-7-2-171 0,-11 3 66 16</inkml:trace>
  <inkml:trace contextRef="#ctx0" brushRef="#br0" timeOffset="185039.1863">26796 4784 98 0,'-11'2'301'15,"-1"0"-31"-15,12-2-63 0,-17 3 12 0,17-3-33 16,-12 1-46-16,12-1-10 0,0 0-21 0,0 0-5 15,0 0-12-15,0 0-13 0,7-10-8 0,4 6-16 16,2-2-14-16,5 0-2 0,3 0-9 0,3-1-11 16,3 2-5-16,4-2 2 0,3 0-22 0,1-1-42 15,7-1-49-15,2 2-60 0,0 0-62 0,2-1-311 16,0-1-32-16</inkml:trace>
  <inkml:trace contextRef="#ctx0" brushRef="#br0" timeOffset="185488.3407">27478 4203 149 0,'-10'-12'239'0,"1"3"-68"15,-1-2 5-15,3 4-73 0,-1 0 34 0,3-1-21 16,-2 1 30-16,7 7-46 0,-9-10-1 0,9 10-41 16,-8-9 3-16,8 9-30 0,0 0 10 0,0 0-21 15,0 0 12-15,6-7-20 0,-6 7 4 0,21 4 19 16,-6-1-22-16,1 2-4 0,6 1 2 0,2 2 12 0,4 0-21 16,-1 1 18-16,4 0-27 0,0 1 29 15,1 0-29-15,1 0 27 0,6 1-22 0,2 0 16 16,-1 1-14-16,3 0 16 0,0 1-20 0,1-1 12 15,0 3-13-15,0-1 13 0,1-1-15 0,-1 4 14 16,-3-3 2-16,0 1-4 0,-3 1 2 0,-4 0 5 16,-7 0-4-16,-2-1 1 0,-4 0-1 0,-6-1-10 15,-3 2 9-15,-6-2 6 0,-2 0 11 0,-4 0-7 16,-4 2 4-16,-6 2-5 0,-5 2 2 0,-4-1-7 16,-6-1-11-16,-6 3-2 0,0-2 20 0,-6-1-8 15,-1-1 1-15,-2-2-9 0,0 0-33 0,1-1-8 16,1-1-30-16,0 0-1 0,9-2-51 0,4 0-2 15,3-3-85-15,4 3-10 0,4-5-172 0,2 1 155 16</inkml:trace>
  <inkml:trace contextRef="#ctx0" brushRef="#br0" timeOffset="185980.1434">29182 4466 102 0,'0'0'342'16,"13"-6"-97"-16,-13 6-66 0,10-3-33 0,-10 3-57 15,0 0 20-15,14-1-19 0,-14 1 1 16,0 0 1-16,12 5-1 0,-12-5-2 0,7 5 10 15,-7-5-7-15,8 9-3 0,-8-9-15 0,5 11-8 16,-5-11-13-16,4 15-7 0,-4-15-4 0,3 15 13 16,-3-15-16-16,1 14 1 0,-1-14-8 0,0 16-2 15,0-16-1-15,-1 14-2 0,1-14 10 0,-4 13 4 16,4-13-3-16,-9 13-7 0,2-5 3 0,-2-3-11 0,0 0-1 16,-3 0-5-16,-2-1-2 0,-3-1-1 15,0-2-10-15,-2 1 4 0,1-1-3 0,-3-3-3 16,1 0 2-16,0 0-10 0,-3-2 7 0,0-2 0 15,1 0 23-15,0 0-41 0,0-2 33 0,2 1-36 0,1-3 30 16,1 2-34-16,3 0 44 0,1-1-37 16,2 1-5-16,3 0 4 0,3-1 1 0,6 9 6 15,-2-18 2-15,8 9 4 0,9-3 23 0,9 0 25 16,14-1 31-16,10 1 27 0,24-1 32 0,13 1 0 16,11 2-6-16,29 0-15 0,11 3-15 0,10 3 20 0,8 3-69 15,4 1 39-15,5 4-59 0,6 0-5 16,-3 3-143-16,-2 1-64 0,-10 1-81 0,-12-1-148 15,-13 0-479-15,-30-4-453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8-23T09:57:24.247"/>
    </inkml:context>
    <inkml:brush xml:id="br0">
      <inkml:brushProperty name="width" value="0.05292" units="cm"/>
      <inkml:brushProperty name="height" value="0.05292" units="cm"/>
      <inkml:brushProperty name="color" value="#FF0000"/>
    </inkml:brush>
  </inkml:definitions>
  <inkml:trace contextRef="#ctx0" brushRef="#br0">8960 11356 135 0,'0'0'161'15,"0"0"-27"-15,-10-6-43 0,10 6-11 0,0 0-8 16,-9-6 8-16,9 6 10 0,0 0-5 0,0 0 0 16,-9-7-8-16,9 7 5 0,0 0-8 15,0 0 13-15,-7-6-6 0,7 6 19 0,0 0 0 0,0 0 6 16,0 0-5-16,0 0-4 0,-6-6-12 0,6 6 5 15,0 0-15-15,0 0-13 0,0 0 6 0,0 0-12 16,0 0-4-16,0 0 1 0,0 0-5 0,0 0-12 16,0 0-14-16,0 0 20 0,0 0-3 0,0 0-5 15,0 0 4-15,0 0-2 0,-10-4-3 0,10 4-4 16,0 0-8-16,0 0-2 0,0 0-6 0,0 0 3 16,0 0-19-16,0 0 33 0,0 0-13 0,0 0 1 15,8 5 0-15,-8-5-10 0,10 4 7 0,-10-4-3 16,18 2-1-16,-18-2-11 0,27 1-25 0,-11 0-29 15,3-2-55-15,1 2-21 0,2-1-47 0,-3-1-35 16,4 2-76-16,-1-1-347 0,0 0-145 0</inkml:trace>
  <inkml:trace contextRef="#ctx0" brushRef="#br0" timeOffset="417.2845">10094 11337 17 0,'0'0'450'16,"0"0"-112"-16,0 0-57 0,0 0-32 0,0 0-23 16,0 0-40-16,0 0 7 0,0 0-42 0,0 0-8 15,0 0-38-15,0 0-15 0,0 0-30 0,0 0-1 16,0 0-21-16,0 0-1 0,0 0-12 0,14-4 9 15,-14 4-15-15,18-5 5 0,-6 3-5 0,4-2-12 0,3 1-30 16,3-1-21-16,3-2-43 0,3 2-53 0,4-2-59 16,2 0-51-16,1 0-44 0,1 0-242 0,-1-1-41 15</inkml:trace>
  <inkml:trace contextRef="#ctx0" brushRef="#br0" timeOffset="850.4614">11340 11231 224 0,'0'0'216'0,"0"0"-35"0,0 0 0 0,0 0 6 0,13-1-25 15,-13 1 3-15,0 0-39 0,0 0 14 0,0 0-19 16,0 0-4-16,0 0 4 0,9-4-9 0,-9 4 11 15,0 0-5-15,0 0-23 0,0 0 1 16,0 0-2-16,0 0-14 0,0 0 10 0,0 0-7 0,0 0-3 16,0 0-5-16,0 0-2 0,0 0 6 0,0 0-3 15,13-2-2-15,-13 2 1 0,0 0-5 0,18-2-5 16,-5-2-15-16,5 1-3 0,7-2-9 0,7-2-11 16,8-2-6-16,5 1-24 0,1-3-36 0,3 1-53 15,1-2-36-15,2 1-27 0,0 0-62 0,-3 2-62 16,-2-1-75-16,0-2-412 0,-6 3-282 0</inkml:trace>
  <inkml:trace contextRef="#ctx0" brushRef="#br0" timeOffset="6919.3009">19590 9724 78 0,'0'0'264'0,"-9"2"-76"0,9-2-31 15,0 0-21-15,0 0 3 0,0 0-8 0,0 0-1 16,0 0-26-16,0 0-1 0,0 0-25 0,0 0 5 16,-8 5-12-16,8-5-2 0,0 0 0 0,0 0-7 15,0 0 0-15,0 0-1 0,0 0 4 0,0 0-6 16,0 0 2-16,0 0 3 0,0 0-7 0,0 0 1 15,0 0 3-15,0 0-6 0,0 0-2 0,0 0-4 16,0 0-3-16,0 0-8 0,0 0-2 0,0 0-2 16,0 0-6-16,0 0-6 0,0 0-3 0,0 0-2 15,0 0-5-15,0 0 1 0,0 0 3 0,0 0-3 16,0 0 3-16,12 1-9 0,-12-1-2 0,12-2-1 16,-12 2 4-16,18-4 0 0,-18 4-2 0,21-6-1 15,-10 3-1-15,1-1-3 0,2-1-1 0,1 0-2 0,0-2-1 16,0 1-5-16,0-2-2 0,0 1 4 0,-1 0 3 15,-1-1-1-15,1-1 0 0,-2 1-11 16,-1-2 8-16,-1 1 5 0,-1 0-5 0,-2 0 4 16,-1 2 1-16,0-3 2 0,-2 2-8 0,-4 8 9 0,3-16 3 15,-3 16-2-15,-2-14 4 0,2 14-1 16,-10-13-1-16,10 13-10 0,-15-10 9 0,5 8 0 16,-3 0 0-16,0 2 1 0,-1 0-4 0,-3 2 1 0,0 1-9 15,0 1 15-15,0 2-8 0,-3 2 0 0,1 0 4 16,1 2 2-16,1 0-4 0,-1 2-6 0,2 1 10 15,0 0 3-15,3 2-3 0,0 1-2 0,2 0 2 16,2 0-2-16,1 0 2 0,2-2 0 0,2 2 0 16,1 0-1-16,1 1 4 0,1 0-10 0,2 0 4 15,2 0 1-15,1 1 1 0,2-2-4 0,1 1-6 16,2 2-3-16,0-2 0 0,1-1-9 0,1 0-29 16,-1-1 22-16,1 1 7 0,1-1-6 0,-2-4 3 15,0 3-1-15,0-3 2 0,-2 1-24 0,-1-1 28 16,0 0 4-16,0-2 0 0,-3 0 3 0,-4-9 1 15,4 17 6-15,-4-17-8 0,-4 20 8 0,-1-11 3 16,-4 1-5-16,-1-1 8 0,-2-1-1 0,-6 3-2 16,-1-4 1-16,-1 1-4 0,-2-1 11 0,-2-1-3 15,0-1 3-15,-2-1-3 0,0-2 4 0,0 0 3 0,3-1 2 16,1-1-11-16,1-1 27 0,0-1-2 0,3 1 1 16,0-2 0-16,4 0-15 0,-1-2 8 0,4 1-8 15,1 0-3-15,3-1-8 0,7 5-5 16,-7-13-6-16,7 13-4 0,4-15-8 0,2 7-31 0,6-1 24 15,3-2-8-15,5 0-13 0,1 2-16 0,7-3-5 16,2 0-27-16,2 2-8 0,8-1-4 0,0 0-15 16,3 0 1-16,0 2-12 0,0-1-5 0,2 2-2 15,-3-1-4-15,0 0-33 0,0-1-17 0,-7 2-142 16,-1 0 206-16</inkml:trace>
  <inkml:trace contextRef="#ctx0" brushRef="#br0" timeOffset="7652.8772">20061 9885 165 0,'9'-7'242'16,"-9"7"-51"-16,0 0-18 0,0 0-31 0,-9-11-13 15,9 11-3-15,-12-5-13 0,12 5-3 0,-18-3-11 16,18 3-5-16,-21-2 5 0,21 2 0 0,-19-2-6 16,19 2-26-16,-17-1-8 0,17 1-6 0,-16 3 2 15,16-3-1-15,-16 6 1 0,8-1-14 0,0 2 37 16,-1 3-32-16,0 1 18 0,1 0 5 0,0 4-13 16,0 2-9-16,-1 3-3 0,3-1-10 0,0 0-9 0,2 2-26 15,0-4 30-15,3 2-5 0,0-1-2 16,2 0-3-16,1-1-5 0,2-2-10 0,1 0 12 15,2-1-6-15,3-2 4 0,0 0-7 0,2-4 2 16,3 0-13-16,2-4-8 0,2-2 5 0,2-2-6 0,2-2-7 16,3-4-8-16,3-1 1 0,-1-4 0 0,1-1-8 15,2-4 9-15,0-3-8 0,-1-4-1 16,-1 1 5-16,-3-4-34 0,0-2 45 0,-3-2-44 0,0-2 38 16,-2-2-2-16,-3-3 6 0,0-4-21 0,-4 2 33 15,0-4-21-15,-3-1 35 0,-1-2-35 0,-3-1 42 16,-2 2-16-16,-2-2 28 0,-1 1 8 0,-1 2 8 15,-1 7 8-15,-2 0-4 0,0 1 9 0,-1 3-10 16,-1 1 9-16,1 1 4 0,-1 5-1 0,-1 2-7 16,1 2 6-16,0 4-5 0,1 2-3 0,-1 0-7 15,1 3-9-15,-1 1-15 0,4 12-4 0,-5-15 2 16,5 15-3-16,-10-4-1 0,10 4-2 0,-11 9 15 16,5 1-8-16,-4 8 4 0,3 4 0 0,-1 7-1 15,-3 8 3-15,2 3 3 0,-1 5-1 0,2 0-8 16,-1 4 3-16,2-1-5 0,2 2 5 0,1-1 0 15,1 2 12-15,2 0-18 0,2-3 7 0,0 1-14 16,1-3-4-16,3-1 1 0,0-3 1 0,1-3 0 16,1-6-2-16,-1 1-1 0,1-6-9 0,2 1-21 15,-2-7 9-15,3 0 5 0,-2-3-5 0,2-1-3 16,1-2-6-16,1-3 2 0,0-3-18 0,1-1-1 16,1-4-19-16,2-1-6 0,-2-4-14 0,4 0-22 15,1-5-23-15,1-2 33 0,3 0-26 0,1-7 21 0,1 0-1 16,-3-2 22-16,1-1 10 0,-2 0 26 0,-2-1 22 15,-3 3 21-15,-3-1 17 0,0 0 14 16,-4 3 28-16,-1 0 21 0,-3 1-3 0,1 1 6 16,-3 0 1-16,-3 11-15 0,3-18-3 0,-3 18-2 0,-1-15-8 15,1 15-11-15,-4-13-5 0,4 13-9 0,-7-8-5 16,7 8 8-16,-8-4-5 0,8 4 3 0,0 0 0 16,-14 2-1-16,14-2 8 0,-11 10-7 0,11-10-7 15,-11 14 1-15,7-4-3 0,-1-2-4 0,1 3-4 16,1-1-7-16,-1 0-3 0,3 2 4 0,0 0 2 15,1-12-4-15,1 23-5 0,0-13-15 0,2 1-19 16,2-2-16-16,0 1-19 0,2-3-27 0,2 2-54 16,3-2-17-16,0-2-41 0,3-1-60 0,0 0-13 15,4-3-234-15,-1-1-16 0</inkml:trace>
  <inkml:trace contextRef="#ctx0" brushRef="#br0" timeOffset="8276.9175">21238 9820 437 0,'-1'-12'371'16,"1"12"-58"-16,-5-8-33 0,5 8-30 0,-6-7-21 15,6 7-37-15,-7-6-33 0,7 6-28 0,0 0-25 0,-13 0-10 16,13 0-9-16,-9 5-3 0,9-5 1 16,-8 11-5-16,3-2 5 0,2 0-31 0,0 1 11 15,1 2-11-15,2 0 1 0,0 1-17 0,1-1 7 16,2 2-25-16,2 0 4 0,0 2-2 0,4 2-5 0,2-3 0 15,0-1 1-15,1-1-2 0,2 0-16 0,0-1 1 16,1 0 5-16,0-2 1 0,3-1-6 0,-4-2-11 16,2-1-6-16,0-2-22 0,1-1 22 0,-3-2 8 15,2-3 1-15,0-1 5 0,1-3-1 0,2-3-7 16,-2-3-1-16,3-4-5 0,0-5 20 0,-3-1-16 16,3-6-1-16,-4-2-7 0,0-6-12 0,-2 0-2 15,-2-3-32-15,-1 0 50 0,-4-2-38 0,-1-2 59 16,0 1-46-16,-3 5 56 0,-2 0 7 0,-1 1 7 15,-1 3 20-15,-1 0 7 0,-3 2 13 0,1 6 5 16,-1 1-2-16,0 2 24 0,0 5-14 0,1 1-6 16,-2 3-19-16,2 1-19 0,1 4-6 0,3 8-7 15,-9-11-5-15,9 11-3 0,0 0 5 0,-15 6 6 16,12 4-4-16,0 5 9 0,0 2 6 0,1 7-8 16,1 2 10-16,1 2-4 0,0 8-8 0,2-3-2 0,0 4 0 15,1 1-6-15,0-2-4 0,1 1 15 0,1 3-19 16,-1-4 5-16,1-2-14 0,-1-1-6 15,1-1 6-15,-1-2-1 0,1 0-21 0,-1-4 4 16,1-1-7-16,-1-2-26 0,-1-1-9 0,0-3 8 0,0-2-7 16,0-1-10-16,-1-2-9 0,1-2-1 15,-1-1 19-15,-2-11 17 0,3 18 8 0,-3-18-5 0,2 12 10 16,-2-12 0-16,0 0 0 0,0 0 10 16,0 0 1-16,0 0 9 0,0 0 9 0,0 0 0 0,-2-11 1 15,2 11 2-15,-4-13 22 0,4 13-9 0,-6-16 5 16,6 16 5-16,-5-18-2 0,5 18-10 0,-4-17-2 15,4 17-15-15,1-20-3 0,2 10-32 0,2 0 3 16,4 0-30-16,1-2-10 0,3-1-21 0,5 2-17 16,1-1-19-16,-1 2-34 0,4 1-59 0,2 1-49 15,4-1-34-15,2 0-404 0,1 0-215 0</inkml:trace>
  <inkml:trace contextRef="#ctx0" brushRef="#br0" timeOffset="10503.8967">22751 9829 141 0,'0'0'152'16,"0"0"-28"-16,0 0-18 0,4-11 10 0,-4 11-10 16,0 0-1-16,6-11-2 0,-6 11-8 0,0 0 10 15,6-11-3-15,-6 11 0 0,4-8-26 0,-4 8 16 16,6-7-5-16,-6 7 24 0,0 0 5 0,5-11-16 16,-5 11-2-16,0 0-10 0,3-11-11 0,-3 11 9 15,0 0-8-15,0 0 3 0,2-10-6 0,-2 10-19 16,0 0-6-16,0 0-10 0,0 0-5 0,0 0-15 15,0 0 16-15,0 0 5 0,0 0 5 0,0 0 9 16,-16 7 2-16,8 2-7 0,0 2 16 0,-1 2-16 16,-2 3 14-16,0 0-23 0,1 1 12 0,-1 2-29 15,2 0-9-15,1 2-16 0,-1-1 24 0,2 0-1 16,2 0-7-16,0-3-5 0,2 1 0 0,1-3-3 16,1 2-5-16,1-4-19 0,1-1 24 0,1 1 2 15,2-3 3-15,2 0-9 0,2-1-23 0,3-1 3 16,1-3-9-16,4-2-14 0,-1 2-4 0,-1-5-3 15,4-2 2-15,1-1 1 0,-3-3-1 0,5 0-4 16,-3-2-11-16,1-3 5 0,-1 0-14 0,-1-3 8 0,0 0-14 16,-1-1 27-16,0 0-26 0,-1-1 49 0,-1 0-19 15,-1-1 32-15,0 2-8 0,-3-2 7 16,-1 4 14-16,-2 0 1 0,1 0-1 0,-2 2 7 16,-2 1 8-16,1 1 4 0,-5 9-2 0,7-15 1 0,-7 15-5 15,6-13-6-15,-6 13-3 0,4-8-2 0,-4 8 14 16,0 0 3-16,0 0 4 0,0 0-1 0,-9 8 6 15,9-8-2-15,-8 15-11 0,4-5-1 0,1-1-6 16,0 3 2-16,1-1-7 0,0 0-5 0,1 2 6 16,2-1-6-16,0 0-10 0,1 0-5 0,0-1-4 15,2 1-5-15,-1-2-15 0,3 0-13 0,-1 0 6 16,2-2-1-16,0-2-5 0,0 0-3 0,-7-6-1 16,16 9-3-16,-16-9 2 0,14 4 10 0,-14-4 10 15,16-1 4-15,-16 1 4 0,16-7-1 0,-16 7-2 16,14-12-1-16,-8 5 3 0,0-1 4 0,0-1 4 15,-1 1 5-15,1 0 9 0,-2-1 34 0,-4 9 26 16,8-12 8-16,-8 12-1 0,6-11-45 0,-6 11 32 16,5-8-41-16,-5 8 32 0,0 0-44 0,5-10 37 15,-5 10-30-15,0 0 62 0,0 0-29 0,0 0 16 16,0 0-31-16,0 0 19 0,0 0-13 0,0 0 1 16,10 4 0-16,-10-4-2 0,0 0 3 0,13 5-9 15,-13-5-3-15,17 2 1 0,-17-2-19 0,25 0 3 16,-11-1-5-16,4 0-5 0,-2-2-4 0,2 0-12 15,-1 0-35-15,0-1 43 0,-1 0-41 0,1-2 40 16,-3 1 0-16,0-1-18 0,-1-2 5 0,-1 0 7 16,-2 1 3-16,-2-3 8 0,-1 2-1 0,-1-1 14 15,-6 9-5-15,6-17 14 0,-6 17 1 0,-1-15-1 16,1 15-11-16,-5-14 25 0,5 14-18 0,-9-13 39 16,9 13-13-16,-9-9-3 0,9 9-9 0,-6-8-4 15,6 8-1-15,0 0 1 0,0 0 5 0,0 0-1 16,0 0 0-16,0 0-7 0,8 5 8 0,0 1-7 15,5-1 1-15,1 2 1 0,1 0-30 0,2 2 30 16,0 1-23-16,1 1 31 0,0 0-32 0,-1-2 30 16,-1 4-27-16,2-1 33 0,-4 0-30 0,0 0 24 15,-3 0-1-15,-1 0 1 0,0-1-12 0,-3 0 2 0,-1 0 0 16,0 0 3-16,-2-3-5 0,-1 0-1 16,-3-8 0-16,7 15-3 0,-7-15 4 0,1 12-3 15,-1-12-6-15,0 0 4 0,0 13-5 0,0-13-2 16,0 0-23-16,0 0-10 0,0 0-8 0,0 0-19 0,0 0 4 15,-10-5 2-15,10 5-12 0,-1-13-8 0,1 13 5 16,1-23 4-16,-1 10-35 0,2-4 50 16,1-3 8-16,-1-3 5 0,0-5 15 0,1-4 2 15,-1-3 35-15,0-1 10 0,0-3 60 0,0-5-7 0,-2 5 16 16,1-6-12-16,-1 7 42 0,0 1-14 0,0 0 30 16,0 2-12-16,-1 5 5 0,1 2 15 15,-1 2-5-15,2 2 20 0,-2 5 21 0,0 1 16 0,1 2-37 16,0 2-26-16,-1 2-44 0,1 12-24 0,-1-19-23 15,1 19 11-15,0 0-23 0,2-13 10 0,-2 13-9 16,0 0-1-16,5 15 16 0,-3-2-6 0,2 2 4 16,-1 8 10-16,2 2 9 0,-2 6 1 0,0 2 2 15,0 4-8-15,0 7-9 0,-1 0 13 0,0 2-36 16,1 0 24-16,0-1-27 0,0-1 14 0,2 0-27 16,0-1 14-16,-1-1-33 0,1-8 7 0,0 0-32 15,0-1-39-15,0-2-18 0,2-4-7 0,-2-4-50 16,0-1-16-16,3-2-20 0,-3-4 8 0,1 0-4 15,0-3-7-15,1-1-34 0,-1-4-24 0,3-2-39 16,-9-6-29-16,16 3-73 0,-6-5-210 0,0-4-111 16</inkml:trace>
  <inkml:trace contextRef="#ctx0" brushRef="#br0" timeOffset="10654.1228">23984 9924 281 0,'-6'-10'381'0,"-1"2"-64"15,2 1-31-15,5 7-37 0,-10-14-12 0,10 14-35 16,-8-10-3-16,8 10-9 0,-8-8-61 0,8 8-16 15,-5-8-34-15,5 8-17 0,0 0-22 0,4-10-29 16,-4 10-14-16,15-6-50 0,-3 3-23 0,4 0-56 16,0 3-57-16,3-2-80 0,-1 0-108 0,0 1-148 15,1 1-26-15</inkml:trace>
  <inkml:trace contextRef="#ctx0" brushRef="#br0" timeOffset="10854.0213">24109 10046 261 0,'0'0'595'0,"-7"5"-107"0,7-5-66 0,0 0-9 15,-8 8-28-15,8-8-20 0,0 0-29 0,0 0-39 0,-9 6-25 16,9-6-70-16,0 0-25 0,0 0-58 0,0 0-15 16,0 0-58-16,7-8-14 0,-7 8-54 0,15-6-39 15,-5 1-61-15,4 1-48 0,0-2-47 16,2 1-23-16,-1-1-44 0,2 0-65 0,0 0-79 0,2-1-400 15,0 0-364-15</inkml:trace>
  <inkml:trace contextRef="#ctx0" brushRef="#br0" timeOffset="12271.949">24455 9753 440 0,'-4'-11'510'0,"-2"1"-97"16,6 10-37-16,-10-13-28 0,5 6-8 0,5 7-39 16,-9-13-36-16,9 13-39 0,-6-9-46 0,6 9-40 15,-7-7-29-15,7 7-20 0,0 0-17 0,0 0 6 16,-14 4-13-16,14-4-3 0,-6 10-11 0,6-10-3 16,-6 17 8-16,4-6-21 0,2-11 22 0,-3 21-29 15,1-10 10-15,2 1-22 0,0 0 13 0,2 0-20 16,-1 0 13-16,0 1-22 0,1-3 18 0,0 0-22 15,0 1 18-15,-2-11-33 0,4 18 7 0,-4-18-31 16,2 13 11-16,-2-13-20 0,2 13-10 0,-2-13 14 16,3 8 15-16,-3-8-13 0,0 0 19 0,2 11-41 15,-2-11-30-15,0 0-33 0,0 0-7 0,17-8 6 16,-11 3 11-16,3-5 1 0,3 1-33 0,-1-2 39 16,2-1 11-16,1-1 16 0,0 1 17 0,-2 4 14 15,0-3 10-15,-1 4 14 0,1 0 5 0,-4 1 2 16,-1 0 11-16,-7 6 13 0,15-8 15 0,-15 8 32 15,12-3 18-15,-12 3-7 0,0 0 28 0,15 6-23 16,-15-6 12-16,10 8-4 0,-10-8 3 0,9 11-19 16,-2-4 8-16,-2 1-22 0,1 0 5 0,1-1-11 15,0 0-1-15,4 0-11 0,-4-1 7 0,4 2-15 16,1-2 7-16,1-2-12 0,2 1-3 0,-1-3-19 0,4 1 8 16,-2-2-17-16,0-1 4 0,1-1-33 0,1 0 12 15,-2-2-20-15,2-3 10 0,-3 1-11 16,1-1 6-16,1-3 5 0,-3 2-2 0,0-3 7 15,-1 2 7-15,-1-3 6 0,-2 2 3 0,0 0 18 0,-4 1 13 16,1 0 0-16,-3 0 3 0,-4 8 0 0,6-14 0 16,-6 14 7-16,0 0 0 0,-2-13 5 0,2 13-3 15,0 0 13-15,-12-6 3 0,12 6 1 0,-11 5 0 16,11-5 3-16,-10 7-5 0,10-7-4 0,-12 10-7 16,12-10 15-16,-7 12-17 0,7-12 6 0,-5 15-15 15,5-15 10-15,-2 13-20 0,2-13 20 0,2 12-18 16,-2-12 12-16,3 12-15 0,-3-12 12 0,8 10-11 15,-8-10 2-15,9 9-18 0,-9-9 21 0,11 6-11 16,-11-6 11-16,11 2-17 0,-11-2 11 0,0 0-11 16,21-1 5-16,-21 1-26 0,9-4 37 0,-9 4-12 15,10-8-7-15,-10 8-2 0,10-12-4 0,-10 12-4 16,7-14 0-16,-3 5 7 0,-4 9-3 0,5-19 9 16,-5 19 2-16,4-18 3 0,-4 18 5 0,2-15 10 15,-2 15 0-15,1-13 1 0,-1 13-12 16,2-9-5-16,-2 9-3 0,0 0 4 0,4-11 5 0,-4 11 2 15,0 0 1-15,0 0 3 0,0 0 0 0,0 0-19 16,0 0 37-16,7 10 1 0,-7-10 1 0,0 0-7 16,1 14-3-16,-1-14-4 0,0 0 0 0,3 14-2 15,-3-14-5-15,2 11 6 0,-2-11 11 0,5 9-19 16,-5-9 9-16,5 11-33 0,-5-11 11 0,7 7-22 16,-7-7 16-16,8 7-21 0,-8-7 5 0,0 0-10 15,13 4 1-15,-13-4-10 0,12-1-3 0,-12 1-6 16,14-5 10-16,-14 5-1 0,18-9 5 0,-11 4 9 15,1 0-1-15,1-1 11 0,-1 1 18 0,-8 5 16 16,14-10 14-16,-14 10 7 0,12-8 4 0,-12 8-7 16,9-4 7-16,-9 4-7 0,8-4-4 0,-8 4 7 15,0 0 25-15,13-5-1 0,-13 5 8 0,0 0-5 16,15 2 16-16,-15-2 5 0,9 5 10 0,-9-5-12 16,13 6-11-16,-13-6-13 0,13 11 5 0,-13-11-21 0,13 9 4 15,-13-9-23-15,12 10 15 0,-12-10-11 16,12 10 4-16,-12-10-17 0,11 10 15 0,-11-10-15 15,11 8 9-15,-11-8-11 0,7 8 7 0,-7-8-9 16,10 7 6-16,-10-7-20 0,8 6 3 0,-8-6-17 0,0 0 7 16,9 7-11-16,-9-7 17 0,0 0-42 0,0 0-2 15,14 3-19-15,-14-3 17 0,0 0-9 0,13-7 8 16,-13 7-1-16,9-7 9 0,-9 7 9 16,12-8 11-16,-12 8-1 0,10-11 10 0,-10 11 7 0,9-10-8 15,-9 10 15-15,10-10 0 0,-10 10 4 0,9-9 1 16,-9 9-1-16,8-8 0 0,-8 8 7 0,6-7-11 15,-6 7 6-15,8-6 6 0,-8 6-1 0,7-6 2 16,-7 6 0-16,0 0 5 0,12-4 5 16,-12 4 11-16,0 0 10 0,14 0-22 0,-14 0 10 0,0 0 6 15,16 3-3-15,-16-3 14 0,10 5-12 16,-10-5 24-16,11 7-20 0,-11-7 2 0,10 6-7 0,-10-6 2 16,12 8 7-16,-12-8-19 0,13 9 15 0,-13-9-19 15,14 8 12-15,-14-8-13 0,13 7 10 0,-13-7-15 16,14 6 11-16,-14-6-12 0,20 3 12 0,-20-3-20 15,22 1 6-15,-22-1-2 0,25-3 0 0,-13 2-5 16,1-4-11-16,3 3 0 0,-1-4-10 0,-1-1-14 16,1-1-14-16,-1-1 12 0,1-3 4 0,-1 2 13 15,-1-1-2-15,-1 0 8 0,-3 0 3 0,0 1-1 16,-1 0 12-16,0 2 4 0,-4 0 6 0,1 0-7 16,-5 8 7-16,6-13-41 0,-6 13 48 0,0 0 5 15,-2-8 9-15,2 8-2 0,0 0-6 0,-13 2 7 16,13-2-5-16,-12 7 6 0,12-7-6 0,-13 12-5 15,8-6-1-15,1 3-2 0,4-9 4 0,-7 16-28 16,7-16-28-16,-4 19-40 0,4-19-50 0,4 20-114 16,3-10-72-16,2 1-488 0,2-2-331 0</inkml:trace>
  <inkml:trace contextRef="#ctx0" brushRef="#br0" timeOffset="12487.796">26387 9990 167 0,'-6'9'700'0,"6"-9"-166"0,0 0-141 15,0 0-60-15,-10 7-77 0,10-7 5 0,-7 6-20 16,7-6-36-16,-10 13-17 0,2-6-32 0,-1 4-31 16,-1 0-24-16,1 3-17 0,-3 0-17 0,-1 3-22 15,1-1-26-15,-1 1-11 0,2 1-36 0,-1-1-56 16,1-1-14-16,-2 1-27 0,4-2-16 0,0-1-38 0,0-1-81 15,0-1-110-15,2-3-451 0,-2 2-355 16</inkml:trace>
  <inkml:trace contextRef="#ctx0" brushRef="#br0" timeOffset="14572.8155">26993 9610 275 0,'0'0'353'0,"5"-9"-31"0,-5 9-61 0,0 0-6 16,5-8-68-16,-5 8 16 0,0 0-67 0,0 0 26 0,2-12-74 15,-2 12 20-15,0 0-55 0,0 0 48 0,0 0-34 16,-9 6 40-16,2 1-16 0,-2 3 3 15,2 1-7-15,-4 2-12 0,0 2-1 0,0 2 4 16,-3 1 5-16,1 0-4 0,-1 4-7 0,1 0-17 0,4-2-2 16,-3 0-17-16,3-1 3 0,1 0-26 0,3 0 8 15,-2-2-3-15,5 0-2 0,1-1-3 0,1-2-6 16,3 3 8-16,2-4-11 0,0-1-7 0,3 0-7 16,1-3 1-16,3 1-18 0,-1-4-7 15,2 1-11-15,3-4-5 0,-3 0-3 0,-1-1 17 0,1-1 1 16,1-2 9-16,-1-1 4 0,-2-1-2 0,0-1 12 15,1-3-13-15,-2-1 11 0,2-1-11 0,-3-2 19 16,0 1-13-16,-2-2 9 0,2 1-5 0,-3-2 10 16,1 1 5-16,0 1 8 0,-2 0 16 0,-1 2 7 15,1 1 14-15,-5 8 1 0,6-15 7 0,-6 15-9 16,6-11-5-16,-6 11-5 0,4-10-10 0,-4 10-5 16,0 0-7-16,6-11-4 0,-6 11-10 0,0 0 24 15,0 0 11-15,0 0-5 0,0 0-5 0,0 0 1 16,0 0-6-16,0 14 3 0,0-14-14 0,0 0 12 15,0 16-14-15,0-16 9 0,0 12-21 0,0-12 15 16,2 11-14-16,-2-11-11 0,2 11-13 0,-2-11 11 16,5 11-12-16,-5-11 7 0,6 8-21 0,-6-8 7 15,10 7-11-15,-10-7 14 0,9 3-11 0,-9-3 26 16,0 0-14-16,15 0 1 0,-15 0-6 0,12-5 25 16,-12 5-15-16,11-11 2 0,-11 11-7 0,14-13 6 15,-8 5-3-15,-1 2 8 0,1-2-3 0,-6 8 21 16,9-12 12-16,-9 12 9 0,9-9 9 0,-9 9-2 15,5-8-4-15,-5 8-14 0,6-7 2 0,-6 7-4 16,0 0-1-16,7-7-1 0,-7 7 9 0,0 0 1 16,0 0-2-16,0 0 0 0,0 0 0 0,14 1 8 15,-14-1-6-15,0 0 4 0,11 3 3 0,-11-3 0 16,11 2-4-16,-11-2 0 0,16 0-4 0,-16 0-8 16,22-2 4-16,-11 1 0 0,-11 1 0 0,23-3 0 15,-12 1 0-15,1-1 3 0,-1-1-2 0,-1 0-3 16,-3-1-5-16,3-1-14 0,-2 0 10 0,-1 0 2 15,-2-1-4-15,-5 7 5 0,9-14-4 0,-9 14-4 16,4-14 5-16,-4 14 1 0,0-11-29 0,0 11 35 16,-4-12-24-16,4 12 21 0,0 0 6 0,-4-13-39 15,4 13 23-15,0 0-42 0,0 0 49 0,0 0-35 16,0 0 38-16,0 0 6 0,0 0-7 0,0 0 6 16,0 0-1-16,13 8 4 0,-13-8-3 0,11 14-1 15,-2-6 1-15,-4 0-4 0,4 2 3 0,-3 1-7 16,3 0 14-16,-4-1 0 0,1-1-8 0,-1 2 20 15,-1-3-20-15,-1 3-5 0,-1-3 3 0,-2-8 0 16,1 21-12-16,-1-21 7 0,-3 20-7 0,3-20 11 16,-5 17-2-16,5-17-1 0,-5 13-3 0,5-13 3 15,-6 10 5-15,6-10-10 0,-6 10 7 0,6-10-22 16,0 0-13-16,0 0-1 0,0 0 2 0,0 0-7 16,0 0-11-16,8-10 15 0,-1 3-36 0,5-3 8 15,1-2-2-15,0-4-8 0,5-2-24 0,2-2 20 16,-2-3-8-16,5-4 46 0,-2-3-10 0,-2-1 35 15,2-1-18-15,-4-2 37 0,2-1-5 0,-3-1 45 16,-3 0-20-16,-1 0 54 0,-4 4 7 0,0 3-1 16,-1-1 1-16,-3 4 13 0,-1 1 1 0,2 2 26 15,-1 2 7-15,-3 3-24 0,1 1 4 0,0 3-1 16,0 2-15-16,-2 12-17 0,2-20-25 0,-2 20-13 16,2-15-7-16,-2 15-8 0,0 0-5 0,0 0 2 15,0 0-2-15,0 0 12 0,-9 6 9 0,5 9 1 16,-3 1-22-16,2 7 15 0,-1 4-12 0,-1 4 11 15,-1 1-19-15,-2 8 14 0,2-1-8 0,-1 1-5 16,-1 1 1-16,4-2 0 0,1-5-4 0,0-1 9 16,1 0-9-16,0-1 7 0,-1-5-21 0,4-1 1 15,-1-1-14-15,0-3-1 0,0-3-2 0,0-1-13 0,2-2-12 16,-2-4 4-16,2 0 13 0,0-12 7 16,-2 21 6-16,2-21 7 0,-3 14 1 0,3-14 0 15,0 0 0-15,-4 9-6 0,4-9 5 0,0 0 3 16,-9-6 5-16,9 6-3 0,-7-11 5 0,7 11-12 15,-3-13 1-15,3 13 11 0,-3-15 1 0,3 15-3 16,-3-17 2-16,3 17-1 0,-2-18 0 0,2 18-1 16,5-19 4-16,-3 8-3 0,2 2-6 0,0-1 3 15,2 2 1-15,3-3-3 0,-1 4 0 0,3-1-19 16,1 0-33-16,1 2-45 0,1-1-24 0,-1 2-27 16,3 0-35-16,-1 0-78 0,1 2-58 0,0 0-114 0,0 1-249 15,-1-2-192-15</inkml:trace>
  <inkml:trace contextRef="#ctx0" brushRef="#br0" timeOffset="15389.1865">28054 10000 167 0,'0'0'457'0,"-14"-1"-80"0,14 1-32 0,-12-2-35 16,12 2-18-16,-10-3-34 0,10 3-19 0,0 0-6 15,-15-2-18-15,15 2-15 0,0 0-21 0,-13-4-25 16,13 4-29-16,0 0-23 0,0 0-22 0,-10-2-17 16,10 2-6-16,0 0-21 0,0 0-4 0,0 0-10 15,0 0-1-15,0 0-12 0,0 0-26 0,0 0-21 16,8-8-35-16,-8 8-30 0,18-4-13 0,-4 1-34 15,1 0-25-15,2-1-42 0,0 2-37 0,3-2-27 16,-1 2-36-16,-2-3-86 0,2 0-168 0,-2 1-86 16</inkml:trace>
  <inkml:trace contextRef="#ctx0" brushRef="#br0" timeOffset="16489.5822">28552 9675 440 0,'7'-7'330'0,"-3"-1"-26"16,-4 8-33-16,12-13 10 0,-12 13-60 0,8-14 29 15,-8 14-46-15,7-13-4 0,-7 13-52 0,7-13 21 16,-7 13-40-16,2-10-1 0,-2 10-47 0,0 0-12 16,0-13-13-16,0 13 2 0,0 0-33 0,-11-6 14 15,11 6-25-15,-13 0 14 0,13 0-18 0,-19 7 12 16,9-3-19-16,-3 4 9 0,1 0-17 0,0 0 19 15,0 1-18-15,2 1 15 0,1-1-31 0,-1 1 21 16,2 1-1-16,1-1-3 0,1-1-8 0,2 1 2 16,-1 0-17-16,4 1 4 0,1-11-6 0,-2 19 2 15,4-8-8-15,-2-11 6 0,8 20-11 0,-4-11 5 16,3 2 5-16,-1 0 2 0,1 0-7 0,1 0 5 16,-1-1-18-16,-1 2 16 0,0-4 12 0,0 1-2 15,0 0 6-15,-2-1 0 0,1 0 4 0,-5-8 2 16,5 15 1-16,-5-15-3 0,1 13 5 0,-1-13 2 15,-3 12-24-15,3-12 32 0,-11 12 5 0,0-7-2 16,2-1-4-16,-1 0 1 0,-3 1-3 0,1-3-6 16,-4 1 8-16,2 0-8 0,-4 1 15 0,5-3-7 15,2 0 2-15,11-1-2 0,-23 2 3 0,23-2-5 16,-18 1-8-16,18-1-12 0,-14-3-13 0,14 3-13 16,-11-4-8-16,11 4-7 0,0 0-10 0,-2-10-1 15,2 10-14-15,11-12-7 0,-2 7-19 0,2-2-8 16,4 0-2-16,0 1 10 0,3-3 13 0,4 2 16 15,-2-2 11-15,2 1 13 0,1-1 11 0,1 3 20 16,2-3 5-16,-3 0 24 0,1 0-1 0,-1 1 24 16,-2 0 5-16,0-1 30 0,0 2-6 0,-4-2 9 15,3 1-11-15,-6 1 36 0,0 0-22 0,-3 1 35 16,0 0-37-16,-4-1 27 0,2 2-36 0,-9 5 35 16,12-10-70-16,-12 10 51 0,9-8-63 0,-9 8 44 15,0 0-43-15,0 0 28 0,0 0-43 0,0 0 39 16,0 0-38-16,-12-1 34 0,12 1-5 0,-9 7-3 15,9-7-4-15,-11 13-11 0,11-13 11 0,-11 14-2 16,11-14-8-16,-8 16-1 0,8-16 4 0,-6 13-8 16,6-13 0-16,-4 15 2 0,4-15 3 0,-2 15-11 15,2-15-14-15,-1 11 14 0,1-11 1 0,0 0-2 16,0 15-8-16,0-15 3 0,0 0 3 0,0 0 3 16,1 14-6-16,-1-14-18 0,0 0-11 0,0 0 6 15,0 0 1-15,0 0-3 0,14-2-17 0,-14 2 1 16,7-9-16-16,-7 9 21 0,12-13-17 0,-6 5 22 15,-1 1-14-15,2 0 31 0,-1-1-20 0,-6 8 37 16,11-14-1-16,-11 14 42 0,9-11-20 0,-9 11 32 16,7-9-35-16,-7 9 22 0,7-6-16 0,-7 6 53 15,0 0-28-15,0 0 35 0,0 0 3 0,11 4-3 16,-11-4-4-16,0 0-7 0,3 13-14 0,-3-13-11 16,4 12 4-16,-4-12-8 0,5 13 2 0,-5-13-1 15,10 14-2-15,-10-14-8 0,10 12-2 0,-10-12 1 16,12 12-4-16,-12-12-8 0,16 7-13 0,-6-3 7 15,-10-4 1-15,23 2 6 0,-10-3-1 0,5-1-4 16,-2-1-2-16,3-3-3 0,2 1-4 0,0-4-1 16,-1-2-44-16,2-3 57 0,1-4-5 0,-2-1-6 15,3-5-41-15,0-6 42 0,-1-1-48 0,-2-4 46 16,-1-3-33-16,-2-4 47 0,-2-1-46 16,0-2 48-16,-3-2-33 0,-1 1 34 0,-1-1 3 0,-2 1-33 15,-3 0 42-15,-1 1-38 0,-1 2 39 0,-1 6-6 16,-2 2 29-16,1 3-6 0,-2 5 1 0,0 2 3 15,-1 4 15-15,0 3-35 0,1 2 16 0,0 2-26 16,-2 1 3-16,2 13-18 0,-5-17 7 0,5 17-15 16,-9-6 8-16,9 6-8 0,-16 8 15 0,3 3-8 15,-1 7 8-15,-3 5 0 0,0 11 4 0,-1 4-1 16,-1 6-20-16,4 2 15 0,3 1-13 0,1 3 7 16,2 0-12-16,4 0 19 0,3 1-19 0,2-2 15 15,2-2-20-15,3-1 15 0,2-4-31 0,3-1-52 16,1-1-5-16,1 0-20 0,1-6-28 0,-2-6-37 15,1-2-24-15,1-1-45 0,-3-5-99 0,1-2-414 16,-1 0-261-16</inkml:trace>
  <inkml:trace contextRef="#ctx0" brushRef="#br0" timeOffset="18541.1449">30142 9043 89 0,'4'-31'355'0,"-2"4"-66"0,0 0-49 16,-1 1-4-16,0 2-44 0,0 1 2 0,-1 1-18 16,1 3-7-16,-1 0-11 0,1 1-10 0,-1 4 22 15,0 0-32-15,0 1-52 0,0 13 14 0,-1-19-58 16,1 19 24-16,-1-12-49 0,1 12 33 15,0 0-38-15,0 0 21 0,0 0 3 0,-9 15 36 0,5 1-15 16,-4 6 25-16,-1 8-7 0,-2 5 32 0,-2 5-6 16,0 4 29-16,-1 1-20 0,0 11 6 0,-2 3-17 15,3 0 0-15,1 3-11 0,0 0-13 0,3 1-3 16,0 1-7-16,0-2-2 0,2 1-5 16,-1-1 0-16,2-10-9 0,-3 1-10 0,2-1-6 0,0 0-1 15,-1-1-10-15,-2-4 0 0,3 1-9 0,0-5 4 16,1-3-7-16,1-4 6 0,-1-4-12 0,1-1 5 15,1-6-3-15,0 0 3 0,0-3-9 0,2-3-32 16,-1-2-36-16,0-1-43 0,-1-2-13 16,2-2-43-16,1-1 2 0,1-11-53 0,-4 15-12 15,4-15-97-15,-4 9-82 0,4-9-517 0,0 0-500 0</inkml:trace>
  <inkml:trace contextRef="#ctx0" brushRef="#br0" timeOffset="18956.9048">29825 9818 334 0,'-2'-12'366'16,"-1"2"-65"-16,3 10 34 0,-4-17-101 0,4 17 3 15,-1-16-76-15,1 16 9 0,2-14-64 0,-2 14 14 16,7-17-70-16,1 9 33 0,2 0-51 16,2 1 25-16,3-1-42 0,1 3 31 0,1-1-48 15,5-2 39-15,-1 4-46 0,3 0 42 0,0-1-46 0,1 3 40 16,-1-2-45-16,1 3 43 0,-2 0-44 0,-1 0 42 15,-2 0-47-15,1 1 43 0,-1 1-41 0,-3-1 38 16,1 2-41-16,-4-1 42 0,0 1-43 16,-1 2 46-16,-1 1-42 0,0 0 37 0,-3 1-35 15,2 2 43-15,-2 0-42 0,-2 1 40 0,-1 0-40 16,-2 0 44-16,1 0-41 0,-1 3 39 0,-2-4-5 0,-2-8-3 16,4 19-7-16,-4-19-5 0,2 18 9 0,-2-18-2 15,0 15 1-15,0-15 1 0,0 13 0 0,0-13 14 16,0 0 8-16,-2 15-8 0,2-15-13 15,0 0 25-15,-8 5 8 0,8-5-34 0,0 0 51 16,-15-5-12-16,15 5 16 0,-13-11-17 0,6 3 4 16,1-2-14-16,-1-1 6 0,1-1-18 0,2-2 6 0,1-1-39 15,3-2-24-15,0 2-18 0,3-2 17 0,2 0-52 16,2-1 24-16,4 2-55 0,0-1-6 16,2 3-26-16,2 1-30 0,1 2-65 0,2 3-77 0,1-2-342 15,-2 5-167-15</inkml:trace>
  <inkml:trace contextRef="#ctx0" brushRef="#br0" timeOffset="19773.8623">30555 9782 38 0,'-13'-1'440'0,"13"1"-149"16,0 0-43-16,4-13-49 0,-4 13-2 0,6-10-40 15,-6 10 21-15,8-9-64 0,-8 9 21 0,9-9-56 16,-9 9 17-16,10-8-54 0,-10 8 24 16,10-3-44-16,-10 3 29 0,0 0-47 0,17 0 36 0,-17 0-40 15,10 4 34-15,-10-4-38 0,9 7 34 0,-9-7-42 16,8 10 38-16,-8-10-31 0,4 10 36 0,-4-10-40 16,3 11 47-16,-3-11-36 0,0 0 1 0,-2 16-2 15,2-16 34-15,-5 9-2 0,5-9-6 0,-9 8-6 16,9-8-1-16,-10 5-45 0,10-5 43 0,-13 3-38 15,13-3 45-15,-15 0-43 0,15 0 45 0,-13-2-36 16,13 2 44-16,-12-5-50 0,12 5 30 0,-9-9-35 0,9 9 39 16,-4-14-45-16,4 14 39 0,2-17-43 15,0 6 35-15,1 0-35 0,3-2 42 0,0 1-52 16,1 0 19-16,2 0-2 0,-1 0 16 0,2 4-4 16,-1-3 7-16,1 4 2 0,-1 1-1 0,-2 0 1 15,-7 6 4-15,17-7 3 0,-17 7-3 0,14-2 7 0,-14 2-2 16,14 2 15-16,-14-2-7 0,14 7 37 15,-14-7-45-15,12 12 38 0,-12-12-47 0,11 13 41 16,-4-6-44-16,-2 0 40 0,-1 2-41 0,-4-9 33 16,9 14-36-16,-4-7 43 0,-5-7-49 0,10 16 44 15,-10-16-43-15,7 11 37 0,-7-11-43 0,6 11 47 0,-6-11-46 16,6 8 42-16,-6-8-42 0,0 0 28 16,8 10-20-16,-8-10 38 0,0 0-46 0,7 6 29 15,-7-6-56-15,0 0 27 0,0 0-44 0,13-4 49 16,-13 4-47-16,12-6 19 0,-12 6 2 0,13-8 17 15,-13 8 2-15,15-8 4 0,-15 8 3 0,15-9 3 16,-15 9 11-16,16-8-4 0,-16 8 16 0,12-4-7 16,-12 4 6-16,13-4 10 0,-13 4 3 0,12-2-2 15,-12 2 4-15,0 0-5 0,18 2-3 0,-18-2 44 16,11 4-46-16,-11-4 37 0,10 7-43 0,-10-7 47 16,9 8-45-16,-9-8 20 0,10 8-29 0,-10-8 36 0,7 10-41 15,-7-10 41-15,7 9-43 0,-7-9 37 16,6 9-46-16,-6-9 42 0,5 8-41 0,-5-8 42 15,7 7-45-15,-7-7 45 0,0 0-38 0,5 9 56 16,-5-9-16-16,0 0 40 0,0 0-27 0,8 4 8 0,-8-4-28 16,0 0 12-16,10-7-29 0,-10 7 10 0,11-11-17 15,-6 4-8-15,1-1-8 0,-6 8 4 0,9-16-2 16,-3 8 4-16,-1 1-6 0,-5 7 11 0,8-14 4 16,-8 14-6-16,5-11 0 0,-5 11 2 0,6-9-6 15,-6 9-7-15,6-8 3 0,-6 8 0 0,0 0 6 16,8-5 2-16,-8 5 0 0,0 0 1 0,0 0-1 15,14 3 7-15,-14-3 5 0,12 7-11 0,-12-7-8 16,11 7-27-16,-11-7 3 0,14 11-59 0,-14-11 1 16,13 8-88-16,-6-3-49 0,-7-5-76 0,13 10-382 15,-13-10-197-15</inkml:trace>
  <inkml:trace contextRef="#ctx0" brushRef="#br0" timeOffset="22225.4403">31868 9603 31 0,'0'0'371'16,"6"-14"-103"-16,-6 14-18 0,4-10-41 0,-4 10-13 15,0 0-59-15,2-11-2 0,-2 11-43 0,0 0 9 16,0 0-21-16,-8-7-7 0,8 7 1 0,-11 3 18 15,2 2-20-15,1 1 3 0,-3 1-3 0,-1 4-9 16,-1 1-7-16,-1 1-6 0,1 1-1 0,0 1-6 16,0 1-11-16,1 0 3 0,1 0 24 0,1 0-41 15,2-2 16-15,1-1-26 0,1 2 40 0,2-1-46 16,2-2 38-16,1 0-42 0,3 0 39 0,3 0-48 16,5-1 42-16,2 0-48 0,6-1 34 0,3 0-67 0,3-4-13 15,7 0 6-15,-4 0-11 0,2-3 18 0,0-2-3 16,-2-1-2-16,0-1 1 0,-2-2 4 15,0-1 3-15,-1-2-5 0,0-2-2 0,-2 0 7 16,-1-3-9-16,-1-1-34 0,1-2 37 0,-4 1-19 0,2-5 39 16,-5 2-23-16,0 0 36 0,-2-1-24 0,-3 0 11 15,1 1 5-15,-3 1 25 0,-1 2 8 16,-2-1 3-16,-1 3-2 0,0 0-2 0,-3 11 6 16,2-20 1-16,-2 20 6 0,-2-15-2 0,2 15 3 0,-5-13-1 15,5 13-1-15,-7-8-1 0,7 8 7 0,-9-5-2 16,9 5 0-16,0 0-8 0,-16-3 1 0,16 3-6 15,0 0 2-15,-14 4-5 0,14-4 0 0,0 0 3 16,-12 7-4-16,12-7-1 0,0 0 4 0,-7 8-5 16,7-8-3-16,0 0 4 0,-4 11 3 0,4-11 25 15,0 0-31-15,7 13 4 0,-7-13 22 0,12 10-25 16,-12-10 16-16,14 9-22 0,-5-4 28 0,1 1-31 16,-1 0 29-16,0 0-22 0,1 0 24 0,0 1-17 15,0 0 27-15,1 2-24 0,-1-1 21 0,0 0-23 16,1 3 23-16,-1-2-19 0,-1 1 23 0,-1-1-7 15,1 2-6-15,-1-1-5 0,-2-2-1 0,0 1-4 16,0 0 5-16,-2 0-5 0,0 0 5 0,-4-9-3 16,6 17 3-16,-6-17-1 0,3 15-2 0,-3-15-5 15,2 13 2-15,-2-13-5 0,0 0 1 0,-1 17 0 16,1-17-4-16,-5 7 6 0,5-7-6 0,-10 6 5 0,10-6-10 16,-12 2 2-16,12-2-1 0,0 0 1 15,-18 0-6-15,18 0-4 0,-11-4-7 0,11 4-33 16,-8-7-5-16,8 7-16 0,-3-11-7 0,3 11-15 15,3-14-22-15,0 4 47 0,3-2-32 0,2-2 46 0,1-2-20 16,2-2 15-16,2-4 17 0,1-2 13 16,1-1 17-16,1-6 20 0,1-2 19 0,0-1 13 15,-2-2 10-15,-2-1 3 0,0-1 20 0,-3-1 8 16,-1 1 22-16,-2 0 12 0,-1 4-4 0,-2 1-4 0,-1 1 2 16,-1 4 23-16,0 2-36 0,-1 1 84 0,0 1-42 15,-1 6 31-15,0 0-17 0,0 1-19 16,1 4-25-16,-1 0-14 0,1 2-40 0,-1 11-13 15,0-18-16-15,0 18 0 0,0 0-49 0,1-13 62 0,-1 13-59 16,0 0 45-16,0 0-44 0,2 18 14 0,-1-4 1 16,-1 3 55-16,0 7-52 0,-2 2 46 0,0 7-5 15,-1 1-10-15,-1 7-1 0,0 2-7 0,0 2-1 16,0-1-4-16,0 2-44 0,1-2 44 0,1-2-65 16,0-4-17-16,2-2-5 0,0-1-6 0,0-5-20 15,2-2 2-15,-1-2 8 0,1 1-17 0,0-7 1 16,-1-2 13-16,2-1 11 0,-2-1 7 0,0-4 17 15,0 0 9-15,-1-12 11 0,0 18 7 0,0-18-1 16,0 0 1-16,0 14-4 0,0-14 0 0,0 0 7 16,0 0-5-16,0 0 0 0,0 0 4 0,4-11-7 15,-4 11 23-15,6-14-12 0,-2 7 29 0,2-1-15 16,-1-2 16-16,4 1 9 0,-1-2 0 0,2-1 13 16,0 2 13-16,0 0 15 0,1-2-2 0,0 1-6 15,0 3 20-15,0-3-17 0,1 1 0 0,-3 1 9 16,2 2-5-16,0 1-11 0,-2 0-7 0,1 2-16 0,1 1-3 15,-11 3-6-15,20-4 2 0,-8 8-9 16,-1-2 4-16,-1 2 3 0,1 2-2 0,-2 0-1 16,0 2 3-16,1 1-3 0,-3 1-47 0,-1 0 50 15,0 1-52-15,-1-1 66 0,-1 1-66 0,-2-1 18 0,0 0 5 16,-2-10 9-16,2 18-8 0,-2-18 10 16,-1 17 2-16,1-17 2 0,-6 15 1 0,6-15 1 15,-10 12 7-15,10-12-7 0,-12 8-5 0,12-8 4 16,-15 5 2-16,15-5-9 0,-14 0 12 0,14 0 11 0,-16-4-22 15,16 4-14-15,-13-8 3 0,13 8-16 0,-9-11-18 16,9 11-4-16,-4-14-23 0,4 14 8 16,2-17 2-16,0 7-1 0,3 0 26 0,0 1 5 15,1-2 7-15,1 2 6 0,1 0 2 0,-1 1 6 0,0 1 14 16,0-1-14-16,2 2 3 0,-1-1 10 0,0 2-1 16,-1 1 7-16,-7 4 0 0,16-8 3 0,-16 8 9 15,13-5-2-15,-13 5 4 0,14-2 1 0,-14 2 7 16,0 0-3-16,17 2-8 0,-17-2 7 0,12 5 3 15,-12-5-2-15,9 8-2 0,-9-8-2 0,8 7-1 16,-8-7-4-16,8 10-3 0,-8-10 0 0,6 11 5 16,-6-11-8-16,5 9-5 0,-5-9 3 0,5 7 1 15,-5-7-5-15,0 0 0 0,5 9-3 0,-5-9 2 16,0 0-1-16,4 9 5 0,-4-9 2 16,0 0-9-16,0 0-22 0,0 0-13 0,0 0-3 0,16-5 9 15,-16 5 7-15,8-7-4 0,-8 7-6 0,12-13-15 16,-6 7 12-16,0-3 4 0,0 1 3 0,0 0 9 15,0 2 14-15,-1-2 13 0,-5 8 5 0,8-11 6 16,-8 11 1-16,7-11 3 0,-7 11-14 0,6-7 1 16,-6 7-3-16,0 0-8 0,9-7 7 0,-9 7 7 15,0 0 6-15,0 0 3 0,0 0 0 0,14 0 4 16,-14 0 4-16,0 0-9 0,10 6-4 0,-10-6-5 16,0 0 2-16,11 7-2 0,-11-7-3 0,0 0 4 15,9 9-2-15,-9-9-6 0,0 0 4 0,9 9 1 16,-9-9-2-16,0 0-3 0,9 5-3 0,-9-5 3 0,0 0 10 15,0 0 1-15,8 6-5 0,-8-6-2 16,0 0-7-16,0 0 2 0,11-2-13 0,-11 2-1 16,9-4 6-16,-9 4 19 0,7-8-18 0,-7 8-2 15,10-9 4-15,-4 1-3 0,-6 8 1 0,12-11 0 0,-12 11 5 16,11-11 4-16,-11 11 9 0,8-8-2 16,-8 8-6-16,9-8-4 0,-9 8 2 0,0 0-5 15,10-6 2-15,-10 6 25 0,0 0-4 0,11 2 3 16,-11-2 6-16,8 7 4 0,-8-7-6 0,7 10 0 0,-7-10-1 15,7 14 6-15,-7-14 1 0,8 11-6 16,-8-11-6-16,7 13-9 0,-7-13 5 0,6 12 1 16,-6-12-3-16,8 13 0 0,-8-13 15 0,6 9-23 15,-6-9-1-15,6 9 5 0,-6-9-2 0,6 8 2 16,-6-8 1-16,0 0-3 0,8 7 8 0,-8-7-2 0,0 0-3 16,11 4-7-16,-11-4 0 0,0 0 1 15,17 0-11-15,-17 0-6 0,13-4-2 0,-13 4 9 0,15-3-9 16,-15 3 3-16,13-4 2 0,-13 4-1 0,17-5 1 15,-17 5-3-15,15-5 2 0,-15 5 9 0,21-4-5 16,-21 4 7-16,20-3 13 0,-7 1 4 0,0 0 0 16,1 0 0-16,1 1 4 0,4 1 7 0,-2-2-9 15,2 1 1-15,-1 0 2 0,0 1-4 16,1 1-10-16,0-1 11 0,2 1-12 0,1 0 5 0,0-1-17 16,-2 0-28-16,0 1-34 0,-1-1-28 0,-1 2-10 15,0-1-49-15,-5 1-37 0,0-1-62 0,-1 0 12 16,-12-1-45-16,14 3-183 0,-14-3 53 0</inkml:trace>
  <inkml:trace contextRef="#ctx0" brushRef="#br0" timeOffset="23025.7383">23092 10933 160 0,'0'0'311'0,"0"0"-76"0,0 0-74 0,0 0-18 16,0 0-38-16,0 0-18 0,0 0-26 15,4-8-7-15,-4 8-11 0,0 0 8 0,0 0 1 0,0 0 24 16,11 3-7-16,-11-3 10 0,12 4-13 0,-12-4 34 16,19 7-25-16,-3-3 19 0,2-1-34 0,8 0 29 15,4-1-22-15,12-2 33 0,13-1-10 16,21-3-2-16,11-3-5 0,16-4-14 0,33-3 9 0,16-5-12 16,16 0-11-16,15 1 1 0,15-1-17 0,52-4-9 15,7 1 10-15,4 3-28 0,2-3-8 0,4 1-8 16,1 3-22-16,2 3-1 0,-4-1-3 0,2 4-1 15,-5 2-6-15,-47 3-7 0,48 2-3 0,-48 5-8 16,2-2-18-16,1 5-26 0,45 0-18 0,-52 3-27 16,-4 3-33-16,-3-3-32 0,-2-1-46 0,-8 2-268 15,-7-2-26-15</inkml:trace>
  <inkml:trace contextRef="#ctx0" brushRef="#br0" timeOffset="25810.1264">21366 11319 379 0,'-3'-10'293'16,"3"10"-56"-16,-6-8 31 0,6 8-8 15,-4-8-33-15,4 8-10 0,-6-9-16 0,6 9-34 0,-6-6-18 16,6 6-9-16,-6-8-5 0,6 8-14 0,-6-6 4 16,6 6-8-16,0 0-7 0,-8-10-13 0,8 10-18 15,0 0-17-15,0 0-21 0,-8-5 1 0,8 5-1 16,0 0 2-16,0 0 19 0,-8 11 18 0,8-11-4 16,-5 16-3-16,3-5-3 0,-1 3 12 0,2 3-25 15,-1 2 15-15,1 0-22 0,0 1 12 0,0 5-30 16,2-1 12-16,-1 2-22 0,0-1-3 0,1 2-4 15,1-2-2-15,0 0-2 0,3 2-4 0,-2-3-2 16,1 0 2-16,1-2-8 0,1 0-13 0,-1-2-32 16,3-2-40-16,-2-2-38 0,0-1-23 0,1-1-27 0,0-1-10 15,2-1-24-15,-1-1-55 0,-1-1-42 16,0-3-30-16,0 0-63 0,-7-7-274 0,13 11-180 16</inkml:trace>
  <inkml:trace contextRef="#ctx0" brushRef="#br0" timeOffset="26076.476">21875 11354 663 0,'11'-15'500'0,"-4"2"-100"16,0 2-50-16,-1-1-32 0,-1 4-52 0,2 0-57 15,-7 8-40-15,8-12-38 0,-8 12-17 0,6-7-1 16,-6 7 18-16,0 0-9 0,7 5 2 0,-7-5 37 15,7 17-42-15,-4-2-6 0,0 2-33 0,2 4-3 16,-2 4-28-16,2 4-11 0,0 2 13 0,1 0-29 16,-1 3-2-16,1-3-4 0,1 0-10 0,0 1 4 15,2-2-5-15,-1-1-12 0,1-2-1 0,1-1-43 16,-2-4-45-16,1-1-19 0,-1-1-40 0,1-3-33 16,-3-1-29-16,1-2-43 0,-2-1-55 0,-1 0-49 15,-1-2-457-15,-3-11-358 0</inkml:trace>
  <inkml:trace contextRef="#ctx0" brushRef="#br0" timeOffset="26443.199">20616 11493 41 0,'-42'-10'484'16,"2"0"-98"-16,8 2-97 0,2 1-1 0,6 0-21 16,2 3-21-16,5-1-36 0,1 2-54 0,4-2-42 15,0 3-23-15,12 2-14 0,-14-7-28 0,14 7 1 16,0 0-7-16,2-9 6 0,-2 9 0 0,23-8 9 16,-5 3-10-16,8 0 16 0,7 0-2 0,5-1 1 15,9-2 1-15,4 2 0 0,1 0-3 0,6-1-12 16,1 0-4-16,11 0-4 0,2 0 5 0,3 0-18 15,2-1-5-15,3 2-6 0,3-3-8 0,3 3 1 16,1-2-4-16,0 2-5 0,0-2 3 0,-1-1 1 16,-1 1-2-16,0-2-17 0,-3 2-6 0,-2-1-18 15,-5 3-14-15,-4-2-22 0,-16 3-14 0,-2 1-16 16,-6 0-20-16,-10 1-32 0,-7 2-56 0,-2 0 19 0,-8 0-24 16,0 1-1-16,-5 0-41 0,-15 0-333 15,21 1-106-15</inkml:trace>
  <inkml:trace contextRef="#ctx0" brushRef="#br0" timeOffset="27761.2718">24237 11337 279 0,'0'0'352'0,"-2"-13"-78"0,2 13-19 0,0 0-80 16,-1-14 14-16,1 14-1 0,0 0-4 0,1-13-2 16,-1 13-23-16,0 0-45 0,0 0-14 0,1-14-20 15,-1 14-20-15,0 0-13 0,0 0 11 0,0 0-9 0,0 0 27 16,0 0 27-16,0 17 13 0,-1-6 3 16,-1 4 3-16,-3 6 3 0,-2 3-33 0,0 2-5 15,-1 3-10-15,-1 1-19 0,-1 1-5 0,4 0-8 16,-3-2-9-16,2-1-10 0,0-3-1 0,3-1-7 0,-2-2-6 15,3 0 3-15,0-5-3 0,0-1-2 0,1 1-6 16,0-5 4-16,0-1 0 0,1-1-4 0,1-10 7 16,-4 18 4-16,4-18 7 0,-2 13-3 0,2-13-4 15,0 0-15-15,0 0-21 0,0 0 5 0,0 0-3 16,-1-12-1-16,1 12-1 0,2-24-13 0,-1 7 7 16,0-1-3-16,1-3-4 0,-1-4 7 0,1 0-6 15,-1-3 5-15,1 1-2 0,1-5 7 0,1 2-3 16,0 0 3-16,1 1 3 0,1 1 6 0,1 4 0 15,-2 2 3-15,2 0 2 0,0 2-5 0,1 2 9 16,-2 3-5-16,2 1 5 0,0 0-2 0,1 2 4 16,0 1-3-16,0 0 3 0,3 4 3 0,-1 0 5 15,0 2-3-15,1 3 11 0,0 1 0 0,0 2 7 16,3 3 8-16,-1 3 3 0,2 0-1 0,1 4 9 16,-1 0-3-16,3 7 13 0,0-1-14 0,0 4 5 15,0 1-18-15,3 4 2 0,-1 2-11 0,2 1 1 16,-4 0-11-16,1 0-20 0,-5-4-36 0,2 1-18 15,-3-2-57-15,2 0-2 0,-3-2-5 0,-1-2-45 16,-1-2-33-16,-2 0-68 0,0-2-48 0,-4-2-65 16,-1-2-246-16,-2-2-150 0</inkml:trace>
  <inkml:trace contextRef="#ctx0" brushRef="#br0" timeOffset="27961.5625">24313 11603 485 0,'-15'-6'437'16,"-2"0"-61"-16,5 1-67 0,-1 0-38 0,1 0-27 16,5-1-29-16,7 6-50 0,-18-6-28 0,18 6-36 0,-12-5-24 15,12 5-18-15,0 0-9 0,-10-6-11 0,10 6-7 16,0 0-19-16,0 0-8 0,18-3-10 16,-5 2-18-16,1-1-24 0,7 2-32 0,1-1-39 15,3-1-38-15,4 1-32 0,2 1-42 0,1 0-47 0,7-1-316 16,0-2-105-16</inkml:trace>
  <inkml:trace contextRef="#ctx0" brushRef="#br0" timeOffset="28211.0963">25121 11493 87 0,'10'-4'632'0,"-10"4"-138"0,0 0-113 16,0 0-69-16,0 0-68 0,9-5-45 0,-9 5-32 15,0 0 40-15,0 0-1 0,9 10-1 0,-9-10-38 16,7 14-13-16,-5-6-13 0,1 2-8 0,1 1-16 16,0 3-19-16,0 3-16 0,2-2-13 0,-3 1-14 15,0 1-12-15,2 0-6 0,-1 0 1 0,-1 1-17 16,1 0-4-16,0-1-6 0,1-2-42 0,-1 1-49 16,-1-1-32-16,2 0-42 0,-1-3-19 0,2 2-18 15,-1-1-46-15,2-1-45 0,-2-2-68 0,1-1-65 16,-1 0-314-16,-5-9-233 0</inkml:trace>
  <inkml:trace contextRef="#ctx0" brushRef="#br0" timeOffset="28544.5581">25942 11639 660 0,'0'0'560'0,"14"-9"-128"0,-14 9-72 16,11-4-55-16,-11 4-40 0,0 0-11 0,12-5-18 15,-12 5-16-15,0 0-11 0,0 0-11 0,0 0-9 16,0 0-9-16,4 9-7 0,-4-9-30 16,-8 17-28-16,4-6-26 0,-4 3-12 0,1 0-16 0,1 1-13 15,-2 3-7-15,1 0-7 0,-1 1-7 0,1 0-4 16,0 0-5-16,2 1-4 0,-1-1-10 0,1-1 3 15,1-1-11-15,2 0-1 0,-2-1-54 0,0 1-34 16,2-2-56-16,0-1-17 0,0-1-52 0,0-1-9 16,0-1-19-16,2-11-78 0,-2 18 19 0,2-18-29 15,-1 17-88-15,1-17-337 0,0 0-271 0</inkml:trace>
  <inkml:trace contextRef="#ctx0" brushRef="#br0" timeOffset="29344.2647">26212 11168 338 0,'6'-18'460'0,"-3"3"-31"0,4 1-75 0,-3 0-54 15,-2 4-27-15,1-1-26 0,1 0-17 0,-4 11-11 16,4-18-22-16,-4 18-37 0,2-12-34 0,-2 12-22 15,3-11-25-15,-3 11-23 0,0 0-4 0,4-10-9 16,-4 10-4-16,0 0 0 0,0 0-1 0,0 0 4 16,12 7 12-16,-12-7-1 0,9 14-7 0,-3-5 16 15,2 3-1-15,0 1-11 0,1 3 2 0,3 1-6 16,-3 2-2-16,3 0-4 0,1 3-11 0,0 1 25 16,3 0-23-16,-3 1 14 0,3 0-24 0,-1 0 16 0,1 0-21 15,-3 1 11-15,0-2-20 0,4-1-2 0,-4 0-7 16,-2-3 6-16,0-1-1 0,-2-1-3 15,3-1 4-15,-5-1 0 0,1-2-3 0,-1 0 2 16,0-2-10-16,0 1-15 0,-1-2-14 0,-1-1 5 16,2 0 4-16,-3-2-11 0,1 1-5 0,-5-8 0 15,8 14-3-15,-8-14-7 0,7 11-4 0,-7-11 2 0,4 8 5 16,-4-8 14-16,6 7 7 0,-6-7 8 16,0 0 5-16,6 10-3 0,-6-10 11 0,0 0 1 15,0 0 2-15,5 9-1 0,-5-9 5 0,0 0 0 16,0 0 0-16,0 0 0 0,0 0-1 0,0 0 11 0,4 8 1 15,-4-8-8-15,0 0-7 0,0 0 16 0,0 0-3 16,0 0-3-16,0 0 1 0,0 0 0 0,0 0 0 16,0 0-3-16,0 0-5 0,0 0 8 15,0 0-5-15,0 0 1 0,0 0 2 0,0 0 1 0,0 0 3 16,0 0 5-16,0 0 0 0,0 0-2 0,0 0-3 16,0 0-3-16,0 0 2 0,0 0-4 0,0 0 2 15,0 0-2-15,-11-3-2 0,11 3-13 0,-12-8 3 16,6 1 0-16,-1 0-1 0,-2-2 3 15,0-1-13-15,-2-3-9 0,2-1-21 0,-3-3-3 0,1-1 18 16,-2-4-34-16,1-3-9 0,0 0 0 0,2-4 4 16,1-2-8-16,3-1 12 0,-1-2 6 0,5 0 6 15,-2-3 6-15,4 2 10 0,2 1 5 0,0 1 11 16,2 3 2-16,-1 5 2 0,3 1 8 0,0 3-6 16,2 1 8-16,1 2 4 0,1 1 0 0,2 2 6 15,1 4 0-15,0 1 3 0,2 3-2 0,0 1 11 16,3 4 8-16,1 1 9 0,2 3-20 0,0 1 46 15,2 6-20-15,4 2 33 0,-3 4-18 0,5 4 20 16,0 2 12-16,-2 2 2 0,0 2-2 0,-2 1-8 16,-2 2-9-16,-1 0-6 0,-2 2 2 0,1-3 3 15,-4 2-22-15,-1-4 6 0,-1 2-21 0,-4-2-7 16,3 0-6-16,-3-2 0 0,-1-2-2 0,-1-1-17 16,-1-1-30-16,-1-1-50 0,0-1-55 0,0-2-47 15,-1 0-18-15,-1-2-61 0,1-1-92 0,-1-2-518 16,-5-10-433-16</inkml:trace>
  <inkml:trace contextRef="#ctx0" brushRef="#br0" timeOffset="29544.166">26681 11480 139 0,'-15'-5'655'16,"1"1"-143"-16,3 1-121 0,2-1-51 0,-1 0-60 15,10 4-42-15,-15-5-59 0,15 5-26 0,-13-5-45 16,13 5-11-16,0 0-30 0,-5-7-8 0,5 7-50 16,16-6-8-16,1 1-49 0,8-1-26 0,7 0-30 0,4 0-62 15,9 0-38-15,-1 1-37 0,2 0-48 0,-8 2-94 16,0 1-154-16,1-1-44 0</inkml:trace>
  <inkml:trace contextRef="#ctx0" brushRef="#br0" timeOffset="29895.5545">27417 11443 80 0,'0'0'523'0,"0"0"-98"0,0 0-69 16,13-6-50-16,-13 6-48 0,0 0-52 16,11-5-43-16,-11 5-36 0,10-7-11 0,-10 7-19 15,17-5-1-15,-6 3-20 0,0-1-12 0,0 2 16 0,-11 1-25 16,25-2 14-16,-14 4-12 0,3-1 9 0,-3 2-17 15,2 0 9-15,-1 2 3 0,0 3-2 16,0 0 3-16,-3 1-8 0,0 2 9 0,-3 0 2 16,2 3 15-16,-4-1-10 0,0 1 4 0,-3 1-5 0,-1 0-12 15,0 1-5-15,-2 0-4 0,-1 1 2 0,-4 0-2 16,0 1-7-16,0 2-9 0,-3 0-5 0,0-1-3 16,1-1-2-16,-1-1-7 0,0 1 2 0,1 0-4 15,1-4-5-15,1 0-1 0,-1-2 0 0,2 1-5 16,1-2 0-16,2-2-9 0,0 1-20 0,3-10-5 15,0 16-2-15,0-16-5 0,11 14-14 0,1-10-15 16,1 1-37-16,8-2-35 0,0-2-31 0,8-2-21 16,0 0-46-16,5-3-74 0,3-2-59 0,-1 0-470 15,6-4-384-15</inkml:trace>
  <inkml:trace contextRef="#ctx0" brushRef="#br0" timeOffset="30697.2649">28440 11289 346 0,'3'-18'403'15,"-2"2"-80"-15,2 1-14 0,-3-1-67 0,3 1 47 16,-1-1-57-16,0 4 27 0,0 0-24 0,0 2 10 0,-2 10-34 16,2-17-30-16,-2 17-56 0,2-14-20 0,-2 14-26 15,0 0 8-15,0 0-8 0,0 0 34 0,0 0-3 16,0 0-4-16,6 13-13 0,-6-13-10 15,0 26-17-15,0-9-7 0,-1 3-8 0,0 4-8 16,0 1 11-16,-1 2-26 0,-1 0-5 0,1 5-6 0,0-4-4 16,0-1-2-16,0 1-8 0,0-1 3 0,-1-1-2 15,3-4-8-15,0-1-7 0,0-2-8 0,-2-3-11 16,2-1-4-16,0-3-5 0,0-12 18 0,0 21 2 16,0-21 4-16,0 17-17 0,0-17-10 15,0 0-32-15,0 0-15 0,0 0 2 0,0 0 7 0,0 0-9 16,-7-15-4-16,6 2-6 0,-3-3 5 0,3-3 1 15,-2-5 14-15,1-3-27 0,0-5 26 0,-1-1-29 16,3-2 63-16,-2 0-32 0,2 0 66 0,2 0-37 16,0 1 52-16,1 1-47 0,1 4 72 0,-2 2-34 15,2 4 49-15,1 1-26 0,-2 5 28 0,1-1-42 16,1 2 31-16,-1 2-40 0,2 1 37 0,0 5-36 16,1 0 37-16,-1 2-19 0,2 1 42 0,-8 5-14 15,19 0 41-15,-8 2 0 0,3 5 17 0,0 1-30 16,0 5 14-16,4 2-19 0,0 4 8 0,0 3-18 15,0 0 0-15,0 6-10 0,3 2-7 0,-3 0-7 16,-1-1 1-16,0 2 3 0,0 1-19 0,-3-5-2 16,-1 0-15-16,0-2-18 0,0 0-30 0,-2-1-23 15,0 0-33-15,-1-6-31 0,-3-1-30 0,2-2-13 16,-4-2 6-16,2-2-52 0,-2 0-23 0,0-1-25 16,-1-2-34-16,-4-8-387 0,7 12-200 0</inkml:trace>
  <inkml:trace contextRef="#ctx0" brushRef="#br0" timeOffset="30878.0601">28627 11469 501 0,'-12'-7'457'0,"2"3"-66"0,2-1-77 16,8 5-4-16,-16-9-41 0,16 9-11 0,-11-7-22 16,11 7-26-16,-11-6-15 0,11 6-35 0,-9-6-34 15,9 6-34-15,0 0-23 0,-2-8-20 0,2 8-29 16,8-5-43-16,-8 5-41 0,21-6-29 0,-6 3-49 15,3 0-13-15,1 1-29 0,1 0-43 0,1 0-24 16,0 1-17-16,-1 0-28 0,3-1-318 0,-2-1-125 16</inkml:trace>
  <inkml:trace contextRef="#ctx0" brushRef="#br0" timeOffset="31278.4173">28995 11384 82 0,'0'0'546'15,"0"0"-116"-15,0 0-54 0,14-2-55 0,-14 2-15 16,0 0-25-16,0 0-29 0,0 0-21 0,12-1-31 15,-12 1-33-15,0 0-27 0,0 0-11 0,0 0-6 16,14 3-10-16,-14-3-3 0,8 9 26 0,-8-9-31 16,12 14-10-16,-3-4 7 0,-1 1-16 0,1 0-12 15,-1 1-11-15,1 2-9 0,0 2-8 0,0 0-2 16,0-1-9-16,-2-2-6 0,1 1-5 0,-1 0-7 16,1-1-2-16,-2-1-5 0,0-1 0 0,0 0-2 15,-1-3 2-15,1 2-11 0,-2-3-13 0,-4-7-4 16,9 14-3-16,-9-14 3 0,7 8 0 0,-7-8-2 0,9 6-29 15,-9-6-12-15,0 0-26 0,15-5 0 16,-15 5-32-16,12-11 16 0,-4 2 5 0,-1-1-5 16,1-4-1-16,-1 1 14 0,2 0-4 0,-2-1 35 15,0 1 11-15,0 2 10 0,2-1 8 0,-4 3-1 16,1 0 4-16,-1 2 2 0,-5 7 2 0,10-11 12 0,-10 11 7 16,9-8 7-16,-9 8 2 0,9-5 5 15,-9 5 14-15,11 3 8 0,-11-3-7 0,12 7-3 16,-5-3-11-16,1 1 6 0,2 2-5 0,-1-1-1 15,2 1-20-15,1 0 10 0,-1 1-60 0,4-1 14 16,-2 0-70-16,4-1 18 0,-1 0-84 0,5 0-34 0,-1 0-70 16,0-2-97-16,-1 0-300 0,-1-1-189 15</inkml:trace>
  <inkml:trace contextRef="#ctx0" brushRef="#br0" timeOffset="32295.9935">30729 10765 394 0,'-6'-12'353'0,"-1"2"-40"0,2 2-64 16,-1 1-11-16,-1 0-68 0,7 7 13 0,-14-10-8 16,14 10-19-16,-18-4-5 0,18 4-14 0,-23 5-39 15,9 1 41-15,-4 4-21 0,-1 4 11 0,-2 4-12 16,-6 5 18-16,1 6-14 0,-1 1-7 0,0 3-8 16,0 2-7-16,1 2 2 0,-1 7-3 0,1 2-18 15,5-5-4-15,2-1-16 0,5 1-1 0,2 1-5 16,3 1-15-16,4 0-10 0,4-6-14 0,6 6 6 15,4-1-8-15,4-1 7 0,6-2-11 0,1-3 6 16,6-3-18-16,3-2-29 0,1-2-34 0,3-4 2 16,1-3-25-16,2-3-26 0,1-2-68 0,-1-4 17 15,-5-3-45-15,-1-1-10 0,-4-3-26 0,-2-2-39 16,-3-1-62-16,-1-3-399 0,-2 0-258 0</inkml:trace>
  <inkml:trace contextRef="#ctx0" brushRef="#br0" timeOffset="32812.1584">31253 11119 69 0,'-6'-10'514'0,"0"1"-138"0,2 2-62 16,4 7-52-16,-7-17-39 0,7 17-33 0,-5-12-23 16,5 12-9-16,-3-13 0 0,3 13 8 15,-2-11 4-15,2 11-17 0,0 0-25 0,-3-14-22 16,3 14-27-16,0 0-15 0,0 0-13 0,2-11 7 16,-2 11-7-16,0 0-2 0,0 0 19 0,20 4 2 0,-10 2-10 15,2 1 3-15,4 5 0 0,0 1-6 16,5 4-5-16,-1 2-3 0,6 4-5 0,1 1-7 0,-1 2-6 15,0-1-7-15,0 2-2 0,-3-1 6 0,1 1-11 16,-2 0 3-16,-6-4-12 0,2 0-2 0,-4 1-1 16,1-2-1-16,-4-4-1 0,0-1-1 0,-3-1-3 15,-1-2 4-15,-1-1 1 0,0-1-2 0,-2-1 4 16,-2-2 0-16,-2-9 0 0,1 16 1 0,-1-16 0 16,-4 12-2-16,4-12 2 0,-10 6 3 0,10-6-1 15,-13 0-2-15,13 0 3 0,-16-9 7 0,9 1-11 16,1-4 3-16,1-3-9 0,3 0 0 0,2-5-7 15,5-3-9-15,3-6-3 0,8-4-6 0,2 0-18 0,5 0-8 16,4 2 35-16,2 3-50 0,2 1 34 0,0 3-78 16,1 1 33-16,0 3-77 0,-5 5 38 0,-1 1-48 15,-2 2-9-15,-3 2-16 0,-1 2-1 0,-5 1-37 16,1 2-2-16,-3 1-28 0,-1 3 13 0,-12 1-72 16,17 0-197-16,-17 0-11 0</inkml:trace>
  <inkml:trace contextRef="#ctx0" brushRef="#br0" timeOffset="33328.6835">31910 10694 160 0,'-4'-12'447'0,"0"1"-122"16,4 11-62-16,-2-16-69 0,2 16-33 0,3-16-14 15,-3 16-21-15,10-13-3 0,-3 7-10 0,3 1-6 16,3 3-13-16,1 0-8 0,3 1 4 0,3 3-7 16,5 2 9-16,3 5 26 0,2 3-15 0,3 4-9 15,0 6 11-15,-1 2-4 0,-2 3-1 0,-1 3 36 0,-2 1-62 16,-3 4 38-16,0 0-5 0,-3 4-8 0,-4 1-10 15,0 2-52-15,-4 1 46 0,-1 0-60 0,-3 0 3 16,-2 3-3-16,-3-2 3 0,-2 1-2 0,-1-9-6 16,-2 1 1-16,-1-1 45 0,-2 0-55 0,-2-3 54 15,-1-2-63-15,-3 1 54 0,-4 0-62 0,-4 0 55 16,-3-1-67-16,-6-5 11 0,-3 0-112 0,-6-1-81 16,-5-2-27-16,-11 2-30 0,-5-2-62 0,-2-1-144 15,-2-2-395-15,-2-1-410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8-23T09:58:14.834"/>
    </inkml:context>
    <inkml:brush xml:id="br0">
      <inkml:brushProperty name="width" value="0.05292" units="cm"/>
      <inkml:brushProperty name="height" value="0.05292" units="cm"/>
      <inkml:brushProperty name="color" value="#FF0000"/>
    </inkml:brush>
  </inkml:definitions>
  <inkml:trace contextRef="#ctx0" brushRef="#br0">17579 5697 72 0,'0'0'135'0,"0"0"-70"16,0 0 28-16,0 0-65 0,-5-11 35 0,5 11-18 15,0 0 39-15,0 0-7 0,0 0-7 16,-7-7-11-16,7 7-6 0,0 0-10 0,0 0-4 15,0 0-7-15,0 0-1 0,0 0 0 0,0 0-12 0,0 0 6 16,0 0 3-16,0 0-8 0,0 0 0 16,-3-9-6-16,3 9 0 0,0 0-6 0,0 0 7 15,0 0-3-15,0 0 4 0,0 0 0 0,0 0 5 16,0 0 5-16,0 0 0 0,0 0 3 0,0 0-1 0,0 0 4 16,0 0 0-16,0 0-11 0,0 0 7 0,0 0-3 15,0 0-1-15,0 0-4 0,0 0-5 0,0 0 1 16,0 0 0-16,0 0-2 0,0 0 13 0,0 0 0 15,12-5 2-15,-12 5-5 0,16-4 3 0,-4 3-6 16,2-3 0-16,4 1 13 0,1-1-10 0,4 0 3 16,4 0-1-16,5-2-4 0,2 2-1 0,1-1-9 15,1 1 2-15,3-1-7 0,-1 2-2 0,-1-1-7 16,1 3 13-16,-1-3-7 0,1 2 0 0,-3-1-1 16,-4 1-2-16,-1 1 1 0,-1-1 0 0,-1 1 2 15,-2 0-6-15,-6 0 1 0,1 1 5 0,-3 0-5 16,-2 0 1-16,-2-1-2 0,0 1-4 0,-14 0 5 15,23-1-6-15,-23 1 9 0,18 0-1 0,-18 0 0 16,15-1-5-16,-15 1 3 0,13 0-1 0,-13 0-3 16,0 0 3-16,17-1-7 0,-17 1 8 0,0 0 1 15,13 0-5-15,-13 0 1 0,0 0-2 0,0 0-5 16,12-2 1-16,-12 2-10 0,0 0-9 0,0 0-3 16,0 0-11-16,11-2-7 0,-11 2-14 0,0 0-18 15,0 0-23-15,0 0-32 0,0 0-15 0,0 0-23 16,0 0-151-16,0 0 217 0</inkml:trace>
  <inkml:trace contextRef="#ctx0" brushRef="#br0" timeOffset="966.9173">19798 5516 24 0,'0'0'56'0,"0"0"-8"0,0 0-5 0,-14-2 14 15,14 2 15-15,0 0-6 0,0 0-15 0,0 0-2 16,-12-3-6-16,12 3 1 0,0 0 1 0,0 0 6 16,0 0 1-16,0 0 1 0,0 0 2 0,-12 0 3 15,12 0-3-15,0 0-6 0,0 0 2 0,0 0-1 16,0 0-2-16,0 0-5 0,0 0 6 0,0 0-3 16,0 0-2-16,0 0-1 0,-12-2-8 0,12 2-5 15,0 0 5-15,0 0 1 0,0 0-8 0,0 0-2 16,0 0 3-16,0 0 5 0,-8-6-1 0,8 6-3 15,0 0-8-15,0 0 1 0,0 0-3 0,0 0-1 16,0 0-7-16,0 0 2 0,0 0-5 0,0 0-5 16,0 0 5-16,0 0-7 0,0 0 13 0,11-5-1 15,-11 5-8-15,25 0 0 0,-5-1 2 0,8 0 6 16,2-1-6-16,7 0 4 0,3-1-9 0,8 0 4 16,1 1-3-16,0-2 2 0,-1 1-6 0,1 0 3 15,-9 2 2-15,1 0-3 0,-2-1-1 0,-3 0-2 16,-5 1 1-16,-2 1 1 0,0 0-2 0,-6-1 1 15,-2 1-9-15,0 0 10 0,-3 0 0 0,-3-1 3 16,0 0-1-16,-15 1 1 0,23 0-4 0,-23 0 9 16,19 0-3-16,-19 0 2 0,17 0-14 0,-17 0 19 15,13-1-2-15,-13 1 0 0,0 0-6 0,18 0 2 16,-18 0-2-16,0 0-4 0,13 0 5 0,-13 0 2 16,0 0-7-16,0 0 2 0,12-2-2 0,-12 2-3 15,0 0 3-15,0 0 0 0,0 0-1 0,0 0-2 16,14 0 7-16,-14 0-12 0,0 0 8 0,0 0-4 15,0 0-4-15,0 0 3 0,0 0-4 0,9-4 0 16,-9 4 1-16,0 0 3 0,0 0-12 0,0 0 7 16,5-8 3-16,-5 8 4 0,0 0-7 0,0 0 2 0,0 0-15 15,0 0-4-15,0 0-25 0,0 0-22 0,0 0-12 16,3-10-31-16,-3 10-23 0,0 0-37 16,0 0-213-16,0 0 159 0</inkml:trace>
  <inkml:trace contextRef="#ctx0" brushRef="#br0" timeOffset="1939.1317">21959 5585 47 0,'0'0'40'0,"0"0"41"16,0 0-66-16,0 0 63 0,0 0-61 0,0 0 43 16,0 0-53-16,0 0 36 0,-10 3-41 0,10-3 28 15,0 0-36-15,0 0 42 0,0 0-32 16,0 0 31-16,0 0-39 0,0 0 54 0,0 0-22 16,0 0 46-16,0 0-40 0,15 4 39 0,-15-4-13 0,17 0-5 15,-4 0-6-15,3 0-4 0,2 0 0 0,5 0-10 16,0-1-2-16,5 1-5 0,1-2 7 15,2 2-1-15,-1-1-37 0,0-1 35 0,0 2-38 16,-2-1 35-16,1 0-31 0,-6 1 32 0,1 0-5 16,-1-2-33-16,-2 1 38 0,-2 1-4 0,0-1 3 15,-3 0-4-15,-1 1 3 0,-1 0-5 0,-1-1 7 0,-13 1 0 16,24 0-4-16,-24 0-9 0,19 0-9 16,-19 0 6-16,15 0 0 0,-15 0-3 0,14-1 0 15,-14 1-3-15,0 0 0 0,16 0-3 0,-16 0 1 16,0 0 2-16,13-1-2 0,-13 1-4 0,0 0 5 15,0 0-2-15,0 0 0 0,15 0-4 0,-15 0-3 16,0 0 2-16,0 0-5 0,0 0 6 0,0 0-3 16,0 0-2-16,0 0-4 0,15 0-4 0,-15 0 4 15,0 0 3-15,0 0 2 0,0 0-2 0,0 0 1 16,0 0 0-16,0 0 2 0,0 0 4 0,0 0-3 16,0 0 0-16,0 0-3 0,0 0 6 0,0 0-1 15,0 0-2-15,0 0 4 0,0 0-2 0,0 0-1 16,0 0-2-16,0 0 6 0,0 0-2 0,0 0 1 0,0 0-9 15,0 0 5-15,12 1-3 0,-12-1-12 16,0 0-13-16,0 0-14 0,0 0-38 0,0 0 29 16,0 0-29-16,0 0 30 0,0 0-54 0,0 0 16 15,0 0-61-15,0 0-127 0,0 0 274 0</inkml:trace>
  <inkml:trace contextRef="#ctx0" brushRef="#br0" timeOffset="2791.6447">25028 5700 30 0,'0'0'200'0,"0"0"-48"16,0 0 19-16,0 0-21 0,-12-3-22 0,12 3-17 15,0 0-13-15,0 0-9 0,0 0-6 0,0 0-14 16,0 0-9-16,0 0-3 0,0 0-17 0,0 0-4 16,0 0-7-16,0 0-10 0,0 0-3 15,0 0 1-15,0 0 4 0,0 0 4 0,16-2 4 16,-16 2 6-16,32-2 0 0,-11 1 4 0,7 1 7 16,11-1-3-16,3-2-3 0,10 1-3 0,4 0-14 0,2-2 3 15,6 2-3-15,8-3-1 0,-9 2-7 16,-1 0-5-16,-1 0 3 0,-3 0-9 0,-3 1 2 15,-4-2 0-15,-4 2-6 0,-9-1-1 0,-2 1-2 16,-7 1 9-16,-2-1-2 0,-6 1-1 0,-2-1-1 0,-1 2-4 16,-2-1 3-16,-4 0 1 0,1 0 1 0,-13 1-2 15,22-3-1-15,-22 3-4 0,16 0 5 0,-16 0 1 16,16 0-4-16,-16 0 0 0,0 0-5 16,18-1 2-16,-18 1-11 0,0 0-5 0,13 0-6 15,-13 0-5-15,0 0-19 0,0 0-19 0,11 1-10 16,-11-1-4-16,0 0-5 0,0 0-5 0,12 5-21 0,-12-5-28 15,0 0-76-15,0 0-99 0,11 3 226 0</inkml:trace>
  <inkml:trace contextRef="#ctx0" brushRef="#br0" timeOffset="16469.6141">27105 6093 5 0,'0'0'134'0,"0"0"-21"0,9-4-41 0,-9 4-27 16,0 0-19-16,0 0 7 0,10 3-29 0,-10-3 4 15,0 0-14-15,9 9 13 0,-9-9-16 0,8 9 17 16,-8-9-4-16,15 11 0 0,-9-4-14 0,2-1-38 16,-1-1-82-16,1 2 41 0</inkml:trace>
  <inkml:trace contextRef="#ctx0" brushRef="#br0" timeOffset="19521.8021">23858 1496 119 0,'0'0'186'0,"0"0"-25"0,0 0-19 16,3-7-22-16,-3 7-24 0,0 0-5 0,0 0-16 15,0 0 0-15,2-13 7 0,-2 13-3 0,0 0-12 16,0 0 0-16,-4-11-13 0,4 11-9 0,0 0-8 16,0 0-11-16,-4-10 2 0,4 10-11 0,0 0 29 15,0 0 3-15,-8-9-3 0,8 9-11 0,0 0 6 16,-7-4-5-16,7 4-4 0,0 0-6 0,-16-2-4 15,16 2 0-15,-16 1-4 0,16-1-6 0,-22 5 1 16,9-2 2-16,-1 1-2 0,1 1 0 0,-1 0-2 16,0 1-2-16,1-2-1 0,0 4-4 0,2-1 3 15,-1 0-2-15,0 2-2 0,2 0 3 0,1 2-2 16,-1-2-4-16,3 3 2 0,1 0-11 0,1-2 7 16,3 0-1-16,-1 2 1 0,5 1-2 0,1 2 4 15,2 0-1-15,2-1 1 0,3 3 1 0,3 0 1 16,0-1-3-16,4 3 7 0,1 0-7 0,2-1 0 15,0 1 2-15,-2 0 5 0,1-1-1 0,-2 0-8 16,-1-2 1-16,-3 0-1 0,0-3-10 0,-2 3 8 16,-2-3 1-16,-2 1-7 0,-2-1 4 0,-2-1 1 15,-2 0 0-15,-2 0-1 0,-2-1 4 0,-2 0 0 16,-4 0 30-16,-2 0-34 0,-1-1 27 0,-6 0-32 0,-2-2 4 16,-1 1 1-16,-2-3 5 0,-1-1 0 15,1-1-3-15,0 1 0 0,1-2 10 0,1-1-1 16,2-1-1-16,1-1 1 0,3 0-4 0,0 0-11 15,1-1-5-15,2-1 3 0,1 0-4 0,11 2-16 16,-16-7-13-16,16 7-14 0,-5-7-1 0,5 7 2 16,4-10 3-16,4 4-1 0,1 0 0 0,1-2 1 0,3 1 7 15,1 0 0-15,4-1 2 0,0-1 7 16,3 0-4-16,0-1 5 0,1 2-1 0,4-3 6 16,0 0 6-16,1 0 8 0,1 0-2 0,-1-1 5 15,-2 1 1-15,1 0 5 0,1-1 0 0,-3 1 10 16,-4 0 11-16,-2 0-4 0,1 1 12 0,-3-1 2 15,-2 2 1-15,-1 0 18 0,-2 0-10 0,-1 0-11 16,-3 1 6-16,-1 2 13 0,0-2 4 0,-6 8-11 16,5-13-8-16,-5 13 6 0,0 0-7 0,0-13 2 15,0 13-4-15,0 0-1 0,-10-8 4 0,10 8 9 16,0 0 0-16,-14 3-4 0,14-3-2 0,-11 7-3 16,11-7 7-16,-11 12 2 0,6-4 4 0,1 1-5 15,1 0 0-15,0 1 2 0,1 0 0 0,1 2-4 16,2 0-3-16,0-2-8 0,2 2 4 0,2 2-11 15,2-2 3-15,0 2-1 0,5 1 0 0,1 0 3 16,2-2 0-16,0 1-5 0,3-3-5 0,0 0 2 16,1 0-1-16,2-2-9 0,-2-1 3 0,2 0-8 15,-1-2 1-15,-2-1-1 0,0-3-5 0,0-1 2 16,0-1-7-16,1-3-6 0,-3-2 3 0,3-2-11 16,-1-3 10-16,0-4-1 0,1-2 3 0,-2-3 2 15,0-3-4-15,-3-3-1 0,-2-1 9 0,1-4-1 16,-3 1 3-16,-1-2 7 0,-1-1 0 0,-1-1 5 15,-2 2 10-15,0-1-4 0,-2 1 8 0,-1 5 19 16,-1-1-7-16,1 1 18 0,-2 2-20 0,0 3 6 16,-2 2 8-16,1 1 17 0,-1 3-29 0,1-2 9 15,-1 6-17-15,1-1 9 0,1 12-22 0,-4-19 16 16,4 19-22-16,-6-9 24 0,6 9-19 0,0 0 29 16,-19 3-7-16,8 4 6 0,0 4 14 0,-5 5 1 15,-2 3 0-15,1 5 0 0,2 2-5 0,-5 6 8 16,3 2-1-16,3 1-7 0,-1 2-6 0,5 1-10 15,2 1-1-15,-4-1-4 0,7-4-2 0,1-3-8 16,3-2 4-16,2-1-9 0,2 4-9 0,1-1 21 16,5-3-27-16,-3-1-1 0,4-2-10 0,-1-5 0 15,2-1-2-15,0 0-2 0,1-2-4 0,1-4-11 16,-2-1 9-16,1-3-11 0,0 0-12 0,1-4 7 16,-1-1-22-16,1-4-37 0,2 0 37 0,-2-1-13 15,3-5 33-15,-2-1-42 0,3-2 31 0,-2-2 4 0,-1-2 11 16,-1 0 17-16,-2-2 16 0,1 3 10 0,-4-1-1 15,-1 1 2-15,-1-1 4 0,1 1 0 0,-3 2 7 16,0-1 25-16,-4 11 10 0,4-18-12 0,-4 18 5 16,0-13-9-16,0 13-2 0,-4-12-3 0,4 12-2 15,-8-6 1-15,8 6-2 0,0 0 0 0,-20 0 1 16,20 0 10-16,-14 6-15 0,14-6-1 0,-14 12-1 16,9-6 2-16,-1 1 0 0,1 2-3 0,0 0 1 0,2 1-4 15,3-10-4-15,-1 21-15 0,1-21-31 16,7 20-28-16,-3-8-2 0,3-2-76 0,3 0-21 15,1 1-75-15,1-2-20 0,1-1-151 0,4 0 130 0</inkml:trace>
  <inkml:trace contextRef="#ctx0" brushRef="#br0" timeOffset="19804.9528">25026 1863 219 0,'-14'-1'198'16,"14"1"-46"-16,-13 3-33 0,13-3-12 0,-12 6-14 0,12-6 11 15,-10 10 10-15,5-3 7 0,-1-1-13 0,0 2-8 16,0 0-8-16,2 1-4 0,-1-1-18 16,2 3 4-16,0-1-10 0,0-1-21 0,3-9-4 0,-2 20-12 15,2-20 1-15,1 19-6 0,-1-19-3 0,4 17 0 16,-4-17-6-16,9 15 3 0,-3-8-3 0,3 0-12 15,0-1-9-15,-1-2-24 0,3 2-21 0,1-1-33 16,0-2-31-16,1 0-10 0,-1 1-16 0,1-2 7 16,1 0-104-16,-2 1-114 0,-12-3 188 0</inkml:trace>
  <inkml:trace contextRef="#ctx0" brushRef="#br0" timeOffset="20372.9528">25374 1517 53 0,'-2'-9'252'0,"2"9"15"0,-5-16-17 0,5 16-7 16,-4-10-15-16,4 10-32 0,-5-9-34 0,5 9-33 16,0 0-27-16,-4-10-28 0,4 10-13 0,0 0 2 15,0 0 6-15,-9 6-8 0,3 1 4 0,1 4-2 16,-4 4-9-16,2 4-8 0,-2 6-3 0,-1 4 2 15,1 0-13-15,-1 8-3 0,-2 2-2 0,1 1-1 16,0 3-11-16,-2-4-6 0,1 3-3 0,1-3-2 0,-2-2-10 16,3-1-8-16,2-5-1 0,-1-4-1 15,4-3 4-15,-2-1-1 0,3-2 0 0,0-4-18 16,-1-1 7-16,3-1-33 0,1-3 14 0,-3-2-26 16,2 1 34-16,2-11-27 0,-2 14-11 0,2-14-73 15,0 0-4-15,0 0-40 0,0 12 42 0,0-12-59 0,0 0 42 16,0 0-211-16</inkml:trace>
  <inkml:trace contextRef="#ctx0" brushRef="#br0" timeOffset="20525.0469">25171 2074 143 0,'0'0'250'0,"0"0"-35"0,0 0-19 0,0 0-12 16,1-11-17-16,-1 11-24 0,0 0-32 0,7-10-15 15,-7 10-13-15,11-8-12 0,-1 3-15 0,3 0-10 16,4-1-14-16,5-2-9 0,3 2-40 0,7-2-36 15,2 0-53-15,8 0-54 0,1-1-65 0,-2 2-174 0,-4 1 144 16</inkml:trace>
  <inkml:trace contextRef="#ctx0" brushRef="#br0" timeOffset="21422.2419">26196 1955 128 0,'0'0'177'0,"0"0"-11"0,-7-6-17 16,7 6-26-16,0 0 2 0,-9-7 24 0,9 7-2 15,0 0-10-15,0 0-5 0,-10-6-21 0,10 6-12 16,0 0-10-16,0 0-7 0,-7-4 8 0,7 4 3 16,0 0 4-16,0 0 3 0,0 0-6 0,0 0-5 15,0 0-18-15,-10-6-14 0,10 6-8 0,0 0-10 16,0 0 1-16,0 0-12 0,0 0-4 0,14-7 1 16,-5 3-8-16,2 2 4 0,5-4-7 0,2 2-1 0,4 0-6 15,3 0 3-15,0 0-4 0,2 1 8 0,2 0-20 16,-1 1-13-16,0 1-26 0,3 0-18 0,-2 0-18 15,0 1-2-15,-1 0-44 0,-1 0-10 0,-5 2-29 16,-2-1-32-16,0 1 10 0,-1 1-27 0,-4-1-28 16,-3 2-152-16,-12-4 150 0</inkml:trace>
  <inkml:trace contextRef="#ctx0" brushRef="#br0" timeOffset="21657.4063">26025 2059 134 0,'0'0'224'0,"-15"5"-44"0,15-5-15 0,-10 5-20 16,10-5-8-16,-8 5-1 0,8-5-20 0,0 0-8 16,0 0 5-16,0 0-16 0,6 13-12 0,-6-13-9 15,21 3-15-15,-8-1-14 0,8 0-6 0,1-2-6 0,7 1-8 16,0-1-25-16,5 0-31 0,4 0-20 0,0-1-37 15,2-2-32-15,3 2-44 0,-5-1-39 16,0 0-207-16,1-2 133 0</inkml:trace>
  <inkml:trace contextRef="#ctx0" brushRef="#br0" timeOffset="22072.4593">26446 1724 1 0,'-8'-8'326'0,"8"8"-73"0,-11-13-21 0,11 13-15 15,-8-9-22-15,8 9-30 0,-7-8-17 0,7 8-20 16,-7-9-23-16,7 9-27 0,0 0-15 0,-5-8-13 16,5 8-13-16,0 0-7 0,0 0-1 0,10-6-5 15,-10 6-3-15,17 1 11 0,-3 1-21 0,4 2 21 16,4 0-25-16,3 1 17 0,5 2-23 0,1 1 20 15,1-1-27-15,3 2 29 0,3 1-30 0,0 2 22 16,1 0-27-16,-3 1 26 0,2 0-18 0,-2 1 19 16,-3 2-18-16,1 0 0 0,-3 1 7 0,-4-2-8 15,-2 1 6-15,-2 1 1 0,-2 0 1 0,-2 1 9 0,-6-2-5 16,1 2 15-16,-5 1 15 0,-3-5 3 0,-4 4-8 16,1-2-2-16,-6 2 3 0,-1 0-14 15,-3 4-1-15,-5 1-1 0,-2 0-3 0,-4 0-1 0,-2-2-3 16,-3 3-5-16,3-5 1 0,-3 0-3 0,-1-1-4 15,-1-1 0-15,1-2-1 0,-1-1 10 0,2-1-42 16,-2-1-12-16,2-2-12 0,2-2-30 0,-2 0-17 16,0-1-26-16,2-1-28 0,2-2-47 15,1 0-55-15,5-1-2 0,-1-2-143 0,14-1 138 16</inkml:trace>
  <inkml:trace contextRef="#ctx0" brushRef="#br0" timeOffset="22389.2083">27960 1902 28 0,'6'-7'412'0,"-6"7"-100"16,0 0-93-16,7-8-42 0,-7 8-41 0,0 0 22 15,0 0-6-15,0 0-11 0,-2 11-7 0,2-11 1 16,-9 16-5-16,2-5-5 0,0 3-20 16,-2 3-12-16,0 1-29 0,0 3 3 0,-2 3-26 0,2-3 0 15,-2 3-16-15,2-2-1 0,2-1 28 0,0 1-44 16,1 0 27-16,-1-2-32 0,2 3 12 0,0-3-41 16,1 1-7-16,0-4-29 0,0 1-30 0,1-1-27 15,1-3-32-15,-3 1-28 0,3-4-28 0,1 0-44 16,1-11-56-16,-4 16-137 0,4-16 84 0</inkml:trace>
  <inkml:trace contextRef="#ctx0" brushRef="#br0" timeOffset="22622.5612">28163 1924 137 0,'-4'-15'406'15,"4"15"-108"-15,0 0-48 0,-4-7 2 0,4 7-60 16,0 0-16-16,-7 6-16 0,7-6-11 0,-7 15 5 16,3-6-30-16,-2 0-27 0,1 5-17 0,0 2-28 15,1 1 3-15,-1-2-20 0,1 2-7 0,1 1-7 16,-1 1-10-16,1 0-20 0,1 0-4 0,0 0-33 16,2-1-10-16,-1 0-64 0,1-1-24 0,-1-1-41 15,1-1-63-15,-1-2-20 0,1-3-230 0,0-10 9 16</inkml:trace>
  <inkml:trace contextRef="#ctx0" brushRef="#br0" timeOffset="22939.404">27350 1778 197 0,'-8'-4'292'0,"8"4"-51"15,-14-8-38-15,14 8-25 0,-7-5 2 16,7 5-28-16,-8-5 8 0,8 5-38 0,0 0 4 16,-9-5-39-16,9 5-10 0,0 0-6 0,0 0-2 15,0 0 0-15,-10-6 18 0,10 6 57 0,0 0 31 16,14-6 14-16,3 2-3 0,9-1-19 0,16-5-7 15,12 0-19-15,20-4-12 0,7 1-21 0,11-1-17 16,27-4-17-16,11 1-18 0,8 2-56 0,5 0-103 16,6 2-125-16,5 2-165 0,4 2-609 0,3-1-602 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8-23T10:00:49.705"/>
    </inkml:context>
    <inkml:brush xml:id="br0">
      <inkml:brushProperty name="width" value="0.05292" units="cm"/>
      <inkml:brushProperty name="height" value="0.05292" units="cm"/>
      <inkml:brushProperty name="color" value="#FF0000"/>
    </inkml:brush>
  </inkml:definitions>
  <inkml:trace contextRef="#ctx0" brushRef="#br0">14310 4784 134 0,'0'0'155'0,"0"0"-19"0,0 0-8 16,0 0-8-16,0 0-5 0,0 0-9 0,0 0-3 16,0 0-5-16,0 0-7 0,0 0 0 0,0 0-15 15,0 0-10-15,0 0 6 0,0 0-3 0,9 2-1 16,-9-2-12-16,0 0-3 0,0 0 5 0,0 0 5 16,0 0-8-16,0 0-5 0,0 0-9 0,0 0 0 15,0 0-13-15,0 0 8 0,0 0-4 0,0 0-4 16,0 0-6-16,0 0-9 0,0 0 2 0,0 0 0 15,0 0-3-15,0 0 14 0,0 0-7 0,0 0-1 16,0 0 1-16,0 0 7 0,0 0 30 0,0 0-46 16,0 0 48-16,0 0-50 0,0 0 37 0,0 0-48 15,0 0 40-15,0 0-46 0,0 0 40 0,0 0-36 16,0 0 40-16,0 0-46 0,0 0 44 0,0 0-48 16,0 0 40-16,0 0-46 0,0 0 59 0,0 0-45 0,0 0 43 15,0 0-37-15,0 0 35 0,0 0-46 0,0 0 45 16,0 0-35-16,0 0 38 0,0 0-43 0,7 6 43 15,-7-6-42-15,0 0 39 0,0 0-40 0,0 0 45 16,0 0-50-16,0 0 43 0,0 0-50 0,0 0 46 16,0 0-48-16,0 0 39 0,0 0-37 0,0 0 46 15,0 0-44-15,0 0 44 0,0 11-49 0,0-11 51 16,0 0-47-16,0 0 39 0,0 0-34 0,2 13 40 16,-2-13-47-16,0 0 46 0,0 0-56 0,0 0 49 15,0 0-33-15,2 12 51 0,-2-12-59 0,0 0 48 16,0 0-49-16,0 0 48 0,0 0-46 0,0 0 52 15,0 0-42-15,0 0 54 0,0 0-38 0,0 0 55 16,0 0-42-16,0 0 36 0,0 10-15 0,0-10 23 16,0 0-25-16,0 0 18 0,0 0-24 0,0 0 17 15,0 0-16-15,0 0 10 0,0 0-18 0,0 0 14 0,0 0-18 16,0 0 20-16,0 0-23 0,0 0 15 16,0 0-24-16,0 0 17 0,0 0-18 0,0 0 13 15,0 0-21-15,0 0 16 0,0 0-17 0,0 0 11 16,0 0-14-16,0 0 16 0,0 0-16 0,0 0 20 0,0 0-21 15,0 0 21-15,0 0-16 0,0 0 21 16,0 0-17-16,0 0 18 0,0 0-15 0,0 0 12 16,0 0-11-16,0 0 12 0,0 0-19 0,0 0 13 0,0 0-17 15,0 0 16-15,0 0-19 0,0 0 13 0,0 0-28 16,0 0-1-16,0 0-37 0,0 0-1 0,0 0-44 16,0 0-2-16,0 0-36 0,0 0 27 0,0 0-57 15,0 0-29-15,0 0-43 0,0 0-95 0,0 0-384 16,0 0-229-16</inkml:trace>
  <inkml:trace contextRef="#ctx0" brushRef="#br0" timeOffset="1499.8422">6639 5018 185 0,'-3'-9'305'0,"3"9"-76"16,-3-18-24-16,3 18-16 0,-2-14-22 0,2 14-22 15,-2-16-8-15,2 16-3 0,-2-14-4 0,2 14-5 16,-2-15 0-16,2 15-23 0,-2-12-21 0,2 12-10 15,-2-11-17-15,2 11-17 0,0 0-7 0,-1-12-5 16,1 12-9-16,0 0-8 0,0 0 2 0,0 0-3 16,0 0-2-16,0 0-4 0,0 0 6 0,7 13 4 15,-3-2 39-15,0 3-45 0,2 3 43 0,-1 2-48 16,1 1 45-16,0 0-42 0,0 3 37 0,1-1-5 16,-2 0-4-16,1 1-12 0,-1 0 4 0,1 1 4 15,0 0-1-15,-1-1-7 0,1-1-48 0,-1-1 51 0,0 0-45 16,0-2 42-16,0-1-38 0,-1-3 39 15,0 0-42-15,0-2 45 0,-1-3-44 0,-1 1 45 16,-2-11-40-16,6 17 57 0,-6-17-16 0,3 12 65 0,-3-12-12 16,0 0 10-16,5 11-41 0,-5-11 9 0,0 0-14 15,0 0-7-15,0 0-9 0,0-18-7 0,0 18-15 16,-3-21-4-16,1 6-11 0,0-3 3 16,-1-1-30-16,-1-4 27 0,1-2-31 0,-1-1 27 0,0-5-31 15,1 0 30-15,0-1-30 0,-1 0 42 0,1-1-37 16,-1 0 43-16,2 1-43 0,-2 0 47 0,2 6-34 15,0-3 40-15,1 3-42 0,-1 1 45 0,2-1-47 16,0 5 43-16,1 1-38 0,0 0 37 0,1 2-35 16,1 2 40-16,0-1-47 0,2 4 46 0,0 0-52 15,2-1 51-15,2 3-47 0,1 1 37 0,3 3-36 16,-1 0 47-16,5 3-45 0,-1 1 46 0,2 3-43 16,0 1 41-16,2 2-35 0,-1 0 37 0,1 4-44 15,1 0 42-15,-3 3-42 0,1-2 4 0,-1 3 1 16,-4 0 12-16,1 3-1 0,-2-1 3 0,-4-1-1 15,0 2 4-15,-2 1 6 0,-3 0-12 0,-1-1 6 16,-2 1-5-16,-3 1 3 0,-1 1-16 0,-4 1 50 16,-3-1-53-16,-1 0 36 0,-1 2-47 0,-6-1 30 15,-1 1-41-15,-1-1 34 0,-2-1-35 0,0-2 40 0,1 0-42 16,1-4 23-16,1 0-19 0,3-1 34 16,1-3-20-16,2 0 32 0,2-1-26 0,0-1 37 0,2-1-30 15,9-4 22-15,-16 9-28 0,16-9 31 0,-10 7-27 16,10-7 28-16,0 0-17 0,-7 8 54 0,7-8-45 15,0 0 54-15,8 6-44 0,-8-6 42 0,16 6-36 16,-7-1 36-16,2-1-44 0,3 0 39 16,0 2-32-16,2 2 42 0,0-3-42 0,3 4 41 0,1-1-7 15,0 0-6-15,1 3-11 0,2-2-1 0,2 2-6 16,1 1-1-16,1-1-3 0,1 1-15 0,-1-1-17 16,1-1-60-16,-1 2 18 0,1-2-74 0,-3 0-61 15,3 0-88-15,-1 0-374 0,-4-1-164 0</inkml:trace>
  <inkml:trace contextRef="#ctx0" brushRef="#br0" timeOffset="2666.8393">20317 3803 338 0,'0'0'333'0,"-11"-5"-67"0,11 5-69 16,-10-4-30-16,10 4-57 0,-12-5-9 0,12 5-39 15,-18-4 9-15,18 4-25 0,-21-5 11 0,9 4-15 16,-1 0 21-16,-2 1-32 0,2 0-14 16,-2 1 6-16,1 2-4 0,-2-1-5 0,1 2 4 0,-1 0-9 15,1 2 5-15,-1 1 1 0,1 1 1 0,-5 0-7 16,3 3 4-16,0-1-11 0,0 2 8 0,1 1-2 15,0 0 3-15,2 0-8 0,0 3-5 0,1-2 7 16,2 1 3-16,0 0 0 0,3-1-4 0,2 1-10 16,0-2 17-16,1 2-5 0,3-2 3 0,0 1-2 15,2-1 0-15,0 0-1 0,2 0-2 0,3 0 2 16,0 1-2-16,3 0 19 0,4 1-16 0,2-2-9 16,2-1 22-16,4 1 0 0,3 1 5 0,3-3-6 15,0 1-1-15,2 0 8 0,2-2 36 0,-2 2-58 16,1-2 39-16,-1 0-44 0,-1 0 49 15,-1 1-46-15,-3-2 38 0,-2 1-47 0,-1-1 39 0,0 1-42 16,-4 0 45-16,1 0-52 0,-4-1 51 0,-1 1-49 16,-1-2 38-16,-1 1-31 0,-1 0 52 0,-1-3-1 15,-2 1-2-15,-1 1-1 0,-5-8-8 0,7 15 2 16,-7-15 0-16,2 13 10 0,-2-13-1 16,-4 11-6-16,4-11 0 0,-11 12-3 0,2-6-9 0,-4-1-10 15,-3 0 5-15,-4 0-11 0,-6-1 1 0,-7 0-18 16,-4-4-20-16,-2 2-18 0,-5-1-24 0,-8-1-42 15,1-1-78-15,-2-2-60 0,0-2-160 0,2-2-223 16,-1-2-144-16</inkml:trace>
  <inkml:trace contextRef="#ctx0" brushRef="#br0" timeOffset="3900.1423">14167 3104 69 0,'0'0'315'16,"-5"-9"-97"-16,5 9 0 0,-2-10-17 0,2 10-16 0,0 0-18 16,-4-11-14-16,4 11-10 0,0 0-17 0,-6-10 0 15,6 10-23-15,0 0-19 0,0 0-18 0,-4-9-18 16,4 9-15-16,0 0-16 0,0 0 0 15,0 0 5-15,0 0-5 0,0 0 6 0,0 0-2 0,2 18 9 16,0-8-3-16,2 5-3 0,-1 1-11 0,0 5 15 16,-1 2-4-16,4 3 0 0,-3-1 0 0,1 5-3 15,2 1-3-15,-2 0-2 0,2-1-2 0,-1 0-6 16,-1-4 1-16,0 0 0 0,0-2 4 0,2-1 0 16,-2 1 37-16,0-1-47 0,1-3 38 0,-3-2-43 15,2 0 43-15,-1-3-43 0,-1-1 49 0,2 1-61 16,0-3 50-16,-1-2-49 0,-3-10 55 0,3 19-21 15,-3-19 57-15,2 15-9 0,-2-15 42 0,2 12-13 16,-2-12 16-16,0 0-43 0,3 10-5 0,-3-10-22 16,0 0 5-16,0 0-29 0,0 0 11 0,0 0-22 15,-5-12-21-15,5 12-2 0,-4-14-1 0,4 14 3 16,-5-20-2-16,-2 7-24 0,4-2-20 0,-3-2 5 16,2-4-11-16,-2 0 10 0,-2-2 4 0,5-2 10 15,-3-1 2-15,2-3-9 0,1-2-5 0,-1 0 9 16,2-1 5-16,0 0 0 0,2 4 2 0,0-1 5 15,0 1 4-15,2 0-2 0,2 2 3 0,1-5 6 16,-1 6 4-16,3-2 6 0,0 3-6 0,2 1 4 16,-1 1 1-16,1 1 0 0,1 2 1 0,1 0 0 15,3 0 2-15,-1 3 2 0,0 1 2 0,3 2 1 0,0 1 7 16,2 3-19-16,-2 2 15 0,-1 2-5 16,3 2 9-16,-3 2-13 0,0 3 7 0,0 1 2 15,1 2 8-15,1 6-8 0,-1-1 2 0,-4 5 4 16,2 0 3-16,-4 3-5 0,-3 3 0 0,0 0 1 0,-3 4-1 15,-1-2-5-15,-1 1 1 0,-4 0 1 16,2 0 6-16,-5 0-2 0,3 0-1 0,-3-1 2 16,-1-1-5-16,0-2 2 0,-1 1-4 0,-1-3 4 15,0 0-2-15,-1-4 3 0,1 0-3 0,1-1-9 0,-1-1-9 16,-1-3 5-16,0 2-12 0,2-4 5 0,0 0 0 16,-1-1 0-16,8-6-3 0,-14 10-3 0,14-10-1 15,-13 5-4-15,13-5-4 0,0 0 6 16,-16 2 17-16,16-2-3 0,0 0 4 0,-11-2 0 0,11 2 9 15,0 0-9-15,0 0 4 0,0 0-8 0,-14 2 4 16,14-2 11-16,0 0 11 0,0 0-4 0,0 0 7 16,3 8-1-16,-3-8-5 0,8 8-2 0,-8-8 8 15,11 11 8-15,-4-4-4 0,2 0-4 0,0 1 3 16,2 2-5-16,1 0-5 0,1-2-2 0,1 2 3 16,2 1-6-16,2-1 0 0,1 1-27 0,2-1-13 15,0 1-53-15,5 1-10 0,-2-1-29 0,2 0-24 16,0 0-55-16,0 1-1 0,-4-2-31 0,0-4-208 15,-1 0 74-15</inkml:trace>
  <inkml:trace contextRef="#ctx0" brushRef="#br0" timeOffset="4350.2981">15190 3105 186 0,'-6'-13'368'0,"3"0"-76"16,-1 4-55-16,0-1-50 0,-2 2-31 0,2 0-17 15,4 8-23-15,-7-15-15 0,7 15-27 0,-6-10-23 16,6 10-8-16,0 0-8 0,-7-9-11 0,7 9-2 16,0 0 16-16,0 0 6 0,-3 11-23 0,3-11 18 15,2 20-3-15,1-6 1 0,0 2-1 0,2 5 9 16,0 3 0-16,2 4 3 0,1-1-2 15,0 3-13-15,1 1 1 0,3 6-11 0,-1-3 1 0,3 1-1 16,0 0-2-16,2-1-3 0,1-3-5 0,1 0 40 16,0-2-50-16,-1-6 31 0,0 0-33 0,3-2 43 15,0-2-47-15,0-2 48 0,1-2-49 0,-3-4 43 16,1 0-47-16,2-6 53 0,-3 0-49 0,1-4 46 16,1-2-49-16,-1-1 40 0,3-4-43 0,1-3 1 15,-1-5-1-15,1-1-4 0,-1-5 2 0,-4 0-8 16,3-8 4-16,-2 0-2 0,-5-4 3 0,-1 3-5 15,-3-2 10-15,-3 1-2 0,-1-3-3 0,-3 2 11 16,-2 5-1-16,-1-1 0 0,0 4-1 0,-2-2 0 16,0 5-1-16,0 2-11 0,-1 1-1 0,0 2-9 15,0 1-18-15,0 2-46 0,1 3-61 0,2 9-60 16,-4-16 22-16,4 16-46 0,0 0-18 0,0 0-218 16,-3-9 45-16</inkml:trace>
  <inkml:trace contextRef="#ctx0" brushRef="#br0" timeOffset="4767.1584">16415 2996 323 0,'0'0'349'0,"5"-16"-84"0,-5 16-45 0,0-13-49 15,0 13-59-15,-3-12 8 0,3 12-30 0,-6-11 10 16,6 11-43-16,-9-11 10 0,9 11-3 0,-16-7-5 15,16 7-18-15,-21-3-4 0,21 3-14 0,-21 0-7 16,8 3 8-16,0 2 5 0,-1 1-2 0,2 2-8 16,0 1 0-16,0 2-7 0,1 0 0 0,2 2 1 15,1 0-3-15,0 4-3 0,3-4 0 0,1 3-2 16,1-1 0-16,3 1 7 0,0 1-25 0,1 0 6 16,3-2 18-16,1 2-20 0,3 1 23 0,1 0-23 15,1-1 28-15,3 0-19 0,1 0 14 0,3 2-17 16,2-3 16-16,3 1-3 0,-1 0 6 0,2-2-17 15,2 1 22-15,-2-2-12 0,0 0 7 0,2 0-2 16,-3 0 0-16,-2-1-2 0,-3-1-4 0,0-2-5 16,-1 3 6-16,0-1 8 0,-4 0 1 0,-1-1 2 15,0 0 1-15,-3 1 8 0,0 0 2 0,-3-1 4 16,-1 0 9-16,-3 0 48 0,-1 1-47 0,-5 0 58 16,-1-1-42-16,-6 4 22 0,-5-1-34 0,-7 3 15 15,-11 3-33-15,-5-1 12 0,-12 4-78 0,-4 1-31 0,-5 1-111 16,-3-2-152-16,-5 0-508 0,-1 3-380 15</inkml:trace>
  <inkml:trace contextRef="#ctx0" brushRef="#br0" timeOffset="21186.7038">16202 11003 2 0,'0'0'40'15,"0"0"-10"-15,0 0 2 0,0 0 3 0,0 0 4 0,0 0 1 16,0 0-12-16,0 0 9 0,0 0 4 16,0 0-5-16,0 0-8 0,0 0-3 0,0 0 3 15,0 0-4-15,0 0 5 0,0 0 3 0,0 0-1 0,0 0 6 16,0 0 0-16,0 0-6 0,0 0 0 0,0 0 0 15,0 0-2-15,0 0 0 0,0 0-5 0,0 0-1 16,0 0-3-16,0 0 1 0,0 0-6 16,0 0 6-16,0 0 1 0,0 0-10 0,0 0 3 0,0 0 1 15,2-10-6-15,-2 10-4 0,0 0 3 0,0 0 2 16,0 0 7-16,0 0-4 0,0 0 5 0,0 0 4 16,0 0-7-16,0 0 4 0,16 0-5 0,-16 0-1 15,0 0-4-15,0 0-2 0,14 0 2 0,-14 0 1 16,0 0 4-16,16 1 10 0,-16-1-6 0,12 1 1 15,-12-1 0-15,16 0 0 0,-16 0-3 0,17 0 0 16,-17 0-5-16,22-1 5 0,-22 1-6 0,25-1 2 16,-13 0-5-16,1-1 7 0,1 2-6 0,0-1 3 15,2 1-6-15,-2-2 3 0,4 2-6 0,-1-2 5 16,1 1-2-16,2-1 2 0,-2 1-9 0,1-1 8 16,2 1-4-16,0-2 4 0,4 2-8 0,0-3 8 15,1 2-7-15,1-2 10 0,-1 1-10 0,1-1 8 16,2 0-9-16,0 1 5 0,3-2-3 0,1 1 6 15,-2-1-13-15,-1 1 11 0,2 0-11 0,-3 0 11 16,-1-1-7-16,-1 2 6 0,-1-1-8 0,0 1 10 16,-2 1-8-16,-4-2 4 0,0 2-4 0,-2 1 2 15,-1 0-1-15,0-2 3 0,-3 2-8 0,-2 0 7 0,2 0-3 16,-14 1 5-16,22-2-6 0,-22 2 7 16,16-2-6-16,-16 2 7 0,16 0-6 0,-16 0 4 15,12-2-5-15,-12 2 5 0,11-2-6 0,-11 2 1 16,0 0-2-16,14-1 10 0,-14 1-7 0,0 0 4 0,0 0-12 15,13-2-5-15,-13 2-8 0,0 0-7 0,0 0-17 16,0 0-8-16,0 0-17 0,14 0-19 0,-14 0-15 16,0 0 9-16,0 0-14 0,0 0-5 0,0 0-128 15,0 0 78-15</inkml:trace>
  <inkml:trace contextRef="#ctx0" brushRef="#br0" timeOffset="21756.0101">17172 10775 113 0,'0'0'124'15,"0"0"-13"-15,0 0-24 0,0 0-3 0,-11-4-13 0,11 4-10 16,0 0-5-16,0 0-9 0,0 0-19 0,0 0-2 16,0 0-17-16,0 0 6 0,0 0-12 0,0 0 9 15,0 0-7-15,0 0 4 0,0 0-8 0,0 0 5 16,0 0-6-16,14 3 7 0,-14-3 5 0,11 2 7 15,-11-2-6-15,13 2 5 0,-13-2-6 0,17 3 1 16,-17-3 0-16,21 2 5 0,-21-2-10 0,20 4 4 16,-8-2-6-16,-1 1 2 0,-1-1-1 0,1 0-2 15,-11-2 2-15,20 5 2 0,-20-5-5 0,20 5 2 16,-20-5-2-16,19 5-2 0,-19-5-2 0,14 4 6 16,-14-4 3-16,13 4-2 0,-13-4-1 0,11 5 4 15,-11-5-1-15,10 4-2 0,-10-4-4 0,0 0 2 16,11 8 0-16,-11-8 1 0,0 0 2 0,8 7 0 15,-8-7 6-15,0 0 0 0,0 0 1 0,4 10-3 16,-4-10 0-16,0 0 0 0,-3 11-1 0,3-11 3 16,-5 8-9-16,5-8-1 0,-6 9 3 0,6-9-3 0,-11 10 3 15,11-10-4-15,-13 12 4 0,4-6-4 16,1 0 5-16,1 3-11 0,-3-2 7 0,-1 1 0 16,1-1 0-16,0 2-6 0,-2 0-4 0,0-1-19 15,-1 2-19-15,2-2-24 0,-1 1-25 0,0-1-23 0,-1 3-41 16,2-4-98-16,-2 0 81 0</inkml:trace>
  <inkml:trace contextRef="#ctx0" brushRef="#br0" timeOffset="22473.6388">16534 10839 119 0,'0'0'225'0,"0"0"-57"16,8-8-21-16,-8 8-37 0,0 0-15 0,0 0-18 15,0 0-17-15,4-9-13 0,-4 9-5 0,0 0-11 16,0 0-5-16,0 0-8 0,-10-2 2 0,10 2-7 16,0 0 3-16,-16 2-7 0,16-2-2 0,-12 3 0 15,12-3-3-15,-14 3-1 0,14-3-5 0,-19 6 3 16,9-3 4-16,-1 0-3 0,0 0 1 0,0 1-3 16,-1 0 3-16,-1 1-4 0,-1-1 6 0,0 1-5 15,0 1 0-15,1-2 1 0,1 0-2 0,-4 2-11 16,5-2 12-16,1 0 1 0,0-1 1 0,10-3-6 15,-16 7 5-15,16-7-3 0,-15 6 2 0,15-6-3 16,-12 9 5-16,12-9-3 0,-12 7 1 0,12-7-1 16,-10 7 0-16,10-7-4 0,-8 7 2 0,8-7 0 15,-8 7 9-15,8-7-9 0,-6 7-1 0,6-7 1 16,0 0 3-16,-5 12-2 0,5-12 0 0,0 0 0 0,-3 13 1 16,3-13 2-16,0 0 0 0,1 12-3 15,-1-12 4-15,0 0 3 0,5 14 3 0,-5-14-2 16,7 11 2-16,-7-11-4 0,14 9 7 0,-6-7-2 15,2 3 2-15,2 0 2 0,3-2 4 0,2 1 2 0,1-3-3 16,2 1-8-16,2-1 5 0,-1 0-2 0,2 0-7 16,0 0 9-16,0-1-8 0,-1 1-3 0,1-1-3 15,0 2-22-15,-1-2-17 0,-2 0-13 0,0 3-15 16,-1-2-25-16,-1 0-3 0,-1 1-24 0,-4 0-165 16,1 0 260-16</inkml:trace>
  <inkml:trace contextRef="#ctx0" brushRef="#br0" timeOffset="32311.2598">16308 13671 89 0,'0'0'116'0,"0"0"-35"16,0 0 4-16,0 0-26 0,0 0 11 0,0 0-3 15,0 0-10-15,0 0-19 0,0 0-2 0,0 0-8 16,-3-10-6-16,3 10-7 0,0 0 13 0,0 0-6 16,0 0 6-16,0 0-8 0,0 0 4 0,0 0-3 15,0 0 4-15,0 0-1 0,0 0 5 0,0 0-6 16,0 0 7-16,0 0 0 0,0 0 2 0,9-5 3 16,-9 5-5-16,0 0 4 0,0 0 1 0,0 0 1 15,0 0-4-15,0 0 8 0,0 0 0 0,0 0 6 16,0 0-8-16,0 0 6 0,0 0-8 0,0 0 5 15,0 0-9-15,0 0 12 0,0 0-25 0,0 0 19 16,0 0-17-16,0 0 15 0,0 0-20 0,0 0 16 16,0 0-22-16,0 0 10 0,0 0-17 0,0 0 15 15,0 0-14-15,0 0 17 0,6-7-17 0,-6 7 24 16,0 0-31-16,0 0 22 0,0 0-16 0,0 0 19 0,0 0-25 16,0 0 18-16,0 0-16 0,0 0 19 15,0 0-19-15,0 0 20 0,0 0-26 0,0 0 25 16,0 0-23-16,0 0 24 0,0 0-21 0,0 0 16 0,0 0-22 15,0 0 22-15,0 0-20 0,0 0 19 0,0 0-20 16,0 0 18-16,0 0-38 0,0 0 48 0,0 0-27 16,0 0 19-16,4-8-19 0,-4 8 27 0,0 0-29 15,0 0 23-15,0 0-21 0,0 0 20 0,0 0-20 16,0 0 20-16,0 0-21 0,0 0 24 0,0 0-31 16,0 0 33-16,0 0-22 0,0 0 20 0,0 0-25 15,0 0 24-15,0 0-26 0,0 0 23 0,0 0-25 16,0 0 29-16,0 0-24 0,0 0 17 0,0 0-20 15,0 0 31-15,0 0-43 0,0 0 35 0,0 0-24 16,0 0 25-16,0 0-29 0,0 0 27 0,0 0-25 16,0 0 27-16,0 0-24 0,0 0 25 0,0 0-25 15,0 0 25-15,0 0-23 0,0 0 29 0,0 0-37 16,0 0 37-16,0 0-27 0,0 0 27 0,0 0-27 16,0 0 27-16,0 0-30 0,0 0 24 0,0 0-21 15,0 0 26-15,0 0-28 0,0 0 27 0,0 0-32 16,0 0 33-16,0 0-30 0,0 0 25 0,0 0-30 15,0 0 29-15,0 0-24 0,0 0 19 0,0 0-24 16,0 0 28-16,0 0-28 0,0 0 27 0,0 0-26 0,0 0 29 16,0 0-29-16,0 0 31 0,0 0-30 15,0 0 9-15,0 0-5 0,0 0 24 0,0 0-27 16,0 0 28-16,0 0-28 0,0 0 27 0,0 0-39 0,0 0 41 16,0 0-31-16,0 0 33 0,0 0-33 0,0 0 28 15,0 0-26-15,0 0 2 0,0 0 2 0,0 0 28 16,0 0-32-16,0 0 26 0,0 0-28 0,0 0 30 15,0 0-36-15,0 0 39 0,0 0-34 0,0 0 32 16,0 0-26-16,0 0 25 0,0 0-40 0,0 0 37 16,0 0-21-16,0 0 25 0,0 0-31 0,0 0 26 15,0 0-24-15,0 0 29 0,0 0-8 0,0 0-24 16,0 0 29-16,0 0-31 0,0 0 28 0,0 0-26 16,0 0 35-16,0 0-43 0,0 0 40 0,0 0-31 15,0 0 30-15,0 0-29 0,0 0 29 0,0 0-34 16,0 0 31-16,0 0-25 0,0 0 26 0,0 0-28 15,0 0 31-15,0 0-33 0,0 0 34 0,0 0-39 16,0 0 37-16,0 0-32 0,0 0 31 0,0 0-29 16,0 0 24-16,0 0-25 0,0 0 29 0,0 0-26 15,0 0 27-15,0 0-29 0,0 0 29 0,0 0-32 16,0 0 34-16,0 0-31 0,0 0 31 0,0 0-30 16,0 0 30-16,0 0-27 0,0 0 27 0,0 0-45 15,0 0 53-15,0 0-38 0,0 0 34 0,0 0-28 0,0 0 33 16,0 0-35-16,0 0 33 0,0 0-35 0,0 0 30 15,0 0-31-15,0 0 30 0,0 0-30 0,0 0 30 16,0 0-33-16,0 0 33 0,0 0-40 0,0 0 38 16,0 0-29-16,0 0 19 0,0 0-20 0,0 0 32 15,0 0-33-15,0 0 26 0,0 0-32 0,0 0 36 16,0 0-30-16,0 0 29 0,0 0-32 16,0 0 34-16,0 0-39 0,0 0 38 0,0 0-35 0,0 0 35 15,0 0-33-15,0 0 34 0,0 0-32 16,0 0 28-16,0 0-25 0,0 0 29 0,0 0-31 0,0 0 32 15,0 0-32-15,0 0-10 0,0 0 10 0,0 0 36 16,0 0-26-16,0 0 22 0,0 0-27 0,0 0 26 16,0 0-27-16,0 0 24 0,0 0-27 0,0 0 28 15,0 0-27-15,0 0 26 0,0 0-28 0,0 0 26 16,0 0-28-16,0 0 34 0,0 0-31 0,0 0 25 16,0 0-21-16,0 0 21 0,0 0-31 0,0 0 36 15,0 0-46-15,0 0 48 0,0 0-28 0,0 0 22 16,0 0-22-16,0 0 30 0,0 0-34 0,0 0 25 0,0 0-22 15,0 0 25-15,0 0-28 0,0 0 27 16,0 0-27-16,0 0 31 0,0 0-6 0,0 0-27 16,0 0 29-16,0 0-27 0,0 0 26 0,0 0-25 15,0 0 30-15,0 0-34 0,0 0 35 0,0 0-30 0,0 0 35 16,0 0-34-16,0 0 29 0,0 0-27 0,0 0 22 16,0 0-24-16,0 0 38 0,0 0-31 0,0 0 29 15,0 0-3-15,0 0-2 0,0 0-14 0,0 0 7 16,0 0-1-16,0 0-4 0,0 0-1 0,0 0-9 15,0 0 12-15,0 0-13 0,0 0 9 0,0 0-2 16,0 0-4-16,0 0 7 0,0 0-6 0,0 0 2 16,0 0-6-16,0 0 1 0,0 0 4 0,0 0-4 15,0 0 1-15,0 0 2 0,0 0 1 0,0 0-6 16,0 0 6-16,0 0-1 0,0 0-4 0,0 0-29 16,0 0 39-16,0 0-1 0,0 0-6 0,0 0 4 15,0 0-4-15,0 0-27 0,0 0 46 0,0 0-15 16,0 0-28-16,0 0 28 0,0 0 5 0,0 0-32 15,0 0 31-15,0 0-29 0,0 0 30 0,0 0 3 16,0 0-2-16,0 0-5 0,0 0 2 0,0 0-32 16,0 0 33-16,0 0-33 0,0 0 38 0,0 0-5 15,0 0-32-15,0 0 34 0,0 0-1 0,0 0-2 16,0 0-37-16,0 0 42 0,0 0-1 0,0 0-49 0,0 0 51 16,0 0-30-16,0 0 33 0,0 0-3 15,0 0-36-15,0 0 40 0,0 0-11 0,0 0-24 16,0 0 33-16,0 0-3 0,0 0-6 0,0 0 4 15,0 0-3-15,0 0-6 0,0 0 5 0,0 0-29 0,0 0 34 16,0 0-5-16,0 0 0 0,0 0-30 0,0 0 24 16,0 0-14-16,0 0 30 0,0 0 1 0,0 0-5 15,0 0 3-15,0 0-3 0,0 0-8 0,0 0 7 16,0 0-3-16,0 0 5 0,0 0-3 0,0 0 1 16,0 0 3-16,0 0-5 0,0 0 9 15,0 0 0-15,0 0 1 0,0 0 1 0,0 0 1 0,0 0-4 16,0 0 0-16,0 0 8 0,0 0 0 0,0 0 1 15,10-2-1-15,-10 2-2 0,0 0-20 0,0 0 15 16,0 0 3-16,0 0-2 0,0 0-4 0,0 0-7 16,0 0 8-16,0 0-1 0,0 0-1 0,0 0 3 15,0 0-4-15,0 0-3 0,0 0-5 0,0 0 1 16,0 0 0-16,0 0 0 0,3-11-6 0,-3 11 6 16,0 0-3-16,0 0-3 0,0 0 3 0,0 0 18 15,0 0-17-15,0 0-1 0,0 0-5 0,0 0 6 16,4-9-9-16,-4 9 1 0,0 0 7 0,0 0-2 15,0 0 2-15,0 0-1 0,0 0-4 0,0 0-1 16,0 0-5-16,0 0 11 0,0 0-1 0,0 0 0 0,0 0 0 16,0 0 1-16,0 0-5 0,0 0 0 0,0 0 6 15,0 0 1-15,0 0 1 0,0 0 0 16,0 0 2-16,0 0 0 0,0 0-6 0,0 0-2 0,0 0 6 16,0 0-3-16,0 0 0 0,0 0 0 0,3-9 2 15,-3 9-13-15,0 0 11 0,0 0 1 0,0 0-3 16,0 0 0-16,0 0 0 0,0 0-1 0,0 0-7 15,0 0 8-15,0 0 1 0,0 0-2 0,4-8 0 16,-4 8-4-16,0 0 4 0,0 0-4 0,0 0 7 16,0 0-2-16,0 0-1 0,0 0 3 0,0 0-6 15,0 0 4-15,0 0 0 0,0 0 0 0,4-9-1 16,-4 9 4-16,0 0-8 0,0 0 0 0,0 0 0 16,0 0 4-16,0 0 1 0,0 0-1 0,0 0-4 15,0 0 3-15,0 0-6 0,0 0-1 0,8-8 9 16,-8 8-43-16,0 0 48 0,7-6-41 0,-7 6 46 15,0 0-46-15,8-7 49 0,-8 7-47 0,8-6 41 16,-8 6-34-16,8-6 42 0,-8 6-44 0,11-8 43 16,-11 8-41-16,13-9 42 0,-13 9-44 0,12-9 43 0,-12 9-40 15,14-10 39-15,-14 10-44 0,13-9 46 0,-13 9-40 16,15-12 32-16,-15 12-34 0,13-12 41 16,-6 7-36-16,1-2 36 0,-2 0-37 0,2 0 39 15,-1 0-44-15,3-4 39 0,-1 3-42 0,0-3 39 0,2 1-41 16,-1 0 41-16,-2-2-34 0,3 0 31 0,-1 0-32 15,2-1 45-15,-1 1-43 0,-1 0 43 16,0 2-43-16,0-1 34 0,0-1-35 0,-1 1 45 0,1 0-42 16,-1 1 46-16,0-1-10 0,-1 1 2 0,1 0-10 15,-1 0-2-15,0 0 5 0,0 0-8 0,1 1 2 16,-2 0 1-16,0 1 0 0,0 0-3 0,1-1-15 16,-2 2 17-16,1 0 1 0,-1-1-2 0,-1 0-2 15,2 0-12-15,0 1 15 0,-2 1-5 0,-5 6 6 16,11-13 1-16,-11 13-14 0,10-12 13 0,-10 12 1 15,8-10-1-15,-8 10-7 0,7-9-17 0,-7 9 26 16,5-7 1-16,-5 7 1 0,0 0-3 0,8-11 0 16,-8 11-8-16,0 0 2 0,7-6 3 0,-7 6 0 15,0 0-23-15,0 0 25 0,6-7 0 0,-6 7-4 16,0 0 5-16,0 0-3 0,0 0 4 0,0 0-4 16,6-7-2-16,-6 7 3 0,0 0-23 0,0 0 27 15,0 0 1-15,0 0-4 0,0 0 1 0,0 0-19 16,5-7 21-16,-5 7 0 0,0 0 0 0,0 0-2 0,0 0-33 15,0 0 33-15,0 0 3 0,6-8-5 0,-6 8 2 16,0 0-28-16,0 0 32 0,6-7-3 16,-6 7-6-16,0 0 5 0,7-8-2 0,-7 8 0 0,8-9-6 15,-8 9 5-15,9-9 0 0,-9 9 4 0,12-10-6 16,-12 10 6-16,12-11-6 0,-12 11 2 0,14-11 0 16,-14 11 0-16,13-12 0 0,-5 7-1 15,-1 0-1-15,-7 5 1 0,13-10 1 0,-13 10-1 0,10-7 1 16,-10 7 0-16,9-6 7 0,-9 6-14 0,7-6 6 15,-7 6-1-15,0 0 4 0,9-7 1 0,-9 7-1 16,0 0-3-16,8-6 8 0,-8 6-1 0,0 0 0 16,0 0-2-16,0 0 4 0,8-6-7 0,-8 6 3 15,0 0-7-15,0 0 12 0,0 0-9 0,5-7 1 16,-5 7 1-16,0 0-5 0,0 0 1 0,0 0-9 16,5-10 11-16,-5 10-2 0,0 0-2 0,0 0 0 15,0 0-4-15,0 0-12 0,5-8-30 0,-5 8 14 16,0 0 3-16,0 0-2 0,0 0 1 0,3-10-15 15,-3 10 11-15,0 0-2 0,0 0-25 0,0 0-39 16,0 0-6-16,7-8-33 0,-7 8-8 0,0 0-19 16,0 0-10-16,0 0-7 0,0 0-34 0,0 0-191 15,0 0 130-15</inkml:trace>
  <inkml:trace contextRef="#ctx0" brushRef="#br0" timeOffset="32843.2892">16970 12714 131 0,'0'0'230'0,"0"0"-50"16,0 0-26-16,-8-6-25 0,8 6-12 0,0 0-20 15,0 0-8-15,0 0-18 0,0 0-4 0,-6-7-22 16,6 7-7-16,0 0-17 0,0 0 7 0,0 0-8 16,0 0-1-16,0 0-13 0,0 0 6 0,0 0-8 15,11-5 8-15,-11 5-9 0,0 0 1 0,13 0 0 16,-13 0 8-16,13-1-8 0,-13 1 5 0,17-1-6 16,-17 1 7-16,23-1-14 0,-23 1 10 0,25-2-5 15,-12 4 6-15,-13-2-8 0,26-2 6 0,-12 2-6 16,-14 0 4-16,24 0-3 0,-10 0 3 0,-14 0-10 15,23 0 9-15,-23 0-3 0,19 0 0 0,-19 0-7 16,17 2 10-16,-17-2-8 0,14 1 9 0,-14-1-9 0,13 3 9 16,-13-3-7-16,10 5 10 0,-10-5 11 0,7 6 20 15,-7-6-14-15,4 10 31 0,-4-10-3 0,1 13 22 16,-1-13-22-16,-4 16 19 0,1-5-31 16,0-1 20-16,-3 3-3 0,0-1-7 0,-1 1-7 0,0 0-7 15,1 1-7-15,-2-2 9 0,0 1-16 0,1 1-6 16,0-2 4-16,-1 1-1 0,1 1-5 0,-1-1-3 15,1 0 1-15,1-1-8 0,-1-1-4 0,0 1-17 16,2-2 28-16,1-2-41 0,-1 0 11 0,5-8-33 16,-8 16 15-16,8-16-27 0,-7 11-13 0,7-11-28 15,-4 11-13-15,4-11-12 0,-4 10-22 0,4-10-30 16,-5 8-249-16,5-8 99 0</inkml:trace>
  <inkml:trace contextRef="#ctx0" brushRef="#br0" timeOffset="33576.7812">16504 13381 167 0,'0'0'194'15,"0"0"-36"-15,4-9-17 0,-4 9-15 16,0 0-5-16,6-8-12 0,-6 8-4 0,0 0-9 0,4-11-7 16,-4 11-22-16,0 0 4 0,0 0-24 0,7-8 4 15,-7 8-26-15,0 0 7 0,0 0-20 0,0 0 4 16,0 0-12-16,0 0 8 0,0 0-3 0,0 0 19 15,0 0-12-15,0 0 14 0,3 9-21 0,-3-9 23 16,-7 16-16-16,4-8 11 0,-1 3-19 0,0-3 15 16,-1 3-12-16,1-1 16 0,-1 0-16 0,-1 2 20 15,0 0-21-15,1 0 16 0,0 0-15 0,0 1 22 16,-1-2-33-16,0 1 29 0,1-2-22 0,0 1 20 0,1-3-29 16,0 3 22-16,-1-4-27 0,2 3 25 15,3-10-19-15,-7 16 23 0,7-16-27 0,-5 12 22 16,5-12-5-16,-4 14 4 0,4-14-8 0,-3 11 4 0,3-11-8 15,-2 11 3-15,2-11-5 0,0 0 0 0,-2 13 3 16,2-13-9-16,0 0 3 0,-1 12 2 0,1-12 2 16,0 0-2-16,0 0 3 0,2 12 5 0,-2-12-10 15,0 0 3-15,0 0-1 0,5 10 1 0,-5-10 6 16,0 0-9-16,0 0 9 0,6 7 3 0,-6-7 2 16,0 0 1-16,0 0-1 0,9 4-1 0,-9-4 3 15,0 0 11-15,0 0-8 0,17 0-2 0,-17 0 3 16,12-2-4-16,-12 2-2 0,19-6-3 0,-9 3 1 15,1-1-9-15,2-2-36 0,2 0 6 0,-1 0-18 16,2-1 10-16,0 0-42 0,2-2 9 0,0 1-41 16,2 0 9-16,-1-1-45 0,-1 1-7 0,0-1-15 15,-3 2-49-15,0-1-179 0,-3 2 145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1-08-23T10:15:03.975"/>
    </inkml:context>
    <inkml:brush xml:id="br0">
      <inkml:brushProperty name="width" value="0.05292" units="cm"/>
      <inkml:brushProperty name="height" value="0.05292" units="cm"/>
      <inkml:brushProperty name="color" value="#FF0000"/>
    </inkml:brush>
  </inkml:definitions>
  <inkml:trace contextRef="#ctx0" brushRef="#br0">20045 12914 148 0,'0'0'560'0,"-6"-10"-116"0,6 10-99 15,0 0-51-15,0 0-52 0,-8-7-37 16,8 7-32-16,0 0-32 0,0 0-2 0,0 0-23 0,0 0 1 16,-7-7-29-16,7 7 5 0,0 0-21 15,0 0 16-15,0 0 0 0,0 0 11 0,0 0-23 0,0 0 3 16,13 4-14-16,-13-4 28 0,12 7 10 0,-3-2-6 16,2 3-15-16,0 0-9 0,5 3-11 0,1 2 9 15,4 3 0-15,0 2-37 0,6 5 22 0,0 2-29 16,2 0 22-16,0 3-28 0,1 0 15 0,1 2-31 15,1-1 25-15,0 0-32 0,0 1 24 0,0-2-26 16,0 0 22-16,-2-1-29 0,0-1 26 0,-2-1-26 16,-1-1 15-16,-5-5-45 0,-2-1 12 0,0 0-25 15,-4-5 22-15,-2 0-38 0,-2-2 9 0,0-2-35 16,-2 0 8-16,-2-2-20 0,1 0 21 0,-2-1-18 16,-7-6 20-16,10 9-42 0,-10-9-15 0,7 6-8 15,-7-6-54-15,0 0 27 0,0 0-10 0,0 0 4 0,0 0-32 16,0 0-39-16,4-14-61 0,-4 14 6 0,-3-19-161 15,3 6 47-15</inkml:trace>
  <inkml:trace contextRef="#ctx0" brushRef="#br0" timeOffset="329.4318">20916 12905 31 0,'3'-9'490'0,"-3"9"-58"15,5-13-72-15,-5 13-35 0,0 0-27 0,5-12-50 16,-5 12-11-16,0 0-33 0,0 0 0 0,3-11-27 16,-3 11-3-16,0 0-34 0,0 0 8 0,0 0-16 15,-20 6 6-15,8 3-25 0,-5 3 14 0,-6 5-2 16,-6 7-13-16,-3 1-33 0,-3 3 6 0,-6 6-32 16,-4 3 18-16,2 0-32 0,-3 1 23 0,0-1-32 15,1 0 21-15,-1-2-32 0,3 0 25 0,1-1-29 16,8-6 22-16,1-2-30 0,2 0 24 0,2-2-37 0,2 0 29 15,6-4-26-15,1-1 24 0,1-2-28 0,5-3 13 16,0-1-15-16,3-1-45 0,1-1-6 16,2-1-46-16,-1-2-6 0,2-1-36 0,1 0-8 15,6-7-36-15,-11 11 14 0,11-11-14 0,-8 7-36 0,8-7-16 16,0 0-79-16,0 0-3 0,0 0-13 0,0 0-39 16,-6-7-192-16,6 7-86 0</inkml:trace>
  <inkml:trace contextRef="#ctx0" brushRef="#br0" timeOffset="721.5527">20040 12878 12 0,'0'-17'499'0,"-1"2"-140"0,1 3-52 0,0 0-54 16,0 12-24-16,1-20-39 0,-1 20-15 0,-1-18 16 0,1 18-27 16,-1-13-24-16,1 13-36 0,0-13-12 15,0 13-22-15,0 0 7 0,0 0 3 0,3-11 48 16,-3 11-6-16,0 0 11 0,6 12-5 0,-4-3 17 0,1 4-31 16,-1 4 7-16,0 3-6 0,-1 5-24 0,0 3-36 15,0 0 12-15,-1 6-34 0,1 1 22 0,-1 0-27 16,0 2 23-16,0 0-30 0,0 0 17 15,0-3-26-15,1 2 17 0,-1-1-24 0,1-1 19 0,0-1-24 16,2-4 20-16,-2-1-22 0,0-1 22 0,0 0-32 16,0-3 28-16,0-1-34 0,-1-3 3 0,1-1-42 15,0-2 0-15,0-1-46 0,0-3-3 0,0-1-29 16,-1-12 1-16,1 20-23 0,-1-20 13 0,1 16-14 16,-1-16-33-16,1 12 5 0,-1-12-122 0,0 0 11 15,0 0-107-15,0 0-236 0,0 0-148 0</inkml:trace>
  <inkml:trace contextRef="#ctx0" brushRef="#br0" timeOffset="1316.6422">20930 12686 139 0,'0'0'331'0,"0"0"-91"0,0 0-26 16,-7-10-10-16,7 10-15 0,0 0-25 0,0 0-8 16,-7-8-21-16,7 8-15 0,0 0-19 0,0 0-1 15,-7-7-9-15,7 7-11 0,0 0-23 0,0 0-9 16,0 0-24-16,-7-5 23 0,7 5-34 0,0 0 26 16,0 0-27-16,0 0 21 0,0 0-23 0,0 0 15 15,0 0-31-15,0 0 31 0,0 0-10 0,0 0 27 16,0 0 24-16,0 0 3 0,0 0 25 0,-3 10 19 15,3-10 31-15,4 19-11 0,-2-7 29 0,0 6-28 16,2 3 16-16,-2 3-24 0,0 2 14 0,1 7-12 16,-2 1-43-16,0 2 22 0,-1-2-45 0,1 2 1 0,-2 1-17 15,1-1 16-15,0-2-30 0,-1 0 15 16,0 0-29-16,1-4 21 0,0-3-31 0,0 1 21 16,1-2-29-16,0-1 25 0,-1-1-27 0,1-4 25 0,0-1-35 15,0 0 31-15,0 0-31 0,0-4 30 0,-1-1-30 16,3-2 16-16,-3-1-35 0,0-11 24 0,1 20-25 15,-1-20 26-15,1 15-29 0,-1-15 13 0,0 11-41 16,0-11 7-16,0 0-32 0,0 0-22 0,0 0-49 16,0 0 12-16,0 0-45 0,0 0 21 0,0 0-4 15,0 0-38-15,-7-10-1 0,7 10-48 0,-1-12-26 16,1 12-91-16,0-14-286 0,0 14-175 0</inkml:trace>
  <inkml:trace contextRef="#ctx0" brushRef="#br0" timeOffset="3870.7961">22025 14662 238 0,'0'0'289'0,"-10"-4"-81"0,10 4-20 15,-9-4-8-15,9 4 18 0,-10-7-25 0,10 7 36 16,-8-4-11-16,8 4-13 0,-8-4-21 0,8 4-11 16,0 0-17-16,-11-6-14 0,11 6-9 0,0 0-23 0,0 0-10 15,0 0 2-15,0 0 18 0,0 0 0 16,0 0 42-16,0 0-9 0,2 13-4 0,8-5-8 16,1 3 8-16,6 3-1 0,4 4-7 0,7 5-15 0,4 1-1 15,5 1-19-15,9 7-12 0,3 0-11 0,3 0-8 16,1 1-1-16,2 2-15 0,0-4-4 0,-2 1-7 15,0-1-4-15,-2 1 16 0,-3-4-24 0,-9-3 18 16,0-3-32-16,-3 0 19 0,-2-1-22 0,-2 0 24 16,-1-3-29-16,-5-1 0 0,-3-2 2 0,-1 0-4 15,-3-1-4-15,-2-4-7 0,-1 1-16 0,-3-1-18 16,-1-3-11-16,-1 1-16 0,-1-2-8 0,-2 0-13 16,-8-6-6-16,14 9-32 0,-14-9-52 0,10 5-37 15,-10-5-34-15,0 0-49 0,0 0-80 0,0 0-64 16,0 0-292-16,0 0-258 0</inkml:trace>
  <inkml:trace contextRef="#ctx0" brushRef="#br0" timeOffset="4234.3174">22884 14772 94 0,'0'0'527'0,"-10"-10"-133"0,10 10-78 16,-13-10-58-16,13 10-23 0,-16-6-32 0,16 6-15 0,-20-5-29 15,20 5-16-15,-23 0-17 0,10 3-9 0,-3 2-2 16,2 0 7-16,-6 5-7 0,3 2-1 0,-5 3-1 16,1 3-3-16,-2 6-2 0,0 4-5 15,-2-1-9-15,2 5-7 0,1 0-20 0,-1 3 17 0,-1-1-8 16,1 4 19-16,1-1-36 0,-6 8-10 0,4-7-8 15,0 1-9-15,0-1-7 0,1-1-5 0,-1 0-5 16,0-1-5-16,1 2-1 0,2-5 0 0,-2-1-4 16,2 1-4-16,1-2 0 0,2-9-4 0,2 2-17 15,2-4-23-15,2-3-26 0,0 0-21 0,1-2-14 16,2-5-18-16,1 0-32 0,0-2-60 0,8-8 33 16,-11 10-73-16,11-10 11 0,0 0-47 0,0 0-7 15,-12-6-15-15,12 6-61 0,0-15-150 0,2 5-23 16</inkml:trace>
  <inkml:trace contextRef="#ctx0" brushRef="#br0" timeOffset="6101.7067">22833 14739 63 0,'0'0'186'0,"0"0"-26"0,0 0-43 0,0 0-11 16,0 0-15-16,0 0-2 0,0 0-7 0,0 0 0 15,0 0-1-15,0 0-11 0,0 0 2 0,0 0-14 16,0 0-11-16,0 0-11 0,0 0-1 0,0 0-12 15,0 0 4-15,0 0-7 0,0 0 1 0,0 0-14 16,0 0 10-16,0 0-10 0,0 0 8 0,0 0-8 16,0 0 16-16,0 0-5 0,0 0 17 0,0 0-7 15,0 0 13-15,0 0-10 0,0 0 24 0,0 0-10 16,0 0 30-16,0 0-30 0,0 0 36 0,7-7-39 16,-7 7 29-16,0 0-8 0,0 0-5 0,0 0-6 0,0 0-13 15,0 0 1-15,6-10-7 0,-6 10 3 0,0 0-1 16,0 0 1-16,6-6-6 0,-6 6-12 15,0 0 7-15,0 0-1 0,0 0 2 0,7-5 6 16,-7 5 0-16,0 0-10 0,0 0 3 0,0 0 14 0,0 0-5 16,0 0 2-16,0 0 1 0,6-7 4 15,-6 7-19-15,0 0 31 0,0 0-3 0,0 0 3 0,0 0-4 16,0 0-5-16,0 0 3 0,0 0-1 0,0 0-1 16,0 0 1-16,0 0-4 0,0 0-2 0,0 0-11 15,0 0 4-15,0 0-1 0,0 0-12 0,0 0-1 16,0 0 0-16,0 0-5 0,0 0-15 0,0 0 13 15,0 0 2-15,0 0-2 0,0 0 5 0,0 0 2 16,0 0 6-16,5 8-8 0,-5-8 5 0,0 0-1 16,0 0-2-16,0 0 3 0,3 10 1 0,-3-10 4 15,0 0-1-15,0 0 4 0,3 11-1 0,-3-11-3 16,0 0 1-16,3 10 9 0,-3-10 23 0,4 11 7 16,-4-11-11-16,3 11-15 0,-3-11-2 0,4 16 15 15,-4-16-3-15,3 18-3 0,-1-6 6 0,2-1-5 16,-1 4-2-16,0 0 14 0,1 1-7 0,-1 2-9 15,1 0 2-15,0 2 6 0,-1 2 10 0,1 3-21 16,1-3 9-16,0 1-16 0,0 2 10 0,-1 0-15 16,3 3 12-16,-3-1-29 0,4 0 12 0,-2 2-11 0,-1-4 6 15,0 0-11-15,-1 2 4 0,3-4-7 16,-2-1-1-16,-1 1-2 0,1-4 0 0,1 2 0 16,-2-4 0-16,-1-1 0 0,2-1-2 0,-2-1 1 0,1-3 0 15,-2 0-2-15,0-2 3 0,-2-9-1 0,5 16 3 16,-5-16-4-16,4 13 11 0,-4-13-4 0,2 11-6 15,-2-11 2-15,0 0-21 0,0 0-19 16,2 10-7-16,-2-10-1 0,0 0-17 0,0 0-24 0,0 0-5 16,-8-6 7-16,8 6-22 0,0 0-23 0,-7-11-11 15,7 11-35-15,-6-9-14 0,6 9-10 0,-5-11-6 16,5 11-9-16,-6-9-10 0,6 9-32 0,-6-11-28 16,6 11-8-16,-5-11-19 0,5 11-41 0,-6-10-195 15,6 10-58-15</inkml:trace>
  <inkml:trace contextRef="#ctx0" brushRef="#br0" timeOffset="7119.0828">22000 14841 182 0,'0'0'217'16,"0"0"-31"-16,0 0-36 0,-4-11-29 0,4 11-19 16,0 0-12-16,-3-10 4 0,3 10-15 0,0 0 1 15,-4-10-7-15,4 10 14 0,0 0-24 0,-3-9 8 16,3 9-24-16,0 0 10 0,0 0-24 0,-3-12 15 15,3 12-23-15,0 0 18 0,0 0-19 0,-3-10 19 16,3 10-37-16,0 0 38 0,0 0-32 0,0 0 23 16,0 0-23-16,0-13 23 0,0 13-26 0,0 0 32 15,0 0-25-15,0 0 34 0,0 0-33 0,0 0 37 16,0 0-36-16,1-11 44 0,-1 11-10 0,0 0-3 16,0 0-6-16,0 0-5 0,0 0-2 0,0 0-7 15,0 0-4-15,-1-11-4 0,1 11-6 0,0 0 2 16,0 0 0-16,0 0 7 0,-2-11 4 0,2 11-6 15,0 0 3-15,0 0-15 0,0 0 34 0,-2-11 3 16,2 11-1-16,0 0-2 0,0 0-6 0,0 0 3 16,0 0-4-16,0 0-12 0,0 0-11 0,0 0-3 0,0 0 14 15,0 0 28-15,0 0 53 0,0 0 14 16,0 15 2-16,2-5 6 0,0 7-4 0,-1 2-3 16,2 3-5-16,-1 5-13 0,1 4-4 0,-1 3-5 0,1 3-13 15,1 4 8-15,-1 2-34 0,3 1 14 0,-2 1-40 16,0-1 0-16,-1 1-8 0,1-2-3 0,0 1-5 15,0-2-3-15,0-5-2 0,0-1-7 0,-1-2 6 16,1-1-2-16,0 0-2 0,-1-7 1 0,0-1-4 16,0-1-3-16,0-3 2 0,-1-2 4 0,2-2-3 15,-1-2-10-15,-1-2-10 0,-1-1-8 0,1-2 3 16,-2-10-9-16,2 18-6 0,-2-18-29 0,2 11-38 16,-2-11-57-16,0 0-5 0,0 0-14 0,0 0-42 15,0 0 39-15,-15-3-34 0,15 3 3 0,-9-15-45 16,4 7 1-16,-2-4-39 0,2-1-32 0,-3-2-272 15,1 1-115-15</inkml:trace>
  <inkml:trace contextRef="#ctx0" brushRef="#br0" timeOffset="11453.7201">21511 14743 67 0,'0'0'153'0,"0"0"-36"0,-6-8-14 0,6 8-28 16,0 0-16-16,0 0 9 0,0 0 5 16,-6-8-10-16,6 8 2 0,0 0-5 0,0 0-3 15,0 0 0-15,0 0-2 0,-4-9 9 0,4 9-14 0,0 0 13 16,0 0-3-16,0 0 18 0,0 0-11 0,0 0 29 15,0 0-27-15,0 0 31 0,0 0-31 16,0 0 21-16,0 0-35 0,0 0 33 0,0 0-36 0,-9-3 25 16,9 3-32-16,0 0 42 0,0 0-8 0,0 0-12 15,0 0-6-15,0 0-7 0,0 0-14 0,0 0 3 16,0 0-3-16,0 0-6 0,0 0-5 0,0 0-6 16,0 0 0-16,0 0-7 0,0 0 13 0,0 0-1 15,0 0-2-15,0 0-7 0,0 0-1 0,12-1-3 16,-12 1-1-16,13-3-2 0,-13 3-4 0,22-3 2 15,-9 1-7-15,2-2 2 0,2 1-3 0,1 0 8 16,1 0-4-16,2 1-1 0,2 0-4 0,2-4-14 16,0 3-18-16,-1 0-6 0,2-1-24 0,-3 2-1 15,-1 0-32-15,-1 2-31 0,-3 0-45 0,0 0-43 0,-2 3-33 16,-2 1-26-16,-3 0-253 0,-4 1-27 16</inkml:trace>
  <inkml:trace contextRef="#ctx0" brushRef="#br0" timeOffset="11937.6782">21597 15680 228 0,'-7'7'232'0,"0"2"-32"0,7-9-34 0,-9 10-7 16,9-10-26-16,-10 7 6 0,10-7-27 0,-6 7 11 15,6-7-22-15,-7 6 24 0,7-6-40 0,0 0 33 16,-7 5-47-16,7-5 38 0,0 0-58 0,0 0 50 16,-7 10-38-16,7-10 29 0,0 0-45 0,0 0 52 15,0 0-45-15,0 0 34 0,2 11-38 0,-2-11 49 16,7 6-50-16,-7-6 30 0,11 4-29 0,-11-4 31 0,20 6-27 16,-8-4 19-16,5 0-34 0,1-1 27 0,5 0-37 15,5-1 22-15,4-2-23 0,5-2 3 0,11 0-21 16,-1-1 22-16,3-2-28 0,1-1 12 15,1 0-18-15,1-1 25 0,0 1-33 0,-3-2 23 0,-1 3-38 16,-4-1 4-16,-3 1-57 0,-7 3 21 0,-3-2-56 16,-6 2 33-16,-3 0-52 0,-4 1 28 0,-3 1-53 15,-1 0-8-15,-3 1-44 0,-12 1-41 0,19-1-89 16,-19 1-232-16,12 0-88 0</inkml:trace>
  <inkml:trace contextRef="#ctx0" brushRef="#br0" timeOffset="13488.6432">24934 14599 204 0,'0'0'309'15,"-7"-8"-24"-15,7 8-32 0,-7-5-30 0,7 5-36 16,-7-7-2-16,7 7-6 0,-6-11 2 0,6 11-3 16,-8-7-16-16,8 7-23 0,-6-9-12 0,6 9 20 15,0 0-33-15,-8-9 3 0,8 9-33 0,0 0-7 16,0 0-21-16,0 0 42 0,0 0 14 0,0 0 15 16,0 0 4-16,0 0 17 0,16 10-6 0,-4 1-11 15,3 2 2-15,5 3-11 0,4 2-24 0,5 4-12 0,2 3-6 16,2 0-5-16,4 0-10 0,-1 0-10 15,9 6-7-15,-2-4-17 0,-5 0 1 0,2-2-4 16,5 3-2-16,-9-3-8 0,0-1-7 0,-1-1 0 0,0-2-4 16,-5-1 0-16,1 4-1 0,-4-11-1 0,-5 2-4 15,1 1 5-15,-3-5-19 0,-3 0-32 0,1 0-23 16,-5-3-8-16,1 1-20 0,-2-3-25 0,-1 1-25 16,0-1-18-16,0 2-22 0,-11-8-12 0,14 7-10 15,-14-7-48-15,9 4-72 0,-9-4-41 0,0 0-81 16,0 0-290-16,11-6-242 0</inkml:trace>
  <inkml:trace contextRef="#ctx0" brushRef="#br0" timeOffset="13789.553">25732 14568 205 0,'0'0'508'0,"-6"-7"-101"0,6 7-78 16,-10-5-71-16,10 5-5 0,0 0-23 0,-19 2 1 16,10 0-27-16,-2 4 3 0,-4 2-10 0,-1 5-13 15,-7 5-6-15,-6 6-14 0,-3 5-4 0,1 2-10 16,-9 7-14-16,-1 3-18 0,1 2-18 0,-2 4-11 16,0-1-17-16,2 0-12 0,-2 1 11 0,1 1-33 15,3-2 14-15,2 0-39 0,3-1-5 0,2-4-17 0,6-6-25 16,2-2-14-16,3-2-7 0,0 1-14 0,5-9-16 15,1 0-22-15,6-5-48 0,-3 1-9 0,4-6-64 16,0-1 34-16,1 0-51 0,-1-3 15 0,7-9-46 16,-9 13-57-16,9-13-73 0,0 0-217 0,0 0-137 15</inkml:trace>
  <inkml:trace contextRef="#ctx0" brushRef="#br0" timeOffset="14388.7988">24801 14632 182 0,'-14'0'323'0,"14"0"-67"0,-22-2-33 15,22 2-20-15,-20 0-30 0,20 0-18 0,-16 0 2 16,16 0-22-16,-13 0-8 0,13 0-13 0,0 0-19 16,-18 0-11-16,18 0-12 0,0 0-13 0,-11 3-8 15,11-3 18-15,0 0-12 0,0 0-12 0,-11 6-9 16,11-6 3-16,0 0 6 0,0 0 0 0,0 0 3 16,2 12-1-16,-2-12 3 0,9 4-8 0,-9-4 4 15,17 3-19-15,-3-2 18 0,4-1-5 0,7-1 5 16,8-3-8-16,5-1-10 0,12-3 1 0,0 1 5 15,4 0-1-15,2-2-4 0,2 0-6 0,-2 2 12 16,0-2-30-16,-3 2 22 0,-1 1-21 0,-2-2 15 16,-3 2-21-16,-9 1 3 0,-1 0 9 0,-4 1-22 15,-5-1 19-15,-3 2-14 0,0 0-2 0,-4 1 19 16,-5-1-13-16,2 0-1 0,-5 2 5 0,1-1-26 0,-14 2 16 16,22-2-24-16,-22 2-4 0,16-1-13 0,-16 1-8 15,16-1-25-15,-16 1 1 0,0 0-6 0,15 0-12 16,-15 0-22-16,0 0-46 0,0 0-37 15,5 7-44-15,-5-7-34 0,0 0-59 0,-5 8-135 0,5-8 37 16</inkml:trace>
  <inkml:trace contextRef="#ctx0" brushRef="#br0" timeOffset="15404.9567">25699 14573 223 0,'0'0'356'0,"0"0"-79"0,0 0-48 0,0 0-27 0,0 0-26 16,-6-7-18-16,6 7-20 0,0 0-21 16,0 0-19-16,0 0-20 0,0 0-17 0,-4-8-11 0,4 8-9 15,0 0-14-15,0 0-2 0,0 0-4 0,0 0-5 16,0 0 3-16,0 0-4 0,0-14-6 0,0 14-20 16,0 0 20-16,0 0-4 0,0 0 2 15,0 0-2-15,0 0 1 0,3-10-10 0,-3 10-11 0,0 0 18 16,0 0-4-16,10-5 1 0,-10 5 1 0,0 0 0 15,0 0 2-15,9-5-7 0,-9 5 4 0,0 0 1 16,0 0-2-16,9-3-2 0,-9 3 0 0,0 0 13 16,0 0 7-16,0 0 19 0,9-5 7 0,-9 5 15 15,0 0 0-15,0 0 18 0,0 0 1 0,0 0-1 16,0 0 10-16,0 0-15 0,0 0 11 0,0 0-24 16,0 0 15-16,0 0-11 0,0 0 43 0,11 6 28 15,-11-6 15-15,2 12-17 0,-2-12 2 0,3 22-9 16,-1-7 4-16,0 3-18 0,0 2-2 0,0 4-8 15,-1 1-10-15,1 0-9 0,2 6-3 0,1-1-3 0,-1 0-11 16,1 2-8-16,-1-1-7 0,3-2-9 0,-3 2 5 16,2-1-10-16,0-5-4 0,-2-2-11 15,1-1 1-15,1-1 11 0,-2-1-19 0,2-2 11 16,-2 0-22-16,-2-1 16 0,3-3-40 0,-3-3 9 0,0 0-27 16,-2-11 22-16,5 19-30 0,-5-19 13 15,4 14-51-15,-4-14 10 0,2 11-55 0,-2-11-15 0,0 0-48 16,0 0-62-16,0 13-19 0,0-13 6 0,0 0-3 15,0 0-28-15,-9-7-17 0,9 7-45 0,-9-9-49 16,9 9-198-16,-13-14-122 0</inkml:trace>
  <inkml:trace contextRef="#ctx0" brushRef="#br0" timeOffset="15839.7175">25097 14696 228 0,'-4'-10'303'15,"2"1"-56"-15,2 9-46 0,-10-16 22 0,10 16-4 16,-6-15-2-16,6 15-11 0,-8-13-29 0,8 13-7 0,-5-12-22 16,5 12-39-16,-6-10-27 0,6 10-13 0,0 0-17 15,-5-9-24-15,5 9 30 0,0 0-1 0,0 0 3 16,0 0-6-16,0 0 12 0,2 14-6 0,-2-14 14 16,7 18 10-16,-3-6-9 0,0 1-12 0,-1 4-6 15,1-2 4-15,-1 4 7 0,-1 4-3 0,0-4 7 16,1 6-7-16,-1 0-6 0,-2 0-10 0,0 0-4 15,-2 2-8-15,0-2-10 0,1 0 0 0,-1 0-6 16,0-2-3-16,1-1-8 0,-1-2 3 0,0-1-1 16,-1-1-11-16,1-2 5 0,1-3 1 0,-1 1-41 15,2-2-15-15,-1-1-43 0,1-11-10 0,-2 19-35 16,2-19-14-16,0 15-42 0,0-15 7 0,-3 12-38 16,3-12-31-16,0 0-42 0,3 14-64 0,-3-14-258 15,0 0-130-15</inkml:trace>
  <inkml:trace contextRef="#ctx0" brushRef="#br0" timeOffset="16338.7865">25668 14874 346 0,'-3'-12'466'0,"-1"2"-57"0,-4-1-98 0,-1 2-60 0,-5-1-46 16,-2 0-25-16,-2 2-2 0,-4 0-18 0,0 2-10 16,-1 0 11-16,-2 3-18 0,0 1 0 0,-2 4-16 15,-1 3 6-15,-5 2-9 0,2 4-15 0,-5 6-4 16,2 1-18-16,3 4-14 0,0 0-13 0,4 3-12 16,2 2-15-16,5-1-1 0,4-3-2 0,5 2-7 15,3-3-5-15,3-1 1 0,5-1 18 0,2-2-32 16,3 3 24-16,3-3-25 0,4-1-12 0,6-2-25 15,3-1-19-15,4-3-21 0,3-1 3 0,2-4-37 16,0-3 5-16,0-1-28 0,1-2 4 0,4-3-3 16,2-2 10-16,-3-1-11 0,-2-2 25 0,-1 0 17 15,-2-3 6-15,-2 0 13 0,-5-3-31 0,-4 3 58 0,-2-1-28 16,-3-1 58-16,-4 1-31 0,-3 1 57 16,0-1-30-16,-6 1 52 0,-3 1-52 0,-3 1 53 15,-3-1 11-15,-4 1-4 0,-4 0 1 0,-5 3 3 16,0-1 7-16,-5 4-10 0,-2 0 22 0,-1 1 11 0,1 4 8 15,-1-1 12-15,1 3-12 0,0 3 2 0,2 0-6 16,3 0-14-16,3 3-6 0,3 1-14 16,3 1 0-16,3-2-15 0,4 2 4 0,4-1 1 0,4 1-10 15,4-1-2-15,4 0-22 0,6 1-19 0,3-2-61 16,6-2-27-16,7 1-40 0,3-4-34 0,3-2-46 16,4-1-90-16,1-2-68 0,0-2-380 0,8-3-272 15</inkml:trace>
  <inkml:trace contextRef="#ctx0" brushRef="#br0" timeOffset="16838.84">26906 13577 440 0,'0'0'419'15,"0"0"-34"-15,-4-13-143 0,4 13-5 0,0 0-67 16,0 0 62-16,0 0-8 0,11-6-17 0,-11 6 14 16,20 10 8-16,-7-1-2 0,8 1-14 0,5 5 0 15,11 3-27-15,3 3 22 0,10 4-58 0,5 3-20 16,5 0-16-16,1 2-24 0,2 0-13 0,0-1-14 15,0 1-10-15,-2 0-13 0,-3-1-10 0,-2-2-3 16,-4-2-5-16,-11-3 3 0,-1 0-14 0,-1 0-4 16,-6-3-4-16,1 5-3 0,-3-6-25 0,-4-1-24 15,-4-1-40-15,0-1-57 0,-4-2 5 0,-1-1-50 16,-2 0-24-16,-1-3-43 0,-1 0 38 0,-3-2-68 16,1-1 17-16,-4 0-43 0,-8-6-85 0,14 4-329 0,-14-4-232 15</inkml:trace>
  <inkml:trace contextRef="#ctx0" brushRef="#br0" timeOffset="17105.5457">28069 13616 9 0,'0'0'523'0,"-11"-11"-110"15,11 11-118-15,-11-6-4 0,11 6-21 0,-14-2-41 16,14 2-4-16,-20 7-25 0,5 0-11 0,-1 3-3 15,-4 2-13-15,-4 5 2 0,-5 5-21 0,-2 5-17 16,0 2-13-16,-7 9-18 0,0 0-28 0,2 4 5 16,-3-1-30-16,1 1 0 0,2 1-22 0,0-1 4 15,1-1-3-15,0 0-9 0,7-9-15 0,3 0-26 16,0-1-10-16,4-2-32 0,-3-2-25 0,11-3-35 16,-1-4-28-16,3 0-36 0,0-3-88 0,4 1-89 15,0-4-117-15,3-2-266 0,4-12-252 0</inkml:trace>
  <inkml:trace contextRef="#ctx0" brushRef="#br0" timeOffset="17489.6951">28085 13580 523 0,'0'0'452'0,"-2"-19"-42"0,2 19-73 15,-2-13-117-15,2 13 4 0,0-11-98 0,0 11 37 16,0 0-14-16,0 0 26 0,0 0 24 0,0 0 5 16,0 0 6-16,0 0 3 0,0 0-10 0,11 11-10 15,-7-1-8-15,5 3-11 0,0 3 4 0,2 2-10 16,3 4-20-16,-3 1-28 0,2 2-11 0,2 0 4 15,-1 2-13-15,0 1 0 0,-1 0-24 0,1-2-8 16,-2 2-14-16,1 0-10 0,-1-2-13 0,0 1 3 16,0-1-12-16,-3-1-5 0,1-4-3 0,-1 0-3 15,-1-2 1-15,0-2-8 0,-3 0 2 0,3-4-41 16,-4 1-35-16,4-3-23 0,-4-2-21 0,-1 0-14 16,-3-9-15-16,7 14-30 0,-7-14-55 0,5 9-115 15,-5-9 13-15,0 0-88 0,0 0-60 0,0 0-92 16,0 0-271-16,-9-12-383 0</inkml:trace>
  <inkml:trace contextRef="#ctx0" brushRef="#br0" timeOffset="17872.8886">27283 13660 149 0,'-16'-12'433'16,"5"4"-145"-16,0 1-15 0,1-1-60 0,2 1 17 15,1 0-57-15,-1 1 35 0,8 6-19 0,-12-9-25 16,12 9-32-16,-7-7-24 0,7 7-16 0,0 0-9 16,-8-7-12-16,8 7 1 0,0 0 23 0,0 0 30 15,-3 9 5-15,3-9-9 0,1 18 25 0,0-6-7 16,0 3-25-16,1 4 28 0,0 4-31 0,0 3-4 15,3 4-12-15,-1 1-11 0,2 1-11 0,0 3-18 16,0-2-5-16,3 5-16 0,2 0 0 0,1-2-10 16,-1-6 0-16,1-1-6 0,-2 0-4 0,3-3-3 15,-1-1-6-15,1 0 5 0,-2-1-5 0,1-6 1 16,-3 1-5-16,3-5-4 0,-4 3-19 0,1-4-38 16,-1-1-25-16,0-2-10 0,-1 2-28 0,-3-3-45 15,2-2-33-15,-6-7-11 0,9 13-15 0,-9-13-63 0,10 10-41 16,-10-10-66-16,7 8-376 0,-7-8-290 15</inkml:trace>
  <inkml:trace contextRef="#ctx0" brushRef="#br0" timeOffset="18424.1248">28132 13625 9 0,'-14'-9'388'15,"14"9"-110"-15,-10-6-35 0,10 6-31 0,-7-7 19 0,7 7-50 16,0 0 5-16,-7-10-51 0,7 10 35 0,0 0-25 15,0-13-25-15,0 13-14 0,4-8-14 0,-4 8-20 16,12-12-4-16,-4 7-45 0,2 1 54 16,4-2-52-16,2 0 53 0,6-4-48 0,3 3 39 0,6 0-45 15,5 0 40-15,6-1-36 0,3-1 34 0,1 2-33 16,1 1 14-16,-1 0-22 0,1 0 16 0,-4 0-13 16,-2 1 7-16,-4 2-31 0,-1-2 25 0,-1 2-30 15,-6 0 20-15,-1 1-22 0,-1 2 26 0,-1-2-26 16,-5 1 27-16,1 0-31 0,-2 1 30 0,-3 1-32 15,-1-1 29-15,-2 0-35 0,0 1 24 0,-14-1-50 16,21 2 18-16,-21-2-61 0,18 0 37 0,-18 0-61 16,11 2 18-16,-11-2-69 0,0 0-47 0,0 0-58 15,6 7-107-15,-6-7-229 0,0 0-116 0</inkml:trace>
  <inkml:trace contextRef="#ctx0" brushRef="#br0" timeOffset="18810.5265">28276 14061 123 0,'0'0'295'0,"-9"12"-57"16,9-12-24-16,-5 10 10 0,5-10-32 0,-4 8 8 15,4-8-39-15,0 0 35 0,-7 12-59 16,7-12 41-16,0 0-57 0,6 11 37 0,-6-11-46 0,0 0 41 16,10 7-53-16,-10-7 29 0,16 2-24 15,-16-2 12-15,22 4 13 0,-6-4 11 0,2-2-19 0,3 0 8 16,5 0-14-16,3 0 4 0,6-2-13 0,2 0-8 16,1 1-17-16,0-3-8 0,9 2-15 0,-2-1-8 15,-6 1-16-15,1-1 0 0,-1 0-12 0,-2 2-4 16,2-2-5-16,-2 0 1 0,-2 1-7 0,-1 1 5 15,-4 0-9-15,-3 0 3 0,1-1-2 0,-3 2-8 16,-4 1-1-16,-1-2-5 0,-1 1-29 0,-3 0-21 16,0 2-48-16,-4-2-35 0,-12 2-81 0,21-2 33 15,-21 2-53-15,13-1-14 0,-13 1-73 0,0 0-134 16,0 0-326-16,0 0-312 0</inkml:trace>
  <inkml:trace contextRef="#ctx0" brushRef="#br0" timeOffset="19873.2157">27727 15729 470 0,'-10'-8'409'0,"3"1"-72"0,7 7-59 0,-11-10-51 15,11 10-27-15,-9-11-27 0,9 11-23 0,-7-6-31 16,7 6-24-16,-6-6 30 0,6 6-58 0,0 0 14 16,0 0 43-16,0 0 50 0,0 0 2 0,0 0 9 15,13 3 13-15,1 3-18 0,1 2-22 0,5 2-11 16,6 2 2-16,1 2-14 0,5 4-9 0,5 0-15 15,-2 1-1-15,3 1-26 0,1 1 1 0,3 1-26 16,6 2 5-16,1 0-26 0,-2 3-5 0,2 0 8 0,-8-5-21 16,-1 0 7-16,-1 1-6 0,0-2-5 0,-2-2 0 15,-3 0-2-15,-1 0-2 0,1-1 1 16,-8-4-19-16,0 1-16 0,-3-2-21 0,-2-1-35 16,-4-3-34-16,1 1-24 0,-4-2-29 0,0-1-34 0,-1-1-61 15,-3 0-30-15,1-3-18 0,-11-3-25 0,15 5-101 16,-15-5-465-16,0 0-462 0</inkml:trace>
  <inkml:trace contextRef="#ctx0" brushRef="#br0" timeOffset="20223.3713">28653 15687 468 0,'0'0'440'0,"0"0"-93"0,-2-11-81 0,2 11-45 16,0 0-17-16,-11-2-9 0,11 2 9 0,-17 9-11 15,6-3 3-15,-4 5 4 0,-3 1-5 0,-3 5-14 16,0 2-5-16,-6 3-12 0,2 4-3 0,-2 2-21 16,-1 2-10-16,0 0-12 0,0 4-16 0,-5 4-13 15,0 4-2-15,5-9-11 0,-1 2-11 0,2-1-7 0,3-1-4 16,-1-1-4-16,3-1-13 0,-1-2-5 15,3-2-8-15,3-5-1 0,2 0-9 0,1-5-2 16,2-1 2-16,0 1-7 0,3-5-3 0,1-2-1 16,-1 2-4-16,-1-2-20 0,5-1-34 0,-1-2-23 0,6-7-30 15,-11 14-22-15,11-14-23 0,-8 10-50 0,8-10-55 16,-8 6 3-16,8-6-11 0,0 0-29 16,0 0-28-16,0 0-46 0,0 0-1 0,0 0-281 0,2-18-162 15</inkml:trace>
  <inkml:trace contextRef="#ctx0" brushRef="#br0" timeOffset="20811.0873">27971 15819 47 0,'0'0'197'0,"0"0"-50"0,0 0-36 0,0 0-29 0,0 0-12 16,0 0-34-16,0 0-18 0,0 0-12 15,0 0-14-15,0 0-18 0,-12 3-28 0,12-3-31 16,0 0-85-16,0 0 45 0</inkml:trace>
  <inkml:trace contextRef="#ctx0" brushRef="#br0" timeOffset="21446.4234">27911 15823 249 0,'0'0'248'0,"0"0"-30"0,-12-8-28 0,12 8-6 16,-7-6-7-16,7 6-20 0,-9-5-15 0,9 5-4 16,-10-7 7-16,10 7-13 0,-8-8-21 0,8 8-21 15,-8-6-16-15,8 6 12 0,-10-6 7 0,10 6 4 16,-7-9 2-16,7 9 0 0,0 0-16 0,-8-6-2 15,8 6-11-15,0 0-23 0,0 0 2 0,-10-6-4 16,10 6-7-16,0 0 16 0,0 0 30 0,0 0 48 16,-5 6 3-16,5-6 0 0,-2 15-9 0,2-15-5 15,1 21-14-15,0-8-19 0,-1 0-10 0,2 4-12 16,-1 0-1-16,1 2-7 0,0 0-3 0,-2-1-5 16,3 2-7-16,-1 0-1 0,0-1-5 0,-1 1-7 15,0-1-6-15,0 0-4 0,1 1 0 0,0-2-4 0,-2 0-2 16,2-1 2-16,0 0-8 0,-1-1 0 15,0-3-2-15,0-1 2 0,0 0-5 0,0 0 1 16,-1-12 1-16,2 18-1 0,-2-18 1 0,0 14-1 16,0-14 0-16,2 13 2 0,-2-13-2 0,0 0 7 0,0 15-4 15,0-15 0-15,0 0 0 0,0 0 1 0,2 13-3 16,-2-13 2-16,0 0 1 0,0 0-13 16,0 0-18-16,0 0-2 0,0 0 4 0,0 0 3 0,0 0 3 15,0 0 4-15,0 0-4 0,0 0 2 0,-8-7 0 16,8 7 22-16,0 0-25 0,0 0 5 0,0 0 3 15,-5-9-1-15,5 9 0 0,0 0 1 0,0 0 4 16,0 0-5-16,0 0 1 0,0 0 4 0,-4-8-2 16,4 8-1-16,0 0 3 0,0 0 0 0,0 0 0 15,0 0-3-15,0 0 2 0,0 0-1 0,0 0-2 16,0 0 2-16,0 0 6 0,0 0-6 0,0 0 0 16,0 0 12-16,0 0-13 0,0 0 1 0,0 0 2 15,0 0 1-15,0 0-2 0,0 0 2 0,4 8 12 16,-4-8-13-16,0 0 1 0,5 8 2 0,-5-8 2 15,0 0-4-15,6 7 2 0,-6-7 11 0,0 0-12 16,0 0-1-16,8 10-10 0,-8-10-19 0,0 0-21 16,0 0-20-16,0 0-25 0,6 6-20 0,-6-6-23 15,0 0-46-15,0 0-31 0,0 0-8 0,0 0-13 0,0 0-47 16,0 0-45-16,0 0-111 0,0 0-223 0,0 0-175 16</inkml:trace>
  <inkml:trace contextRef="#ctx0" brushRef="#br0" timeOffset="22174.0346">28640 15727 41 0,'0'0'223'0,"0"0"-93"0,0 0 29 16,0 0-63-16,0 0 25 0,-1-11-54 0,1 11 31 0,0 0-69 16,0 0 40-16,0 0-55 0,6-10 40 0,-6 10-57 15,0 0 43-15,8-5-44 0,-8 5 30 16,0 0-40-16,13-8 51 0,-13 8-39 0,0 0 52 15,9-4 7-15,-9 4 4 0,0 0-6 0,0 0 6 0,9-6 12 16,-9 6-4-16,0 0 1 0,0 0-2 0,0 0-7 16,10-4-18-16,-10 4 11 0,0 0 3 0,0 0 3 15,0 0 2-15,0 0 4 0,0 0-8 0,0 0 2 16,9 2-6-16,-9-2-6 0,0 0 1 0,0 0 4 16,0 0 4-16,0 0-6 0,0 0 7 0,0 0 22 15,0 0-27-15,6 8-2 0,-6-8 41 0,0 0 2 16,0 0 29-16,0 0 10 0,2 11-8 0,-2-11-3 15,0 0 17-15,3 18 1 0,-3-18 11 0,2 22-2 16,-1-8-11-16,1 3 1 0,0 1-23 0,1 5-11 16,-1 1 10-16,1 1-26 0,0 1 6 0,2 4-22 15,0-1 14-15,0 1-16 0,2-1-14 0,-2-1-6 16,2 0-5-16,-3-4-8 0,2-1-6 0,1 0-6 16,-2-2-6-16,-1 0-2 0,0-5-3 0,0 0-1 0,0-2-4 15,0 0-4-15,-2-2-1 0,3-3-16 0,-2 1-13 16,-3-10-11-16,4 16-18 0,-4-16-45 15,3 10-48-15,-3-10-36 0,0 0-33 0,0 0-52 16,0 0-33-16,0 0-2 0,0 0 16 0,-3-14 1 0,3 14-23 16,-4-18-21-16,3 8-60 0,-1-4-316 0,0 2-213 15</inkml:trace>
  <inkml:trace contextRef="#ctx0" brushRef="#br0" timeOffset="22657.54">28723 15577 267 0,'0'0'288'16,"-7"-12"-57"-16,7 12-35 0,-5-8-13 0,5 8-21 16,-4-8-26-16,4 8 4 0,0 0-12 0,-6-11-15 15,6 11-12-15,0 0-9 0,-5-8-15 0,5 8-13 0,0 0 6 16,0 0-15-16,-5-9-9 0,5 9-9 16,0 0-4-16,0 0-9 0,0 0 2 0,0 0 13 15,0 0 12-15,0 0 10 0,0 0 20 0,0 0-14 0,0 0 4 16,0 0 2-16,0 0 17 0,12-1 5 0,-12 1 15 15,25 1 7-15,-6-2-14 0,7-1-5 0,9-1-18 16,11-3-10-16,5 1-9 0,3-3-2 0,2 0-9 16,12-1-9-16,1-1-5 0,-3 0-9 0,-1-1-4 15,-10 3-3-15,-2-2-5 0,-1 3-5 0,-2-3 12 16,-3 2-16-16,-1-1-3 0,-3 1 13 0,-7 3-17 16,-1-1 12-16,-3 1-16 0,-4-1 0 0,-3 3 10 15,-1-1-35-15,-4 2-2 0,-5 1-42 0,2-1-6 16,-4 2-60-16,-2-2 30 0,-11 2-42 0,18 0 36 15,-18 0-49-15,9 4-17 0,-9-4-43 0,0 0-41 16,-5 15-82-16,-1-9-332 0,-4 3-188 0</inkml:trace>
  <inkml:trace contextRef="#ctx0" brushRef="#br0" timeOffset="23107.7002">28893 16246 207 0,'-8'8'263'16,"1"-3"-100"-16,7-5 30 0,-11 9-42 0,11-9 44 15,-9 6-50-15,9-6 3 0,-6 7 14 0,6-7-15 16,0 0-13-16,-9 6-16 0,9-6-26 0,0 0-14 15,0 0-19-15,-8 8 2 0,8-8-9 0,0 0-13 16,0 0 13-16,0 0 8 0,0 0-9 0,0 0-2 16,0 0 0-16,3 11-7 0,-3-11 4 0,0 0 4 15,0 0 52-15,0 0-28 0,11 0 14 0,-11 0 17 16,0 0 2-16,13-1-15 0,-13 1 4 0,14-1-7 16,-14 1-3-16,19-6 11 0,-5 3 13 0,2 0 2 15,7-2 0-15,2-1-4 0,6 1-9 0,5 0-4 16,2-1-17-16,9 0-5 0,2 1-11 0,3-1-1 15,1 1-6-15,0 0-11 0,2 1-11 0,-2-1-3 16,0 0-10-16,-3 0-4 0,-2 1-3 0,-3-1 0 0,-6 1-3 16,-3 0-4-16,-2 0 5 0,-5 2-7 0,-2-1-7 15,-2 0 0-15,-4 0-18 0,-2 2-28 16,-2-2-22-16,-3 1-22 0,-2 0-30 0,-12 2-41 16,21-3-70-16,-21 3-42 0,11-2 17 0,-11 2 4 0,0 0-31 15,0 0-42-15,-18-3-110 0,4 1-294 0,-5 1-239 16</inkml:trace>
  <inkml:trace contextRef="#ctx0" brushRef="#br0" timeOffset="23908.5922">27998 16399 101 0,'0'0'158'0,"0"0"14"0,-11-2-86 16,11 2 33-16,0 0-68 0,-12-2 37 0,12 2-59 16,0 0 37-16,0 0-63 0,-12-2 41 0,12 2-55 15,0 0 40-15,0 0-71 0,0 0 45 0,0 0-56 16,0 0 49-16,-10-6-42 0,10 6 45 0,0 0-52 16,0 0 59-16,0 0-47 0,0 0 59 0,5-7-65 15,-5 7 64-15,0 0-45 0,0 0 59 0,6-7-46 16,-6 7 58-16,0 0-48 0,0 0 49 0,9-6-39 15,-9 6 48-15,0 0-44 0,0 0 64 0,9-5-48 16,-9 5 51-16,0 0-50 0,0 0 44 0,11-2-49 16,-11 2 40-16,0 0-48 0,0 0 46 0,15-1-49 15,-15 1 42-15,0 0-4 0,0 0 4 0,18 0-5 16,-18 0 7-16,0 0 2 0,0 0 0 0,16-1 17 16,-16 1 9-16,0 0 9 0,0 0 13 0,0 0-4 0,0 0 3 15,13 1 1-15,-13-1-14 0,0 0 0 16,0 0 5-16,0 0 29 0,-15 6 18 0,15-6 18 15,-18 6-13-15,2-2 40 0,1 1-3 0,-6 1-2 0,-3 1 4 16,-6 1 8-16,-2 0-15 0,-3 1 0 0,-5 3-20 16,0 0-3-16,-3 0-16 0,0 1-26 15,-2-1-13-15,2 1-21 0,-3 1-15 0,-2 1-15 16,-10 2-6-16,-3 1-8 0,0 0-9 0,1 0 0 0,-1-2-11 16,2 0-5-16,8-3 0 0,2-1-33 0,-1 1 20 15,5 0-35-15,-2-2 8 0,6 1-42 16,1-4-6-16,7 1-29 0,1-2-15 0,8-2-8 0,1 1-37 15,7-2-43-15,-2 0-87 0,7-2 38 0,-1 1-54 16,12-3-17-16,-15 0-56 0,15 0-53 0,0 0-346 16,-4-10-305-16</inkml:trace>
  <inkml:trace contextRef="#ctx0" brushRef="#br0" timeOffset="24591.5587">27948 15758 17 0,'0'0'246'0,"0"0"-49"16,0 0-36-16,0 0-25 0,0 0-8 0,0 0-1 15,0 0-7-15,0 0-2 0,0 0-3 0,0 0 1 0,0 0 6 16,0 0-4-16,0 0 1 0,-7 8-9 16,7-8-2-16,-11 5-2 0,11-5 8 0,-18 6-3 15,9-3 43-15,-4 2-43 0,-3-1 17 0,-4 4 30 0,-2-1-5 16,-8 1-8-16,-3 3 5 0,-10 0-6 0,-4 2-2 15,-14 2-7-15,-2 0-23 0,-9 2-17 0,-2 0-3 16,-5 1 0-16,-4 0-16 0,-2 0-4 0,-3-2-19 16,2 2-9-16,2-2-11 0,3 2-12 0,7-3-2 15,2 1-12-15,7-1-48 0,13-2-55 0,5-1-72 16,1-1-30-16,8-1-61 0,5 0 39 0,6-2-71 16,7-1-12-16,4-1-11 0,5-2-39 0,11-4-372 15,-14 6-231-15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393.73947" units="1/cm"/>
          <inkml:channelProperty channel="Y" name="resolution" value="393.73947" units="1/cm"/>
          <inkml:channelProperty channel="F" name="resolution" value="249.9771" units="1/in"/>
          <inkml:channelProperty channel="T" name="resolution" value="1" units="1/dev"/>
        </inkml:channelProperties>
      </inkml:inkSource>
      <inkml:timestamp xml:id="ts0" timeString="2026-02-20T10:23:49.440"/>
    </inkml:context>
    <inkml:brush xml:id="br0">
      <inkml:brushProperty name="width" value="0.05292" units="cm"/>
      <inkml:brushProperty name="height" value="0.05292" units="cm"/>
      <inkml:brushProperty name="color" value="#FF0000"/>
    </inkml:brush>
  </inkml:definitions>
  <inkml:trace contextRef="#ctx0" brushRef="#br0">1591 1883 186 0,'0'0'511'16,"3"-17"-86"-16,-3 17-37 0,1-15-16 0,-1 15-12 15,-1-14-47-15,1 14-27 0,-1-14-12 0,1 14-24 16,-1-12-34-16,1 12-39 0,0 0-36 0,-3-13-30 16,3 13-15-16,0 0 27 0,0 0 7 0,5 15-5 15,-3 0-4-15,1 8 0 0,0 3-13 0,0 9-6 16,2 8 24-16,-2 5-15 0,5 6-49 0,-2 9-10 16,3 2-14-16,1 0-6 0,2-1-8 0,2-2 0 15,3 0 28-15,2-4-37 0,3-2 22 0,2-4 1 0,2-4-7 16,-1-11-8-16,0-2-7 0,3-3-2 0,3-6 2 15,0-3-8-15,2-5 1 0,-4-5-8 0,3-7-2 16,-4-3-3-16,4-4 0 0,1-7 0 0,9-7 3 16,-2-2-44-16,-2-6 45 0,6-10-35 0,-4-4 41 15,-3-4-36-15,-3-3 34 0,-4-5-35 0,-2 1 42 16,-4-4-5-16,-3 1 8 0,-6 7-8 0,-1-4-41 16,-3 2 40-16,-3 0-41 0,-2 3 13 0,-2 1 1 15,-3 6 6-15,-1 7 9 0,-4-2 5 0,0 5-4 16,0 2-6-16,-2 2 12 0,0 3-7 0,1 2 9 15,-4 3-7-15,3 2-8 0,0 5 5 0,0 0-21 0,6 7-44 16,-12-6-46-16,12 6-46 0,0 0-59 0,-13 6-44 16,13-6-58-16,-2 13-65 0,2-13-75 0,3 18-95 15,2-7-306-15,0 3-415 0</inkml:trace>
  <inkml:trace contextRef="#ctx0" brushRef="#br0" timeOffset="933.9123">3322 2269 183 0,'5'-12'447'0,"-1"1"-80"0,-2 3-35 16,-2 8-16-16,2-18-44 0,-2 18 21 0,-4-18-63 16,0 10 26-16,-3-1-42 0,0 1-15 15,-5 1-20-15,0 1-23 0,-3 1-22 0,-1 3-18 0,-2 0-15 16,-1 0-16-16,-1 4-7 0,-1 0 29 0,-3 3-47 15,2 0 31-15,-1 1-51 0,2 2 33 16,3-1-47-16,2 1 26 0,2 0-42 0,2 2 47 0,1 0-42 16,4 1 2-16,2 0 5 0,3 1 1 0,1 1 1 15,4 1-3-15,2 0-3 0,5 3-1 0,3-1-3 16,0 1-1-16,6 3-4 0,0-2-3 0,1 0 35 16,1 0-45-16,-1 1 38 0,0-1-38 0,-2-1 32 15,-1-2-42-15,-4 0 40 0,1 1-40 0,-3 0 43 16,-4-3-44-16,-1 1 36 0,-3 1-40 0,-4-2 40 0,-1-1-39 15,-6 1 41-15,0-2-41 0,-5 3 39 0,-3-4-43 16,-2 1 43-16,-3-2-43 0,-2-1 41 16,-2-2-36-16,1 0 33 0,-3-4-38 0,-1 0 40 0,4-1-39 15,1-2 2-15,2-2 7 0,1 0 1 0,1 0-1 16,4-2 1-16,1 0 0 0,5 0 0 0,2 0 0 16,7 5-6-16,-6-11-5 0,6 11 2 0,4-10-2 15,2 3-3-15,4 1-13 0,4-3-10 0,4 0-10 16,8-1 2-16,2-1 0 0,3-2 3 0,5-1 6 15,3-1 7-15,1 0 3 0,1 0-1 0,2-1 4 16,-1 2 3-16,1-3 5 0,1 0 4 0,-2-1 7 16,-2 0-1-16,0 1 3 0,-3-2 37 0,-4 1-38 15,-2 0 36-15,-6 4-35 0,-4 0 50 0,-4 2-27 0,-1 0 47 16,-5 2-35-16,-2 0 45 0,-2 1-9 16,-1 1 34-16,-6 8-44 0,4-14 30 0,-4 14-38 0,-4-11 38 15,4 11-37-15,-13-7 35 0,13 7-37 0,-18-3 35 16,6 6-43-16,-1 1 37 0,-2 2-49 0,1 2 44 15,-3 2-39-15,3 2 39 0,0 5-19 0,2-1 33 16,1 1-44-16,-1 4 24 0,4 0-37 0,0 1 36 16,3 0-20-16,0 2 36 0,4-4-44 0,1 2 26 15,2 0-9-15,4 0-7 0,1-1-5 0,1-1-10 16,5-2-3-16,3 2-4 0,2-6 0 0,3 2-5 16,4-4-32-16,2-2-77 0,3-4-134 0,2 0-84 15,-2-3-149-15,4 0-104 0,-4-2-705 0,1-2-882 16</inkml:trace>
  <inkml:trace contextRef="#ctx0" brushRef="#br0" timeOffset="1286.3174">4115 2346 706 0,'-7'-11'651'0,"2"0"-108"0,1 3 23 0,-1-1-88 15,1 1-11-15,4 8-59 0,-7-13-81 0,7 13-60 16,-7-10-62-16,7 10-37 0,0 0 9 15,0 0-18-15,0 0-25 0,0 0-25 0,20 7-12 0,-8 4-22 16,4 2-16-16,1 4-17 0,3 5-2 0,4 3-10 16,0 4-3-16,-1-1-2 0,0 3-12 15,1-2 2-15,-1 2-5 0,-2-4-1 0,0 2 4 0,-4-6-5 16,-3-1 2-16,-1-3-2 0,-3-1-1 0,-1-2-1 16,-2-1 0-16,0-2 18 0,-4-3 28 0,-3-10 11 15,2 16 0-15,-2-16 8 0,-4 11 14 0,4-11-7 16,-12 3-9-16,12-3-6 0,-17-4-5 0,5-4-12 15,1-1-6-15,-2-4-6 0,1-3-9 0,1-4-5 16,1 1-7-16,2-4-5 0,2 1 1 0,2-2-5 0,2 1-3 16,1 2 0-16,2 1-2 0,3-3-8 15,1 2-16-15,2-2-39 0,3 4-33 0,1 1-50 0,2 2-48 16,6-3-72-16,1 3-89 0,-2 4-23 0,3 1-97 16,2 2-50-16,-2 2-110 0,4 1-463 0,-1 1-715 15</inkml:trace>
  <inkml:trace contextRef="#ctx0" brushRef="#br0" timeOffset="1658.9441">5067 2199 283 0,'4'-9'774'0,"-4"9"-191"16,3-14-9-16,-3 14-112 0,0-13 1 0,0 13-76 16,-5-12 2-16,5 12-55 0,-10-12-38 0,10 12-59 15,-11-8-48-15,11 8-36 0,-16-4-35 0,16 4-24 16,-17 1-9-16,6 3-22 0,0 3-11 0,-2 0-12 15,1 5 7-15,-1 1-25 0,0 2-2 0,2 1-2 16,1 2-8-16,2 0-1 0,0 2-1 0,4-2-4 16,1 0 3-16,2 1 0 0,1 0 1 0,3-2-4 0,1 4 6 15,2-3-7-15,4 1 4 0,0-2 3 0,4 0-16 16,0-1 13-16,3 1 1 0,0-3-9 0,1-1 10 16,-1 0-7-16,1 0-2 0,-2-2 0 0,1 1 8 15,-4-4 2-15,0 3 17 0,-1-4 5 16,-1 2 10-16,-2-2 30 0,-1 0 24 0,-1 0 13 0,-3 0 11 15,-4-7-5-15,5 14-15 0,-5-14-18 0,-7 14-17 16,1-6-9-16,-3-1-10 0,-3 1-11 0,-2-1-7 16,-4 2-4-16,-1-1-8 0,-3-1-4 0,-1 0-4 0,0-2-5 15,-2 1-42-15,0-5-89 0,3 2-85 16,1-3-105-16,1 0-162 0,1-3-82 0,4 2-153 16,0-5-696-16,4 2-1017 0</inkml:trace>
  <inkml:trace contextRef="#ctx0" brushRef="#br0" timeOffset="2551.2637">6857 1463 290 0,'20'-32'470'0,"-1"1"-62"0,-6 5-54 16,1 1-28-16,-4-1-8 0,-1 5-10 0,-2 0-29 15,-2 1 12-15,-2 4-11 0,-1-1-33 0,-1 5-45 0,-1 12-38 16,-4-20-29-16,4 20-26 0,-10-8-14 16,10 8-6-16,-21 6 11 0,4 6-8 0,-3 8-3 0,-7 8 13 15,-6 12 13-15,-3 7-35 0,-3 7 2 16,-2 6-27-16,-10 18-9 0,0 2 8 0,-3 1-6 15,0 2 5-15,0 2-1 0,4-1 25 0,1 2-33 0,3-2-5 16,12-14-6-16,4-2-9 0,4-1-1 0,8-3-7 16,8-3 1-16,8-11-3 0,7-2-3 0,8-3 14 15,8-5-15-15,10 5 7 0,8-6-4 0,5-6-4 16,3-6-5-16,-2-9-18 0,3-2-55 0,2-4-73 16,4-4-107-16,-2-3-87 0,3-2-81 0,-1-4-90 15,-2-1-97-15,-1-3-447 0,-3-1-668 0</inkml:trace>
  <inkml:trace contextRef="#ctx0" brushRef="#br0" timeOffset="3019.2528">7543 2167 639 0,'2'-18'593'16,"1"1"-82"-16,-1 1-30 0,0-1-10 0,0 0-56 16,-1 1-24-16,0 0-56 0,0 2 10 15,0 2-37-15,-1 1-27 0,0 11-67 0,2-19-24 0,-2 19-62 16,0-14-5-16,0 14-36 0,0 0-5 0,0 0-27 16,5 9 13-16,-5 2-3 0,1 3-8 0,0 5-9 15,0 6 1-15,-1 4-16 0,2 4-1 0,1 2-7 16,0 0-9-16,0 0 2 0,3 6-4 0,0-8-4 15,3 0 2-15,-2-2-6 0,3-3-2 0,3-2 3 16,-1-1-2-16,3-4 5 0,0-1 13 0,1-7 2 16,1 0 11-16,2-3 8 0,1-3-8 0,-1-4-2 15,1 0-6-15,-1-5-5 0,2-2-1 0,2-2 2 16,-1-2-1-16,2-6-1 0,-1-2-1 0,0-3-9 16,-4 0-2-16,3-8-4 0,-2-1 0 0,-5 2 4 0,-1-2-6 15,-3-1-7-15,-3-1 0 0,0-1-1 16,-3 2-12-16,-3 2 12 0,0 1-9 0,-2 2 10 0,-2 4-9 15,0 0 6-15,0 2-6 0,-1 1 2 0,-3 4-11 16,2 1-14-16,-1 4-42 0,5 8-27 0,-10-11-41 16,10 11-33-16,0 0-57 0,-15 4-36 0,15-4-83 15,-9 16-84-15,7-4-98 0,0 2-66 0,1 3-477 16,2 1-696-16</inkml:trace>
  <inkml:trace contextRef="#ctx0" brushRef="#br0" timeOffset="3650.4795">8474 2330 476 0,'5'-10'675'0,"-2"0"-108"0,-3 10-18 0,5-16-59 16,-5 16-58-16,3-18-59 0,-3 18-46 0,-1-16-42 16,1 16-46-16,-5-15-48 0,5 15-35 0,-6-12-28 15,6 12-30-15,-11-8-15 0,11 8-20 0,-17-4-11 16,17 4-9-16,-18 4-10 0,6-1-11 0,3 2 0 15,-1 1-5-15,-1 1-4 0,3 4-5 0,0-1-1 0,2 0-1 16,2 2-3-16,0-1 4 0,2 2-2 16,3 0-1-16,3 0 1 0,1 2-2 0,3 0 5 0,2 1-1 15,4 1-4-15,-1-2-2 0,3 0-1 0,0 1-1 16,0-1 1-16,0-2 0 0,-1-1 0 0,-2 1 3 16,-1-1-6-16,-1-2 6 0,-2-1-3 0,-2 0 2 15,0-1 0-15,-7-8-2 0,6 14 4 0,-6-14 0 16,-1 12-4-16,1-12 1 0,-11 10 0 0,11-10-2 15,-17 9 4-15,6-8-5 0,-3 0 4 0,1-1-5 16,-3 0 2-16,-1-1-4 0,-1-2-1 0,0 1 4 16,2-2 2-16,0 0-5 0,3-1 1 0,3 1-8 15,1 0-8-15,9 4-3 0,-10-11 1 0,10 11-2 0,0 0-1 16,4-17-4-16,3 9-17 0,5 1-9 16,2-2-7-16,4 0-29 0,2-1 15 0,5-1-20 15,3 0 27-15,0-2-12 0,1 0 33 0,0 1-9 16,5-5 31-16,-1 1-16 0,0 0 27 0,-6 1-18 15,0 2 29-15,-2-2-19 0,-2 2 29 0,-5 1 17 16,0 2 18-16,-2-1 18 0,-4 1 12 0,-1 0 0 0,-2 1-2 16,-3 1 1-16,0-1-5 0,-6 9 2 0,5-14 2 15,-5 14-15-15,-2-13-7 0,2 13-7 0,-11-7-5 16,11 7-6-16,-17-3 1 0,17 3 2 0,-24 2 1 16,12 0 4-16,-1 4-5 0,0 1-5 0,0 1-2 15,1 1-2-15,3 2 5 0,-2 0 15 0,3 3 5 16,1-2-18-16,1 3 4 0,1-1-7 0,1 2-4 15,3-3-5-15,1 0-3 0,2 0 2 0,3 2-7 16,1-1-4-16,2 0-1 0,3-2 4 0,3 1-2 16,1-2-5-16,4-2-17 0,0-1-74 0,1 0-87 15,2-1-129-15,0-3-85 0,0 0-91 0,2 2-52 16,2-1-103-16,-1-2-354 0,-2-2-585 0</inkml:trace>
  <inkml:trace contextRef="#ctx0" brushRef="#br0" timeOffset="4033.6309">9133 2307 165 0,'-8'-11'874'16,"1"2"-233"-16,2-1-64 0,0 2-51 0,2-3-50 16,0 2-40-16,3 9-33 0,-5-16-63 0,5 16-64 15,0-13-30-15,0 13-26 0,8-12-19 0,-8 12-37 16,15-7-28-16,-15 7-23 0,24 0-16 0,-9 2-14 15,2 2-3-15,4 4-16 0,0 1-11 0,4 2-11 0,0 0-8 16,-1 5-7-16,-1-2-4 0,0 1-6 16,-1 1-1-16,-2-2-2 0,-3 1-5 0,-1 0-2 15,-3 0-3-15,-1-2-1 0,0-1 1 0,-4-1 0 0,0-1-2 16,0-1 2-16,-4-2 0 0,-4-7 6 0,6 13-2 16,-6-13 16-16,0 0 14 0,-4 10 21 0,4-10-6 15,0 0-5-15,-19-5-10 0,11 1-5 16,-3-5-11-16,-2 0 2 0,0-3-6 0,-1-4-13 0,2 1 10 15,1-3-15-15,1-1 13 0,2-4-13 0,2 4 8 16,2-3-11-16,3 3 6 0,1 0-1 0,2 1-4 16,2-4-4-16,2 3-3 0,3 2-3 0,3 0-37 15,1 1-61-15,4 2-74 0,0 1-72 0,4 1-108 0,0 3-97 16,0 1-123-16,2 1-128 0,-4 3-570 0,-2 1-889 16</inkml:trace>
  <inkml:trace contextRef="#ctx0" brushRef="#br0" timeOffset="4516.9853">10460 2006 659 0,'19'-19'598'0,"0"1"-54"15,-4 2-10-15,0 2-56 0,-2 1-43 0,-2 3-19 16,-2 1-35-16,-2 1-73 0,0 0-51 0,1 2-58 16,-8 6-32-16,8-5-5 0,-8 5 34 0,0 0-29 15,1 16-12-15,-6-3-22 0,-4 6 19 0,-4 7-21 0,-6 7-23 16,-2 1-13-16,-3 5-17 0,-5 6-15 15,-2 0-16-15,1 1-7 0,0-2-5 0,0-1-6 16,5-6-6-16,2 0-4 0,0-3-2 0,0 0-7 0,3-2-6 16,3-2-36-16,2-4-88 0,4-7-76 0,2 0-116 15,0-1-103-15,3-5-120 0,1 0-90 16,3-1-161-16,2-12-348 0,-1 16-750 0</inkml:trace>
  <inkml:trace contextRef="#ctx0" brushRef="#br0" timeOffset="4767.1948">10850 1974 275 0,'12'-11'823'0,"-3"3"-201"0,-2 1-126 0,-7 7-52 16,11-6-17-16,-11 6-25 0,0 0-46 0,0 0-20 15,0 15-45-15,-5-6-13 0,-2 6-33 0,-2 3-33 16,-2 6-38-16,-3 2-23 0,0 5-26 0,-4 2-24 0,2-1-20 15,-1 3-14-15,0-2-18 0,0 0-5 16,0 0-14-16,1 1-1 0,-1-3-5 0,3-5-7 0,-1-1-8 16,2 0-3-16,0-3-46 0,3-2-77 0,1-3-103 15,-2-1-126-15,3-3-97 0,1 0-111 0,0-2-128 16,1-2-483-16,-2-1-781 0</inkml:trace>
  <inkml:trace contextRef="#ctx0" brushRef="#br0" timeOffset="5050.7394">9929 2071 476 0,'-15'-5'538'0,"1"0"-107"0,3 1-72 0,2-1-23 16,9 5-6-16,-15-4-19 0,15 4-6 15,0 0 11-15,0 0-47 0,0 0-13 0,0 0-59 16,18-8-9-16,2 8-44 0,2 1 8 0,9 0-9 0,9-1-27 16,9 2-40-16,4-1 3 0,4 0-33 15,3 1 5-15,3 0-23 0,1 0 13 0,9 1-28 0,1-1 20 16,-10 2-17-16,-2-1-60 0,-2-1-86 0,-3 1-116 16,-2 1-102-16,-2-1-128 0,-4 1-90 0,-12-1-508 15,-1 1-691-15</inkml:trace>
  <inkml:trace contextRef="#ctx0" brushRef="#br0" timeOffset="5300.5253">10059 2326 503 0,'-35'4'583'0,"8"-1"-121"0,1 0-1 0,1 0-24 16,5-1-1-16,2 1-51 0,1-2-24 15,3 0-84-15,14-1-16 0,-20 4 13 0,20-4 5 16,0 0-32-16,0 0-26 0,18 2-23 0,2-2-36 0,11 0-25 16,10 0-24-16,12 0-28 0,7-2-17 0,6 1-15 15,14 0-9-15,2 1-10 0,1-2-9 0,0 2-8 16,-1 2-56-16,-3-4-70 0,-1 2-92 0,-15 0-83 16,-2 0-117-16,-4 0-90 0,-5 0-160 0,-9 2-595 15,-6-2-854-15</inkml:trace>
  <inkml:trace contextRef="#ctx0" brushRef="#br0" timeOffset="6718.0871">11319 2540 85 0,'0'0'72'0,"0"0"-11"0,0 0-19 0,0 0-5 16,2-11-5-16,-2 11-9 0,0 0-22 0,7-9 12 16,-7 9 0-16,8-7 1 0,-8 7 7 0,9-11 20 15,-9 11 31-15,14-8 37 0,-8 1 29 0,-6 7 33 0,13-12 28 16,-5 6 12-16,-1 0 14 0,1-1 23 15,-3-1-7-15,3 2 17 0,-2-1-27 0,-6 7 29 16,12-11-16-16,-12 11 8 0,11-11-47 0,-11 11-11 16,8-6-49-16,-8 6 24 0,0 0-23 0,0 0 10 0,0 0-26 15,0 16-1-15,-7-5-41 0,-4 6 12 0,0 1-25 16,-6 5 15-16,-2 4-12 0,-3 2-18 0,-3 0-8 16,-1 2-9-16,1 0-11 0,-2 0 1 0,-1 0-18 15,1-3 11-15,0 1-22 0,3-2 0 0,1-2-5 16,6-3-42-16,0-2-61 0,6-2-97 0,1 0-77 15,3-4-108-15,3-3-112 0,3 3-130 0,1-14-357 16,6 15-578-16</inkml:trace>
  <inkml:trace contextRef="#ctx0" brushRef="#br0" timeOffset="7350.7173">12228 1884 549 0,'2'-26'498'0,"0"0"-76"0,-1 2-44 16,-1 4-21-16,0-1-23 0,0 3-25 15,-1 1-18-15,1 4-31 0,0-1-43 0,-2 3-44 0,2 11-38 16,-2-14-19-16,2 14-4 0,0 0 5 0,-6 8-5 16,3 2-17-16,-1 7-14 0,-1 6-14 0,0 8-9 15,1 1 8-15,1 3-29 0,1 0 13 0,2 4-6 16,3 4-4-16,1 0-6 0,2-1-7 0,4-3-2 16,-1-1-7-16,4-2-3 0,3-2 2 0,3-3-3 15,0-3 1-15,4-3 0 0,-1-5-2 0,1-3-6 16,3-3 2-16,0-3 0 0,-2-4-4 0,1-1 6 15,0-5-3-15,-3-2-6 0,2-4 2 0,-1-2-1 16,-1-2 1-16,1-5 11 0,-3-3 2 0,-2-2 2 16,-2-4-6-16,-3-3-3 0,-3-2-3 0,-2-3-23 0,-3-2 20 15,-1 0-22-15,-2-1 20 0,-2 1-15 16,-2-1 20-16,-2 2-18 0,-1 4 22 0,1 3-12 0,-2 3 12 16,-2 2-18-16,4 5 15 0,-3 1-16 0,0 4 17 15,1 3-21-15,6 7 14 0,-16-5-16 0,16 5-9 16,-15 4-64-16,7 2-37 0,4 3-54 0,-2 1-67 15,5 3-67-15,-1 1-52 0,4 4-58 0,0 1-56 16,3 1-456-16,1 3-506 0</inkml:trace>
  <inkml:trace contextRef="#ctx0" brushRef="#br0" timeOffset="7966.9119">13174 2125 503 0,'4'-17'590'16,"0"3"-97"-16,-1 0-15 0,-3 0-28 0,2 0-49 16,-4 0-47-16,2 2-47 0,-2-1-47 0,-1 1-36 15,1 0-27-15,-4 2-43 0,1 1-31 0,-2 2-14 16,-2 1-32-16,0 1-5 0,-2 3-28 0,11 2 9 16,-22 0-30-16,10 2 14 0,1 3-19 0,0 1 8 15,1 0-15-15,4 2 10 0,-1 0-20 0,3 3 19 16,2 0-6-16,2 1 0 0,2 2-1 0,5 1-2 15,1 3-1-15,6-1-2 0,2 3 1 0,4 0-4 0,0 1 3 16,2-2-1-16,1 0 0 0,-2-1-4 0,0 1 0 16,0-3-1-16,-6 0 0 0,1-3-2 15,-3 1 1-15,-1-1 2 0,-3-2 2 0,-3 1-5 16,-5 0 3-16,-1-12-1 0,-3 20-2 0,-5-9-2 0,-3 1 1 16,-5-2-1-16,-3 1-2 0,-2-2 7 0,-2 0-7 15,0-2 2-15,1-1-4 0,0 0-4 16,1-2-12-16,4-2-28 0,-2 1 1 0,6-3-15 0,13 0 12 15,-23-3-23-15,23 3 16 0,-13-6-15 0,13 6 15 16,0 0-16-16,5-17 16 0,3 8-19 0,5-1 18 16,4-1-23-16,2 0-4 0,8-4-23 0,1 2 6 15,7-4 14-15,4 1 14 0,-1-1 16 0,0 0 10 16,2-1 13-16,1 0 4 0,-1 0-6 0,-2 0 21 0,-2 0 2 16,1 1 36-16,-3-1 16 0,-1 1 31 15,-8 2 14-15,-1 0 55 0,-1 1 0 0,-5 0 17 16,-3 3-26-16,-3 0 1 0,-3 1-27 0,-3 1 3 0,-1 1-38 15,-5 8 7-15,0-12-29 0,0 12 19 16,-13-8-26-16,1 5 14 0,-1 4-10 0,-6 2 30 0,0 0-5 16,-4 4-16-16,0 1-7 0,2 1-3 0,0 2-8 15,3 0-6-15,0 3-5 0,2-1-5 0,3 0 5 16,1 2-10-16,5-2 6 0,-1 2 1 0,6-2 25 16,0 1 8-16,4-1-21 0,4 3 1 0,1-3-14 15,5 3 7-15,3-1-18 0,3-1 2 0,7 0 0 16,-1-1-10-16,5 0-57 0,1-1-94 0,1-2-125 15,2-1-98-15,-1 0-135 0,5-2-150 0,-2 0-482 16,-3-2-756-16</inkml:trace>
  <inkml:trace contextRef="#ctx0" brushRef="#br0" timeOffset="8316.9113">14122 2226 305 0,'-8'-10'588'0,"0"-1"-50"0,-1 2-41 16,1-2-5-16,0 1-72 0,1 0-9 0,-1 0-46 15,0 1-23-15,4 2-46 0,4 7-40 0,-9-14-54 16,9 14-42-16,0 0-28 0,2-13-17 16,-2 13-17-16,11-3-12 0,-11 3-16 0,21 5-8 0,-5 1-17 15,1 3 8-15,1 1-17 0,0 3 0 0,4 2-14 16,-3 3 2-16,1-1-11 0,0 4 8 0,-1 0-7 16,-2-1-11-16,-1 1 3 0,-3-4-4 0,-1 0 3 15,-1 0-2-15,-2-4-2 0,-3 1 1 0,2-3 3 0,-4-1 4 16,-4-10 3-16,8 15 9 0,-8-15 7 15,0 0 21-15,0 0 7 0,-3 9 19 0,3-9-2 16,-7-5-8-16,0-2-13 0,0 0 31 0,1-3-8 16,-1-2-18-16,0-3-7 0,0 1-15 0,0-5 1 0,1-1-13 15,3 0-2-15,-1-1-7 0,2 2-4 16,2 0-6-16,2 1 1 0,0 0-10 0,2 3-16 0,1-2-65 16,3 4-73-16,0 1-89 0,3 2-97 0,0 1-80 15,1 3-102-15,3 0-82 0,-1 5-142 0,-1 0-311 16,4 1-678-16</inkml:trace>
  <inkml:trace contextRef="#ctx0" brushRef="#br0" timeOffset="9983.518">14625 2169 881 0,'0'0'696'0,"-3"-13"-25"0,3 13-99 0,-2-12 6 15,2 12-53-15,-2-13-71 0,2 13-42 16,-2-10-45-16,2 10-63 0,0 0-63 0,-4-13-51 0,4 13-41 15,0 0-27-15,0 0-16 0,0 0 2 0,0 0-3 16,0 0-14-16,0 0-20 0,8 11-18 0,-8-11-2 16,5 13-18-16,-5-13 2 0,6 19-13 0,-2-9 1 15,-1 0-10-15,1 4 4 0,2-1-4 0,-2-1-2 16,0 1-4-16,0-2-1 0,0 0-2 0,-1-1-4 16,1 0-2-16,-4-10-15 0,8 17-22 0,-8-17-8 15,6 13-6-15,-6-13-15 0,7 7-8 0,-7-7-4 16,0 0-8-16,18-1 4 0,-9-4 6 0,0 0 10 15,2-4 20-15,0 0 2 0,1-3 17 0,1-1-1 0,0-1 0 16,2 0 9-16,-2 1 5 0,2 0 2 0,-3 0-3 16,-1 2 10-16,1 1-4 0,-4 1 4 0,0 2 3 15,-1 0-3-15,1 0 1 0,-8 7-2 0,11-9 1 16,-11 9 7-16,0 0-1 0,16 0 3 0,-16 0-2 16,8 7 9-16,-8-7 4 0,7 16-11 0,-1-8 7 15,-2 3-4-15,3 0 11 0,0 3-8 16,0-2-4-16,2 1 1 0,3 1 5 0,-1 3-5 15,3-4 4-15,-1 1-4 0,5 0 0 0,-1-1 0 0,2-1 1 16,6-1-1-16,-1 1-2 0,5-1 5 0,2-3-8 16,0-2 4-16,1 1-8 0,-3-3 8 0,-1-2-8 15,-1 0 0-15,-1-2 4 0,-1-3 4 0,-2-1 0 0,0-2-5 16,-1-2 4-16,0-2-5 0,-4-1 5 16,-1-3 4-16,-1-1 0 0,-2 1 63 0,-3-1 5 15,-4 1 6-15,0 0-7 0,-3 1 4 0,-3 0-16 0,-1 1-9 16,-3 1-12-16,-5-1-6 0,-1 2-5 0,-3 2-4 15,-1 0-6-15,-2 2 0 0,-2 3-3 0,1 0-3 16,0 3-8-16,0 0 7 0,-3 4-13 0,4 1 13 16,-2 2-12-16,3 0 10 0,-3 4-9 0,4 0 11 15,-1 2-13-15,6 0 7 0,1 1-8 0,0-1 12 16,2 2-13-16,5-1 7 0,0 1 3 0,2-1-5 16,1 0-1-16,3 0 3 0,1 0-3 0,0-3-4 15,2 1-1-15,2-2-5 0,-2 1-19 0,2-4-26 16,3 0-6-16,-4-2-10 0,2-1-1 0,-1-2 8 15,-11-2 6-15,22 0 11 0,-22 0 12 0,20-6 1 16,-10 0 10-16,0-4 2 0,-2 1 2 0,1-4 4 0,1-2 4 16,-2-1-2-16,1-3 8 0,-1 1-3 0,-2 2 2 15,-1 0 0-15,0-1 5 0,-1 3 3 0,-1 0 1 16,0 3 12-16,0 0 1 0,0 1-1 0,-3 10-5 16,3-15-8-16,-3 15-2 0,0 0-1 0,0-12 1 15,0 12 6-15,0 0-1 0,0 0-3 0,0 0 2 16,-3 13-2-16,3-13 3 0,1 14-3 0,-1-14-1 15,4 19 1-15,-1-10-3 0,1 1 2 0,2 0 1 16,1 1-5-16,1-1-6 0,0 0-11 0,1-2-38 16,1 1-33-16,1-2-33 0,0 0-21 0,1-2-20 15,-2-2-10-15,2 0-5 0,1-1-1 0,-13-2 42 16,25 0 9-16,-14-2 42 0,0-1 17 0,0 0 14 0,0-4 11 16,-1 1 9-16,1-5 10 0,-2 2 9 15,-1-2 15-15,1-1 29 0,-1-1 28 0,-1 0 19 16,0 1 3-16,0-2 6 0,0 3 17 0,-2-1 14 0,-1 2 14 15,1 1 8-15,-1 0-4 0,-4 9-25 0,9-14-23 16,-9 14-13-16,7-8 2 0,-7 8 18 0,9-5-10 16,-9 5-10-16,0 0-10 0,16 5-11 0,-16-5-11 15,12 10 32-15,-6-4-14 0,0 1 0 0,1 2-19 0,1 2 5 16,-1-2-22-16,0 2 6 0,1 0-13 16,-1 1 10-16,-1-3-16 0,0 2 5 0,0-2-9 15,0 0 6-15,-1-1-9 0,0 1 7 0,-5-9-1 16,8 14-2-16,-8-14 2 0,6 11-5 0,-6-11 3 0,6 10-10 15,-6-10 12-15,0 0-9 0,7 9 11 0,-7-9-15 16,0 0 10-16,0 0-9 0,9-4 8 16,-9 4-11-16,8-12 14 0,-2 5-14 0,-1-3 17 0,1 1-13 15,0-3 11-15,1 1-10 0,3-1 6 0,-3 1-9 16,1 1 9-16,0-2-7 0,1 2 9 0,-2 0-3 16,0 0 4-16,-1 3 0 0,1 0 0 0,-7 7-2 15,10-11-2-15,-10 11-1 0,9-5 9 0,-9 5 1 16,13-2-10-16,-13 2 9 0,11 3-7 0,-11-3 7 15,10 7-12-15,-10-7 12 0,12 14-10 0,-7-8 8 16,0 2-9-16,0 0 11 0,0 2-13 0,0-2 11 16,-1 2-11-16,0-2 8 0,0 0-9 0,-4-8 12 0,7 16-5 15,-7-16 1-15,6 13-1 0,-6-13-3 0,7 12 1 16,-7-12 4-16,6 9-3 0,-6-9-3 0,0 0-6 16,11 8 8-16,-11-8-4 0,0 0 4 0,17-4-7 15,-17 4 11-15,14-8-12 0,-6 2 10 0,3-3-10 16,-1 1 12-16,0-2-11 0,1 0 9 0,-1-1-7 15,0 3 5-15,0-3-4 0,0 3 1 0,-1-3 2 16,1 4-2-16,-2 0 0 0,-1 0 4 0,-1 1-6 16,-6 6 2-16,14-11-1 0,-14 11-1 0,9-7 1 15,-9 7 2-15,10-5 1 0,-10 5-1 0,0 0 0 16,17 4-2-16,-17-4-3 0,10 5 11 0,-10-5-10 16,12 9 8-16,-5-3-4 0,1 1 6 0,2 0-9 15,0 2 11-15,1-1-9 0,2 0 6 0,0 2-5 16,2-2 6-16,1 2-7 0,4-1 7 0,1-1-7 15,1 0 10-15,1-1-14 0,0-1 13 0,0-1-12 0,-1-1 13 16,-2-2-15-16,0-1 14 0,0-1-11 0,0 0 14 16,-1-3-15-16,1 1 8 0,2-4-9 0,-2-2 10 15,2-1-6-15,-2 0 10 0,-2-3-14 0,1 0 10 16,-2-3-2-16,-1 0-2 0,-1-1 1 0,0 0-1 16,-4-1-4-16,1 2-2 0,-3-2 4 0,-2 4 4 15,-2-1-5-15,-2 3 3 0,-1-1-3 0,-2 12 2 16,-1-19 1-16,1 19-5 0,-7-13 3 0,7 13 0 0,-13-7 4 15,13 7-2-15,-17-2 2 0,17 2-1 0,-19 5 0 16,8 0 6-16,1 2-7 0,0 2 3 0,0 0-10 16,2 2 12-16,1 1-10 0,0 1 27 0,2 0 61 15,2 0-3-15,1 0-8 0,2 0-11 0,0 1 5 16,3 0-3-16,2 0 20 0,0-1 6 0,3 0 0 16,1-1-6-16,4 0-15 0,1 0-10 0,3-4-18 15,1 3-4-15,1-4-17 0,2 0 2 0,0-2-17 16,2-1 6-16,-1-2-8 0,-2 0-9 0,1-1-51 15,-1-1-52-15,-2-2-47 0,0 1-72 0,-2-3-81 16,-1 0-118-16,-4 0-137 0,-1-2-158 0,-3 0-166 16,-7 6-494-16,8-13-982 0</inkml:trace>
  <inkml:trace contextRef="#ctx0" brushRef="#br0" timeOffset="10449.9048">18431 2464 367 0,'17'-6'783'0,"-4"2"-130"15,2-1-20-15,-3 1-92 0,-1 1-29 0,-1-1-11 16,-10 4-56-16,15-5-85 0,-15 5-54 0,13-2 40 16,-13 2-2-16,0 0-49 0,9 8-21 0,-9-8-63 15,-1 12-36-15,1-12-37 0,-6 18-22 0,0-8-27 16,0 2-16-16,-3 0-15 0,0 1-10 0,-1 3-11 16,-3-3-7-16,1 2-12 0,-1-1-12 0,0 0-92 15,-1 0-74-15,0 1-85 0,1-2-93 0,-1-1-118 16,0 1-137-16,2-2-111 0,2-1-164 0,1-1-365 15,2 0-842-15</inkml:trace>
  <inkml:trace contextRef="#ctx0" brushRef="#br0" timeOffset="11268.9561">19624 2146 586 0,'12'-27'534'0,"-1"-2"-48"16,0 1-14-16,1-2-23 0,-1 3-42 0,-1-1-43 15,2 1-25-15,-3 1-8 0,-1 4-7 0,0 0-31 16,-1 2-54-16,-2 4 5 0,0 0-32 0,0 3-35 16,-2 2-45-16,2 1-22 0,-5 10-34 0,5-11-1 15,-5 11-20-15,0 0 3 0,0 0-10 0,7 13 57 16,-7-1-28-16,0 6-2 0,-1 1-30 0,0 6 6 15,-1 3-11-15,-1 6 0 0,1 1-9 0,-1 7 0 16,-2 1-6-16,2 1-7 0,0 0 2 0,0 1-12 16,1-2-48-16,1 2-52 0,0-8-66 0,1 1-84 15,0-4-79-15,1 0-105 0,2-6-87 0,1 2-104 0,0-6-120 16,4-2-334-16,-1-4-688 0</inkml:trace>
  <inkml:trace contextRef="#ctx0" brushRef="#br0" timeOffset="11500.1677">20191 1961 701 0,'5'-34'636'15,"-1"3"-45"-15,-1 6-26 0,-2 0-45 0,1 6-28 0,-2 2-50 16,2 1-105-16,-2 4-68 0,0 12-67 16,-2-13 8-16,2 13-8 0,0 0-28 0,-8 5-40 0,4 5-15 15,0 4 49-15,-2 4-19 0,3 5-40 0,0 3-5 16,1 7-21-16,1 1-12 0,2 3-8 15,1 1-12-15,1 4-9 0,1 3-11 0,3-1-8 0,-1-2-53 16,2-1-73-16,0 1-81 0,2-3-110 0,0-2-127 16,-1-5-111-16,3 4-120 0,-3-9-138 0,-1-1-298 15,-1-6-705-15</inkml:trace>
  <inkml:trace contextRef="#ctx0" brushRef="#br0" timeOffset="12617.3156">19946 2364 603 0,'-25'-13'532'0,"2"0"-46"0,4 1-15 16,3 0-20-16,0 2-43 0,4 0-48 0,2 1-63 15,1 0-56-15,5 0-49 0,4 9-38 0,-1-16-32 16,5 7-26-16,6 0-20 0,2 1-17 0,4 0-25 16,3 0 8-16,5 1-26 0,3 3 13 0,5-2-5 0,1 2-5 15,3 1-2-15,1 1-3 0,2 1-1 16,0 1-6-16,0 1 1 0,3 1-2 0,5 2-2 0,1 1-1 15,-1 1 1-15,2 1-2 0,-2 0-1 0,0 0 2 16,-2 3-1-16,-1-2-11 0,-2 3 19 0,-2-1-9 16,-7-1 17-16,-1 1-8 0,-2 0 14 0,-2 0-17 15,-2 1 15-15,-4-2-23 0,-2 0 25 0,-3 1-14 16,-2-2 11-16,-3 1-19 0,-1 0 23 0,-1 1-24 16,-3-1 22-16,-2 0-18 0,-1 0 17 0,-4-9-18 15,3 18 14-15,-3-18-15 0,-3 16 14 0,3-16-19 16,-10 15 16-16,3-8-19 0,-2-1 18 0,-2-2-18 15,0 0 16-15,-3-1-18 0,-1-3 14 0,-1 0-13 16,-1-3 14-16,-1 1-21 0,0-4 20 0,3 0-15 16,-1-3 17-16,3-1-20 0,3-1 18 0,0-2-3 15,4 0 3-15,2-2-8 0,3-1-1 0,4 0 4 16,2 0 1-16,6-3-3 0,3-2-2 0,4 0 0 16,2 2-10-16,3 0 15 0,6 0-17 0,-3 1 18 15,1 4-8-15,1 1 29 0,1 1 0 0,-3 1 29 16,-1 4-3-16,0 1 12 0,0 1 0 0,-4 3-11 15,-1 2 15-15,1 2-10 0,0 2-3 0,-1 2 3 0,-1 1-7 16,-2 2-12-16,0 1 6 0,-3 2-23 0,1 1 1 16,-3 2 38-16,0 0-2 0,-3 2-14 15,0-1-8-15,0 1-4 0,-3-1-9 0,0 0 0 16,-1-2-6-16,-1 0 0 0,-1 0-2 0,-1-1-4 16,1-4-8-16,0 2 6 0,-3-11-2 0,4 18-4 15,-4-18 4-15,3 13-4 0,-3-13-4 0,0 0 5 0,5 8-3 16,-5-8-10-16,0 0 9 0,8-8-3 0,-8 8-3 15,11-17 0-15,-4 7 5 0,2-2-1 0,0-1 2 16,3-2-4-16,0 1 2 0,1 1 4 16,0-2-4-16,0 2 11 0,0 3-16 0,-2 0 1 0,1 1 2 15,-3 1-4-15,0 2 6 0,0 2-2 0,-9 4 9 16,17-5-10-16,-17 5 15 0,17 2-10 0,-17-2-6 16,14 5 5-16,-14-5 3 0,15 12-1 0,-8-3 3 15,-1-1-1-15,0 0-2 0,0 4-1 0,1 0-3 16,-2 0 1-16,1-2 4 0,-1 3 0 0,1-3-1 15,-2 2 2-15,1-3-6 0,-1 1 3 0,0-1 2 16,-1 1-4-16,-3-10-2 0,6 15 10 0,-6-15-5 16,6 12 1-16,-6-12-2 0,7 8 2 0,-7-8 0 15,0 0-6-15,15 1 5 0,-15-1-12 0,18-9-1 16,-6 3-3-16,-1-4-7 0,5-1 3 0,0-3-2 16,1 0 1-16,-1-1 6 0,1 2 10 0,0-1-9 15,-3 1 13-15,2-1-7 0,-3 3 11 0,-2-1-15 16,0 3 12-16,-1 0-9 0,-3 3 8 0,2 0-12 0,-9 6 13 15,13-7-4-15,-13 7 7 0,12 0-5 0,-12 0 8 16,13 5-8-16,-13-5 3 0,13 10-2 16,-8-3-3-16,4 1 5 0,-2 0-4 0,2 3 1 15,0-1 8-15,3 1-6 0,1 1 3 0,2 1-1 0,0-1-2 16,4-1-2-16,-1 0 0 0,3-1 2 0,1-2-2 16,0 1 0-16,1-3 0 0,1 0 3 0,0-2-3 15,1-1-2-15,-3-3 5 0,0 0-1 16,3-1-1-16,-1-4 0 0,-1-1 0 0,-1 0-2 15,0-5 2-15,-3 0-1 0,2-4-2 0,-3-2 4 0,-4 0 6 16,0-1-5-16,-3-1 0 0,-3 1-3 0,-2-1-1 16,-1 2 2-16,-5 0 2 0,-3 2 1 0,-3 1-8 15,-3 1 8-15,-2 1-4 0,-3 3 3 0,-1 2 1 16,-2 3-4-16,0 1 7 0,1 3 7 0,0 3 16 16,-1 0 1-16,3 4 29 0,0 1 7 0,2 2-10 15,0 2-9-15,4 1 30 0,1 2-7 0,2 1-15 16,4 0-9-16,1 0-9 0,3 1-7 0,5 3-4 15,4-1-8-15,6 2-4 0,3-1-34 0,8 0-103 16,3-1-52-16,4-1-107 0,3-4-168 0,3 1-138 0,4 1-190 16,-1-3-569-16,3-1-949 0</inkml:trace>
  <inkml:trace contextRef="#ctx0" brushRef="#br0" timeOffset="13050.3406">23151 1740 418 0,'6'-33'651'0,"0"1"-56"0,-1 1-35 0,-3 6-49 16,0 0-57-16,-1 4-20 0,0 3-25 0,1 1-92 15,-2 3-62-15,0 3-61 0,0 11-29 0,-5-13-16 16,5 13 29-16,0 0-27 0,-9 8-39 0,4 5 80 15,0 8-41-15,-1 7-13 0,0 6-32 0,0 8 36 16,1 4-26-16,1 3-4 0,-1 2-20 0,2 1-16 16,0-1-12-16,0 0-9 0,2 2-11 0,2-3-9 15,-1 0-5-15,4-1-10 0,0-1-3 16,2-2-54-16,0 0-86 0,2-5-76 0,3-1-84 0,-1-4-96 16,1-6-101-16,1-3-89 0,-1-1-81 0,0-7-92 15,-1-2-346-15,-2-3-704 0</inkml:trace>
  <inkml:trace contextRef="#ctx0" brushRef="#br0" timeOffset="13850.3048">23122 2434 484 0,'-8'-15'496'15,"2"1"-8"-15,2-1-28 0,1-1-6 0,2-1-31 16,1 0-29-16,2 0-50 0,2-1-38 0,5-1-31 16,1 0-30-16,5-2-26 0,4 1-18 0,2 1-23 15,2 2-19-15,4 2-18 0,1 1-24 0,3 2-8 0,1 2-14 16,1 1-15-16,1 4 5 0,2 3-13 15,-5 2-10-15,3 2-13 0,1 4-4 0,-2 4-8 16,4 4-3-16,-2 4-5 0,-2 3-11 0,-3 1-5 0,-2 1 0 16,-2 3-3-16,-3 0-2 0,-3 0 0 0,-4-3-3 15,-2 1-3-15,-3-3 5 0,-3-2-4 16,0 0-3-16,-4-2 6 0,0-2 2 0,-4-1 3 16,-3-2-1-16,0-1 0 0,-3-1 2 0,-1 0-2 0,-4-3-5 15,-1-2-2-15,-3 0 0 0,0-2 1 0,-1-3-4 16,-3-1-2-16,-1-3-1 0,-1-2 4 0,-1-1-3 15,3-1-2-15,3-2 4 0,2 1-4 16,4-1-3-16,3-2 2 0,2-1 2 0,4 1-21 0,1-2 0 16,4-2-14-16,3-2-16 0,3 0-2 0,4 0-21 15,2-1 12-15,4 1-10 0,0 0 7 0,1 2-5 16,2 2 0-16,1 0 8 0,-3 3 9 0,0 3 9 16,1 1 10-16,-2 0 7 0,-2 2 2 0,0 0 11 15,-2 2 1-15,0-1 3 0,-2 4 2 0,0-1 3 16,-14 1 5-16,23 1 4 0,-12 2 0 0,0 1 4 15,-2 1 4-15,0 0 8 0,-2 3 8 0,0-1 26 16,1 3-7-16,-1 0-9 0,-1 2-4 0,0-1-5 16,0 2-4-16,-1-1-2 0,1 1-4 0,-1 0-5 15,1 0 4-15,-1-1-5 0,1 1 0 0,0 0-6 16,0-2 3-16,1 1-3 0,-1 0-2 0,2-4 3 0,2 3-1 16,0-3-3-16,1 1 4 0,2-2-6 0,1-2-1 15,2 1 3-15,-1-3-1 0,2-2-3 16,-2-1-12-16,3-1-14 0,1-1 1 0,-4-3 3 15,3-1-2-15,0-3 6 0,-1-1 3 0,-2-1 3 16,-2 2 3-16,-2-1 1 0,-1 1 3 0,0 0 3 0,-1 1 1 16,-2-1 8-16,-2 3 1 0,-5 6 4 0,11-12 6 15,-11 12-11-15,7-7 2 0,-7 7-2 16,0 0-1-16,0 0-6 0,0 0 10 0,9 7 1 16,-9-7 13-16,4 10 8 0,-4-10-4 0,6 17 4 15,-2-9 13-15,2 3 7 0,0 1-10 0,2-3-5 16,3 3 4-16,-2-2-12 0,2 0 0 0,2-1-1 15,1 0-5-15,1-2-7 0,1 2-2 0,0-5-1 16,1 1-4-16,2-1 6 0,-3-3-9 0,3 1-4 16,0-3 2-16,-2-1-1 0,2-1 3 0,-4-2-4 0,1-2 3 15,-1-3 31-15,-1-2-14 0,-2-2 0 16,-1-3 3-16,-2-1-6 0,-5 1 1 0,-1-2 0 0,-2 1 1 16,-2-1-7-16,-2-1 5 0,-1 0-14 0,-3 0 5 15,-2 2-8-15,0 1 6 0,1 4-3 0,-2 0-3 16,1 5 3-16,0-2-20 0,1 4-60 0,8 6-56 15,-14-7-75-15,14 7-80 0,0 0-99 0,-15 3-95 16,15-3-78-16,-6 9-96 0,6-9-382 0,1 15-653 16</inkml:trace>
  <inkml:trace contextRef="#ctx0" brushRef="#br0" timeOffset="14249.6198">24980 2348 750 0,'6'-10'713'0,"-3"1"-62"16,-3 9-21-16,8-15-45 0,-8 15-29 0,5-14-64 16,-5 14-73-16,4-11-56 0,-4 11-66 0,4-10-62 15,-4 10-51-15,0 0-34 0,0 0-28 0,0 0-21 16,0 0-18-16,0 0-14 0,6 9-14 0,-6-9-9 16,3 12-9-16,-3-12-9 0,7 19-4 0,-5-9-6 15,0 0-4-15,1 1 0 0,1 0-8 0,-2-1 2 16,1 2-1-16,0-3-2 0,0 1-1 0,0 0-2 15,-3-10 0-15,7 15 1 0,-7-15-3 0,6 11 1 16,-6-11-1-16,5 7-1 0,-5-7-2 0,0 0-1 16,13 0-2-16,-13 0 0 0,12-6-5 0,-4 0-2 0,0 0-16 15,2-4-5-15,1 0 5 0,2-3-4 16,3 0-3-16,0-1 4 0,2 0 11 0,-2 0 3 16,0 2 4-16,2 0 0 0,-3 1 5 0,1 1 1 15,-2 1-1-15,-1 1 6 0,0 1-2 0,-2 1 2 16,1 2 1-16,1 1-1 0,-1 3 1 0,1-1 3 15,-2 2-1-15,5 1-1 0,-1 2 1 0,2 2 0 16,0-1-1-16,3 3 2 0,1 0-52 0,2 0-86 16,-3 1-107-16,4-1-118 0,3 3-97 0,1-2-99 15,3 1-141-15,-1-1-503 0,0-1-811 0</inkml:trace>
  <inkml:trace contextRef="#ctx0" brushRef="#br0" timeOffset="14550.1972">26287 1521 801 0,'4'-21'705'0,"-2"3"-86"16,2 0-101-16,1 4-77 0,-1 1-47 0,2 3-9 16,2 4-13-16,1 2 6 0,4 3-15 15,5 4 10-15,3 4-17 0,8 5-20 0,5 8 0 16,3 7-35-16,6 8-39 0,0 6-28 0,-1 2-17 15,-2 4-48-15,-1 2-34 0,-5 2-21 0,-1 0-22 0,-5 2-6 16,-5-1-22-16,-4 1 2 0,-6-6-12 0,-5-2-34 16,-4 3-20-16,-6-2 0 0,-3 2 0 0,-5-4 0 15,-7 0 0-15,-6 3 0 0,-8-3 0 0,-5-4 0 16,-7-2-31-16,-4-5-117 0,-9-2-58 0,-5-5-71 16,-4 0-71-16,-6-5-101 0,-8-2-145 0,-4-5-150 15,-2 2-156-15,-7-5-528 0,-2-2-1037 0</inkml:trace>
  <inkml:trace contextRef="#ctx0" brushRef="#br0" timeOffset="16583.6008">2006 3637 327 0,'-8'-16'470'0,"1"4"-46"15,-1-2-40-15,2 1-35 0,1-2 5 0,1 2-11 16,-1 3-3-16,1 0-24 0,0 1-49 0,4 9-53 16,-6-14-42-16,6 14-31 0,0 0-1 0,0 0 18 0,0 0-25 15,-12 10 6-15,10 4 0 0,-1 5 36 16,-3 5-61-16,1 7 24 0,-1 2-52 0,-2 9 47 0,0 1-42 15,-4 3 22-15,4 1-52 0,0-1 23 0,-1 0-46 16,2-3 25-16,2 0-49 0,1-7 36 0,0-3-47 16,2 0 40-16,1-6-45 0,0-2 34 0,1-4-2 15,0-3-12-15,-2 0 2 0,2-4 4 0,0-2 59 16,0-12 13-16,0 18-21 0,0-18-10 0,0 0-47 16,0 0 27-16,0 0-44 0,9-7 33 0,-7-3-38 15,2-5 30-15,-1 0-38 0,0-7 35 0,0-2-41 16,3-6 39-16,0-2-39 0,0-3 35 0,1-4-37 15,5-1 36-15,-1 1-1 0,2-1-35 0,3 1 29 16,1 1-34-16,2 2 32 0,3 3-27 0,2 2-2 16,-3 4 4-16,5 3 9 0,-4 6-3 0,1 0 32 15,-4 6-40-15,1 3 40 0,-2 1-40 0,-2 3 40 16,-3 3-40-16,1 2 39 0,-3 2-41 0,2 1 41 16,-5 3-37-16,-2-1 40 0,-1 3-2 0,-2 2-4 15,-2 1-2-15,-1 2-2 0,-3 1-1 0,-3 1-4 16,-1 3-3-16,-4 1-30 0,-1 3 34 0,-2 0-30 0,-2 0 34 15,2-1-30-15,0 0 30 0,2-4-32 0,1 0 34 16,2 1-31-16,2-4 32 0,2 0-36 16,1 1 38-16,3-3-35 0,2 1 36 0,2-3-40 0,3 3 37 15,3-1-36-15,3-1 3 0,2 2-40 0,4-3 28 16,0 1-44-16,3-2 40 0,1 2-43 0,-1-1 47 16,1 0-1-16,0 0 1 0,-1-1 9 0,0 1-1 15,-1-1 6-15,-2 1 6 0,-1-1 3 0,-3-1 3 16,0 0-3-16,-2-1 0 0,-1 2 4 0,-3-4-1 15,-1 3 7-15,-2-1 1 0,-5-7 7 0,7 13 14 16,-7-13 5-16,-1 14 17 0,1-14 2 0,-10 15 13 16,0-7 5-16,-3 1-9 0,-5 0-9 0,-4 1-12 0,-8 2-5 15,-8 1-6-15,-6 1-5 0,-4-1-2 0,-13 5-8 16,-4-3-1-16,-4 2 1 0,-1-2-3 0,-2 0-4 16,1 2 0-16,2-1-4 0,5-3 4 0,15-2-15 15,6-1-56-15,9-2-75 0,9-3-72 0,7-1-83 16,4-2-133-16,14-2-73 0,0 0-98 0,0 0-89 0,5-7-464 15,13-1-766-15</inkml:trace>
  <inkml:trace contextRef="#ctx0" brushRef="#br0" timeOffset="18252.2607">2727 4129 471 0,'0'0'799'0,"-7"-13"-205"0,7 13-49 0,-9-15 12 16,5 6-78-16,-2 1-32 0,1-3-56 0,-1 3-63 16,2-2-36-16,0 0-45 0,1 1-34 0,3 9-43 15,-2-19-36-15,2 19-25 0,6-16-20 0,3 7-18 0,5 1-12 16,2 3-12-16,7 1-12 0,3 2-6 0,3 2-1 16,6 3-7-16,1 2-8 0,4 4 5 0,-1 2-8 15,-3 1 5-15,-2 3-6 0,-6-1 2 0,-3 1-2 16,-4 1-3-16,0 0-6 0,-6 0 5 0,-4-1 1 15,-2 2 1-15,-3-2-2 0,-2-1-2 0,-3 0 2 16,-3-2 1-16,-4 3-2 0,-1-3 4 0,-2 0 5 16,-3-1-2-16,0-2-3 0,-2 0-4 0,-2-3 3 15,-2-1-1-15,-1 0-6 0,-1-3 2 0,0-2-2 16,-2-2-2-16,-4-1-1 0,1-3 2 0,-1-1 0 16,-2-2-2-16,3-3-1 0,0 1 2 0,2-4-28 15,2 0 35-15,6 1-40 0,0-3 45 0,4-1-40 0,4 1 37 16,2 0-39-16,5 0 39 0,3 0 1 15,5-2-1-15,6-3-3 0,3 0-2 0,9-1 0 16,4 1-1-16,3-1 3 0,5 2-2 0,1 2 1 0,5 1 0 16,1 2 0-16,3 1 3 0,-1 0 0 0,2 5-5 15,2 2 3-15,-2 1-1 0,-1 4-1 16,-6 3-2-16,5 3-1 0,-2 4-1 0,-1 3 2 0,-3 1 0 16,-3 4 0-16,-2 3 1 0,-2 0 1 0,-1 3 2 15,-5 1 0-15,-1 2 3 0,-2 1-4 0,-2 0 2 16,-5-2 1-16,-1 0 3 0,-4-1 5 0,-1-2 9 15,-4-1 22-15,0-1-6 0,-4-1-5 0,0-2-6 16,-4-1-3-16,-2 0-2 0,-4 0-1 0,0-2-8 16,-2 0 1-16,-3-2-5 0,-2 0-1 0,-1-3-4 15,-3 0 5-15,0-2-5 0,-3 0-1 0,0-4 0 16,-1 0-1-16,0-2-4 0,-2 0 1 0,0-5-1 16,3 1 1-16,-1-4-4 0,5-1 0 0,0-2-7 0,4-2 1 15,2 2-6-15,4-3-2 0,4-2-7 16,2-1 0-16,4-3-2 0,3-1-1 0,5-5 3 15,6-3-9-15,5-1 9 0,2-1 1 0,2 2 0 16,2-1 9-16,3 2 0 0,0 1 6 0,0 0-2 0,1 3 0 16,-1 0 1-16,-1 0 3 0,-1 2 5 15,-1 1-4-15,-2 1 4 0,-4 3 0 0,-1 2 0 16,-1-2-3-16,0 3 0 0,-5 3 0 0,1-2 2 0,-3 3 3 16,0 1-1-16,-2 0-1 0,-2 2 0 0,1-1 4 15,-3 2-6-15,0 2 4 0,-8 5-1 0,14-12 2 16,-14 12-3-16,9-9 7 0,-9 9-6 0,9-7 1 15,-9 7 0-15,7-6-2 0,-7 6 2 0,0 0 6 16,10-6-2-16,-10 6-9 0,0 0 3 16,7-7 2-16,-7 7 0 0,0 0-1 0,0 0-1 0,8-6 2 15,-8 6 4-15,0 0-5 0,0 0 4 0,0 0-3 16,0 0-1-16,7-6-1 0,-7 6 5 0,0 0-3 16,0 0 0-16,0 0 0 0,0 0 1 0,0 0 1 15,0 0 0-15,0 0 0 0,0 0-3 0,0 0 2 16,7-6 3-16,-7 6-4 0,0 0 4 0,0 0-5 15,0 0 0-15,0 0-1 0,0 0 5 0,0-13-8 16,0 13 6-16,0 0-2 0,0 0-1 0,1-14 0 16,-1 14 3-16,0 0-37 0,2-14 41 0,-2 14-35 15,1-12 39-15,-1 12-34 0,1-11 43 0,-1 11-41 0,1-13 36 16,-1 13-36-16,0 0 37 0,1-15-33 0,-1 15 38 16,0 0-45-16,0 0 40 0,2-12-37 0,-2 12 41 15,0 0-37-15,1 10 43 0,-1-10-4 0,1 21 5 16,0-4 10-16,-1 3 1 0,0 6 1 0,0 1 55 15,-2 9 4-15,0 6-19 0,-2 4-10 0,-1 0-16 16,-3 3-5-16,2-1-5 0,-1-1-5 0,1 0 53 0,0-2-3 16,-1-2-14-16,2-2-13 0,1-6-8 0,1-2-11 15,-1-7-3-15,2 1-10 0,0-5-1 16,0-3-7-16,1-1 2 0,-1-2 47 0,1-4 28 0,-1 0 33 16,2-12-7-16,0 16-21 0,0-16-26 0,0 0-15 15,7 7-8-15,-7-7-17 0,10-8-3 16,-2 0-8-16,1-4-2 0,2-4-17 0,1-2 7 0,3-6-17 15,4-6 13-15,1-4-13 0,3 0-22 0,2-2-16 16,0 0-18-16,6-5-9 0,3 0-1 0,-4 9-8 16,-2 2 15-16,2 1-1 0,-1 3 8 0,-1 3 0 15,-5 5 11-15,-2 1 5 0,-4 3 6 0,-1 5 6 16,-3-1 3-16,-1 4 0 0,-2 1 6 0,-10 5 4 16,14-6 3-16,-14 6 3 0,0 0 3 0,0 0 0 0,0 0 6 15,-6 17 1-15,-5-6 0 0,-4-1 0 16,-2 2 0-16,-2 1 0 0,-3 2 0 0,0-1 1 15,0 3-1-15,1-1 1 0,1 1-2 0,1 0 3 16,3-2-4-16,0 1 3 0,3 0-2 0,-1 0 5 0,2 0-8 16,0 1 8-16,4 0-2 0,0-3-3 0,3 0 1 15,1 1 4-15,1-2-3 0,2 0 0 0,3-1-1 16,4 3 1-16,0-3 0 0,3-1 0 0,3 0 0 16,1-2 1-16,6 1-1 0,0-3 0 15,5-2 0-15,1 0 0 0,4-2 0 0,2-1 0 0,8-3 1 16,1-2-2-16,10-2 4 0,0-1-4 0,-1-4 2 15,0-1-1-15,-1-2-1 0,-2 0 2 0,-3-3-1 16,-4 0-1-16,-1-2 3 0,-4 0-2 0,-7 4 1 16,-3-2 1-16,-1 2 0 0,-5 2 1 0,-3 1 2 15,-3 1-4-15,-2 1 4 0,-3 1-6 0,-2 0 1 16,-5 8 0-16,3-11 0 0,-3 11-2 0,-5-8 1 16,5 8 0-16,-15-6 1 0,15 6-5 0,-20-1 4 15,20 1-5-15,-22 1 4 0,11 1-4 0,2 3 5 16,-1-1-6-16,3 1 5 0,0 0-1 0,7-5 3 0,-9 15-3 15,9-15 2-15,-2 16-2 0,2-16 4 0,6 19-2 16,-1-9 0-16,3 1 0 0,2 0 0 16,0 0 1-16,4 2 2 0,0-1-2 0,1-1 0 0,1 2-4 15,-1-3 5-15,1 1-1 0,-1 0-2 0,-2-3 2 16,0 0-1-16,-1 1 0 0,-1-2 0 0,-2 1 1 16,0-1-1-16,-2-2-1 0,0 2 1 0,-7-7-1 15,9 11-1-15,-9-11 3 0,2 10 1 0,-2-10-1 16,-5 11-1-16,-1-4 1 0,-4-1 0 0,-3 0-1 15,-4 0 0-15,-5 1-1 0,-7 0 3 0,-4 0-7 16,-4-1-8-16,-9-1-47 0,-1 1-43 0,-4-3-64 16,-2 1-59-16,2-2-57 0,1 1-91 0,10-1-102 15,7-2-130-15,4 1-111 0,6-2-661 0,4-1-979 0</inkml:trace>
  <inkml:trace contextRef="#ctx0" brushRef="#br0" timeOffset="18833.1694">6770 3245 282 0,'23'-26'702'0,"-5"5"-124"0,0 2 14 0,-4 3-55 16,0 1-25-16,-4 0-47 0,-1 3-47 0,0 4-66 15,-3-1-81-15,0 3-59 0,-6 6-32 0,0 0 41 16,0 0-3-16,0 0-17 0,-3 13-13 0,-7 3 1 15,-5 9 11-15,-6 8-22 0,-2 5-17 0,-7 12 36 16,-2 4-38-16,-3 3-26 0,0 0-28 0,1 4 54 16,-1 1-27-16,2 0-19 0,2-1-17 0,4-2 51 15,3 0-27-15,6-4-23 0,5-8-21 0,4-3-76 16,6-1 0-16,3-7 0 0,6-3 0 0,7 4 0 16,4-3 0-16,7-5 0 0,4-2 0 0,6-4 0 0,3-4 0 15,4-3 0-15,5-3-141 0,0-3-149 0,3-3-80 16,1-4-122-16,-1-2-167 0,-6-2-209 0,3-2-830 15,0-4-1374-15</inkml:trace>
  <inkml:trace contextRef="#ctx0" brushRef="#br0" timeOffset="20550.0104">8133 3646 572 0,'-3'-14'496'0,"1"0"-56"0,0 2-16 16,0-2-43-16,-1 4-19 0,1-2-19 16,1 1 7-16,-1 0-56 0,2 11-34 0,-4-16-72 0,4 16-16 15,0 0-28-15,0 0 6 0,0 0-29 0,0 0 19 16,0 0-11-16,-1 19-4 0,2-4-6 16,1 3-20-16,1 3-10 0,0 3-18 0,-1 3-9 15,0-1-20-15,1 6 1 0,0-1-13 0,-1 1-10 16,1 0-2-16,0-6 2 0,0 1-9 0,0-1 0 0,0-3 0 15,-1-2-8-15,0-2 2 0,-1-3 3 0,1-1 0 16,-1-4 24-16,0 0 75 0,-1-11-11 0,0 15-19 16,0-15-11-16,0 0-15 0,0 0-12 0,0 0-1 15,-9-5-6-15,3-5-4 0,0-2-9 0,-1-2 0 16,-1-5-5-16,0-2 2 0,-3-4-12 0,2-3 9 16,-1-3-8-16,1-6-1 0,1-1-1 0,3 4-4 15,3-2-4-15,2-2 0 0,5-4 2 0,3 1-5 16,4-1 5-16,4 3-3 0,4 2 1 0,1 3 2 15,4 2-2-15,2 5 2 0,2 1 2 0,2 4-1 16,-1 4 1-16,-2 5 1 0,0 3-3 0,-2 4 2 16,-2 0-1-16,-1 6-2 0,-2 0-1 0,-2 4 4 0,1 3 0 15,-2 1 1-15,-6 3 2 0,-3 2-1 0,-1 0 1 16,-4 1 2-16,-4 3-1 0,-2 2-1 0,-5 1 3 16,-2 1-7-16,-3 4 9 0,-5 0-8 0,1-2 9 15,-5 4-10-15,1-5 7 0,3-1-9 0,0-2 10 16,3-2-11-16,0 0 13 0,3-1-11 0,1-2 9 15,1 0-10-15,2-1 9 0,2 0-8 0,2-1 6 16,1 0-3-16,2-1 3 0,2 1-4 0,1 0 7 16,4 0-6-16,1-1 5 0,3 2-7 0,2-1 8 15,3 3-10-15,0-2 12 0,6 1-12 0,0 1 8 16,0-1-6-16,2 1 5 0,0-1-4 0,-1 0 3 16,-1 1-4-16,1-1 6 0,-4-2-1 0,-1 0-7 15,0-1 4-15,-3 0 4 0,-1-1-1 0,-3-2-4 16,0 1 1-16,-3-4 1 0,-2 2-2 0,-6-7-1 15,6 13 5-15,-6-13 0 0,-4 9-8 0,4-9 14 16,-18 11-9-16,2-7 7 0,-3 1-10 0,-4-1 8 0,-7 0-10 16,-6 0 9-16,-3 0-2 0,-7-1-2 0,-3 0 0 15,0-1-2-15,-1-1 2 0,6 0-46 0,-1-2-41 16,4-1-47-16,1 1-53 0,5-3-54 0,6 0-57 16,7 1-90-16,5-3-67 0,8 2-135 0,9 4-138 15,-2-10-299-15,9 2-636 0</inkml:trace>
  <inkml:trace contextRef="#ctx0" brushRef="#br0" timeOffset="21700.1154">9076 3938 520 0,'9'-6'789'0,"-9"6"-190"0,-1-14-33 0,1 14-42 0,-2-16-90 16,2 16-65-16,0-23-72 0,2 11-15 15,0 1-50-15,2-3-3 0,1 1-35 0,3 0-37 16,0 1-29-16,2 0-26 0,3 2-20 0,3-1-11 0,2 3-20 16,1 2-12-16,1 1-5 0,1 3-9 0,0 2-8 15,1 2 1-15,3 1 0 0,0 3-6 0,-2 2-1 16,4 2 0-16,-3 3-6 0,0 0 0 0,-6-1 1 16,0 3-2-16,-4-2 0 0,0 2 1 0,-4 0-4 15,-3-1 0-15,-2 0 0 0,-3-1 4 0,-3-1-2 16,-1 0-1-16,-4 1 2 0,-2-2 4 0,-2-1-4 15,-1 0-3-15,-2-2 4 0,0-2-5 0,-3 0 3 16,2-1-5-16,-3-1-2 0,2-3 4 0,-1-1 3 16,2-1-6-16,-2-2 6 0,1-3-3 0,0 1 0 0,2-2-2 15,0-1 4-15,2-3-5 0,1 1 2 16,0-2-1-16,3-1-3 0,2-2 2 0,1 1-3 16,3-4 2-16,2 1 1 0,3 0 2 0,3-2-4 0,2 1 2 15,5 1 5-15,2-2-1 0,6 1-1 16,2 2 1-16,4 1-5 0,8 1 4 0,1 2-5 15,5 1 8-15,0 1-6 0,3 4 8 0,1 1-7 0,-5 1 3 16,1 4-3-16,-1 0 1 0,-1 3 6 0,-1 0-10 16,4 4 3-16,-8 0-2 0,-1 3 4 0,-4 1 3 15,0 2-1-15,-3 1 1 0,-3 2-3 0,-2-2 6 16,-1 4-4-16,-2 0 7 0,-5-2-6 0,-1 0 11 16,-2 0 0-16,-2 0 9 0,-4 0-4 0,1-2 2 15,-2 0-8-15,-3-1 1 0,-1-2-2 0,-1 0 2 16,-2 0-3-16,-2-2 0 0,0 0-8 0,-1-1 6 15,-1-1-5-15,0-2-1 0,-4-1-1 0,1 0 1 16,-1-2-2-16,-3-1 0 0,1-2-1 0,-2-1-1 16,-1-1-2-16,0-2 2 0,0-1-1 0,-1-2-2 15,1-1-1-15,0-2-5 0,3-1-12 0,1-2-8 16,3 1-7-16,2-2-10 0,3-1-9 0,2-1 3 0,2-2-2 16,4-2-2-16,2-1-8 0,4-3-4 15,4-2-9-15,4-3-1 0,3-1 10 0,1 1 10 16,0-1 9-16,3 2 8 0,0-2 6 0,1 0 10 0,-1 1-25 15,-2 0 34-15,2 0-21 0,-2 1 32 0,-2-1-19 16,-1 3 23-16,-4 3-19 0,-2 0 29 0,0 1-14 16,-4 3 47-16,-1 1 5 0,1 0 11 0,-4 5 4 15,1-1-4-15,-2 2-5 0,0 1 7 0,0 2-10 16,-1 1-12-16,-4 9-8 0,6-13-5 0,-6 13-3 16,0 0-4-16,10-3 6 0,-10 3 39 0,8 12-8 15,-2-2-7-15,0 5 10 0,1 4 4 0,0 3 15 16,2 6-6-16,-2 3 6 0,1 7 26 0,0 1-19 15,1 3-22-15,-2 0-5 0,1 1-16 0,-1 0-6 0,1 0 5 16,-3-2-17-16,1 0 2 0,-1-5-11 0,-1 0 6 16,-1-3-12-16,0 0 8 0,0-2-10 15,-1-3 6-15,-1-3-10 0,0-3 12 0,1-3-13 0,-1-2 7 16,0 0-8-16,-1-4 16 0,1-1 58 0,-1-12 43 16,1 17-33-16,-1-17-7 0,0 0-26 0,4 11 0 15,-4-11-21-15,0 0 5 0,8-12-19 0,-4 4 9 16,3-4-22-16,0-4 15 0,2-3-19 0,3-4-2 15,1-3 0-15,3-5 5 0,2 0-2 0,2-2 9 16,0-1-19-16,1 2-4 0,0 0-24 0,-1 2 8 16,1 1-2-16,-2 6-7 0,-2 2-5 0,0 2-15 15,-4 4-10-15,1 2-10 0,-4 2-6 0,1 3 6 16,-1 2 12-16,-10 6 11 0,12-5 14 0,-12 5 10 16,0 0 3-16,0 0 7 0,-4 18 3 0,-5-9 1 15,-5 4 8-15,-1 2-6 0,-6 3 13 0,-2 1-3 16,-5 3 3-16,0 0 9 0,1 0-8 0,0 0 5 0,5-4-6 15,1 0 8-15,2-1-9 0,4-1 9 0,2-3-4 16,2-1 2-16,3 0-3 0,1-1 6 0,3-1 0 16,4-10 7-16,-3 17 13 0,3-17 24 0,6 15-10 15,2-8 10-15,4 0-11 0,2-2 3 0,4 0-18 16,3 0 8-16,3-2-17 0,2 1 8 0,0-2-16 16,3 0 10-16,0-1-18 0,1-1-25 0,1 0-104 15,6-1-84-15,-1-1-167 0,2 1-108 0,0-2-86 16,4 1-77-16,7-3-653 0,1 1-908 0</inkml:trace>
  <inkml:trace contextRef="#ctx0" brushRef="#br0" timeOffset="21984.6473">11900 3653 17 0,'0'-14'821'0,"0"1"-149"0,0 13-55 0,0-22-16 16,0 22-59-16,0-20-49 0,0 20-49 0,-1-16-66 0,1 16-77 15,-1-13-58-15,1 13-51 0,0 0-37 0,0 0 31 16,0 0-7-16,0 0-19 0,-7 8 20 0,3 6-8 16,-1 4-21-16,-4 8-11 0,-4 10 54 0,-1 1-28 15,-2 4 12-15,-1 2-1 0,-4 9-27 0,-2 0-27 16,1 0-26-16,0-1-16 0,-1-1-18 0,3-8-8 16,2-2-16-16,0-1 0 0,2-2-18 0,-1 0 1 15,1-4-3-15,2-4-9 0,3-4 0 0,-1 0-10 16,3-6-73-16,1-1-64 0,1-2-64 0,0-4-50 15,2-2-79-15,1-1-113 0,4-9-122 0,-2 10-98 16,2-10-48-16,0 0-100 0,0 0-420 0,17-2-840 16</inkml:trace>
  <inkml:trace contextRef="#ctx0" brushRef="#br0" timeOffset="22233.5364">12165 3652 327 0,'9'-18'821'0,"-2"0"-75"15,-2 4-102-15,1 0-65 0,-2 3-91 0,1 2-85 16,-5 9 9-16,4-8-41 0,-4 8-34 0,0 0-15 16,-4 7-44-16,-2 3 21 0,1 4-26 0,-2 5-49 15,-5 8-23-15,1 1 17 0,-6 9-34 16,1 3-35-16,-2 2-13 0,0 2-27 0,-4 6-16 16,3-7-23-16,2-1-13 0,-2-2-10 0,4-1-13 0,-1-1-7 15,3-2-3-15,1-6-7 0,1-3-5 0,1-1-11 16,2-4-80-16,0-3-56 0,3-3-58 0,-1-2-55 15,1 0-45-15,0-5-80 0,1 0-111 0,4-9-92 16,-9 11-104-16,9-11-105 0,-7 4-498 0,7-4-890 16</inkml:trace>
  <inkml:trace contextRef="#ctx0" brushRef="#br0" timeOffset="22467.2371">11402 3862 681 0,'-23'-8'548'0,"2"2"-49"0,2 1 22 0,3 1-39 16,0 0-12-16,5 1-58 0,-3-1-46 0,14 4-69 15,-15-7-34-15,15 7-29 0,0 0-18 0,4-9-32 16,7 6-22-16,6-2-28 0,9-1-24 0,10 2-23 16,7-2-18-16,6 2-14 0,3-3-11 0,-1 3-7 15,4 0-10-15,2-1-2 0,0 3-7 0,-1-1-12 16,-1 1-81-16,0-1-100 0,-1 2-86 0,-7 1-123 0,-4 0-66 15,-3 0-96-15,-4 1-65 0,-7 0-465 16,-6 1-692-16</inkml:trace>
  <inkml:trace contextRef="#ctx0" brushRef="#br0" timeOffset="22677.4542">11638 3965 193 0,'-23'8'748'0,"2"-2"-147"15,6 0-55-15,1 0-9 0,1-2-13 16,13-4-47-16,-15 5-57 0,15-5-48 0,0 0-60 0,0 0-37 16,0 0-50-16,23-1-32 0,-4 0-42 0,8-2-19 15,2 0-35-15,7-1-9 0,9 0-24 0,4-2-12 16,1 1-11-16,1-1-5 0,1 2-11 0,0 0-10 16,-1-2-57-16,1-1-66 0,-2 3-101 0,-5 0-79 15,-5 1-111-15,-1-1-99 0,-2 1-116 0,-7 3-638 16,-1-2-861-16</inkml:trace>
  <inkml:trace contextRef="#ctx0" brushRef="#br0" timeOffset="22951.1764">12819 4303 585 0,'2'13'922'0,"-2"-13"-236"0,0 0-130 0,-2 14-40 16,2-14 2-16,-5 11-29 0,5-11-53 0,-9 16-50 16,3-9-16-16,-1 2-57 0,0 3-23 0,0-1-42 15,-1 3-56-15,-4 3-34 0,1-2-31 0,2 3-25 16,-3 0-20-16,0 1-13 0,0-2-17 0,0 1-10 16,0 0-7-16,0-1-7 0,1 2-7 0,-3-2-6 15,3 0-3-15,0-2-71 0,-3 0-80 0,3-4-86 16,0 0-106-16,0-1-149 0,2-2-143 0,-2 0-168 0,1-3-670 15,-1-1-1079-15</inkml:trace>
  <inkml:trace contextRef="#ctx0" brushRef="#br0" timeOffset="25999.4609">13524 3779 319 0,'0'-15'540'15,"2"2"-78"-15,0 0-32 0,-2 0-1 0,2 2-29 16,-2-1-5-16,0 12-39 0,3-20-58 0,-3 20-56 16,3-15-50-16,-3 15-38 0,0 0-31 0,2-8 13 15,-2 8-22-15,0 0 26 0,2 14-32 0,-2-1 11 16,0 4-6-16,0 4 6 0,-2 6-17 0,-3 4-15 15,2 4-13-15,-1 0 6 0,0 1-11 0,-1-1-10 16,1 1-10-16,-1-2-5 0,0 1-9 0,1-3-2 16,-1 0-10-16,1-3 2 0,0-2-15 0,2-4 5 15,-1-1-5-15,-1-4 0 0,2 0-5 0,-1-2 2 16,1-2 2-16,2-3 2 0,0-11 51 0,-2 18 6 0,2-18-12 16,0 0-12-16,0 0-7 0,0 0-8 15,0 0 3-15,0 0-17 0,11-15 6 0,-8-1-13 16,-1-5 3-16,2-4-13 0,0-5 9 0,1-5-11 0,-1-1 10 15,1-7-12-15,0-1 0 0,-1 0 4 16,0 0-2-16,1 0 11 0,-1 1-11 0,1 2 5 0,4 1-5 16,0 2 4-16,0 7 0 0,3 3-7 15,1 3 3-15,5 1 0 0,3 4 2 0,2 3-6 16,6 0 3-16,5 4 0 0,-2 4 5 0,3 2-8 0,2 3 5 16,-1 2 0-16,0 2 2 0,1 3-5 0,-3 3 1 15,-2-1-2-15,-1 4 4 0,-2 0-1 0,-6 0-3 16,-3 3 8-16,-4-1-7 0,-2 2 7 0,-6-1-4 15,-3 1 1-15,-3-1 0 0,-4 1 2 0,-2 1 8 16,-5 2-5-16,-5 2 1 0,-3 0-3 0,-4 0 0 16,-2 2-3-16,-2-4 9 0,-4 4-5 0,5-3 7 15,-3-1-12-15,4 0 4 0,-1 0-3 0,1-2 7 16,7-1-7-16,-2 0 7 0,5 0-11 0,2-2 7 16,2 1-6-16,2-1 11 0,3 1-11 0,4-12 8 15,2 21-2-15,2-12 1 0,5 2-4 0,7 1-1 16,-1 0-3-16,6-2-19 0,6 3-7 0,0-2 5 0,0 0-3 15,2 1 6-15,1-2-2 0,-1 2 16 0,-1-3-2 16,-1 1 2-16,-4-2 0 0,0 0 5 0,-4-1-1 16,-3-2 7-16,-2 1-10 0,-1 0 9 0,-4-2-5 15,-9-4 7-15,12 9-2 0,-12-9-1 16,0 0 0-16,-7 13-1 0,-2-9-2 0,-5 3 10 0,-6-3-4 16,-2 2 0-16,-10 1-1 0,0-1 5 0,-3 0-6 15,-8 1 6-15,-4 0-7 0,4 0 7 0,-4-1-9 16,2-1 1-16,-2 0 7 0,9-1-10 0,2 0 10 15,0-2-6-15,7 1-3 0,2-1-42 0,4-1-52 16,3 0-110-16,5-1-95 0,4-1-102 0,11 1-71 16,-14-4-65-16,14 4-97 0,0 0-397 0,11-12-649 15</inkml:trace>
  <inkml:trace contextRef="#ctx0" brushRef="#br0" timeOffset="27316.814">14548 4144 580 0,'8'-8'622'0,"-4"0"-120"0,-4 8-4 0,4-18-41 0,-4 18-32 15,0-21-40-15,0 9-57 0,-2-1-25 0,2 2-30 16,0-3-35-16,0 2-43 0,0 0-35 0,2 0-32 16,2 1-25-16,1 1-26 0,3-1-9 0,2 3-17 15,1 2-8-15,5 0-11 0,-1 3-4 0,3 1-6 16,0 4-7-16,1 1 1 0,3 3-4 0,-2 1 0 15,1 2-3-15,-1 2-2 0,-3 1-4 0,-1 1 3 16,-2-1-1-16,-4 3 2 0,-2-2-5 0,-1 1 2 16,-4-1-6-16,-2-1 7 0,-1 0-3 0,-3 1 6 15,-5 1-1-15,-1-3 5 0,-3 2-1 0,-3-1 0 0,-3-1-10 16,-1-1 11-16,0-2-3 0,-1 1-1 16,-2-3-5-16,3-2 3 0,0 1-1 0,1-3-2 15,-1 0 1-15,3-2-6 0,0-3 7 0,0 1-3 0,3-3 7 16,0-2-7-16,3-1 6 0,2-2-10 0,1-2 3 15,3-1-3-15,2-2 1 0,2-1-1 0,2-2-2 16,3-2-2-16,1-1-5 0,5 1 14 0,3-2-5 16,1 1-2-16,5 1-5 0,1 0 10 0,3 2-4 15,7 0 0-15,1 1-1 0,5 2 6 0,0 3-5 16,2 1-1-16,2 2 3 0,-2 3-2 0,-1 1 1 16,2 2 0-16,2 2 7 0,0 1-2 0,1 1-4 15,4 3 5-15,0 2 0 0,-2 1-7 0,-3 1 6 16,-3 2-2-16,-5 0 1 0,-1-1-2 0,-3 2 4 15,-4 2-1-15,1-1 2 0,-2 2-6 0,-5-3 6 16,-3 3-8-16,1-2 3 0,-5 1-1 0,-2-2 8 16,-2 1-7-16,-1-1 3 0,-4 0-3 0,0 0 8 0,-4-11-2 15,2 18 3-15,-2-18 10 0,-7 17-7 16,3-8-4-16,-2-1 7 0,-1-2-2 0,-2 1-6 0,-1-1 2 16,-1 0-3-16,-1-2-2 0,1 0-2 0,-2-1 6 15,-1-1-5-15,1-2-1 0,-2 0-2 0,0 0 6 16,-2-3-8-16,1-1 3 0,0 0-4 0,0-3 7 15,0 1-8-15,3-3 6 0,0 2-4 0,2-4 2 16,2 1-2-16,0-1 0 0,3 0-3 0,1 1 8 16,2-1-6-16,1 0 5 0,2 11-7 0,0-22 3 15,4 10-2-15,1 0 4 0,1 0-3 0,4-1 4 16,-1 3-9-16,3-5 8 0,2 3-4 0,0 0 6 16,2 1-8-16,0 0 6 0,1 1-5 0,-3 2 4 15,1 0-3-15,-2 1 0 0,0 1 2 0,-3 0 1 16,-1 1-3-16,-9 5-1 0,16-8-3 0,-16 8 1 15,12-6 4-15,-12 6 1 0,11-3-4 0,-11 3 7 16,0 0-6-16,0 0 6 0,12-1-3 0,-12 1 1 0,0 0-2 16,0 0 0-16,0 0 1 0,0 0-2 0,0 0 6 15,0 0-4-15,10 2 5 0,-10-2-3 0,0 0-1 16,0 0 1-16,0 0 3 0,0 0 4 0,0 0-5 16,0 0-3-16,0 0 1 0,9-7-1 0,-9 7-3 15,5-8 1-15,-5 8 1 0,8-12 2 0,-3 5 1 16,2-1 0-16,3-3-3 0,-2 1-5 0,2-3-6 15,2-1-10-15,-1-1-4 0,0 0-4 0,1-2-6 16,-1 1 8-16,1-2 7 0,-2 1-2 0,-1 0 1 16,-1 1 7-16,-1 0 3 0,0 2 3 0,-2 0 0 15,-1 1 2-15,0 2-1 0,-1 0 4 0,0 1 2 16,-3 10-2-16,5-17 7 0,-5 17-1 0,5-12-5 16,-5 12 5-16,0 0-1 0,0 0 4 0,0 0-3 0,0 0 1 15,8 7 4-15,-8-7 9 0,2 22 19 16,0-7 10-16,-1 3 5 0,0 6 27 0,-1 1-6 15,-1 3 1-15,0 5-8 0,-1 0 2 0,-1 3-12 0,0-1 4 16,-3 7-10-16,0-3-5 0,-1 1-6 0,0-7-2 16,1-1-10-16,0-1 4 0,-1-2-13 0,3-5 10 15,-1-2-15-15,1-2 6 0,1-3-11 0,0 0 11 16,0-4-7-16,1-2 62 0,1 0 19 0,1-11 31 16,-2 14-39-16,2-14-1 0,0 0-32 0,9 4 4 15,-9-4-23-15,14-9 5 0,-3 0-19 0,1-3 8 16,3-4-19-16,2-3 13 0,1-3-20 0,3-4 13 15,2-4-20-15,0 2 3 0,0-3-6 0,-1 2-7 16,0 1-3-16,1 0 5 0,-5 5-2 0,1 2 6 0,-1 0-2 16,-4 5 2-16,1 2-3 0,-2 1-15 15,-3 2-23-15,0 2-9 0,-1 0 3 0,-2 5 9 16,-7 4 13-16,13-7 6 0,-13 7 7 0,0 0 3 0,0 0 1 16,0 0 8-16,0 0 2 0,-2 11 4 15,-5-2 2-15,-3 1 3 0,-4 3 5 0,-1 1-3 0,-5 2 5 16,0 3-10-16,-2-1 10 0,1 0-7 0,0-1 10 15,0 1-11-15,1 0 9 0,5-2-12 0,0-2 12 16,2 1-11-16,2-2 11 0,3 1-11 0,1-3 13 16,3 0-11-16,4-11 11 0,0 19-3 0,3-10 16 15,4-1-7-15,4 0 8 0,0-1-15 0,3-1 11 16,4-1-14-16,2 0 13 0,2-1-15 0,3-1 13 16,1-1-15-16,3 1 9 0,-1-1-18 0,2-1-48 15,-1-1-107-15,0 0-115 0,-2-1-145 0,-1-2-153 16,0 0-149-16,-2-1-663 0,-2-2-989 0</inkml:trace>
  <inkml:trace contextRef="#ctx0" brushRef="#br0" timeOffset="27583.4266">16598 3634 727 0,'-1'-17'598'0,"0"4"-40"0,0 1-30 16,-1 1-38-16,2 11-73 0,-2-20-44 0,2 20-73 15,-3-15-61-15,3 15-25 0,0 0 6 0,0 0-7 16,0 0-3-16,-9 7-27 0,7 4 4 0,-1 5-17 16,-2 5-3-16,1 2 10 0,-2 6-30 15,-2 2-7-15,-1 6-44 0,0 1-9 0,0 1-28 0,-1-1 4 16,1 1-25-16,0-1 5 0,1-5-19 0,2-1 9 16,1 1-18-16,-1-3 6 0,1 0-16 0,2-5 6 15,-1-1-93-15,2-2-58 0,2-2-67 0,-1-3-72 16,1-2-105-16,1 0-85 0,0-4-81 0,1-1-105 15,3-1-604-15,-5-9-868 0</inkml:trace>
  <inkml:trace contextRef="#ctx0" brushRef="#br0" timeOffset="27883.1919">16441 4106 32 0,'-7'-11'733'0,"0"3"-154"16,1-1-51-16,0 2-8 0,0-1-61 0,1 1-52 15,-2-1-28-15,2 1-23 0,-1 0-23 16,6 7-34-16,-8-13-53 0,8 13-49 0,-5-11-39 0,5 11-30 15,1-12-30-15,-1 12-16 0,11-14-18 0,-2 8-12 16,3-2-14-16,2 1-5 0,6-2-4 0,-1 1-5 16,4 3-12-16,0-2-1 0,0 1-3 0,0-1-1 15,2 2 2-15,-1 1 0 0,-1-1-8 0,-4 3 2 16,1 0-1-16,-2 0 0 0,-3 2 0 0,0 0 1 16,-3 2-2-16,-1-1-2 0,0 2 2 0,-2 3 3 15,-2-2 0-15,-1 3-3 0,0 1-1 0,-3 1 8 16,-1 1-3-16,-2-10 1 0,3 20 1 0,-3-20-5 15,0 24 5-15,-1-12-2 0,1-1-1 0,-1 2-2 0,0-2 1 16,0 1-4-16,1-12-3 0,-1 22-2 0,1-22-73 16,2 20-63-16,-2-20-103 0,2 17-67 15,-2-17-106-15,3 15-108 0,-3-15-165 0,5 10-396 16,-5-10-703-16</inkml:trace>
  <inkml:trace contextRef="#ctx0" brushRef="#br0" timeOffset="28100.2805">16756 3764 526 0,'0'-19'835'0,"2"0"-139"15,0 2-47-15,1-1-33 0,-1 0-56 0,1 1-63 16,1 0-83-16,0-1-51 0,-1 4-55 0,2-1-43 16,-1 3-42-16,0 1-43 0,-1 2-37 0,1 0-31 15,-4 9-23-15,11-13-16 0,-11 13-15 0,12-6-24 16,-12 6 3-16,13 2-20 0,-13-2 5 0,13 4-84 15,-13-4-55-15,15 10-64 0,-9-4-78 0,2 3-114 16,-2-2-89-16,0 2-108 0,3 0-98 0,-2 1-604 0,0-2-880 16</inkml:trace>
  <inkml:trace contextRef="#ctx0" brushRef="#br0" timeOffset="28334.6484">17133 3591 646 0,'7'-11'617'0,"-2"1"-10"0,0 0-27 0,0-1-28 15,-2 1-49-15,1 2-31 0,-1-2-49 0,-3 10-86 16,6-12-68-16,-6 12-55 0,4-10-41 0,-4 10-33 16,0 0 29-16,0 0 8 0,-4 15-30 0,-1-2 13 15,1 5-36-15,-3 3-5 0,-1 5-14 0,-3 5-18 16,1 5-17-16,-1 0-10 0,-1 3-11 0,2-2 5 16,0 1-25-16,0 1 13 0,1-2-27 0,2-5 15 0,1-1-24 15,0 1 0-15,3-5-27 0,1 0-102 16,1-4-71-16,2-2-110 0,0-3-126 0,1 0-143 15,2-2-109-15,-1-1-135 0,0-5-392 0,-3-10-819 0</inkml:trace>
  <inkml:trace contextRef="#ctx0" brushRef="#br0" timeOffset="28500.0137">16995 4028 549 0,'-7'-12'639'0,"0"0"-57"0,2 0-2 0,-1 1-84 0,1-2-31 16,0 2-81-16,1 0-36 0,-1 1-55 0,2 0-61 15,3 10-43-15,-2-20-39 0,2 20-32 0,4-18-24 16,2 9-18-16,3-1-15 0,2 2-72 0,4 0-102 16,3 0-175-16,4 1-151 0,2 1-181 0,2 1-571 15,0 1-802-15</inkml:trace>
  <inkml:trace contextRef="#ctx0" brushRef="#br0" timeOffset="29183.3785">17305 4106 82 0,'-6'8'845'0,"2"1"-192"0,4-9-88 16,-8 11-58-16,8-11-42 0,-5 9-48 15,5-9-67-15,0 0-77 0,0 0-41 0,0 0-64 16,4 11-25-16,-4-11-32 0,13 0-23 0,-13 0-16 0,22-4-13 16,-6 0-13-16,0 0-14 0,2-1-8 0,3-2-31 15,0-2-33-15,4-3-37 0,0-2-35 16,-1-2-16-16,0-3-4 0,1-3 6 0,1-4 14 0,-1-2 16 15,-1-3-6-15,-1-2 45 0,-2-2-7 0,1-2 32 16,-3-2 5-16,-3-2 6 0,0 1 7 0,-3-3-8 16,-3 1 43-16,0 0-10 0,-2 1 24 0,-4 6-16 15,-1 1 50-15,0 2-16 0,-2 5 31 0,-1 2-19 16,0 6 21-16,0 0-12 0,-1 2-11 0,0 4-14 16,0 2-8-16,1 11-13 0,-6-12 41 0,6 12-2 15,0 0 5-15,-14 5 2 0,7 5 15 0,0 3 0 16,-1 5 0-16,0 4 15 0,-2 4-11 0,1 3-6 15,-2 6-8-15,0 3-1 0,0 1-11 0,1 2-10 16,-2 1-7-16,2 0-10 0,0 0-8 0,-1 1-5 16,3-2-5-16,1-1-5 0,2-6-6 0,0-1 0 15,4-4 1-15,1-3-3 0,3 1 1 0,2-4-6 16,2 0 10-16,2-3-10 0,3 0 1 0,2-4-3 16,6 1 7-16,1-3-10 0,1-4 8 0,1-2-7 0,3-2 5 15,-1-1-4-15,3-5 0 0,1 0-4 16,0-2 4-16,4-3-2 0,0-2-3 0,-1-3 4 0,-2-2 0 15,6-4 0-15,-3-1-3 0,-2-3 0 0,-1-2 8 16,-4 1-8-16,-4 2 7 0,-2-1-4 0,-3 1 0 16,-3 1-2-16,-3 1 0 0,-3 4 2 15,-1-1 0-15,-2 1 3 0,-3 3-6 0,-2 10 6 0,-4-16-6 16,4 16 4-16,-12-11-2 0,12 11 4 0,-16-3 1 16,16 3 0-16,-21 6-2 0,9 0-1 0,0 2 6 15,1 2-3-15,1 1 4 0,-1 3 29 0,3-1 5 16,-1 3-11-16,2-2 1 0,1 3-11 0,2-2 8 15,1 1-15-15,2 0 9 0,0-3-9 0,2 0 4 16,2-1-9-16,1 2 9 0,3-2-9 0,1 1 7 16,2-2-12-16,6 0 7 0,0-1-12 0,3-1 10 0,1-1-10 15,1-1 10-15,0-2-15 0,1 0 5 16,-3-1-78-16,2-2-47 0,-3 0-53 0,2-1-29 16,-1-2-56-16,-3 0-57 0,-1-2-53 0,-2 0-47 0,-2 0-83 15,-1-2-95-15,-1 0-445 0,-9 5-662 16</inkml:trace>
  <inkml:trace contextRef="#ctx0" brushRef="#br0" timeOffset="29834.3623">19635 4259 281 0,'0'0'569'0,"14"0"-53"15,-14 0-34-15,17 1-19 0,-17-1-62 0,14 0-30 16,-14 0-19-16,13 1-45 0,-13-1-15 0,12 2-39 15,-12-2-18-15,10 4-27 0,-10-4-18 0,9 7 23 16,-9-7-18-16,8 12-10 0,-8-12 7 16,1 17-14-16,-2-7 17 0,-2 5-7 0,-3-1-8 0,-1 4 16 15,-3 4 3-15,-3 2-9 0,-2 0-1 0,-5 5-32 16,0 0-35-16,-5 0-10 0,0-2-22 0,-2 0-15 16,0-2-14-16,-2-1-5 0,-1-1-18 0,0 0-8 15,0-3-8-15,5-3-15 0,0-3-95 0,0 1-110 16,5-5-136-16,3-1-148 0,2-3-184 0,5-2-260 15,10-4-749-15,-15 3-1345 0</inkml:trace>
  <inkml:trace contextRef="#ctx0" brushRef="#br0" timeOffset="31884.4501">18413 4230 316 0,'0'0'377'0,"0"0"-43"0,0 0 4 0,0 0-30 16,0 0-15-16,0 0-33 0,0 0-31 0,0 0-28 16,0 0-14-16,0 0-19 0,-4-9-7 0,4 9-4 15,0 0-6-15,0 0-10 0,7-8-17 0,-7 8-16 16,8-6-14-16,-8 6-13 0,14-9-8 0,-7 4-13 16,2 0-10-16,1-1-8 0,2-1-7 0,0-1-6 15,3 1-6-15,0-3-4 0,3 0-4 0,-1-1-2 16,3 0-25-16,0 0 21 0,5-4 0 0,0 1-5 0,2-1-2 15,-1 0 0-15,4-4-1 0,0 0-1 0,-2 0 0 16,-4 1 1-16,-2-1-17 0,0 1 18 0,-3-1-18 16,-2 0 22-16,-3 3-23 0,-2-1 27 0,-3 0-23 15,0 1 23-15,-3 1-21 0,-2 1 21 0,0 0 6 16,-3 2-15-16,-1 12 19 0,-1-23-5 0,-1 13-4 16,-3 2-3-16,-1 1-2 0,-1 1 2 15,-2 0-2-15,-1 4-20 0,10 2 22 0,-23-2-21 0,12 3 26 16,-1 2-27-16,2 1 29 0,0 1-25 0,1 3 22 15,1-1-21-15,2 3 24 0,1-1-24 0,1 2 20 16,2 2-18-16,1-1 21 0,3 1-3 0,1 3 0 16,4-1-2-16,3 2 1 0,7 3-1 0,3-1 1 15,6 3-2-15,5 1-1 0,5-2 0 0,0-1 1 16,3 1-1-16,0-3-1 0,1 0 0 0,-2 0 7 16,-1-2 12-16,-4 0-13 0,-4-2 20 0,-4-2-23 15,-4-1 21-15,-3-2-20 0,-1 1 22 0,-4-2-14 0,-2 2 30 16,-2-3-22-16,-3 1 20 0,-6-8-25 15,3 14 15-15,-3-14-22 0,-8 14 14 0,-1-7-22 16,-3 1 12-16,-1-1-18 0,-6 1 15 0,-1 0-18 0,1-1 4 16,-1-1-69-16,3 0-50 0,0-2-106 15,0 0-65-15,4-2-97 0,1 0-99 0,0-1-144 16,12-1-257-16,-17-3-445 0</inkml:trace>
  <inkml:trace contextRef="#ctx0" brushRef="#br0" timeOffset="32992.4383">22280 3948 176 0,'1'-13'528'16,"2"-1"-80"-16,-2 3-28 0,0-1-8 0,1 1-28 0,0-1-12 15,0 1-23-15,1 0 11 0,-3 11-35 16,3-18-45-16,-3 18-61 0,4-14-42 0,-4 14-42 16,0 0 11-16,0 0 17 0,0 0-6 0,13 8 40 0,-11 5-17 15,-2 6 0-15,-2 6-17 0,-4 7 2 16,-2 9-11-16,-2 1-25 0,-5 1-11 0,0 2-33 15,-2-2-16-15,0 1-13 0,-1-1-8 0,1-2-6 16,0 0-8-16,2-4-6 0,-1 0-5 0,3-3-5 0,1-8-5 16,2 0-4-16,2-6 1 0,0-2-3 0,3-4 1 15,-1-1 6-15,3-4-7 0,3-9 0 0,0 0-3 16,0 0 1-16,0 0-3 0,0 0 4 16,13-15-5-16,-3-2-7 0,1-7-23 0,2-4-32 0,3-9-22 15,2-3-24-15,2-11-7 0,1-3-1 0,2-2 7 16,-2 0 3-16,1-2 18 0,0 2 12 0,-1 3 25 15,-1 1 8-15,-3 10 0 0,-2 3 17 0,0 5-5 16,-3 5 14-16,-1 4-5 0,-2 4 14 0,-1 4-10 16,-1 2 12-16,0 2-8 0,2 3 15 0,-2 4-13 15,-7 6 13-15,13-5-9 0,-13 5 10 0,13 7-2 16,-7 2 20-16,-1 6 9 0,1 4 2 0,-1 3 24 16,0 8-9-16,-2 3-2 0,1 3-12 0,0 6-5 15,1 2-4-15,1 1-1 0,4-1-7 0,0-1-2 16,2 1-4-16,3-2 2 0,2 0-8 0,2-2 2 15,0-1 0-15,-1-4-74 0,1-2-92 0,-1-2-114 16,-3-7-125-16,-1-2-114 0,-3-4-164 0,0-3-580 16,-3-4-866-16</inkml:trace>
  <inkml:trace contextRef="#ctx0" brushRef="#br0" timeOffset="33199.5202">22586 4351 486 0,'-44'-10'881'0,"-4"3"-213"0,0-4-93 16,0 4-53-16,1 0-7 0,0-2-52 0,3 1-73 0,8 1-50 16,4 2-5-16,6 1-39 0,3-1-49 15,4 1-57-15,5 1-31 0,14 3-39 0,-12-7-17 16,12 7-29-16,11-8-8 0,6 4-20 0,10 0-5 16,12-1-16-16,11 0 0 0,6 0-40 0,4 0-55 15,1 2-48-15,0 0-70 0,-1-1-97 0,-1 2-97 16,-2-2-128-16,-4 2-98 0,-3-2-155 0,-10 0-375 15,-1 1-751-15</inkml:trace>
  <inkml:trace contextRef="#ctx0" brushRef="#br0" timeOffset="33582.7451">23035 4140 688 0,'0'0'766'16,"0"0"-81"-16,0 0-75 0,0 0-69 0,0 0-68 15,0 0-78-15,0 0-85 0,0 0 0 16,0 0-5-16,0 0-20 0,-6 10-33 0,6-10-29 16,1 14-12-16,-1-14-51 0,3 20-30 0,1-9-27 0,-1 3-21 15,2-2-14-15,1 2-12 0,2-1-14 0,1 0-6 16,1 2-7-16,3-1-6 0,0-1-2 0,3 0-5 16,0-1-5-16,2-2 0 0,0-2-3 0,2 1 0 15,0-3-3-15,0 0-1 0,-1-2-1 0,0-1 0 16,-2-1 0-16,-1-2-1 0,-2-3 2 0,2 0-2 15,-3-3 1-15,0-1 0 0,-1-4 5 0,-2 0-7 16,-1-3 5-16,-1 0-6 0,-2-2 5 0,-2-2-7 16,0 1 4-16,-1-1-1 0,-2 1 4 0,0 2-5 15,-2 1 3-15,1 1-6 0,-1 1 5 0,0 2-5 16,1 10 2-16,-2-19-9 0,2 19 4 0,-2-12-4 16,2 12 4-16,0 0-4 0,-5-9-26 0,5 9-60 15,0 0-32-15,0 0-16 0,-5 9-54 0,5-9-58 16,0 0-53-16,1 16-65 0,-1-16-83 0,4 17-51 15,0-9-90-15,0 3-587 0,2-4-797 0</inkml:trace>
  <inkml:trace contextRef="#ctx0" brushRef="#br0" timeOffset="34635.9909">23733 3946 854 0,'-5'-29'738'16,"1"-1"-34"-16,1 3-48 0,0 1-40 0,-1 1-76 16,1 0-55-16,-1 2 3 0,1 4-41 0,1 3-81 15,-2 2-78-15,2 3-59 0,2 11-54 0,-2-12-25 0,2 12 40 16,0 0 2-16,4 13-16 0,0 1-14 16,0 4-30-16,2 5-22 0,0 7-22 0,1 1-12 15,1 10-17-15,-2 0-16 0,1 1-7 0,-1 0-7 16,1 1-5-16,0-1-11 0,-2-1-29 0,1-2-88 0,-1-4-48 15,1-2-65-15,0-2-53 0,0-1-55 0,-1-5-60 16,-2-2-58-16,1-3-47 0,-1-3 8 16,-2-3 44-16,0-3 69 0,-1-11 55 0,0 16 62 15,0-16 59-15,0 0 74 0,0 0 73 0,0 0 54 16,0 0 23-16,-10-3 71 0,10 3 11 0,-9-16 40 0,4 4 26 16,-2-2 10-16,1 1-13 0,1-2-8 15,-1 0 18-15,0-2-14 0,0 2 9 0,1-2-26 16,1 3-27-16,0-3-25 0,1 2-18 0,2 3-23 15,1-2-8-15,1 3-14 0,3-3-8 0,0 1-7 0,3 1-9 16,3-1-2-16,0 1-14 0,3-1-28 0,2 1-25 16,0-1-15-16,1 1-2 0,0 1-1 0,0-3 14 15,-2 3 10-15,1-3 11 0,-3 0 5 0,1 0 4 16,-2 0 9-16,-3 0 5 0,0 2 11 0,-1-1 61 16,-2 1 22-16,-1 1 21 0,0 1 23 0,-1-1 23 15,0 2 19-15,-3 9 5 0,5-16-8 0,-5 16-34 16,3-13-29-16,-3 13-20 0,0 0-15 15,0 0-13-15,0 0-7 0,0 0-2 0,0 0 17 0,0 0 8 16,0 19-7-16,0-6-8 0,0 2-4 0,0 2-14 16,0 3-3-16,0 1-11 0,1-1 2 0,1 4-11 15,-1-1 4-15,2 1-9 0,-1-1-2 0,2-1-1 16,1-1-5-16,2 0-1 0,-1-2-38 0,2 0-20 16,0-4-20-16,1-1-11 0,0-1-9 0,0-3 3 15,1-1-2-15,1-2 1 0,-1-2 0 0,0-2 9 16,-10-3-2-16,19 0 4 0,-8-4 11 0,1-2 6 15,1-2 15-15,-1-3 5 0,2-3 11 0,0 1 7 16,-1-1 8-16,-1 0-1 0,-1 3 11 0,-2-2 0 16,0 4 9-16,0 0-7 0,-2 1 8 0,-1 1-2 15,-6 7 10-15,11-9-11 0,-11 9 7 0,0 0-7 16,19 3 8-16,-19-3-4 0,12 12 1 0,-5-3 3 16,0 1 2-16,-1 1-1 0,2 2 2 0,0 0-7 15,1 0 2-15,0 3 2 0,2-1 0 0,2 0 2 16,-3-1-4-16,2-1 3 0,-1-1-2 0,-1-1 2 15,1-3-2-15,0 1 1 0,-3-3 6 0,1 0 27 16,1-2 16-16,-10-4-9 0,17 4 3 0,-17-4 0 16,18 0-1-16,-18 0-9 0,21-5-4 0,-11 0-6 15,3-3 4-15,1 1 5 0,-2-3-8 0,3-1 4 16,-1-1-15-16,2 0 7 0,0 1-14 0,1-1 4 16,-1 2-6-16,5 1 3 0,-1 1-5 0,0 1 3 15,1 2-6-15,-1 2 5 0,-2 2-7 0,1 1 3 16,-2 3-6-16,1 1 6 0,-1 2-2 0,1 2 5 15,1 2-8-15,-4 0 7 0,1 0-5 0,-2 2 5 16,1 0-7-16,-4-1 2 0,0 0-1 0,-1 0-1 16,-2-1 0-16,-1 0 2 0,-3-2 3 0,-4-8 4 15,8 15 3-15,-8-15 2 0,0 12 6 0,0-12 1 16,-8 9 4-16,8-9 19 0,-10 3 11 0,10-3-6 0,-14 0-5 16,14 0-7-16,-20-5-8 0,8 1-3 15,-2-3-4-15,2-1-5 0,-1 1-1 0,1-2-2 16,0 0 10-16,3-1-18 0,1-1 11 0,0 0-13 15,0-1 10-15,3 1-13 0,2 0 9 0,0 0-13 0,3 11 7 16,0-21-26-16,0 21-52 0,2-18-70 16,1 9-81-16,3 1-120 0,0 1-107 0,2 1-128 15,-1 1-100-15,4 0-705 0,1 1-990 0</inkml:trace>
  <inkml:trace contextRef="#ctx0" brushRef="#br0" timeOffset="34966.413">25209 4129 253 0,'6'-15'885'16,"-6"15"-134"-16,7-18-48 0,-4 10-73 0,2-2-64 16,-2 2-71-16,1-2-92 0,3 3-69 0,-2-1-55 0,1 2-56 15,-6 6-35-15,16-7-7 0,-16 7-16 0,17 0-42 16,-6 3-15-16,3 1-29 0,-1 5-9 0,0 0-24 16,2 1 2-16,0 3-17 0,-2 1 3 15,2 1-16-15,-4 0-4 0,0 2-1 0,1-2-5 0,-2 0-2 16,-3 0 1-16,2-1-3 0,-2-1 2 0,-2 0-5 15,1-3 3-15,-2-1-2 0,-2 0 4 0,-2-9 4 16,6 15 13-16,-6-15 10 0,0 0 7 0,-1 15 8 16,1-15 19-16,0 0 0 0,-11 2-11 15,11-2 5-15,-11-4 3 0,11 4-10 0,-12-9-9 0,6 3-7 16,6 6-7-16,-9-14-5 0,9 14-6 0,-2-19-7 16,2 19-1-16,4-24-4 0,-1 10-3 0,5 0-5 15,4-2-30-15,1 1-72 0,3-2-56 16,3 0-73-16,4 0-69 0,2 1-119 0,0 0-133 0,3 1-101 15,-1 1-136-15,0 0-533 0,-2 1-926 0</inkml:trace>
  <inkml:trace contextRef="#ctx0" brushRef="#br0" timeOffset="35749.1393">26404 3906 861 0,'-6'-21'690'0,"2"0"-30"0,-1 1-66 0,1 3-20 15,2 1-23-15,-2 1-58 0,2 4-100 0,-2-1-79 16,4 12-65-16,-2-16-48 0,2 16-4 0,0 0-11 16,0 0-11-16,0 0 23 0,2 18-43 0,0-2-28 15,2 3-25-15,0 5-18 0,-2 3-7 0,-2 4-22 16,2 3-4-16,0-1-18 0,-2 0-7 0,0-4-6 15,0 1-1-15,0-2-6 0,-2 0-2 0,2-1 0 16,-2-4-4-16,2-1-2 0,0-3 2 0,0 0-1 16,-2-4-1-16,2-1 0 0,0-3 2 0,0-11-2 15,-2 19 2-15,2-19-3 0,0 0-2 0,-6 9 2 16,6-9-3-16,0 0 2 0,-6-11 1 0,4 1-5 16,-1-3-2-16,3-4-4 0,-2-7-3 0,0-2-1 15,2-10-3-15,0 0-5 0,2-9 3 0,0-1-2 16,1-2 12-16,-1 1 0 0,0 1-3 0,0 1 10 15,0 8-8-15,0 3 8 0,-2 6-6 0,2 2 7 16,0 5-7-16,-2 2 5 0,2 3-7 0,-2 3 2 16,0 13-3-16,2-14 6 0,-2 14-4 0,0 0 9 15,7 8-10-15,-3 2 3 0,2 5 7 0,4 7 1 16,3 5-1-16,3 7 2 0,2 3 2 0,2 1-5 0,7 8 7 16,1-1-7-16,5-2 8 0,-1-1-9 15,3-2 4-15,1-3-7 0,-3-7 8 0,-1-2-8 16,2-4 0-16,-1-3 1 0,1-3 3 0,-5-5-1 15,-2-3 1-15,-2-5 2 0,-4-4-2 0,-2-2 5 16,2-4 6-16,-1-6-13 0,-2-5 11 0,0-6-12 0,-3-4 7 16,-1-10-11-16,-5-2-1 0,-2-5 3 0,-5-2 8 15,-2-1 0-15,-2-4 5 0,-5 2-6 16,-2-1 2-16,-2 2-4 0,-3 1-2 0,0 4 1 16,-1 3-4-16,2 4 1 0,3 7-3 0,2 7 1 0,-1 3-6 15,5 1-7-15,-2 6-5 0,2 3-19 16,4 8-4-16,0 0-32 0,0 0-23 0,0 0-26 15,-2 12-37-15,8 1-29 0,4 4-54 0,1 2-51 16,2 6-54-16,7 5-74 0,1 1-38 0,2 1-30 16,0 1-10-16,3 1-8 0,3-1-3 0,7 5-286 0,-5-8-328 15</inkml:trace>
  <inkml:trace contextRef="#ctx0" brushRef="#br0" timeOffset="36916.3608">27476 4005 357 0,'17'7'519'0,"-4"-4"-14"15,-13-3-34-15,20 1-20 0,-20-1-22 0,15-3-17 16,-15 3-30-16,10-10-28 0,-10 10-4 0,2-11-16 15,-2 11-49-15,-2-13-22 0,2 13-27 0,-12-14-27 0,3 8-16 16,0 1-23-16,-3 0-16 0,-1 2-36 0,0 1-14 16,-1 1-29-16,-1 3-9 0,1-1-17 15,-2 4-2-15,1 1-18 0,2 2 4 0,1 1-15 0,1 1 4 16,-1 2-11-16,6 1 6 0,-1-1-9 0,1 2 3 16,3 0-8-16,1 0 7 0,2-1-9 0,0 0 4 15,2-1-4-15,1 2 8 0,1-1-12 16,3 0 5-16,-1-2-22 0,4 0-14 0,1-3-26 15,0 1-3-15,3-3-2 0,-1 0 11 0,1-3 1 0,-1-2 10 16,1-1 6-16,-1-3 9 0,0-1 4 0,1-3 3 16,-1-4 5-16,1 0-2 0,-1-4 8 15,-1-2 1-15,-2-1 1 0,-1 0 0 0,-2-1 6 16,1 0 0-16,-4 3 23 0,0-1 35 0,-1 3 11 16,-2 1 6-16,0 1-15 0,0 0-7 0,-1 12-15 0,0-19-3 15,0 19-11-15,-1-14 3 0,1 14-11 0,0 0 0 16,-2-11-7-16,2 11 3 0,0 0-6 0,0 0 4 15,0 0-10-15,3 13 7 0,-3-13-6 0,7 14 7 16,0-4-13-16,0 0-51 0,2 1-40 0,0 1-51 16,4 1-36-16,1-1-29 0,0 1-27 0,3-2-30 15,1 1-23-15,-2-2-11 0,4-1 11 0,-1 0 34 16,-4-3 40-16,3-2 48 0,-2-1 33 0,-2-1 33 16,0-2 31-16,1-2 39 0,-3-2 52 0,0-1 30 15,2-2 59-15,-4-2 29 0,1-1 24 0,-3 0 42 16,1-1 3-16,-3 1-24 0,2-1 17 0,-1 0 20 15,-3 1-1-15,0 1-19 0,1 0-4 0,-5 9-28 16,6-16-22-16,-6 16-37 0,8-12-10 0,-8 12-31 16,4-8-6-16,-4 8-15 0,0 0-7 0,0 0-12 15,0 0-2-15,12 4-7 0,-12-4 3 0,5 13-9 16,-5-13 5-16,7 16-9 0,-4-5 6 0,-1 0-10 16,3 1 10-16,-2-2-10 0,2 4 7 0,-1-2-10 15,0 1 9-15,0-2-9 0,0 0 6 0,0-1-8 16,-1 0 7-16,1 0-7 0,-4-10 6 15,7 17-3-15,-7-17 8 0,6 13-8 0,-6-13 6 0,9 9-5 16,-9-9 7-16,10 6-8 0,-10-6 7 0,12 0-6 16,-12 0 4-16,17-5-3 0,-9 1 1 0,2-2-3 15,1-3 2-15,-1 1-2 0,2-3 4 0,-2 2-7 16,0-3 5-16,0 1-2 0,0 0 7 0,-1 1-6 16,-1-1 50-16,0 0 8 0,-3 4 7 0,2-2-3 15,-3 1-5-15,-4 8-13 0,12-13-2 0,-12 13-18 16,7-9-1-16,-7 9-9 0,6-6 0 0,-6 6-8 15,0 0 5-15,0 0-6 0,0 0 1 0,16 3-3 16,-16-3 1-16,8 6-5 0,-8-6 4 0,7 9 1 16,-7-9-1-16,6 10-1 0,-6-10 3 0,8 11-5 15,-8-11 4-15,5 10-4 0,-5-10 0 0,4 10-1 16,-4-10 2-16,0 0-2 0,7 11 5 0,-7-11-1 0,0 0 71 16,4 8 29-16,-4-8-4 0,0 0-16 15,0 0-17-15,0 0-13 0,16 0-11 0,-16 0-8 16,11-7-8-16,-11 7-2 0,16-8-11 0,-7 1 0 15,0 1-3-15,0 1 0 0,0-1-5 0,0-1 2 16,0 1-2-16,0 0-1 0,0 0-2 0,-9 6-1 0,14-10 0 16,-14 10 0-16,12-8-6 0,-12 8 0 15,11-6 0-15,-11 6 1 0,9-3 0 0,-9 3 3 16,0 0-1-16,20 2 2 0,-20-2 0 0,17 4 0 16,-8-1-1-16,2 0 1 0,2 1-2 0,1 0 4 0,2 1-1 15,0-2 1-15,2 0-2 0,-1 0-2 0,4 0-2 16,-1-2-6-16,-1-1 2 0,2 0-7 15,0 0 7-15,-3-2-2 0,2-1 6 0,-3-2-4 16,2 0 3-16,-1-1 0 0,-1-2 3 0,-1-1-5 16,-1-3 7-16,-3 2-3 0,-1-2-1 0,-3-2-1 15,-1 1 1-15,-1-1-1 0,-1-2 1 0,-3 1 0 16,-2 1 4-16,-2-1 0 0,-3 0 0 0,-2 2 1 16,0-2-1-16,0 5 2 0,-2-1-5 0,0 5 1 15,0 1-1-15,0 0 0 0,9 5-3 0,-16-1 6 0,16 1 0 16,-17 8 0-16,11 0 1 0,-2 0 2 0,1 3-1 15,1 1 4-15,1 2-4 0,1 1 1 0,1 2-1 16,1-2 0-16,2 3-2 0,2-1 5 0,2 1-7 16,2 2 6-16,2 0-4 0,2-2 5 15,7 3-3-15,1-1 1 0,4-2-3 0,3-2-3 0,2-1-67 16,8 0-52-16,0-3-65 0,3 1-75 0,4-5-78 16,-5-1-106-16,-1-2-128 0,1-2-146 15,2-3-804-15,-3 0-1157 0</inkml:trace>
  <inkml:trace contextRef="#ctx0" brushRef="#br0" timeOffset="37249.6932">29824 3267 645 0,'-2'-21'621'0,"1"2"-49"0,1 2-15 0,0 1-93 0,1 3-42 16,1 2-47-16,3 1-39 0,0 2-28 0,-5 8-40 16,19-2-20-16,-4 6-18 0,5 5-4 0,5 7 25 15,8 9-1-15,8 7 6 0,-1 5-21 0,2 7-16 16,0 2-28-16,-2 4-28 0,-2 1-23 0,-3 5 29 16,-2 3-28-16,-4 1-32 0,-2 2-13 0,-3 0-25 15,-3 1-10-15,-5-1-19 0,-1-2-3 0,-3-2-11 16,-5-10 1-16,0 0-9 0,-3-2-4 0,-4-8-1 15,-2-1-5-15,-5 1 1 0,-4 0 3 0,-4-3-4 16,-7-3 0-16,-6-4 0 0,-7-4-9 0,-5-3-78 16,-9-5-104-16,-15-2-124 0,-5-5-145 0,-10-5-220 15,-6-4-250-15,-9-4-749 0,-5-6-1337 0</inkml:trace>
  <inkml:trace contextRef="#ctx0" brushRef="#br0" timeOffset="39432.7696">2036 5284 189 0,'4'-9'527'0,"-4"9"-105"0,6-16 11 15,-6 16-56-15,7-18 26 0,-6 8-99 0,-1 10 19 16,2-20-56-16,-2 20 50 0,2-21-52 0,-2 21 33 16,-2-21-50-16,2 21 16 0,-2-16-28 0,2 16-41 15,-1-15-38-15,1 15-36 0,-2-11-24 0,2 11-14 16,0 0-14-16,0 0-5 0,-7 9-7 0,3 2-4 15,3 3 14-15,-2 3 14 0,0 2-12 0,2 4-17 16,-2 1-10-16,3 2-4 0,0 1-9 0,0-1-5 0,3-1-6 16,-1 1-2-16,1 0-5 0,0-2 3 0,1 0-5 15,1-2-3-15,-3 0-1 0,1-4 5 16,-1 0-6-16,-2-3-27 0,2 1-41 0,-4-4-44 16,2 1-62-16,-2-4-67 0,-1 1-112 0,-2-2-17 0,5-8-101 15,-9 12-48-15,9-12-109 0,-9 4-418 16,9-4-656-16</inkml:trace>
  <inkml:trace contextRef="#ctx0" brushRef="#br0" timeOffset="39658.9529">1568 5276 382 0,'-22'-5'737'0,"2"-2"-137"0,-1 0-118 15,1 1 16-15,4-1-78 0,0 1 25 0,1-2-78 16,1 0-2-16,2 0-56 0,0-1-101 0,3-1-3 15,4 0-72-15,3 1 10 0,0-3-61 0,7-1 26 16,3-3-62-16,10-3 32 0,3 0-53 0,10-4 34 0,3 2-11 16,10 2-47-16,11-5 36 0,4 3-40 15,3 2 36-15,6 0-50 0,0 3 47 0,-1 2-29 16,2 4-58-16,-10 2-80 0,-4 4-91 0,1 3-152 0,-6 1-80 16,-10 3-150-16,-4 2-637 0,-10 0-855 15</inkml:trace>
  <inkml:trace contextRef="#ctx0" brushRef="#br0" timeOffset="39892.0903">1795 5581 526 0,'-32'20'735'16,"1"-3"-189"-16,4-1 4 0,3-2-121 0,1-2 8 16,3-2-76-16,3 0 20 0,1-4-18 0,3 3-50 15,0-4-51-15,4 0-49 0,9-5-43 0,-10 5-33 16,10-5-25-16,0 0-20 0,0 0-18 0,27-3-15 15,-6-1-7-15,9-2-16 0,6-2-6 0,11-1-9 16,2-1-24-16,3 0-66 0,13-2-81 0,-2-1-94 0,1 0-115 16,0 0-134-16,1-1-72 0,-4 0-157 15,-10 0-306-15,0 0-637 0</inkml:trace>
  <inkml:trace contextRef="#ctx0" brushRef="#br0" timeOffset="40242.0759">2858 5296 24 0,'10'-12'776'0,"-2"2"-187"0,-1 0-67 15,-2 2-23-15,-1-1-38 0,-4 9-44 0,4-16-38 16,-4 16-37-16,0-15-26 0,0 15-58 0,-4-13-43 16,4 13-45-16,-9-8-31 0,9 8-33 0,-18-3-13 15,18 3-24-15,-24 2-13 0,9 2-6 0,-3 1-15 16,-1 3-3-16,-2 3-10 0,0 1-4 0,-2 1-4 16,5-1-4-16,1 2 5 0,2 1-4 0,0 0-3 15,4 0-2-15,0 1 1 0,3-1-5 0,3 0 2 16,2 0 1-16,2-2-5 0,3 0 1 0,2 2 4 15,4-1 0-15,3 0-5 0,3-1 3 0,3 2-2 16,4 0 2-16,1-2-3 0,1 0 2 0,-3-1-3 0,0-2 7 16,0 1-5-16,-1-1 0 0,-3-1-1 0,-1 0 3 15,-2-2-7-15,-2 0 8 0,-1-1-1 16,-2 0-3-16,-8-6 4 0,10 10-1 0,-10-10 1 0,0 0 4 16,-3 16 5-16,3-16 4 0,-16 11 0 0,3-5 3 15,-3 0-12-15,-4 0 2 0,-2 1-2 16,-3-1 0-16,-6 1-4 0,-4 0-16 0,1-2-26 0,0 1-41 15,0-2-38-15,4-1-25 0,3 0-27 0,6-1-41 16,0-2-65-16,5 0-104 0,2 0-38 0,4-3-105 16,10 3-68-16,-13-8-313 0,13 8-470 0</inkml:trace>
  <inkml:trace contextRef="#ctx0" brushRef="#br0" timeOffset="41282.966">3307 5253 430 0,'17'-11'729'0,"-3"4"-113"0,-2 0-18 0,-2 0-75 16,-3 0-89-16,0 2-62 0,-7 5-67 0,6-11-44 16,-6 11-54-16,0 0-28 0,-10-8-33 0,10 8-18 15,-18 1-40-15,4 0-1 0,-2 4-24 0,-2 0-2 16,-2 2-24-16,-1 1 0 0,0 2-13 0,2-1-6 16,1 3 3-16,0 0-6 0,3 1-1 0,2 0-8 15,2-1 0-15,3 1-4 0,2 0 7 16,2-1-10-16,3 0 8 0,1 0-7 0,4 0 8 0,3 0-8 15,4-1 6-15,4 1-10 0,3 0 8 0,5 0-5 16,2 0-10-16,2 0-33 0,0-1-11 0,1 0-21 16,-2-2-18-16,0 2-12 0,-3-3 2 0,-2 1 7 0,-3-1 16 15,-2 0 18-15,-4-2 13 0,-1 3 7 0,-11-9 10 16,9 12 11-16,-9-12-2 0,-3 13 9 16,3-13 4-16,-16 12 1 0,3-5 6 0,-4-1-2 15,-5 2 2-15,-3-2 0 0,-5 0 1 0,-2 2-4 0,-1-3 4 16,-1 1-3-16,2-1 3 0,4-2 0 0,3 0 2 15,4 0-2-15,5-1-18 0,0-1-25 0,16-1-26 16,-19 1-20-16,19-1-23 0,0 0-26 0,0 0-14 16,0 0-3-16,8-11-30 0,6 5-14 0,6-1-18 15,2 1-21-15,4-5-46 0,4 2 27 0,8-5-25 16,-1 0 68-16,1 0-6 0,1-1 86 0,1-2 21 16,-2 0 106-16,-1-2 21 0,-2 2 99 0,-2-2 47 15,-2 1 67-15,-6 1 32 0,0 0 53 0,-4 1-24 16,-4 2 38-16,-1 1 23 0,-3 3 34 0,-2 0-44 15,-1 0-41-15,-1 1-45 0,-3 1-26 0,-1 0-16 16,1 0-23-16,-6 8-24 0,7-13-36 0,-7 13-18 16,5-8-27-16,-5 8-10 0,0 0 15 0,0 0-5 0,0 0-9 15,0 0-6-15,0 0-11 0,0 15 31 0,0-15-12 16,-3 18-13-16,2-6-6 0,-1 0-1 16,0 1-15-16,0 1-4 0,0 3-11 0,-2-3 1 0,3 3-8 15,-1-1 2-15,0 0-7 0,1 0 1 0,0 0-3 16,0-3 2-16,1 1-8 0,0-1 3 0,1-1-6 15,0-1 5-15,1 0-5 0,0-2 2 0,-2-9-11 16,10 16-7-16,-10-16-24 0,14 9-16 0,-14-9-14 16,18 4-5-16,-18-4-14 0,20-1 2 0,-7-4 14 15,1 0 11-15,0-2 8 0,-1-1 3 0,2-1 11 16,-1-3 5-16,0-1 11 0,-1 1 1 0,-1-1 4 16,-2 2 4-16,0 0 2 0,-2 0 3 0,0 1 3 15,-2 1 6-15,0 1 3 0,-1 2-1 0,-5 6 4 16,8-14-5-16,-8 14 3 0,8-9 0 0,-8 9 8 15,0 0 6-15,0 0 6 0,0 0-1 0,0 0 15 16,0 0 11-16,9 9 0 0,-9-9-1 0,1 11-10 0,-1-11 24 16,2 15-6-16,-2-15-3 0,5 18-17 0,-2-8 3 15,1 0 0-15,2 1 10 0,1-2-8 0,2 3-5 16,1-3-6-16,3 0-2 0,2-1-7 0,4-1 0 16,3-2-8-16,0 0-4 0,3-3 3 0,0 0-6 15,2-1-1-15,-1-4 2 0,2 2-4 0,-3-2 2 16,1-1-6-16,-1-1 4 0,0-3-2 0,-2 0-1 15,-2-1 1-15,0-3 0 0,-1 0-4 0,0-3 2 16,-3 0 0-16,-3-1 2 0,0-1-3 0,-2 0 2 16,-2 0 2-16,-1-1-1 0,-3 3-1 0,-2 0 0 0,-1 2 1 15,-2 0-5-15,-3 2 4 0,0 1 1 16,-3 1 1-16,-2 3-3 0,-2 0 2 0,-2 4-1 16,11 2-1-16,-23-2 5 0,10 5 1 0,-2 1 1 0,1 3 13 15,-3 3 9-15,2 1 6 0,-1 3 12 16,4 0-3-16,0 1-5 0,1 2 1 0,5-3-10 15,1 2 4-15,3 0 0 0,4 0 8 0,3 0-3 0,4 1-6 16,5-3-6-16,4 4-5 0,5-4-2 0,3 0-4 16,3-4-4-16,1 1-13 0,2-4-31 0,3 0-51 15,2-3-63-15,2-1-55 0,2-2-60 0,0 0-84 16,2-3-84-16,3-2-94 0,0 0-61 0,-3-6-75 16,0 0-539-16,-3-4-810 0</inkml:trace>
  <inkml:trace contextRef="#ctx0" brushRef="#br0" timeOffset="41716.2774">5394 5079 726 0,'10'-39'618'0,"0"1"-69"0,-4 6-11 0,1 0-6 16,-1 3-25-16,0 4-28 0,-3 0-41 15,1 4-34-15,-2 3-16 0,1 2-37 0,0 1-65 16,-2 4-60-16,2 0-45 0,-3 11-33 0,4-10 19 0,-4 10-6 16,0 0-27-16,9 4 15 0,-6 7 36 0,-1 3-14 15,0 5-21-15,0 6 0 0,0 6-25 16,-1 6-12-16,0 1-13 0,-1 7-18 0,-1 2-6 0,0-2-19 15,-1-1-57-15,1-5 0 0,-1-2 0 0,1 0 0 16,-1-1 0-16,2-4 0 0,-1-2 0 0,1-4 0 16,0-1 0-16,1-1 0 0,-1-4 0 15,1-2 0-15,0 0 0 0,-1-5 0 0,1-1 0 0,0 0 0 16,-1-12 0-16,1 17 0 0,-1-17 0 0,0 0 0 16,1 14 0-16,-1-14 0 0,0 0 0 0,0 0 0 15,-8-5 0-15,8 5 0 0,-12-13 0 0,4 2 0 16,-1 1-43-16,-1-1 4 0,0-1 6 0,-1 1 4 15,0 0 4-15,1 2 9 0,0-1 0 0,-1 3 5 16,2 0-5-16,-2 3 9 0,0 1-4 0,-1 2 4 16,-3 2 0-16,0 0 4 0,-4 4 4 0,-1 3-2 0,-2 1-1 15,-3 4 2-15,-2 1 6 0,1 1 0 0,1 2 0 16,0 1 2-16,2-1-3 0,2-1 0 0,6 0-4 16,3-2 3-16,3-1 2 0,4 0 3 0,5-13 3 15,2 19-2-15,7-8-6 0,5-5 4 0,7 1-2 16,4-3-11-16,6-2-95 0,8-1-74 0,1-2-49 15,9-4-112-15,-1 1-149 0,0-3-161 0,-2-2-153 16,0 0-865-16,-3-1-1331 0</inkml:trace>
  <inkml:trace contextRef="#ctx0" brushRef="#br0" timeOffset="42282.3072">6846 5051 485 0,'12'-11'610'0,"-3"1"-75"0,-1 3-4 0,-1-1-10 16,1 2-48-16,-2 0-59 0,-6 6-47 0,9-9-69 16,-9 9-44-16,0 0-15 0,0 0-9 0,0 0-15 15,-9 9-6-15,0-1-24 0,-4 9-12 0,-3 3 11 16,-4 9-17-16,-2 3 15 0,-1 2-4 0,-5 9-18 15,-1 3-2-15,0 0-8 0,1 1 0 0,2 0-12 16,5-8-11-16,5 3-21 0,0-3-14 0,4 0-20 16,5-6-12-16,4 0-8 0,3-5-15 0,4 1-6 15,4 1-6-15,5-4-2 0,7 3-12 0,6-5-40 16,3-2-109-16,6-3-123 0,3-3-152 0,4-2-204 0,1-6-228 16,1 0-905-16,-5-5-1438 0</inkml:trace>
  <inkml:trace contextRef="#ctx0" brushRef="#br0" timeOffset="43932.9159">8221 5059 134 0,'-4'-13'633'0,"0"2"-119"0,0 0-31 0,-1 1 2 16,2-1-19-16,-1 0-28 0,0 3-37 16,1-3-25-16,3 11-43 0,-6-14-58 0,6 14-63 15,-4-12-41-15,4 12-34 0,0 0-15 0,0 0 7 0,0 0 5 16,-6 6 14-16,4 5 2 0,1 4 2 0,-1 3 7 16,-1 3-37-16,0 3-18 0,-2 1-13 15,0 5-2-15,0 0-18 0,-1-1-14 0,2 1-9 0,0-3-13 16,1-2-5-16,0-2-5 0,1 2-4 0,1-4-5 15,0-2-4-15,-1-2-1 0,2 0-1 0,-1-4 0 16,0-1 7-16,1 0 63 0,0-12 35 0,0 14-15 16,0-14-20-16,0 0-15 0,0 0-13 0,0 0-12 15,0 0-9-15,0 0-7 0,6-8-4 0,-6 8-5 16,0-22-3-16,-1 5 0 0,-1-1 2 0,0-5-7 16,-1-2 0-16,-1 0-2 0,0-6 1 0,0 0-5 15,-1-1 0-15,2 0 8 0,1 1-12 0,1 3 9 16,2 1-11-16,1 1 10 0,1 1-13 0,2 1 12 0,3 3-14 15,3 0-1-15,3 0 1 0,4 4-1 16,1 2 3-16,4 1-5 0,2 3-3 0,-1 2-18 16,2 5-3-16,1-1-2 0,-2 3 20 0,2 2-12 0,-1 2 17 15,-1 3-11-15,-2 1 18 0,-3 1-16 0,-1 2 23 16,-4 2-14-16,-3 0 14 0,-4 2-15 0,-3 0 6 16,-2 2 1-16,-5 1 2 0,-2 0 1 0,-4 3 1 15,-5 1 2-15,-3 0 2 0,-3 2-1 0,-2-1 1 16,-5 0 2-16,0 2-2 0,2-5 0 0,0 0 1 15,3-3-1-15,0 2-1 0,3-4-1 0,3 0 0 16,1-1 1-16,3 0 0 0,2-2 2 0,2 1 0 16,1-1 0-16,3 0 1 0,3-10-2 0,1 19-1 15,3-9 3-15,4 0-2 0,2 0 0 0,2 0-31 16,5 1-11-16,2-1 3 0,0 1 6 0,3 0 8 0,3 0 3 16,0-1-2-16,-1 2-4 0,-2-2 2 0,-1-1 2 15,-2 1 0-15,0-1 6 0,-3 0 1 0,-2-1 4 16,-2 0 2-16,-1-1 1 0,-3-1 5 0,-2 1 2 15,-6-7-2-15,5 11 4 0,-5-11-1 16,-5 11 2-16,-2-6 1 0,-4 0-2 0,-3 0 3 0,-5 0-1 16,-3-1 1-16,-3 2-2 0,-3-3-1 0,-6 2 3 15,-1-2-3-15,-2 0 0 0,-2-1 2 0,1 1-3 16,0-1-3-16,2-1-48 0,5-1-43 0,3 0-55 16,5 0-54-16,3 0-83 0,2-1-113 0,5-2-68 15,13 3-71-15,-15-4-78 0,15 4-106 0,0 0-275 16,9-12-597-16</inkml:trace>
  <inkml:trace contextRef="#ctx0" brushRef="#br0" timeOffset="45121.5091">8906 5426 588 0,'0'0'790'0,"7"-8"-155"16,-7 8-59-16,0 0-39 0,-2-15-67 0,2 15-70 15,1-13-49-15,-1 13-67 0,6-18-35 0,-2 7-28 16,2 3-39-16,3-3-28 0,0 3-32 0,4-2-19 16,0 2-23-16,3 1-15 0,0 2-13 0,3 0-7 15,1 3-10-15,0 1-5 0,2 2-7 0,3 1-3 16,0 4-8-16,-1 0 4 0,3 6-8 0,0 0-2 16,-1 3 2-16,-1 2-1 0,0 1 2 0,-1 4-2 15,-3-1 1-15,-2 2 1 0,-2-1-4 0,-1 1 5 16,-3-1 12-16,-4-2 11 0,-1-1-2 0,-2-2-2 0,-3 0 21 15,-1-2 2-15,-2-3 1 0,-2 1 7 16,-2-2-1-16,-3 0-7 0,-3-1-9 0,-1-2-3 16,-1-1-5-16,-2-3-5 0,1-2-9 0,-2-1-2 0,0-1-3 15,-3-1-5-15,1-3-2 0,-1-2-1 16,0-1-5-16,1-3 1 0,0 0 0 0,4-3-1 16,-1-1-2-16,3-1 0 0,2-1-1 0,1-1-2 0,2-1 1 15,3 0 2-15,2 1-3 0,2-2-1 0,2 1 0 16,4-3-1-16,1 1-5 0,5-3 9 0,3 2-3 15,3 1 3-15,3 2-4 0,8-3 0 0,2 4-2 16,4 1 6-16,4 3-3 0,1 3-1 0,3 1 3 16,2 3 1-16,0 3-2 0,-4 2 1 0,-1 2-4 15,7 2 7-15,-3 2 0 0,-2 2-1 0,0 2 2 16,-4 2 3-16,-2 1-1 0,-3 4-1 0,-5-2-1 16,-2 1-4-16,-2 1 1 0,-2 0 0 0,-3 1 2 15,-1 1-3-15,-3-2 5 0,-4 1-1 0,-1 0 0 0,-1-1 0 16,-4-1-1-16,-2-1-1 0,-3 0 2 15,-1-1 3-15,-3-2-4 0,-1 2 2 0,-3-2-2 16,-3 0 1-16,1-3-1 0,-4 0-1 0,-2-2-1 0,0-2 0 16,-4 1 0-16,0-4 0 0,0-1-2 15,-2-1 0-15,0-4 2 0,0 1 0 0,1-3-3 16,1-1 1-16,5-2 0 0,0-1 1 0,5-1-4 0,1-3-10 16,2 0-20-16,3-3-22 0,3-1-11 0,2-3-6 15,4-1-15-15,5-5-3 0,4-5-12 0,3 4-10 16,3-2-2-16,4 0-4 0,0-1-3 0,0 1 20 15,2-1 22-15,1 1 1 0,0-2 28 0,0 2-4 16,-1 2 22-16,-1 0-4 0,-1 0 19 0,-3 2-9 16,-1 0 17-16,-4 4-1 0,-3 1 29 0,-2 3 7 0,0 1 40 15,-3 2 19-15,-1 1 15 0,-1 1 13 16,0 2 1-16,-2 3-20 0,-1 0-15 0,-4 9-8 16,8-11-23-16,-8 11 3 0,0 0 20 0,11 3 23 15,-11-3-9-15,8 19 11 0,-4-2 23 0,1 3-6 0,0 4-13 16,2 6 1-16,-2 2 14 0,1 2-17 15,0 7-2-15,1-2 33 0,1 4-11 0,-2-1-19 0,0 0-21 16,1-1-10-16,1 1-15 0,-2-2-7 0,2 0-10 16,-3-6-8-16,1-2-4 0,0 0-1 0,0-1-8 15,0-1-5-15,-2-6 1 0,1-1-3 0,-1-2-1 16,1-2-1-16,-1-3-2 0,-1-1 5 0,-1-3 3 16,0-2 28-16,1 0 49 0,-3-10-9 0,7 13-19 15,-7-13-59-15,11 4 0 0,-11-4 0 0,16-6 0 16,-5-1 0-16,2-4 0 0,1-3 0 0,5-4 0 15,0-5 0-15,3-2 0 0,0-2 0 0,1-2 0 16,2 1 0-16,-3 0-119 0,2 3-2 0,-1-1 21 0,-3 5 127 16,-1 0-15-16,0 3-10 0,-2 0-10 15,-2 3-2-15,-2 4-12 0,-2 0-15 0,0 2-23 16,-1 1-13-16,-3 2 7 0,-7 6 16 0,12-8 7 0,-12 8 8 16,0 0 9-16,0 0 9 0,0 0 0 0,0 0 4 15,-4 14 4-15,-6-7 0 0,0 1 3 16,-6 4 1-16,-1 0 1 0,-7 2 2 0,-1 2-1 0,-5 1 4 15,-2 1 0-15,1 0 0 0,5-2-1 0,1-1 0 16,3 1-2-16,1-2 3 0,4 0 0 0,2 0 0 16,2 0-1-16,3-2 9 0,4 1 73 0,3-2 44 15,4 1 29-15,5 1 13 0,5-1 9 0,5 1-84 16,7 1-93-16,5-1 0 0,7 0 0 0,3 0 0 16,4-2 0-16,0-3 0 0,0 2 0 0,3-2 0 15,0-1 0-15,2 0 0 0,-3 0 0 0,-5-3 0 16,-1 1 0-16,-3-3 0 0,-5 2 0 0,-2-2 0 15,-3 1 0-15,-6-1 0 0,0-1 0 0,-4 0 0 0,-15-1 0 16,22 0 0-16,-22 0 0 0,12-1 0 16,-12 1-403-16,0 0-118 0,0 0-96 0,0 0-80 15,-5-9-114-15,5 9-817 0,-11-5-1285 0</inkml:trace>
  <inkml:trace contextRef="#ctx0" brushRef="#br0" timeOffset="46167.8352">12004 5327 315 0,'24'-14'514'15,"-1"-1"-14"-15,-3 3-39 0,0 1 32 0,-4 2-38 16,-2 0 22-16,-1 3-60 0,-3 0-64 0,1 1-67 16,-11 5-62-16,14-5-10 0,-14 5 26 0,0 0-16 15,9 10 3-15,-9-10-17 0,-7 24 13 0,-1-4-23 16,-3 7-13-16,-7 5-1 0,-1 5-30 0,-2 1-25 15,0 0-14-15,-6 10-19 0,4-9-16 0,-1 6-14 0,-3 0-11 16,3-7-13-16,2-3-7 0,3 1-7 0,-2-2-7 16,3-2-113-16,1-3 18 0,3-3 12 0,1-2 126 15,4-3-13-15,-1-3-28 0,1-1-92 0,3-1-69 16,-1-2-63-16,2-4-68 0,1-1-93 0,4-9-94 16,-3 13-82-16,3-13-49 0,0 0-61 0,12 7-74 15,-12-7-280-15,20-8-600 0</inkml:trace>
  <inkml:trace contextRef="#ctx0" brushRef="#br0" timeOffset="46391.9214">12496 5444 634 0,'15'-9'724'16,"-3"2"-134"-16,-3 1-82 0,1 1-67 0,-10 5-13 0,14-4-14 16,-14 4-17-16,0 0-36 0,9 9-52 15,-9-9-32-15,0 17-13 0,-4-3-35 0,1 2-26 16,-3 4-12-16,-2 2-34 0,-2 3-30 0,-1 2-26 15,-1 1-22-15,1-2-14 0,-3 4-15 0,3-3-5 0,-2 2-9 16,-1-3-11-16,3 1 0 0,-3-1-6 0,3-1-29 16,0-2-59-16,0-3-57 0,2-3-71 0,2 0-86 15,-1-4-77-15,0 0-88 0,2-1-86 16,1-3-111-16,-1-2-628 0,6-7-880 0</inkml:trace>
  <inkml:trace contextRef="#ctx0" brushRef="#br0" timeOffset="46899.7026">11804 5489 56 0,'-13'-4'713'0,"0"1"-163"16,2 1-115-16,-2 0-10 0,1 2-58 0,12 0-13 16,-22-1-47-16,22 1-13 0,-22 1-64 0,22-1-5 15,-17 6-22-15,17-6 8 0,-8 7-8 0,8-7-12 16,2 10-6-16,7-4 2 0,9 1-17 0,10 1-11 16,12 1-27-16,10-1-21 0,16 1-15 0,8 0-6 15,3 0-13-15,3-2-14 0,4 1-13 0,-1 0-7 16,0 0-10-16,-2-1-8 0,0 0-3 0,-3 0-6 0,-1 1-3 15,-3-2 0-15,-4 1-4 0,-15-3-3 0,-3 1-1 16,-2 0-5-16,-12-2-5 0,-2 0-28 0,-9-1-23 16,-2 0-23-16,-6-1-16 0,-4 0-45 0,-15-1-54 15,19-1-40-15,-19 1-26 0,0 0-90 0,0 0-30 16,0 0-89-16,-15-5-29 0,-4 1-57 0,0 2-362 16,-8-1-486-16</inkml:trace>
  <inkml:trace contextRef="#ctx0" brushRef="#br0" timeOffset="47232.8619">11713 5759 580 0,'-35'2'661'0,"5"-2"-139"0,3 2-76 0,3-2 0 15,1 0-26-15,3 0-9 0,2 0-54 0,1 0-34 0,3 0-26 16,0 0-35-16,14 0-39 0,-24 0-35 0,24 0-38 15,-16 0-28-15,16 0-13 0,0 0 9 0,0 0 10 16,0 0 5-16,7 8-4 0,13-6-6 0,7 3-2 16,11-1-9-16,11 0-7 0,10 3-8 0,18 0-5 15,5 2-10-15,8-2-12 0,4 0-12 0,3 2-10 16,0-2-7-16,-1 1-8 0,-1-1-9 0,-1 0-3 16,-7-1-6-16,-3-1-3 0,-8 1-1 0,-15-3 0 15,-3 0-2-15,-9-1-4 0,-8 0 0 0,-5 0-3 16,-7 0-2-16,-2-2-3 0,-7 0-42 0,-2 0-78 15,-2 0-83-15,-5-1-87 0,-11 1-96 0,15-3-90 16,-15 3-59-16,0 0-119 0,0 0-143 0,0 0-324 16,-4-12-740-16</inkml:trace>
  <inkml:trace contextRef="#ctx0" brushRef="#br0" timeOffset="48649.4963">14061 5886 138 0,'0'0'662'0,"16"-8"-98"16,-16 8-80-16,10-6 23 0,-10 6-66 16,10-6-19-16,-10 6-60 0,0 0-62 0,9-6-43 0,-9 6 15 15,0 0-8-15,8 7 0 0,-8-7-22 0,-2 14-24 16,-2-4-34-16,-1 2-28 0,-5 3 1 15,-2 2-13-15,-3 5-27 0,-4-1-22 0,2 0-16 16,-2 2-17-16,-4 2-15 0,1-5-9 0,5 3-7 0,-4-2-7 16,4-1-6-16,0-1-7 0,2-2-56 0,1 0-65 15,3-3-87-15,3-1-96 0,0-1-114 0,2-3-110 16,6-9-133-16,-1 15-730 0,1-15-980 0</inkml:trace>
  <inkml:trace contextRef="#ctx0" brushRef="#br0" timeOffset="49216.2576">14857 5317 512 0,'4'-19'517'0,"1"0"-11"0,-2 1-53 16,-2-1 4-16,-1 1-49 0,-1 0 4 0,-1 1-50 15,-2 1-14-15,0 0-44 0,-1 1-37 0,0 2-43 0,0 4-34 16,-3 0-38-16,2 4-20 0,6 5 13 0,-16 0 27 15,8 4-40-15,-3 6-2 0,0 5-9 16,2 4 9-16,0 3-15 0,0 6-14 0,5 3-6 0,1 1-7 16,2 4-7-16,3 0-5 0,2 6-16 15,6-1-7-15,2 0-13 0,3-1-8 0,4-1-5 0,2-2-6 16,2 0-1-16,3-2-6 0,3-2-3 0,2-3-2 16,4-2 0-16,0-4 0 0,3-1-1 0,-2-3 1 15,0-4-4-15,-1-2-1 0,-7-3-6 0,-1-5 3 16,-3-2 1-16,-3-3-3 0,-1-2 5 0,3-4-4 15,-3-3 0-15,2-5-2 0,1-4 1 0,-3-4 0 16,0-8-2-16,-1-2 0 0,-4-4 0 0,-2-3-2 16,-3-2-1-16,-3-1 1 0,-4-2 1 0,-1 6 5 15,-2-2-1-15,-4-3-2 0,-2 0 2 0,-2 3-3 16,-4 2-1-16,-1 1 3 0,-1 3-2 0,-2 8 2 16,2 0-3-16,-4 4 2 0,5 5-3 0,1 3-3 0,1 2-43 15,0 2-28-15,2 5-2 0,9 4-31 16,-16-3-27-16,16 3-35 0,-10 7-57 0,10-7-63 15,-4 14-65-15,4-14-58 0,3 23-40 0,1-10-69 0,5 1-65 16,2 2-466-16,1 1-674 0</inkml:trace>
  <inkml:trace contextRef="#ctx0" brushRef="#br0" timeOffset="49816.2378">15887 5381 178 0,'11'-8'740'16,"-3"-1"-123"-16,-1 1-15 0,-2 0-31 0,-2-1-54 15,-3 9-60-15,1-20-42 0,-4 10-40 0,-1-1-74 16,-3 1-40-16,-2 0-38 0,-1 2-42 0,-1-1-30 16,-3 5-30-16,2 1-22 0,-2 2-16 0,1 1-14 0,0 1-11 15,2 2-10-15,1 3-6 0,1 1-15 16,3 1 1-16,2 3-7 0,2 3-6 0,3-1 0 16,2 3-1-16,3 5-10 0,4-1 3 0,2 4 0 0,4 1 0 15,4 2-2-15,2 2 1 0,1-2-2 16,2 2-2-16,-1-4 1 0,-1 1 2 0,-2-5-5 15,-2 0 2-15,-1-2 1 0,-4-4-2 0,0 2 1 0,-4-4-2 16,-2-1-3-16,-1 0 5 0,-3-4 0 0,-4-8 0 16,1 15-1-16,-1-15-3 0,-6 11-3 15,6-11 6-15,-13 8-1 0,13-8 0 0,-18 4-1 0,18-4 1 16,-23 0-3-16,10-1-2 0,1 0 2 0,0-4 1 16,-2 0-4-16,4 1 2 0,0-2-16 0,1-1-17 15,2 0-10-15,3-1-9 0,4 8-7 0,-3-14-2 0,3 14-22 16,5-19-10-16,0 9-4 0,4 0-1 15,2-1-13-15,4-2-18 0,2 1-6 0,1-2-5 16,5-2 10-16,1 2 4 0,2-3 22 0,1 1 19 0,3-3 18 16,0 1 16-16,0 0 7 0,-5 1 14 15,0 1 17-15,-1 0 35 0,-2 1 35 0,-4 2 28 16,-1 0 27-16,-2 0 20 0,-1 2-12 0,-4 0-11 0,-2 1-5 16,1 0-5-16,-4 1 0 0,-5 9-8 0,5-15-7 15,-5 15-10-15,-3-13-9 0,3 13-4 16,-10-5-7-16,10 5 9 0,-19-2-4 0,7 4-3 0,-4 2-7 15,0 3 0-15,-4 1-5 0,0 3-3 0,-3 3 5 16,2 2 1-16,1 1-6 0,3 2-9 0,0 1 0 16,6-2-5-16,1 2 2 0,3 1 6 0,3-4 10 15,3 1 1-15,1 1-2 0,3-2-4 0,4 2-8 16,3-1 1-16,3 0-11 0,6 0-2 0,2-2-4 16,5-1-4-16,2-2 0 0,4-1-46 0,2-4-96 15,2-2-120-15,3 0-140 0,-1-1-106 0,1-5-141 16,-2 1-181-16,2-4-360 0,-1 0-793 0</inkml:trace>
  <inkml:trace contextRef="#ctx0" brushRef="#br0" timeOffset="50183.396">16889 5403 607 0,'-6'-14'667'0,"0"4"-58"16,1 0 14-16,0 1-46 0,0-2-26 0,0 2-51 15,2 0-70-15,3 9-77 0,-6-15-69 0,6 15-54 16,0 0-48-16,3-15-33 0,-3 15-22 0,12-3 2 15,-12 3-18-15,21 6-18 0,-7 1-19 0,2 4-12 16,3-1-13-16,1 6-8 0,2 2-9 0,-1 0-4 16,0 2-6-16,-2 1-6 0,0 1-2 0,-2-1-4 15,0 3-2-15,-3-2 1 0,0 0-1 0,-4-2-2 16,-2-1-5-16,1 0 2 0,-5-2-1 0,-1-1-1 16,-1-1 3-16,-2-3 1 0,-1 0 0 0,0-1-1 15,-2-2 3-15,3-9 5 0,-10 14 18 0,10-14 22 16,-11 9 10-16,11-9 11 0,-13 1 1 0,13-1 10 0,-16-4 7 15,9-2 9-15,-1-2-15 0,1 0-8 0,2-4-14 16,1-3-7-16,2 0-15 0,1-3-6 16,2 0-8-16,2-4-5 0,1-1-4 0,3 1-5 0,1 0-2 15,0 0-5-15,2 2-1 0,2 0-2 0,-1 1-1 16,3 3-5-16,0 0-17 0,2 0-61 0,0 3-58 16,2 1-59-16,2 1-75 0,1 1-76 0,1 2-107 15,0 2-125-15,1 1-109 0,0-1-144 0,-2 3-447 16,0 2-888-16</inkml:trace>
  <inkml:trace contextRef="#ctx0" brushRef="#br0" timeOffset="50499.8733">18384 5228 366 0,'2'-11'873'0,"-2"11"-149"0,3-16-53 15,-3 16-66-15,3-16-44 0,-3 16-44 16,2-12-94-16,-2 12-80 0,2-10-66 0,-2 10-53 16,0 0 6-16,0 0-8 0,0 0-15 0,0 0-8 0,2 17-14 15,-3-5 9-15,0 5-27 0,-1 2-29 0,-2 4-23 16,-1 0-20-16,-1 7-10 0,-4 0 9 16,-1 5 10-16,-2 1-17 0,-3 0-15 0,1 1-15 0,-3-2-12 15,1 0-7-15,-1-2-8 0,-1 0-8 0,2-1-5 16,0-3-4-16,2-4-1 0,2-2-3 0,0 0-2 15,2-5-6-15,-1-1-8 0,3-1-58 0,2-3-60 16,-1-1-60-16,2-3-58 0,2-1-99 0,4-8-123 16,-3 11-145-16,3-11-135 0,0 0-106 0,10 6-545 15,-10-6-998-15</inkml:trace>
  <inkml:trace contextRef="#ctx0" brushRef="#br0" timeOffset="50766.1244">18579 5407 726 0,'9'-16'688'0,"-2"3"-23"0,1-1-32 0,-1 3-63 16,1-1-43-16,-1 1-67 0,-2 3-105 0,-5 8-51 15,9-11-1-15,-9 11-21 0,0 0-24 0,0 0-33 16,15 5-16-16,-15-5-15 0,1 18-21 0,-2-4-14 16,-2 2-22-16,-3 5-23 0,0 3-15 0,-2 3 28 15,-3 1 15-15,-3 6-16 0,0-1-23 0,-2 0-20 16,0-1-17-16,1 0-13 0,1-6-13 0,1 1-10 15,2-2-4-15,1 0-6 0,1-3-6 0,1-3-8 16,2 0-48-16,1-3-59 0,0-1-36 0,0-2-40 16,1-1-35-16,1-2-31 0,3-10-56 0,-5 16-82 15,5-16-90-15,-4 11-78 0,4-11-48 0,0 0-76 0,0 0-603 16,0 0-882-16</inkml:trace>
  <inkml:trace contextRef="#ctx0" brushRef="#br0" timeOffset="51082.3047">17944 5555 233 0,'-23'-2'857'16,"4"2"-209"-16,2-1 10 0,2 0-71 0,2 0-37 16,-1-1-31-16,14 2-56 0,-21-1-58 0,21 1-59 15,-14-4-46-15,14 4-36 0,0 0-28 0,0 0-12 16,15-7-20-16,0 6 0 0,6 0-10 15,7-2-20-15,9 1-14 0,4 1-24 0,11-2-27 0,0 1-17 16,0 0-17-16,2 0-15 0,-1 0-10 0,0 1-13 16,-2 0-6-16,-2 0-5 0,-6 1-6 0,0 0-3 15,-3 0-4-15,-2 0-3 0,-6 0 1 0,-2 0-6 0,-2 0 1 16,-4 0-5-16,-3 0 2 0,-3 0-6 0,-1 1-9 16,-3-1-35-16,0 0-38 0,-14 0-33 15,19-1-50-15,-19 1-51 0,0 0-57 0,0 0-49 0,0 0-67 16,0 0-74-16,0 0-66 0,0 0-49 15,-12-1-45-15,12 1-124 0,-22 1-287 0,9 1-653 0</inkml:trace>
  <inkml:trace contextRef="#ctx0" brushRef="#br0" timeOffset="51415.8374">18043 5647 695 0,'-21'4'573'0,"3"-1"-31"16,0 2-32-16,1-3-48 0,4 2-29 0,1-2-35 15,1 1-45-15,11-3-9 0,-17 4-7 0,17-4-17 16,0 0-10-16,-8 8-26 0,8-8-29 0,9 4-11 16,-9-4-9-16,23 5-10 0,-7-4-16 0,6 2-21 15,6-1-28-15,3-1-23 0,7-1-19 0,3 0-24 16,4 0-20-16,5 0-12 0,3 0-17 0,-1-2-7 16,0-2-6-16,1 3-5 0,-1-2-5 0,-2 0-6 15,-1-1-5-15,-1 1-1 0,-9 1-1 0,-2-1-1 0,-2 0-2 16,-6 0 0-16,-1 1-2 0,-3 0-2 0,-4 0-1 15,-3 0 4-15,-1 0-3 0,-3 1 0 0,-1-1-1 16,-13 2-1-16,22-1-3 0,-22 1-5 0,17-2-12 16,-17 2-28-16,13-1-28 0,-13 1-28 0,0 0-30 15,12-2-28-15,-12 2-37 0,0 0-37 0,0 0-43 16,0 0-61-16,0 0-56 0,9-3-29 0,-9 3-79 16,0 0-31-16,0 0-68 0,0 0-572 0,0 0-786 15</inkml:trace>
  <inkml:trace contextRef="#ctx0" brushRef="#br0" timeOffset="51782.7673">19663 5857 113 0,'0'0'777'15,"0"0"-130"-15,10 4-26 0,-10-4-38 0,0 0-61 16,9 10-36-16,-9-10-30 0,6 7-44 0,-6-7-25 16,3 12 2-16,-3-12-8 0,1 14-10 0,-1-14-119 15,-2 18 8-15,0-8-21 0,-1 0-31 0,0 2 30 16,-2 2-9-16,-1 2-29 0,0 0-14 0,-2 1-33 15,0 1-72-15,-2 0-81 0,0 1 0 0,1-1 0 16,-2-1 0-16,1 0 0 0,-1 0 0 0,2-1 0 16,-2-1 0-16,3-1 0 0,0-2 0 0,0 0 0 0,1 0 0 15,1-3 0-15,1 0-18 0,0-2-207 0,0 1-56 16,5-8-79-16,-7 12-116 0,7-12-132 16,0 0-146-16,-8 9-158 0,8-9-535 0,0 0-1062 0</inkml:trace>
  <inkml:trace contextRef="#ctx0" brushRef="#br0" timeOffset="53166.1863">20983 5441 156 0,'1'-16'654'0,"0"0"-162"0,-1 2-49 0,1 0 2 16,0-3-12-16,-1 2-5 0,0 1-15 0,-1 1-30 16,2 0-29-16,-1 0-35 0,0 13-59 0,-1-22-49 15,1 22-42-15,0-14-34 0,0 14 4 0,0 0 16 16,0 0 5-16,-3 12-5 0,2 0 7 0,-2 2-18 15,1 5-26-15,-1 6-21 0,0 0-19 0,0 6-13 0,-1 0-14 16,1 1-9-16,0 0-7 0,-1 0-8 0,2 0-4 16,-2-1-4-16,2 1-4 0,-1-6-4 15,1 0 2-15,2 0-7 0,-1-2-1 0,1-4-8 0,1 1-76 16,0-2-67-16,1-1-71 0,0-2-104 0,0-1-101 16,1-3-103-16,0-1-101 0,-3-11-158 0,7 16-375 15,-7-16-773-15</inkml:trace>
  <inkml:trace contextRef="#ctx0" brushRef="#br0" timeOffset="53532.8371">20806 5278 394 0,'-8'-23'835'0,"2"2"-195"0,2 0-35 16,2 3-35-16,1 1-60 0,3-1-66 0,0 1-45 0,3 2-69 15,3 2-40-15,3 1-30 0,2 2-36 16,6 3-19-16,4 3-39 0,-1 3-30 0,7 4-8 15,5 4-10-15,10 5-17 0,-1 6-19 0,7 7-16 16,-1 3-8-16,1 4-12 0,-3 3-10 0,-2 3-3 16,-2 3-8-16,-2 2-5 0,-3 1-2 0,-4 2-4 15,-2-1-4-15,-3 2-4 0,-7-7 2 0,-3 0 1 16,-1-1-3-16,-4 0-1 0,-2-3 2 0,-4-4-6 16,-3-3 4-16,-4-3 0 0,-2-2 2 0,-2-1-2 0,-3-1-2 15,-4-2 2-15,-3-1-5 0,-4-1 4 16,-3-3 0-16,-3-1 0 0,1-5-1 0,-4-2-1 15,-1-1-108-15,-3-4 132 0,-3-1-11 0,-5-3-28 16,-9-3-47-16,0-2-40 0,0-1-41 0,-1-3-31 0,2-1-35 16,1 0-39-16,4-2-62 0,3 0-41 15,8 0 15-15,3 2-10 0,7 1 13 0,5 0-55 16,4 1-15-16,3 1-38 0,8 9-62 0,-2-15-277 0,2 15-298 16</inkml:trace>
  <inkml:trace contextRef="#ctx0" brushRef="#br0" timeOffset="54650.4726">21918 5698 290 0,'18'-9'711'0,"-1"-1"-101"0,-4 1-64 16,-1 0-35-16,-4 1-41 0,-2-1-47 0,-6 9-45 16,3-16-29-16,-3 16-45 0,-7-13-37 0,0 8-34 15,-4 1-29-15,0 1-31 0,-2 3-13 0,-3 0-21 16,0 1-21-16,-2 4-23 0,0 0-11 0,1 4-11 15,-1 0-12-15,2 1-10 0,2 2-8 0,3 0-12 16,2 0-2-16,0 1-5 0,3 0-5 0,2 0-5 16,3-1-1-16,1 1-2 0,1-1-4 0,4 1-1 0,1 0 2 15,4-1-1-15,1-1-3 0,5 1 0 0,-1-2-2 16,3 0-12-16,0-3-20 0,2 1-16 0,-3-3-12 16,1-1-9-16,1-2-2 0,-2 0-6 0,0-2 0 15,0-3 14-15,0 0 13 0,-2-3 6 0,1-3 12 16,-1-1 5-16,0-4 7 0,-3-1 1 0,0-3 4 15,-2-2 3-15,-1-2 3 0,-1 1-5 0,-1-1 6 16,-1 0 0-16,-2 1 10 0,-1 3 15 0,-1 1 11 16,-1 0-2-16,0 3 10 0,0 1 4 0,-1 2-6 15,0 11-9-15,1-18-3 0,-1 18-9 0,-2-10 2 16,2 10-2-16,0 0-1 0,0 0 4 0,0 0 5 16,-7 10 10-16,7-10 8 0,0 17-6 0,2-6-7 15,1 0-2-15,1 3-6 0,0 0 1 0,3 0-7 16,0 1-2-16,2 1 2 0,3 1-5 0,0-3 0 15,2 3-3-15,3-4 1 0,2 0-2 0,-1-2 0 16,4-1-1-16,0-1 3 0,1-2-3 0,0-1-4 16,2-2 0-16,-3-2 1 0,-1-2 0 0,2-2-3 0,1-2 0 15,0-2 2-15,-3-5-1 0,3-2 1 0,-2-4-3 16,-3-4 2-16,2-7-2 0,-3-2-1 16,-4-5 0-16,-2-1 1 0,-2-3 0 0,-4 0-1 15,-1-4 4-15,-2 0 0 0,-3-1-3 0,-1-1 2 0,-2 1 0 16,-1 1 7-16,-1 2-4 0,1 7 21 0,-1 4 20 15,-1 4 11-15,2 4-10 0,0 4 3 0,0 1-21 16,1 3-1-16,0 4-14 0,3 10 9 16,-8-8-14-16,8 8 8 0,-10 5-11 0,4 3 4 0,1 6-3 15,-1 5-1-15,0 5 1 0,1 6 3 0,1 2 0 16,1 3-4-16,1 1 3 0,2 4-1 0,0 5-3 16,2-1 3-16,1 1 0 0,2-2-5 15,4 0 2-15,-2-4-1 0,2 1-32 0,1-3-47 0,-1-6-37 16,1-2-46-16,0-3-49 0,0-1-38 0,-1-4-39 15,0-2-38-15,2-3-25 0,-3-2-6 0,0-3-8 16,2-3 1-16,-3 1 42 0,-7-9 51 0,12 6 21 16,-12-6 57-16,0 0 21 0,15-2 48 0,-15 2 19 15,4-10 49-15,-4 10 32 0,1-17 50 0,-3 6 29 16,1-1 57-16,-3-1 11 0,-1-1 52 0,1 0 7 16,-1 1 29-16,1-1-14 0,0 3 46 0,1 0 6 15,0 2 12-15,3 9-18 0,-6-17-37 0,6 17-32 16,-2-15-29-16,2 15-22 0,4-11-13 0,-4 11-10 15,11-11-6-15,-4 6-9 0,3 2-14 0,3-1-4 16,1 0-15-16,3 2-9 0,0-1-7 0,4 0-7 0,0 2-5 16,6 0-6-16,-2-2-4 0,3 1-8 15,1 0 4-15,1-1-4 0,0 1-3 0,3-3 3 16,1 2-6-16,-1-2 3 0,-1 0-2 0,-1-1-2 16,-1-1-2-16,-5 1 3 0,-2-1-2 0,0 1 1 0,-4-1 0 15,-2 1 3-15,-3 0-2 0,-1 0 5 16,-3 0-4-16,-2 0 5 0,0 0-2 0,-8 6 0 15,8-10-1-15,-8 10 1 0,0 0-4 0,-1-12 4 16,1 12-5-16,-8-6 1 0,8 6 3 0,-14-3-1 0,14 3-1 16,-16 1 4-16,5 3-2 0,1-1 2 15,0 2 2-15,-2 3 6 0,2 1 4 0,0 2 6 16,-1 0 7-16,2 2 27 0,1 0 17 0,1 0-11 0,-1 2-2 16,2-1-3-16,1 2 1 0,2-2 20 0,1 1 18 15,1-1 1-15,3-1 16 0,1 0 15 0,3 1-4 16,2-2-14-16,3 0-19 0,3 0-17 0,3-1-11 15,2-1-14-15,4 0-11 0,0-2-7 0,2-2-6 16,0 2-11-16,5-3 0 0,1 1-16 0,1 0-65 16,-3-1-60-16,0-2-53 0,1 0-65 0,0-3-70 15,0 0-94-15,-2-2-102 0,1 0-77 0,-1-2-107 16,-2 0-133-16,3-5-324 0,-4 2-765 0</inkml:trace>
  <inkml:trace contextRef="#ctx0" brushRef="#br0" timeOffset="54966.6087">24097 5060 575 0,'-3'-9'843'16,"3"9"-171"-16,-3-15-50 0,3 15-71 0,3-10-49 15,-3 10-41-15,10-9-57 0,-10 9-36 0,20 0-24 16,-4 2-30-16,6 5-29 0,4 3-10 0,7 6-44 15,4 2-17-15,0 4-28 0,0 4-27 0,6 7-16 16,1 1-24-16,-2 3-17 0,-1 1-19 0,-4 4-11 0,0-1-8 16,-3 2-11-16,-3 2-11 0,-3-1-8 0,-7-6-5 15,-5-1-6-15,-2 1-8 0,-7-4 1 16,-3-3-4-16,-3 0-4 0,-5 1-112 0,-4-1 23 16,-5 4 19-16,-5-3 11 0,-5-1 6 0,-4-3 10 0,-4 1-8 15,-4-3 81-15,-12 0-65 0,-2 0-63 16,-5-3-87-16,-3-4-83 0,-2-1-85 0,-2-3-105 15,-3-2-128-15,0-2-114 0,-5 2-180 0,0-7-374 16,-5 0-854-16</inkml:trace>
  <inkml:trace contextRef="#ctx0" brushRef="#br0" timeOffset="74316.6828">1223 7460 506 0,'0'0'447'16,"0"0"-15"-16,-2-11-80 0,2 11 7 0,0 0-71 16,-4-11 28-16,4 11-45 0,0 0 50 0,-6-10-60 15,6 10 16-15,0 0-42 0,0 0-43 0,-6-8-23 16,6 8 19-16,0 0-15 0,-3 9-14 0,3-9 9 16,-2 15-11-16,2-2 0 0,-2-1-23 0,2 5 31 15,0 4-23-15,-2 4-22 0,2 0-19 0,-2 3-21 16,0 0-14-16,1 4-14 0,-1-3-8 0,0 0-11 15,2-2-5-15,-3 1-4 0,3-1-5 0,-2-1-6 16,2-1-4-16,0 0 3 0,-1-4-3 0,0-1-5 0,1-1-1 16,0-4 2-16,-1 0 0 0,1-3-1 15,0 1 0-15,0-13 4 0,0 17 1 0,0-17-4 16,0 0 2-16,0 0-5 0,0 0 0 0,0 0-3 0,0 0 4 16,-8-17-4-16,7 1-1 0,0-4 1 0,0-6-3 15,0-2 1-15,0-5-2 0,1-4 9 0,0-1-7 16,1-2 0-16,0-5 2 0,1 1-2 0,-1 1 0 15,3 8-4-15,-1-2 0 0,1 3 1 0,3 1 5 16,-1 2-4-16,-1 4-1 0,4 4 2 0,1 2-1 16,0 3 4-16,1 2-3 0,3 2 2 0,0 7-1 15,2 2 2-15,1 4 4 0,3 2 0 0,3 5-1 16,4 5 4-16,0 3-7 0,4 6 4 0,0 3-4 16,0 4 2-16,-1 5 6 0,-1 1-2 0,4 6-2 0,-7-2 7 15,2 7-9-15,-4-5 3 0,-2 1-2 16,-4 0 2-16,0-1-2 0,-5-2 2 0,-1 1-3 15,-3-7 4-15,-5-2-5 0,-2-2 6 0,-4-3-8 0,-3-1 8 16,-5 2-8-16,-5-2 13 0,-5-4-10 0,-6 3 9 16,-5-3-6-16,-8-2 6 0,-1-1-12 0,-4-4 5 15,-6 1-8-15,-2-5 10 0,0-1-8 0,-1-2 4 16,2-2-6-16,7-3 3 0,1 0-11 0,7-4-27 16,5-1-36-16,6-1-57 0,5-1-51 0,6 0-114 15,7-1-99-15,7 8 59 0,0-17-100 0,9 6-5 16,7 1-113-16,5-2-98 0,5-1-284 0,11-2-515 15</inkml:trace>
  <inkml:trace contextRef="#ctx0" brushRef="#br0" timeOffset="74532.45">2027 7809 412 0,'15'-5'844'15,"-15"5"-197"-15,0 0-98 0,0 0-56 16,12-1-26-16,-12 1-50 0,0 0-51 0,0 0-51 15,2 10-55-15,-2-10-39 0,0 0-30 0,0 18-29 0,0-18-30 16,2 16-27-16,0-7-18 0,0 1-19 0,1 2-10 16,-1-2-17-16,4 2-11 0,1 1-8 15,-1 0-39-15,1-3-74 0,-1 3-94 0,0-2-103 16,3 0-110-16,-4-3-109 0,2 1-151 0,-2-2-519 0,-5-7-788 16</inkml:trace>
  <inkml:trace contextRef="#ctx0" brushRef="#br0" timeOffset="75033.4141">2054 7547 763 0,'-3'-19'660'16,"1"4"-131"-16,-1-1-26 0,1 2-49 0,2 0-32 0,0 14-56 16,0-22-63-16,0 22-62 0,0-18-50 15,0 18-48-15,5-12-25 0,-5 12-23 0,11-8-18 16,-11 8-17-16,17-2-16 0,-4 5-33 0,1 2-45 0,1 0-76 15,4 3-32-15,1 0-65 0,1 3-8 0,4 1-50 16,-1 0 23-16,2 0 0 0,2 2 38 0,-1-1-9 16,2-1 47-16,-1 0 12 0,-1-1 46 0,-3 0 5 15,0-3 51-15,-4 0 11 0,-1-1 67 0,-5 0 48 16,-1-2 85-16,-2 0 27 0,-2-1 71 0,-9-4 12 16,12 8 26-16,-12-8-6 0,9 5-5 0,-9-5-32 15,0 0-27-15,0 0-11 0,-3 11-8 0,3-11-16 16,-11 5-3-16,11-5-27 0,-13 5-25 0,4-1-31 15,0 0-19-15,-1 1-20 0,0 1-10 0,1-2-13 16,0 3-10-16,2 1-4 0,0-1-2 0,1 0-5 0,2 3-7 16,0 0 1-16,4-10-4 0,-1 22 0 0,3-12-3 15,1 2-3-15,3 1-3 0,3-1 4 0,-1 2-7 16,4 1 3-16,1 2-1 0,0-2 1 0,2 0 0 16,-1-1 0-16,1 0 0 0,0 0-4 0,1 0 0 15,-3-2 3-15,0-2 1 0,-1 1-4 0,-2-2 2 16,0-1 2-16,-3 0-2 0,0-1 3 0,-7-7-3 15,9 11 2-15,-9-11 1 0,4 10-1 0,-4-10-2 16,-4 11 2-16,4-11-1 0,-14 9 0 0,5-4-2 16,-6-1 0-16,0 0-38 0,-5-1-55 0,0 0-64 15,-5 0-72-15,1-2-72 0,2 1-40 0,0-1-55 0,3-2-62 16,0-1-84-16,2 0-129 0,7-1-329 0,1-3-602 16</inkml:trace>
  <inkml:trace contextRef="#ctx0" brushRef="#br0" timeOffset="76752.2092">2931 7400 334 0,'16'-24'930'0,"-2"2"-185"0,-2 4-50 0,-3 2-15 16,-2 4-29-16,-1-1-54 0,-1 3-95 0,0 1-96 0,-5 9-80 16,6-11-55-16,-6 11 66 0,0 0-45 0,7 7 7 15,-7-7-19-15,3 22-12 0,-1-5-30 0,1 8 12 16,-1 5-160-16,2 6-90 0,2 8 0 0,-2 4 0 15,1 3 0-15,-1 4 0 0,0 0 0 0,-1 1 0 16,2 10 0-16,0-11 0 0,-1 1 0 0,0-3 0 16,-1-1 0-16,2-1 0 0,-2-2 0 0,1-3 0 15,-1-3 0-15,2-6 0 0,-2-2 0 0,-1-3 0 16,0-6 0-16,0-1 0 0,0-5 0 0,-1-3 0 0,0 0 0 16,0-5 0-16,-1-12 0 0,0 19 0 15,0-19 0-15,0 0 0 0,0 0 0 0,0 0 0 16,0 0 0-16,-9-9 0 0,7-4 0 0,0-5 0 0,1-4 0 15,0-4 0-15,0-2 0 0,1-8 0 0,2-2 0 16,0-6 0-16,2-2-33 0,1-1-66 0,2 1 13 16,0 1 2-16,3 2 6 0,1 1 14 0,0 5 11 15,2 1 12-15,-2 8 5 0,3 1 8 0,-1 3 7 16,3 4 0-16,-3 3 7 0,2 3 3 0,-2 5-2 16,0 3 6-16,0 2 1 0,-1 3 1 0,1 2-1 15,-3 3-2-15,0 2-2 0,1 2 2 0,-3 2 1 16,-2 1-2-16,-1 2-8 0,-3-1 2 0,-1 2-5 15,-1-1 1-15,-3 2 0 0,-1 1 1 0,-3 1 1 16,-3 1 0-16,-3-2-7 0,-1 0-12 0,-2 0 1 16,-3 0-10-16,-3-1-12 0,-1 1-4 0,0-4 13 15,3-1 6-15,0-1 8 0,1 0 7 0,4-2 3 16,0-2 5-16,3 1 4 0,1-2 2 0,1-1-2 0,10-4 2 16,-12 7 3-16,12-7-2 0,0 0-2 15,0 0 3-15,0 0-1 0,0 0-26 0,20-3-10 0,-5-1-11 16,6-2-16-16,2-3-9 0,4-1-35 0,4-1-23 15,6-3-26-15,2-3-22 0,1-2-20 0,2 0-51 16,7-6 25-16,0-2-39 0,-2-2 58 0,0 0 20 16,-2-3 30-16,-3 0 33 0,-3-4 27 0,-8 4 25 15,-2 0 53-15,-2-3 23 0,-5 1 49 0,1-4 22 16,-4 1 51-16,-3-1 13 0,-1 1 64 0,-3 1-2 16,-4 5 2-16,-1 2-25 0,-3 1 19 0,-2 5 10 15,-2 2-16-15,-1 1-29 0,-2 3-9 0,-1 2-25 16,-3 3-24-16,1 4-16 0,-3 3 9 0,9 5 6 15,-21 0-5-15,8 6 22 0,-3 5 4 0,3 3-7 16,-3 8-12-16,1 2 3 0,-1 8-11 0,2 4-7 16,0 1-7-16,4 2 4 0,2 3-8 0,3-1-13 15,3-2-10-15,2-2-9 0,3 7-7 0,3-3-6 0,3-1-3 16,3 0-6-16,3-4 0 0,3 0-8 16,1-4 2-16,4-3-7 0,1-1-13 0,3-2-3 15,2-4 0-15,1-3-44 0,-4-3-34 0,2-5-9 0,1 0 6 16,1-4-14-16,-2-3-24 0,-1-1-14 0,1-3 14 15,-1-3 20-15,-1-3 21 0,2-3 16 16,-3-3 16-16,0-4 13 0,-1 1 6 0,-3-4 8 0,-2-2 6 16,0 0 11-16,-5 2 16 0,-2 1 27 0,-2 1 27 15,-3 2 16-15,0 1 9 0,-4 0-3 0,-2 3-8 16,-1 11 8-16,-2-20-9 0,2 20-5 0,-11-13-6 16,11 13 5-16,-18-6 7 0,18 6 1 0,-25 3-5 15,9 0-10-15,1 3-1 0,-4 3-6 0,1 2-3 16,0 1-3-16,0 2-8 0,3 0-3 0,-1 1-8 15,3 1-4-15,1 0-4 0,2 0-3 0,3-1-3 16,2-1-2-16,1 0 0 0,2 1-1 0,2-5-3 16,2 2 3-16,1-1-7 0,3-1-16 0,0-2-25 0,4 1-18 15,1-3-26-15,1 0-27 0,1-3-26 0,1 0-17 16,1-3-16-16,2-1-10 0,1-3-5 16,-1 0 17-16,4-5 15 0,-1 0 28 0,-1-2 23 0,2-5 21 15,0 0 20-15,-3-2 8 0,1-1 13 0,-4 0 9 16,-1 2 15-16,-3 1 17 0,1 0 29 0,-3 1 25 15,-2 2 12-15,-1-1 16 0,0 4 3 0,-3-1 6 16,-3 11-7-16,4-16-14 0,-4 16-13 0,0 0-5 16,0-14 3-16,0 14-4 0,0 0 21 0,0 0-8 15,0 0-5-15,-14 2-7 0,14-2-8 0,-6 9-1 16,6-9-7-16,-6 12-6 0,6-12-3 0,-4 14-3 16,4-14-3-16,-4 17-4 0,4-17-1 0,-1 15-6 15,1-15 2-15,2 17 2 0,-2-17-5 0,6 14 1 16,-6-14-3-16,10 15-3 0,-3-11-1 0,2 2-2 15,0-3-17-15,2 1-20 0,2-2-19 0,0 0-19 16,1-2 2-16,1-2-3 0,2 0 11 0,-1-3 12 0,2 0 9 16,-3-2 9-16,3-3 5 0,-2-1 4 15,0-2 6-15,-2 1 5 0,-1-1 9 0,-1 0 11 16,-2 0 6-16,-1 1 20 0,-2 0 13 0,-1 1 29 0,-1 3 24 16,1-1 9-16,-6 9-4 0,8-13-18 0,-8 13-14 15,5-10 11-15,-5 10 42 0,0 0 30 0,0 0-30 16,0 0-12-16,0 0-13 0,-6 13-15 0,6-13-7 15,-5 15-9-15,5-15-12 0,-6 17-9 0,6-17-7 16,-3 20-10-16,3-20 1 0,-1 21-10 0,1-21-3 16,1 21-1-16,-1-21-1 0,3 19-2 0,2-10-4 0,-1-1 1 15,1 1-1-15,2-1-2 0,1-3-4 16,2 0 4-16,0 0-3 0,1-3-5 0,3 0-11 16,0-2-9-16,4 0-7 0,-1-3-2 0,1-1 5 0,3-3 5 15,-1 0 1-15,1-3 6 0,0-2 3 16,-3 0 2-16,2-5 1 0,-3 2 2 0,-3 0 3 15,-1-1 0-15,0 2 5 0,-2-1-104 0,-3 3 31 0,1 2 25 16,-2-2 27-16,-2 3 11 0,1 1 1 0,-6 8-1 16,9-10 6-16,-9 10-1 0,0 0 114 15,0 0-20-15,0 0-9 0,7 7 0 0,-7-7-10 0,0 20 5 16,-1-7 51-16,1 5-19 0,-1 7-93 16,0 2-16-16,-2 6 0 0,1 4 0 0,-3 8 0 0,0 2 0 15,-1 1 0-15,-1 2 0 0,-5 9 0 0,1 1 0 16,-2 0-12-16,-3-2-9 0,-1 1-8 0,-2-1-4 15,-2-1-3-15,-1-5-4 0,-2-5 10 0,2-8 4 16,-2-3 5-16,0-4 3 0,-4-1 7 0,0-3 11 16,-1-3-1-16,-1-5 13 0,2-6 10 0,0-3 128 15,3-4-56-15,-2-6-94 0,-1-2 0 0,-3-5 0 16,1-5 0-16,-3-6 0 0,4-4 0 0,5-4 0 0,4-3 0 16,9 0 0-16,4 1 0 0,8-2 0 0,7-3 0 15,7-3 0-15,7 1 0 0,5 2 0 0,3 1 0 16,4 1 0-16,2 3-15 0,1 2 1 0,2 1 4 15,1 2-7-15,1 1-12 0,-2 3-14 0,1 1 83 16,-2 1-69-16,-1 2-68 0,-5 2-75 0,-2 1-74 16,-2 2-79-16,-4 0-102 0,-3 2-126 0,0-1-149 15,-5 4-154-15,-4-2-634 0,-3 2-1115 0</inkml:trace>
  <inkml:trace contextRef="#ctx0" brushRef="#br0" timeOffset="78300.4794">6439 7413 648 0,'8'-37'573'0,"-1"4"-66"16,-1 3-23-16,-2 5 18 0,0 0-24 0,-1 3-36 15,1 5-32-15,-2-1-69 0,1 4-78 16,-1 3-49-16,-2 11-30 0,5-12-13 0,-5 12 8 0,0 0-7 15,4 15-16-15,-3-2-23 0,0 7 0 0,0 4-17 16,-1 5-17-16,0 5-16 0,0 3-16 0,0 0-10 16,0 2-12-16,0 5-8 0,1 1-12 0,0 1-2 15,1-2-3-15,-2-5-3 0,1 0-5 0,0-2-2 16,0 1-4-16,1-3-50 0,0-1-72 0,-1-7-96 16,1 0-119-16,-1-4-120 0,1-4-112 0,-1-1-95 15,-1-3-685-15,-1-4-945 0</inkml:trace>
  <inkml:trace contextRef="#ctx0" brushRef="#br0" timeOffset="79048.9386">6121 7707 604 0,'-15'-13'575'0,"3"4"-79"16,1-1 5-16,1 2-24 0,3 0-44 0,-1 2-59 16,3-2-62-16,5 8-50 0,-5-11-39 15,5 11-36-15,5-12-37 0,-5 12-26 0,16-9-27 0,-2 6-20 16,2-2-15-16,3 3-13 0,1-2-9 15,6 1-6-15,1 0-10 0,2 1-9 0,1-1-25 0,4 0-21 16,1 0-14-16,0-1-10 0,-1 0 5 0,1-3 2 16,-3 1 11-16,-2-1 8 0,-3-3 5 0,-1 0 3 15,-1-4 7-15,-4 0 2 0,-5-1 20 0,0 0 24 16,-3-1 50-16,0-2 20 0,-3 0 11 0,0-1 26 0,-1 2 29 16,-3 1 23-16,-1 0 15 0,0 3 14 15,0 1 2-15,-2 1-27 0,1 2-37 0,-4 9-34 16,6-14-26-16,-6 14-14 0,0 0 15 0,0 0 1 0,12 0-3 15,-12 0-10-15,6 19-10 0,-5-7-6 0,2 3-7 16,-2 3-7-16,2 2-120 0,-1 3 17 16,-1 2 11-16,-1 0 121 0,2 2-16 0,-1 0-16 0,0 1-8 15,0-1-12-15,1 2-9 0,1 1 1 0,0 2-7 16,-1-5-5-16,2-1-6 0,0-2-2 0,2 0-7 16,-1-1-13-16,1-2-23 0,0-2-18 0,0-5-13 15,2 0-17-15,0-3-13 0,2-2-12 0,1-1-11 16,0-4-7-16,1-3 9 0,2-2 5 0,1-3 6 15,0-2 10-15,2-5 7 0,0 0 15 0,-2-3 16 16,1 0 13-16,-2 0 11 0,0-1 7 0,-2 3 3 16,-3-2 5-16,0 4 10 0,-1 0 12 0,-2 0 15 15,-1 3 7-15,-5 7 0 0,10-12-6 0,-10 12-3 0,0 0 5 16,8-6 11-16,-8 6 4 0,0 0 2 16,2 14-5-16,-2-14-2 0,3 16-3 0,-1-7 6 15,2 3 7-15,0 3-4 0,4-1 15 0,0 2-7 0,3 2-3 16,3-1-2-16,3 1-8 0,2 1-4 0,3-3-5 15,1-1-3-15,2 0-5 0,1-2-3 0,2-2 1 16,0-1-3-16,1-3-3 0,-2 0-5 0,0-3-21 16,0-2-11-16,1-2-12 0,0-1-13 0,-1-2-4 15,3-4 2-15,-1-2 5 0,-1-3 11 0,-2-3 9 16,-1-1 3-16,-3-2 6 0,-1 0 8 0,-2-3 2 16,-3 1 4-16,-5 2 2 0,-1 0 6 0,-4 3 18 15,-2 0 1-15,-3 2 5 0,-3 1 0 0,-5 0-4 16,-2 4 4-16,-6 1-2 0,-2 0 1 0,-5 7-2 15,-2 0-1-15,-3 4 2 0,-4 3 7 0,1 2-1 16,2 3 0-16,1 2-1 0,5 3 10 0,1 0 2 16,4 1-1-16,6-1 2 0,2 1 9 0,5-1 0 0,3 0-8 15,4-1-3-15,4 1-9 0,4 1-2 16,9 0-6-16,4 0 1 0,8-1-8 0,4 0-25 0,6-3-72 16,3-2-112-16,2-2-150 0,3-1-216 0,-1-4-225 15,-3-3-837-15,-6 0-1284 0</inkml:trace>
  <inkml:trace contextRef="#ctx0" brushRef="#br0" timeOffset="80800.8061">9005 7640 26 0,'0'0'713'16,"6"-15"-149"-16,-6 15-32 0,4-14 8 0,-4 14-23 0,2-12-26 16,-2 12-48-16,0-13-32 0,0 13-46 15,-1-12-44-15,1 12-48 0,0 0-50 0,-1-14-48 16,1 14-30-16,0 0 18 0,0 0-7 0,0 0-12 16,-14 11-17-16,9-4-16 0,1 3 0 0,0 2-11 0,2 1-6 15,0 3-4-15,0 0-9 0,2 2-9 16,1 0-14-16,2 1-4 0,0-1-7 0,2 2-1 0,2 1-12 15,1-1-2-15,1 0-9 0,2-1 0 0,1-2-4 16,1 1 0-16,0-3 0 0,3-1 2 0,1-1-5 16,2-1-6-16,0-2 3 0,1-2-3 0,0-2 0 0,0-2 0 15,-3-3-6-15,2-1 3 0,-2-3-2 0,0-1-1 16,-1-3 2-16,1-4 1 0,-3-1-3 16,-1-5 4-16,-2 0 1 0,0-3 1 0,-3-1 3 0,-1-7-119 15,-2 2 25-15,-2 0 130 0,-1-2-8 0,-1 1-7 16,-1 1-8-16,-2 1-6 0,1 0-5 0,-1 1-1 15,0 2-6-15,0 5 1 0,-1-1-5 16,1 5-8-16,1 0-10 0,-1 4-7 0,2 9-10 0,-5-15-19 16,5 15-34-16,0 0-43 0,-8-6-45 0,8 6-43 15,0 0-40-15,0 0-41 0,0 12-46 0,0-12-40 16,9 15-35-16,-2-8-39 0,2 2-5 0,4 1-17 16,2-1 11-16,4 2-4 0,1-3-14 0,5 2-257 15,3-2-249-15</inkml:trace>
  <inkml:trace contextRef="#ctx0" brushRef="#br0" timeOffset="81398.6878">9763 7608 492 0,'24'-3'401'0,"-1"-2"-7"0,-2-3-33 16,0-1 0-16,-4 0 11 0,0-2-7 0,-4 2 26 16,-1-1 6-16,-2 0-15 0,-3 0-22 0,2-1-25 0,-6 1-28 15,0 0-19-15,-3 10-22 0,0-15-41 16,0 15-25-16,-6-12-30 0,6 12-23 0,-16-6-21 16,16 6-1-16,-21 0-20 0,10 1-22 0,0 4-13 0,-2 0-14 15,1 2-11-15,1 1-7 0,1 5-2 0,2-1-4 16,2 2-4-16,2 2-4 0,1 0-4 0,3 1-5 15,2 0 1-15,2 3-4 0,3 1-3 0,4 4-1 16,4-1-3-16,1-1 0 0,7 4 0 0,2-1-1 16,1-1 2-16,0 0-3 0,0-1 0 0,1-2 2 15,-5-3-4-15,0-3-4 0,-3 0 0 0,-2-3-2 16,-3-1-4-16,-1-1-1 0,-3-2-6 0,-2-1 2 16,-1 1 4-16,-7-9 3 0,4 13 4 0,-4-13-3 15,-5 9 2-15,5-9 0 0,-16 9-1 0,6-6 2 16,-3-2-3-16,-1 1 3 0,-3-2 1 0,0 0-1 15,-2-2-9-15,-1 0-26 0,0-2-10 0,-3-1-12 16,2 0 4-16,4 0-7 0,2 0-1 0,2-1-17 16,4 0-22-16,1 0-7 0,8 6-6 0,-6-13-1 15,6 13-1-15,4-13-5 0,4 6 6 0,2-1 8 16,2-1 1-16,5 2 1 0,2-1-1 0,4-2 12 0,1 5 7 16,3-4 12-16,2-1 10 0,0 3 10 0,1-1 10 15,0-2 11-15,0 2 5 0,0-1 6 0,0-1 7 16,0-1 3-16,0-2 6 0,-1 3 3 0,-2-3 18 15,1 1 37-15,-2-2 17 0,-2 3 8 0,-4-1 13 16,-3 2 1-16,0-2-5 0,-2 1-6 0,-2 0 14 16,-2 0-5-16,-2 1 3 0,-2-1 0 0,0 3-12 15,-3 0-14-15,-4 8-4 0,2-15-9 0,-2 15-13 16,-5-12-6-16,5 12-5 0,-14-5-4 0,14 5-4 16,-20 5 1-16,6 1-8 0,2 0-2 0,-1 4 0 15,1-1-3-15,3 3-1 0,-2 1-1 0,4 0-2 16,0 1-2-16,3 0 8 0,2 1 14 0,2-3 12 15,2 1 0-15,2 2 4 0,3-2-5 0,2-1-5 0,5 1 2 16,0-1-8-16,4-2-2 0,0 0-7 16,3-1-7-16,0-2 2 0,2 0-1 0,-1-2-12 15,1-1-59-15,-2-2-91 0,0 1-131 0,0-3-152 0,0-3-163 16,-1 3-179-16,-1-4-507 0,0 0-890 0</inkml:trace>
  <inkml:trace contextRef="#ctx0" brushRef="#br0" timeOffset="81748.8915">10999 7593 76 0,'-5'-11'860'0,"1"3"-189"15,4 8 5-15,-7-15-37 0,7 15-75 0,-5-12-73 16,5 12-81-16,-2-11-68 0,2 11-34 0,0 0 19 0,7-7-21 16,-7 7-20-16,14 2-26 0,-5 2-153 15,4 3-1-15,1 1-6 0,1 3 105 0,2 2-33 16,0 1-26-16,-1 1-34 0,2 2-19 0,1 1-16 0,-3 1-17 15,2 2-9-15,-2 1-11 0,1 0-7 0,0 0-8 16,-1 1-2-16,-2-2-8 0,1 1-2 16,-4-3-4-16,-1-1-2 0,1 0-4 0,-5-3 5 0,1-1-3 15,-2-1-1-15,0-3 0 0,-1 1 2 0,-4-11 2 16,3 14 0-16,-3-14-1 0,0 0 1 0,-5 10 8 16,5-10 4-16,0 0-3 0,-15-5-5 0,8-1-4 15,0-2 0-15,-1-3 0 0,-1-1-5 0,3-1-3 16,1-2 0-16,2-2-2 0,1 1-7 0,4-1-12 15,1-1-16-15,4-2-18 0,2 0-43 0,5-2-39 16,2 1-41-16,2 1-51 0,4 2-46 0,0 2-83 16,0-1-82-16,2 4-73 0,2-2-75 0,-2 3-85 15,3 2-642-15,-6 1-919 0</inkml:trace>
  <inkml:trace contextRef="#ctx0" brushRef="#br0" timeOffset="82702.0536">12460 7786 352 0,'17'-7'632'0,"-3"0"-74"15,-1-2 2-15,-2 2-12 0,1-2-32 0,-4 0-37 0,-1 2-49 16,-2-2-45-16,0 1-25 0,-5 8-39 16,2-13-42-16,-2 13-40 0,-8-8-26 0,8 8-25 15,-17-5-12-15,17 5-13 0,-27 1-23 0,7 3-12 0,0 3-9 16,-3 0 4-16,-2 4-9 0,0 1-15 15,2 3-15-15,2 0-14 0,0 3-14 0,4-1-12 16,1-1-8-16,5 1-9 0,-1 1-6 0,3-1-3 0,3-1-2 16,3-1-4-16,2 0-4 0,3 0-7 0,2-3-12 15,3 3-15-15,1-3-11 0,4-1-19 0,1-1-26 16,3-2-12-16,-3-1-11 0,6-2-21 0,-2-2-6 16,1-1-1-16,1-2 13 0,0-2 18 0,0-1 18 15,0-4 13-15,2-2 10 0,-2-3 17 0,-2-1 4 16,3-4 10-16,-4-1 2 0,2-3 12 0,-3-1 4 0,-1 0-2 15,-3 2 1-15,1 1-5 0,-4-1 16 16,-1 2 15-16,-2 4 4 0,-1-2 13 0,1 3 13 16,-3 0 10-16,0 2 0 0,-2 11-9 0,3-18-12 15,-3 18-2-15,2-15-6 0,-2 15-1 0,0 0-8 0,0 0 1 16,0 0-1-16,0 0-1 0,0 0 2 0,0 0-1 16,0 0-5-16,2 13-3 0,-2-13 0 0,6 16-1 15,-1-6-2-15,-1 0-2 0,4 2-1 0,0 0-3 16,-1 1-1-16,3-1 0 0,3 1-6 0,0 1-15 15,1-1-21-15,1-2-30 0,-1 1-17 0,1-3-14 16,1-2-6-16,-2 2 2 0,2-4 11 0,-1 0 12 16,-1-3 16-16,-1 0 16 0,-13-2 11 0,25-1 10 15,-12-2 6-15,-1 0 5 0,-1-4 7 0,3-2 3 16,-5 2 4-16,1-2 15 0,2 0 19 0,-3-1 27 16,-1 1 25-16,-1 3 14 0,0-1 9 0,-7 7 4 15,11-12-18-15,-11 12-16 0,9-9-15 0,-9 9-10 16,0 0-2-16,14-3 31 0,-14 3-3 0,7 6-8 15,-7-6-8-15,8 11-4 0,-3-3-10 0,-1 1-3 16,1-1-8-16,2 4-3 0,-1-1-6 0,-1 2-3 0,3-1-4 16,-2 1-4-16,0 1-1 0,1-2-1 0,-1 1-1 15,-1-1-4-15,2-1 1 0,-2-1 1 0,-1 1-1 16,2-3-2-16,-1 0 2 0,-5-8-3 0,9 13 1 16,-9-13 0-16,9 10-1 0,-9-10 0 0,9 3-1 15,-9-3-1-15,14-3 1 0,-14 3 0 16,15-8 1-16,-8 1-1 0,4-3 0 0,-2-1-2 0,2-4 1 15,1-1 0-15,-1 0 1 0,-2-1 1 0,2 1 0 16,-2-1 0-16,-2 1 1 0,2 4 5 0,-2-1 37 16,-1 2 25-16,-1 0-1 0,-1 3-13 0,-4 8-10 0,10-12-14 15,-10 12-3-15,8-9-5 0,-8 9-5 16,0 0-2-16,15 3 1 0,-15-3-5 0,13 9-1 16,-5-3-3-16,1 1-1 0,1 4 0 0,3-1-5 0,3 2 2 15,-1 1-5-15,3 0-51 0,2 1-89 0,3 0-95 16,2-1-117-16,0-1-158 0,2 0-161 15,-1-1-146-15,1-2-611 0,-2-2-1038 0</inkml:trace>
  <inkml:trace contextRef="#ctx0" brushRef="#br0" timeOffset="83165.3699">14223 7388 841 0,'-4'-19'812'0,"3"3"-21"0,-3-1-104 0,1 5-63 16,3 1-100-16,0 11-114 0,-3-18 5 0,3 18 7 16,0 0-33-16,0 0-10 0,0 0-30 0,13 10-47 0,-7 4-26 15,3 6-150-15,4 7-16 0,1 7-16 16,0 5-5-16,1 1-15 0,3 3-13 0,-4 2 100 16,2-1-30-16,-1 2-28 0,-1-2-82 0,1-1-21 0,-2-1 0 15,-1-2 0-15,1-3 0 0,-3-5 0 0,-2-3 0 16,-1-1-27-16,-1-6-10 0,-1-1 6 15,0-5 3-15,-1-1 3 0,-1 0 13 0,-1-5 3 0,-2-10 2 16,4 17 0-16,-4-17 1 0,0 0-6 0,0 0 12 16,0 0 1-16,0 0-4 0,0 0 0 15,-15-10 1-15,8-2-2 0,-2-2-2 0,0-2 4 0,-3-1-6 16,-1-2 3-16,-3-1-3 0,-1 1-3 0,-4 2 3 16,-2 0 113-16,-1 3-19 0,-5 2-17 0,-2 3-69 15,-1 0 0-15,-3 6 0 0,-2 1 0 0,1 4 0 0,0 1 0 16,1 3 0-16,1 2 0 0,4 1 0 15,-1 4 0-15,6-1 0 0,1 5 0 0,6-4 0 16,4 2 0-16,3 1 0 0,7-3 0 0,2 2 0 0,4-2 0 16,7 2 0-16,5 0 0 0,9 0 0 15,4 1 0-15,9-2 0 0,5-3-78 0,2-2-15 16,5-1-119-16,2-2-118 0,0-4-135 0,1-1-181 0,1-2-216 16,-2-3-877-16,-1-3-1426 0</inkml:trace>
  <inkml:trace contextRef="#ctx0" brushRef="#br0" timeOffset="84198.7725">15954 7464 491 0,'0'-23'662'0,"0"1"-67"0,-1 0-17 15,1 3-15-15,0-2-64 0,0 0-36 16,0 2-27-16,-1 1-37 0,1 0-34 0,0 4-56 0,-1 2-60 15,1 12-50-15,1-19-40 0,-1 19-27 0,0 0 41 16,0 0-1-16,0 0 11 0,8 10-14 0,-3 4-15 16,1 2-19-16,0 5-12 0,0 2-7 0,2 6-124 15,1 2 2-15,0 6 8 0,0 3 0 0,0 0 113 16,1-2-24-16,-1 3-15 0,0-2-16 0,1-1-12 16,-1 0-11-16,-1-7-3 0,-1 1-9 0,2-4-5 15,-2 1 0-15,-2-7-9 0,0 0-3 0,-1-5 0 0,1-1-1 16,-2-2 2-16,-1-3 1 0,0 0 0 15,-2-11-2-15,3 12-3 0,-3-12 0 0,0 0-2 16,0 0 0-16,0 0-4 0,0 0 11 0,-1-11-10 0,1 11-1 16,-2-22-3-16,1 9 1 0,2-3 0 0,1-2-113 15,0 0 23-15,2 1 15 0,1-1 12 0,1 3 12 16,2-1 7-16,-1 3 4 0,2 1 0 0,0 1 13 16,3 4 1-16,0 0 120 0,1 4-19 0,0 2-14 15,4 2-17-15,0 2-14 0,4 4-10 0,1 2-14 16,0 0-12-16,2 3-6 0,-1 3-8 0,0 0 1 15,-2 2 2-15,-1 1 0 0,0-1 5 0,-5-2-11 16,0 1-38-16,-3-3 0 0,-3 1 8 0,-1-2 13 16,-1 2 6-16,-4-3 13 0,-3-11 5 0,-1 20 4 15,-2-11 6-15,-5-2-1 0,-3 2 3 0,-2-2-1 16,-5-2 5-16,-3 1-1 0,-2-2-1 0,-3-2-14 16,-1-1-49-16,0-1-46 0,-1 0-45 0,0-2-51 0,1-1-34 15,3-1-47-15,4 1-38 0,2-1-72 0,4-1-85 16,5 1-61-16,9 4-76 0,-10-9-514 15,10 9-751-15</inkml:trace>
  <inkml:trace contextRef="#ctx0" brushRef="#br0" timeOffset="85498.8231">16770 7853 849 0,'7'-10'672'0,"-1"-1"-41"16,1 1-4-16,0-2-41 0,1-2-57 0,0 0-41 15,-1 0-40-15,1 0-56 0,3-2-45 0,0 3-129 16,2-1-32-16,1 0-33 0,0 2-29 0,3 1-25 0,1 1-22 16,0 3-15-16,0 2-9 0,0 2 102 15,1 3-27-15,0 3-25 0,0 0-20 0,2 5-13 16,0 1-11-16,-2 3-11 0,2 4-9 0,-3-1-9 0,-2 2-3 16,-4 0-7-16,1 1-1 0,-3 0-5 0,-2 0-2 15,0 0-2-15,-3-3-2 0,-3 3 0 0,0-4 1 16,-3-1-1-16,-2 0-3 0,-1 0 3 0,-4-1-3 15,-1-2 1-15,-2 0-3 0,-2 0 1 0,-1-4 0 16,-2-1-2-16,-1 0 2 0,-2-2-3 0,1-2 0 16,-2-1 0-16,0-1 0 0,1-2-1 0,0-1-2 15,3-1-1-15,0-1 3 0,3-1-3 0,0 0-7 16,4-1-3-16,1-3-7 0,0 0-3 0,5-1 0 16,2-1 1-16,2 0 0 0,2-4 2 0,5-2 2 0,2-2 1 15,2 1 2-15,5-2 2 0,0 0-109 16,4 3 135-16,2-1-4 0,2 4-2 0,1-1-3 15,1 2 1-15,3 4-1 0,1 0-4 0,2 2 3 0,2 2-2 16,0 1 1-16,1 3-1 0,2 1 1 0,0 4 1 16,1 1 2-16,4 3-3 0,-2 3 2 15,0 2-3-15,-2 2 3 0,-2 2-4 0,-1 1 2 0,-2 2-2 16,-2 0 1-16,-1 3-1 0,-2-1 0 0,-4-2 0 16,-2 0-1-16,-3 1 2 0,-2-1 2 0,-3-1-2 15,-2-2-2-15,-2-1 2 0,-2 1 1 0,-2-3-1 16,-2 0 0-16,-2-2 1 0,-3-10 2 0,-3 18 0 15,3-18-2-15,-10 14 3 0,3-9-4 0,-3-1 5 16,-1-1-5-16,0-2 1 0,-2 1 2 0,13-2-3 16,-26-2 0-16,14 0 0 0,-3-2-2 0,2-1 0 15,2-2-1-15,1 2 3 0,2-2-2 0,1-1-1 16,2 1-1-16,1-3-2 0,1 0-3 0,1-1-5 0,4 1-9 16,1-2-14-16,1-3-14 0,1 1-11 15,2-2-13-15,2-1-19 0,2-2-17 0,1 1-9 16,4-4 11-16,-2 0 8 0,5 0 6 0,-2 0-14 0,2-1 11 15,-2 0 15-15,1 0 15 0,-1-2 9 0,-2 2 14 16,0-2 6-16,-3 0 6 0,-1 0 8 16,-1 0 3-16,-3 0 4 0,-1 3 3 0,-3-2 2 0,-1 0 6 15,-2 1 0-15,0-2 15 0,-2 1 8 0,-1 0 17 16,-1 2 6-16,0 1 11 0,0 3 26 0,-1 0 4 16,1 2 9-16,1 3 2 0,0 1-2 0,0 2-18 15,1-1-15-15,2 11-13 0,-4-13-7 0,4 13-5 16,0 0 14-16,0 0 39 0,0 0 8 0,2 16-4 15,1-2 25-15,1 4 1 0,2 4 22 0,1 5-15 16,0 4-7-16,2 6-110 0,0 3 13 0,2 2 32 16,-2 2 29-16,0 0-9 0,2 2 105 0,-3 0-25 15,1 1-7-15,0-3-58 0,0 1-85 0,-2-2 0 0,1-3 0 16,0-1 0-16,-2-6 0 0,-1-1 0 16,0-4 0-16,-1-2 0 0,-1-2 0 0,0-1 0 15,1-4 0-15,-2-2 0 0,0-1 0 0,-1-2 0 0,1-2 0 16,-1-2 0-16,-1-10 0 0,2 20 0 0,-2-20 0 15,2 15 0-15,-2-15 0 0,0 0 0 0,0 14 0 16,0-14 0-16,0 0 0 0,0 0 0 0,0 0 0 16,0 0 0-16,0 0 0 0,0 0 0 0,0 0 0 15,0 0 0-15,0 0 0 0,0 0 0 0,0 0 0 16,0 0 0-16,0 0 0 0,0 0 0 0,0 0 0 16,0 0 0-16,0 0 0 0,0 0 0 0,0 0 0 15,0 0 0-15,0 0 0 0,0 0 0 0,0 0 0 16,0 0 0-16,0 0 0 0,0 0 0 0,-8-9 0 15,8 9 0-15,-4-8 0 0,4 8 0 0,-6-14 0 16,4 4 0-16,2 10 0 0,-2-22 0 0,2 9 0 16,1-4 0-16,2 0 0 0,0-5 0 0,5-2 0 0,1-3 0 15,2 0 0-15,5-6 0 0,1 0 0 0,2 1 0 16,2 1 0-16,0 0 0 0,3 0 0 16,0 3 0-16,0 0-4 0,-2 4-33 0,-1 4 7 0,-1 3 5 15,-1 0 8-15,-2 4 0 0,-2 3 2 0,0 1 6 16,-2 3-7-16,-1 1 3 0,-1 2 3 0,-11 3-4 15,17 2-11-15,-17-2 7 0,11 6-2 0,-11-6 1 16,3 15 0-16,-6-5-2 0,-2 2-6 0,-6 4-6 16,-2 0 110-16,-6 3-20 0,-2 1-10 0,-5 2-13 15,-2 0-8-15,1 0-1 0,0 0-7 0,3-4-9 16,4 1 6-16,-1-2-8 0,3 0 3 0,2-2-4 16,2 0-4-16,2-1 1 0,2-3 0 0,2 2 5 15,1-1 0-15,3-4 1 0,4-8 4 0,-1 18-1 0,1-18-12 16,11 15 0-16,-1-8 0 0,3 0 0 15,4-1 0-15,4-1 0 0,3-1 0 0,2 0-63 16,3-1-109-16,1-2-87 0,2-1-95 0,6-1-107 0,1-2-123 16,6-2-140-16,2 1-151 0,0 0-616 0,5 2-1116 15</inkml:trace>
  <inkml:trace contextRef="#ctx0" brushRef="#br0" timeOffset="85932.5557">19050 7620 417 0,'-3'-19'571'0,"1"1"-32"0,0 1 15 0,1 0-22 16,-1-1-43-16,0 0-43 0,0 2-18 0,0-3-5 15,1 2-45-15,1 5-29 0,-1-2-35 0,1 14-65 16,-1-19-43-16,1 19-19 0,2-11 15 0,-2 11-14 15,0 0-5-15,0 0-23 0,13 8-19 0,-7 3 23 16,0 1-136-16,0 5-2 0,1 5 8 0,2 4 104 16,-2 3-25-16,2 2-21 0,0 7-19 0,3-2-14 15,-3 3-8-15,1-2-12 0,0 2-10 0,-1-3-10 16,-1-4-39-16,-1 0-55 0,2-2-76 0,-2-1-53 16,0 0-63-16,1-2-68 0,0-4-70 0,-1-4-71 15,0 2-67-15,-1-5-45 0,1-3-29 0,-2 1-28 16,-2-4-447-16,-3-10-710 0</inkml:trace>
  <inkml:trace contextRef="#ctx0" brushRef="#br0" timeOffset="86235.0264">19114 8024 609 0,'-25'-14'512'0,"1"1"-57"0,-1-2-2 15,0 2 19-15,3 0-22 0,1 1-32 0,0 2-39 0,3 0-17 16,0-1-21-16,4 2-35 0,1 2-22 0,2-2-32 16,3 2-47-16,1 1-40 0,7 6-35 0,-3-12-26 15,3 12-18-15,9-9-21 0,1 4-12 0,3-1-10 16,6 3-10-16,4-1-7 0,4 0-7 0,1 0-16 15,7 0-11-15,0-2-15 0,1 2-9 0,1 0-1 16,-1-2 5-16,1 2 4 0,-2 0 6 0,-3-1 1 0,-5 0 9 16,-3 1 1-16,0 0 5 0,-5 0 13 0,-3 0 33 15,0 1 29-15,-3 1 13 0,-1 0-2 16,-2-1-9-16,-10 3-14 0,17-3-12 0,-17 3-4 0,12 0 35 16,-12 0-5-16,9 4-19 0,-9-4-9 15,6 9-7-15,-6-9-8 0,7 12-7 0,-7-12-2 0,7 18-1 16,-3-8-5-16,0 2-3 0,2 2-4 0,1-1-3 15,0-1 0-15,1 3-26 0,2 0-47 0,2 0-79 16,0-2-96-16,2 0-123 0,-2 1-138 0,-1-4-127 16,2 0-133-16,-2-2-597 0,0-1-961 15</inkml:trace>
  <inkml:trace contextRef="#ctx0" brushRef="#br0" timeOffset="86432.0799">19454 7596 519 0,'-18'-22'798'16,"3"-2"-91"-16,0 3-30 0,4 2-89 0,1 0-64 0,0 3-69 16,2-2-49-16,1 5-47 0,1 0-64 15,2 4-63-15,0-2-44 0,4 11-36 0,-1-14-32 16,1 14-25-16,6-7-18 0,-6 7-32 0,14 0-85 0,-14 0-103 16,23 5-120-16,-9 2-113 0,4 0-110 0,3 4-80 15,4 1-122-15,4 0-466 0,4 5-766 0</inkml:trace>
  <inkml:trace contextRef="#ctx0" brushRef="#br0" timeOffset="86650.74">19934 7566 202 0,'-6'-10'855'0,"0"-2"-98"0,0 2-35 0,-1-2-57 16,2 3-31-16,-1 0-25 0,2 2-94 0,4 7-84 15,-8-15-87-15,8 15-62 0,-7-6 31 0,7 6 0 16,0 0-39-16,0 0-45 0,0 12-161 0,5-1-10 15,-1 3 1-15,2 5-16 0,0 2 107 0,3 5-28 0,0 2-31 16,1 1-16-16,1 7-10 0,1-1-18 16,1 1-45-16,0-1-78 0,0-2-76 0,1 3-84 0,-1-3-89 15,-1-6-95-15,3 2-107 0,-3-2-108 0,2-2-73 16,-2-3-91-16,-3-3-481 0,0-5-886 0</inkml:trace>
  <inkml:trace contextRef="#ctx0" brushRef="#br0" timeOffset="86815.4725">19932 7982 735 0,'-19'-17'674'0,"-1"-1"-40"0,2-1-11 0,2 1-53 16,1 1-37-16,3 0-66 0,0 1-52 0,2-1-54 15,3 2-42-15,1 0-31 0,2 1-44 0,3 1-47 16,2 2-42-16,3-1-29 0,3 1-31 0,2 0-17 16,5 2-19-16,4-1-11 0,3 2-43 0,2 1-78 15,2 3-87-15,7-3-115 0,1 4-129 0,2-2-152 16,1 3-166-16,2 0-689 0,-1 2-1013 0</inkml:trace>
  <inkml:trace contextRef="#ctx0" brushRef="#br0" timeOffset="87465.4535">20275 7951 507 0,'-10'7'786'0,"2"0"-129"0,8-7-40 16,-12 11-83-16,12-11-61 0,-5 12-43 0,5-12-54 15,0 0-80-15,0 13-54 0,0-13-44 0,12 10-41 16,-5-5-32-16,3 1-26 0,5-3-20 0,-1 3-11 16,4-2-18-16,-2 0-8 0,3 0-12 0,-1-3-3 15,1-1-20-15,-1 0-23 0,-1-1-28 0,0-3-6 16,-1-3 5-16,-1 0-2 0,1-5 8 0,0-2 10 16,-1-6 2-16,0-2 2 0,-3-3 6 0,-2-1 1 0,0-3 5 15,-2-3-3-15,-3-2 4 0,0 1 9 16,-1-2-3-16,-1-2 1 0,-1 0 4 0,-1-1 1 0,0 1 7 15,-1 2 20-15,-1 0-5 0,0 1 9 0,-1 1 22 16,-1 7 10-16,1 0-5 0,-1 2 6 0,1 4 7 16,0 3-13-16,0 2-9 0,-1 3-10 0,-1 2-9 15,4 10-7-15,-9-10 1 0,9 10 14 0,0 0 25 16,-18 2 0-16,11 6 5 0,0 2 39 0,-1 4-10 16,2 2 9-16,0 4-9 0,1 1-9 0,2 4-15 15,3 4-12-15,0 0-13 0,3 5-7 0,4 6-10 16,2 1-7-16,4 1-6 0,1-1-3 0,4 0-4 15,1-2 2-15,3-2-7 0,1 1 2 0,2-6-3 16,-1 0 0-16,1-6-3 0,0-1-2 0,-3-6-11 16,-1-2-13-16,-1-4-2 0,-1-2-2 0,0-3-2 15,-2-2 8-15,-1-3 5 0,0-2 2 0,-2-3 1 16,0-3 4-16,0-1-1 0,-1-5 0 0,-1-2 4 0,-1-4 3 16,1 0 1-16,-3-1-2 0,0-3 1 15,-1 2 0-15,-2-1 4 0,0-1-2 0,-3 6 4 16,1-1 7-16,-2 2-1 0,-1 1 2 0,-1 13-3 0,0-20-3 15,0 20 1-15,-5-12 4 0,5 12 3 0,-10-4 19 16,10 4 5-16,-14 4 14 0,7 2 31 0,0 1 12 16,0 5-7-16,0 0-10 0,1 1 13 0,2 4 19 15,2-1-23-15,0 1-12 0,3 3-15 0,1-2-12 16,3 3-10-16,3-1-5 0,1 1-7 0,2-2-6 16,4 4-3-16,1-3-2 0,2-3-3 0,0 1-12 15,0-4-31-15,1-1-48 0,0 0-54 0,1-3-54 16,0 0-63-16,-1-2-73 0,1-1-89 0,-3-2-96 15,0-1-120-15,-1-3-112 0,-1 1-736 0,-2-4-1099 16</inkml:trace>
  <inkml:trace contextRef="#ctx0" brushRef="#br0" timeOffset="89998.9517">22397 8120 488 0,'-9'-13'576'0,"1"3"-129"0,-1-1-17 0,2-1-45 15,0-1-5-15,1 1-50 0,1-3-33 16,0 1-31-16,2 0-19 0,1-1-18 0,2 0-17 0,2 2-36 15,1-3-26-15,4 1-23 0,0 2-9 0,4-2-17 16,3 3-16-16,0 0-13 0,3 4-15 0,-2-1-8 16,2 6-10-16,1 0-8 0,-2 2-8 0,2 3 0 15,-1 3-5-15,-2 2-5 0,2 2-1 0,-1 3-2 16,-3 0-1-16,-2 3 0 0,-2-1-3 0,-3 1-2 16,-2-1 1-16,-2 1-2 0,-3 1-1 0,-2-1 0 15,-1 0 0-15,-4-1 1 0,-3 1-3 0,-1 0-1 16,-4-2 1-16,0-1 0 0,-4 0-1 0,-2-2-12 15,1-3-8-15,-3-1-9 0,0 0-19 0,0-4-5 0,3-2-4 16,0-2-1-16,2-1 4 0,1-2 7 16,2-2 5-16,3-4 0 0,1 0 4 0,5-3 2 15,3-2-1-15,3-2-11 0,3-5-10 0,5-4 0 16,4-2 1-16,5-7 6 0,6 1 7 0,3-4 9 0,8-3 5 16,3 0 10-16,2-2 3 0,1 0 4 0,2 2 2 15,-2-1 3-15,-1-1 21 0,-3 3-17 16,-1 0 42-16,-9 4-20 0,-1 3 38 0,-2-1 3 0,-3 2 28 15,-2 3 4-15,-5 4-2 0,-1 3 3 16,-3 4-1-16,-2 3 5 0,-1 1-14 0,1 2-17 0,-2 3-16 16,-4 10-3-16,3-12-10 0,-3 12-8 0,0 0-1 15,-3 13 4-15,1 1 4 0,0 4 9 16,2 7 7-16,1 8 9 0,3 9-5 0,4 10 14 0,4 11-5 16,5 8-18-16,2 1-9 0,2 5-3 0,3 0-6 15,1 3-8-15,-1 1-3 0,5 13 6 0,-6-15-4 16,-1-1-6-16,-1-1-1 0,-5-2-2 0,-1-3-9 15,-2-4 8-15,-4-2-3 0,-1-14-3 0,-4 0-2 16,-3-6-10-16,-1-7-2 0,-3-3 2 0,-2-3 1 16,-4-1-112-16,0-3 25 0,-3-4 16 0,-2-5 22 15,1-2 9-15,0-5 8 0,-2-1 12 0,1-5 7 16,0-2 117-16,0-5-19 0,1 0-16 0,-1-6-11 16,-3-5-10-16,3-3-10 0,-2-6-6 0,3-6-9 0,-1-7-1 15,3-4-3-15,3-3-6 0,1-3-8 0,3-1-19 16,2-1-135-16,4 0 124 0,2-1-29 15,3 1-10-15,1 1-25 0,3 1-12 0,3 0-11 16,0 3-19-16,5 0-17 0,1 0-25 0,4 3-38 0,2 0-31 16,7-2-57-16,-3 7-54 0,6-4-42 15,-2 7-106-15,8-3-355 0,-6 5-414 0</inkml:trace>
  <inkml:trace contextRef="#ctx0" brushRef="#br0" timeOffset="90285.1619">23861 7547 222 0,'-3'-13'604'0,"-1"1"-82"0,0 0-42 0,1 1-6 15,1-2-53-15,0 3-32 0,1-3-20 0,0 3-50 16,1 10-34-16,1-22-39 0,-1 22-56 0,2-16-43 16,-2 16-19-16,5-8 8 0,-5 8 16 0,0 0 1 15,13 8 4-15,-8 1-21 0,1 2 13 0,-1 4-10 16,-2 7-16-16,2 3-22 0,-2 0-10 0,-1 9-18 0,0 1-10 15,-1 3-10-15,-1 0-14 0,0 1-5 16,0-1-8-16,-1 0-6 0,1 2-2 0,0-2 1 16,0-1-6-16,0-2-1 0,1 1-6 0,1-3-41 15,1-2-54-15,0-3-61 0,1-3-88 0,1-3-78 16,0 0-78-16,0-4-72 0,-1-4-25 0,1 0-36 16,-1-6 2-16,1 2 16 0,-5-10-363 0,10 6-424 15</inkml:trace>
  <inkml:trace contextRef="#ctx0" brushRef="#br0" timeOffset="92015.3709">23947 8124 664 0,'-9'-18'356'15,"-2"0"-28"-15,-3-4 8 0,0 2 21 0,-3-1 22 16,1 1 7-16,-2 0-14 0,3 1-27 0,-1 3-19 16,2 0-17-16,0 1-27 0,1 0-24 0,3 3-23 15,-1 0-10-15,3 2-36 0,1 0-36 0,2 3-30 16,5 7-28-16,-3-17-20 0,3 17-17 0,9-14-6 16,2 8-11-16,4 0-12 0,2 0-12 0,5 1-46 15,3 0-43-15,3 0-49 0,6 0-39 0,2 0-41 16,1 0-21-16,0-1-6 0,7-2 16 0,-9 1 28 15,-1-1 34-15,-2-2 25 0,-3 0 24 16,-2-4 19-16,-3 3 20 0,-6-3 29 0,-2 2 50 0,-2-1 50 16,-4 1 37-16,-1-1 38 0,-3 2 12 0,-1-3 14 15,-2 4 16-15,0-2 8 0,1 2 2 0,-4 10-1 16,2-19-8-16,-2 19-39 0,3-13-28 0,-3 13-24 16,0 0-18-16,2-11-15 0,-2 11 0 0,0 0 33 15,0 0-12-15,1 18-12 0,0-8-11 0,-1 5-7 16,2 3-5-16,-2 3-11 0,0 3-7 0,0 2-4 15,0 0-5-15,0 4-3 0,0-2 0 0,0 2-6 0,1-1-2 16,0 3-4-16,0-3 0 0,0-1 0 16,2 0-1-16,-1-1-3 0,2-3-5 0,0 0-28 15,2-3-15-15,1-2-21 0,0-5-19 0,1-2-25 16,3 0-14-16,1-5-13 0,2 0-5 0,0-5 15 0,0 0 5 16,3-4 14-16,1-4 14 0,1-2 14 0,1-1 15 15,1-7 12-15,-1 1 12 0,0-3 5 0,-2 0 11 16,-3 4 4-16,-1-1 6 0,-1 0 7 15,-2 1 4-15,-2 1 15 0,1 4 16 0,-3-1 11 0,-1 2-13 16,-1 1-9-16,-5 7-1 0,9-8-1 0,-9 8-3 16,0 0 1-16,0 0 0 0,0 0-7 0,9 6 3 15,-9-6-2-15,2 13 1 0,-2-13 1 0,6 18-2 16,-1-8-2-16,-3 1 2 0,4 0-2 0,0 2 0 16,0-1 0-16,1-1 2 0,0-1 0 0,2 2-4 15,0-4 3-15,-1 2-1 0,3-2-1 0,-1-1 3 16,1-1 0-16,-2-2-1 0,2 0 1 0,-1-3-2 15,3 2 2-15,-13-3-3 0,25-3 3 0,-12 2 2 16,1-6-4-16,3 3 2 0,0-4 2 0,1-3 6 16,0 1 7-16,0-1 5 0,1 0 4 0,-3-1 5 15,3 0-1-15,-2 2 4 0,-1-2 5 0,2 2-2 16,-7 1 0-16,4 0-10 0,-2 1-8 0,0 1 0 16,0 1-5-16,-2 2-3 0,1 0-2 0,-1 1-2 15,-11 3-4-15,22 2 2 0,-11-1-2 0,-1 3-4 16,3 0 6-16,-2 4-5 0,-2 1-4 0,2-1 5 15,-1 0-3-15,0 2 0 0,0 1 3 0,-3-1-3 16,1 0 1-16,-4-1 2 0,2 0-1 0,-2-1 0 16,-4-8-1-16,2 17 2 0,-2-17-1 0,-2 13-2 0,2-13 2 15,-11 12 0-15,11-12-2 0,-14 10 0 16,5-7 0-16,9-3 0 0,-20 6 1 0,20-6-1 0,-20 2-1 16,20-2-8-16,-20-2-20 0,10-2-24 15,-1 2-29-15,2-3-20 0,0 1-21 0,2-2-12 0,7 6-2 16,-11-12-3-16,11 12 4 0,-4-15-1 0,4 15 6 15,0-17 23-15,0 17 17 0,3-19 17 16,0 11 15-16,2-1 11 0,-1 1 9 0,0-2 8 16,1 1 9-16,0 1 9 0,0 0 21 0,-5 8 20 0,10-14 10 15,-10 14 4-15,10-14 10 0,-10 14 5 0,12-10 7 16,-12 10 5-16,12-11 1 0,-12 11-6 0,12-9 0 16,-12 9-3-16,13-9-8 0,-13 9-3 15,15-7-7-15,-15 7-7 0,17-7-4 0,-7 3-1 16,0 0-8-16,1 1-2 0,-2-1-3 0,3 0-3 0,0 1-1 15,1 0-3-15,1-1 0 0,0 0 0 0,2 1-2 16,2-1 0-16,-3 1 0 0,4-1-4 0,-2 1 1 16,2 0-3-16,-2-2-1 0,2 2 1 0,-1-1 1 15,-1 2 0-15,1-1 12 0,-2 0 15 0,0-1 17 16,-3 2 4-16,1-1-5 0,-3 1-3 0,2-2-8 16,-1 2-3-16,-1-1-7 0,-1 1-1 0,1 0-3 15,1-1 3-15,-12 3 2 0,17-4 3 0,-17 4 1 16,15-5-5-16,-15 5-8 0,12-2-2 0,-12 2-4 15,10-3-1-15,-10 3-2 0,0 0 0 0,14-1-5 16,-14 1 0-16,0 0-1 0,14-1 0 0,-14 1 2 16,0 0-4-16,0 0 1 0,15 0 1 0,-15 0 1 15,0 0 14-15,0 0 14 0,0 0-2 0,16 0 0 16,-16 0-4-16,0 0-7 0,0 0-6 0,13-1 0 16,-13 1-2-16,0 0-1 0,0 0-3 0,14-2 1 15,-14 2-2-15,0 0 1 0,0 0 2 0,0 0 5 16,13 0-4-16,-13 0 5 0,0 0-4 0,0 0-5 0,0 0 2 15,0 0-4-15,0 0 1 0,0 0-2 16,-15 0 2-16,15 0 2 0,-20 2-4 0,20-2-1 16,-26 1 4-16,11 0-5 0,-3 0-2 0,-2 1 6 15,2 1-3-15,0-1 2 0,2 1-1 0,0-1-2 0,1 3 1 16,1 0 3-16,1 1-5 0,2 0 3 0,1 1-2 16,2 0 2-16,1 1 4 0,2 2 16 15,1-2 7-15,4-8-3 0,-1 21-3 0,2-13-2 16,3 5-6-16,1-1-3 0,2 1-3 0,2-2 2 0,2 3-4 15,2-2-3-15,0 2 0 0,1-1-2 0,1 0-2 16,2 1 3-16,-2-3-3 0,3 3 0 0,-4-1 0 16,2-2 0-16,-3 0 0 0,-1 0-1 0,0 0 2 15,-2-1-2-15,-3 1 0 0,-1-3 3 0,-2 1-2 16,1 0 4-16,-5-9-3 0,0 17 0 0,0-17 0 16,-5 15 0-16,1-6 0 0,-4-2 1 15,-2 0 0-15,-1-2-1 0,-2 1 2 0,-1-2-1 0,-2 1-2 16,0-2 1-16,-1 0 2 0,-2-2-8 0,1-1-1 15,1 0 0-15,3 0 1 0,1 0 1 0,-1 0-3 16,14 0 4-16,-22-1-8 0,22 1-2 0,-16-3 0 16,16 3 1-16,-7-5 1 0,7 5 0 0,0 0 1 15,0-13 1-15,0 13 0 0,11-12 4 0,-1 4-4 16,1-2-10-16,5-1-11 0,1-2-18 0,6-2-18 16,0-2-13-16,8-2-17 0,1-2-5 0,1 0-8 15,1-1 4-15,1 0 14 0,1-3 13 0,0 1 16 16,-2 1 8-16,-1-2 14 0,0 2 6 0,-2-2 7 15,-5 1 11-15,1 0 10 0,-8 5 41 0,-2-1 16 16,1 2 25-16,-7 2 4 0,1 1-1 0,-3 1-8 16,-3 1-10-16,-3 2-12 0,-3 11-6 0,0-18-13 0,0 18-2 15,-7-15-7-15,-2 11-2 0,1 0-4 16,-4 2-5-16,12 2 2 0,-25 3 4 0,12 1 16 16,0 4 15-16,-1 1-9 0,-1 4-4 0,0 1 8 15,2 3-4-15,2 0-3 0,0 3 9 0,2 0 5 0,-1 1-2 16,4 2-8-16,2-1-3 0,2 2 5 0,2-5-4 15,4 3-6-15,2 0-6 0,4-2-4 16,3 2-4-16,3-1-2 0,4-2-2 0,2-2-4 16,3-2-35-16,2-2-83 0,3-2-113 0,1-3-127 0,3-1-152 15,-1-3-145-15,3 1-246 0,0-5-372 0,2-3-871 16</inkml:trace>
  <inkml:trace contextRef="#ctx0" brushRef="#br0" timeOffset="92733.1242">27485 7581 318 0,'-3'-32'595'0,"-3"-1"-95"0,0-7-17 0,-3-1-21 15,1 1-26-15,0-1-47 0,-1 3-7 0,1 5-28 16,-2 3 10-16,3 1-32 0,1 4-26 0,1 3-34 16,1 1-40-16,-1 5-48 0,3 4-34 0,2 12-32 15,-7-11-16-15,7 11 29 0,0 0-1 0,-2 18 1 16,2-2 2-16,0 5-17 0,0 7-10 0,0 7 0 16,0 2-16-16,-1 10-13 0,0 2-7 0,1 3-14 15,-1 0-11-15,0 1-7 0,0 0-9 0,1-1-4 16,-2 0-4-16,2-3-4 0,0-1-5 0,2-2 0 15,-1-8-5-15,-1-2 0 0,0-2-1 0,1-6-4 16,-1-1 2-16,0-6 0 0,0-1-3 0,0-2 0 16,0-4 1-16,0 0 1 0,0-14-2 0,1 18 1 15,-1-18-2-15,0 0 2 0,0 0-3 0,0 0-2 0,0 0-4 16,4-8-6-16,0-3-8 0,0-6-1 16,2-4 0-16,1 1 3 0,1-8 1 0,1 1-2 15,3-2 2-15,0 3 4 0,1-2 2 0,0 3 2 16,0 1 3-16,3 2 0 0,-3 7 0 0,1 0 0 0,-1 1-1 15,1 5 3-15,1 2-2 0,-1 1 3 0,1 5-3 16,1 1 5-16,0 3-2 0,0 1 2 0,4 5-3 16,-2 3 3-16,2 1-6 0,0 3-20 0,0 1-7 15,-2 1 2-15,-1 1 6 0,-4-2 3 16,0-3 5-16,-4 3 4 0,-2-3 2 0,0 0 4 0,-3-5 1 16,-4-9-2-16,-1 21 7 0,-5-10-1 0,-1-4 3 15,-3 1-2-15,-5-3 2 0,-2 2 0 0,-2-3-1 16,-5 0 1-16,-2-3 0 0,-3 1 0 15,0-2-38-15,-1-2-51 0,3 1-60 0,0-2-77 0,7 0-112 16,2 0-107-16,2 0-97 0,5 0-100 0,11 3-138 16,-9-6-343-16,9 6-738 0</inkml:trace>
  <inkml:trace contextRef="#ctx0" brushRef="#br0" timeOffset="94165.8172">27957 7899 135 0,'3'-14'775'16,"1"1"-192"-16,-2 1-52 0,0-2 15 0,1-1-54 0,-1 0-65 16,0-2-54-16,0 2-43 0,1-1-32 0,2 2-38 15,-1 0-33-15,0 2-41 0,3-1-31 0,1 2-34 16,0 1-25-16,2 4-14 0,-1 2-16 16,3 1-14-16,-1 0-10 0,2 6-7 0,1-2-11 0,3 6 3 15,0 1-8-15,1 2-6 0,0 4-2 0,-1 0-1 16,1 4-2-16,-1 1-4 0,-4-3 3 0,0 3-4 15,-3-1-2-15,-2 0 4 0,1 0-1 0,-4-2 0 16,-3-1-1-16,0-3 1 0,-2 1 11 0,-2-1 6 16,-2-2 2-16,0 0-2 0,-4-2-3 0,-1 0-3 15,-2-1-6-15,-3-3 1 0,-1-1-2 0,-3-1-1 16,0-2-3-16,-2-2 0 0,-3-1-2 0,0-1-8 16,0-3-18-16,0-2-11 0,0 2-4 0,4-4 8 15,0 1 5-15,3 0-5 0,5-1-4 0,4 1-2 16,1 1-1-16,4-2 5 0,1-1 9 0,4 1 1 15,1-3 3-15,3 0 5 0,6-2 4 0,1 0 2 16,8-3 3-16,0 3-2 0,3 0 4 0,3 1 0 16,3-2 2-16,0 3-1 0,4 1 2 0,2 1-4 15,-2 3 5-15,-2 1-1 0,3 2 2 0,0 1-2 16,0 2 5-16,1 2 5 0,-1 1 17 0,2 3 0 16,-3 1-5-16,0 3 3 0,-1 0-6 0,-2 4-4 15,0-1 1-15,-2 4-3 0,-3 0-7 0,-2 2 1 16,-1 1 0-16,-4-1 2 0,-4-1-1 0,-2 0-1 15,-2 0 16-15,-5-1 8 0,-1 0-1 0,-3-3 1 16,-3 1 7-16,-2-2 0 0,-2 0-7 0,-2-3-6 16,-5 3 2-16,-1-3-5 0,-1-2-1 0,-4-2-6 15,-1 1-2-15,1-4-3 0,-1 0-1 0,0 0 0 0,-2-2-3 16,4 0-3-16,-1-1 1 0,3-1-3 16,0-1 3-16,4 1-2 0,0-2 3 0,3 0-6 15,7 6 2-15,-7-16-1 0,7 16-11 0,0-16-26 16,3 5-17-16,3-1-22 0,2-2-32 0,2-2-17 15,2-1-3-15,3-5-8 0,1-1 2 0,3 1 9 0,1-6 10 16,2 1 15-16,-2 0 13 0,1-2 15 16,-2-1 12-16,0 0 13 0,-2 1 21 0,0-3-5 15,-4 4 20-15,-1 2-1 0,0-3 31 0,-3 1 7 16,1 0 34-16,-1 2-2 0,-3 3 13 0,-1 0-3 16,2 2 16-16,-5 3 11 0,3 0 20 0,-3 3-6 0,2 0-22 15,-3 4-18-15,-1 11-11 0,3-16-14 0,-3 16-5 16,0 0-11-16,0 0-2 0,0 0-4 15,-4 16 38-15,2-1 2 0,1 4 2 0,1 6 27 16,1 3 13-16,2 7 5 0,1 6-11 0,3 5-13 0,0 3-14 16,1 0-11-16,0 0-12 0,-1 2-7 0,2-1-8 15,-1-2-8-15,-1 0-3 0,-1-4-5 16,0-3-3-16,-2-5-2 0,-1-3-1 0,-1-6-3 16,-1-1 1-16,1-3-1 0,-2-3-2 0,0-2 1 15,0-4 4-15,0 0 33 0,1-3 32 0,-1-11-12 0,-1 17-11 16,1-17-9-16,0 0-9 0,0 0-7 0,0 0-5 15,0 0-6-15,0 0-3 0,10-11-1 16,-5 0-5-16,6-6-3 0,-1-2-2 0,5-6-2 0,3-4-1 16,3-2-1-16,0-2-2 0,3-1 0 0,0 1-2 15,3-2 1-15,0 0-3 0,0 2 0 0,-1 0-2 16,-1 1 2-16,0 2-1 0,-1 3 3 0,-5 3-1 16,-3 4 2-16,-1 3 0 0,-3 3 1 0,-1 1-2 15,-1 2-11-15,-2 3-8 0,-2 1 7 0,-6 7 0 16,9-7 3-16,-9 7 4 0,0 0 3 0,0 0 1 15,0 0 1-15,-12 11 2 0,2-3 1 0,-3 1 2 16,-2 3-2-16,-2 1 4 0,-2 4 0 16,-2-2 0-16,-1 3 0 0,2 0-1 0,-3 1 2 0,2-1-1 15,2 0-1-15,-1 1 1 0,2-1-1 0,4-2 0 16,0 1-2-16,2-2 2 0,1-1 0 0,2-1 1 16,2 0-1-16,0-1 1 0,3-1 0 0,1-1-1 15,3-10 2-15,-2 16-1 0,2-16 0 0,5 17 1 16,3-10-2-16,2-2 2 0,6 2-2 0,1-1 1 15,6-1-1-15,3-2 2 0,2 0-4 0,2-2 2 16,3-2 0-16,5-1-1 0,4-1 2 0,4-2-4 16,4-4 3-16,0 0-1 0,-1-2-1 0,-1-3 1 15,-2 2-4-15,-2-3 5 0,-3 0-2 0,-4-1 0 16,-3-1 1-16,-7 3 0 0,-3 0-2 0,-6 3 3 16,-1-1 0-16,-3-1 0 0,-2 2 0 0,-4 1 0 15,-1-2 0-15,-3 3-1 0,-4 9-2 0,3-16 2 16,-3 16-2-16,-3-16 0 0,3 16-1 0,-6-12-2 15,6 12 1-15,-7-8 0 0,7 8-9 0,-9-7-1 16,9 7 1-16,0 0-1 0,-14 0 4 0,14 0 1 16,-8 5 6-16,8-5-1 0,-5 9 1 0,5-9-1 15,-3 13 0-15,3-13 3 0,3 19 1 0,-1-7-1 16,4 1-1-16,1 2 3 0,2 2-1 0,3-1 3 16,3 6-2-16,1-1 0 0,1 1-1 0,3 1 1 0,-1-1-1 15,0 0 2-15,1-2 0 0,-1 2-1 16,-3-3 1-16,1 1-1 0,-5-5-1 0,-1 2 1 15,-2-5 1-15,-3 1 2 0,-2-1-4 0,-2-1 3 16,-2-11-2-16,-3 21 6 0,-2-12 1 0,-3 1 8 0,-3-1 2 16,-1-1 1-16,-3 0-1 0,-3-1-3 15,-3 2 0-15,-3-3-3 0,-1 0-2 0,-2-2-2 16,-2-1-1-16,-7 0 0 0,7-2-36 0,-4 1-94 16,1-4-105-16,-3 1-140 0,0-2-153 0,1-1-186 15,2-3-883-15,0 0-1243 0</inkml:trace>
  <inkml:trace contextRef="#ctx0" brushRef="#br0" timeOffset="97432.5936">31642 7378 294 0,'-3'-35'561'0,"-1"-1"-79"16,1 1-31-16,1 2-10 0,-2 3-8 0,1 5-26 15,0 1-50-15,2 6-60 0,-2 1-61 0,1 3-46 16,2 14-35-16,-7-11 10 0,7 11-9 0,-8 6 6 15,3 4-13-15,-2 9-2 0,-1 3-16 0,2 9-10 16,-1 3-16-16,2 7-8 0,2 5-5 0,2 1-4 16,1 2-20-16,3 2-6 0,2-1-16 0,1 1-10 15,2-1-2-15,2-1-10 0,-1-1-4 0,0-2-4 16,-1-2-2-16,-1-2-5 0,-1-1-23 0,-3-7-46 16,0-3-75-16,-2-5-99 0,-1-1-102 0,0-5-132 15,-2-1-112-15,0-1-150 0,-1-2-360 0,-1-3-708 16</inkml:trace>
  <inkml:trace contextRef="#ctx0" brushRef="#br0" timeOffset="98806.4804">31242 7821 301 0,'-23'-18'860'0,"1"0"-228"0,5 3-102 15,4 1-40-15,1 1-40 0,4-1-67 0,1 3-81 16,4 0-56-16,3 11-52 0,1-21-45 0,4 13-28 15,4-1-25-15,3 1-16 0,2 2-25 0,4 0-6 16,4 1-12-16,2 1-1 0,1 0-17 0,3 2-9 16,0 0-34-16,1 0-57 0,1 0-38 0,0 0-44 15,0 0 13-15,0-2-5 0,3 2-8 0,-4-3 16 16,1-1 15-16,-4 0 25 0,-1-2 20 0,-2 0 20 0,-1-3 10 16,-3 0 10-16,-1 0 7 0,-1-3 17 0,-3-2 19 15,1 0 50-15,-3 0 4 0,-1 0 44 0,0-1 31 16,-1-1 18-16,-1 3-1 0,1-3 21 0,-3 3-16 15,0 2 9-15,-1 0-6 0,2 1-2 0,-4 3-27 16,1 1-28-16,-5 8-17 0,8-11-16 0,-8 11-14 16,0 0 5-16,12 4 7 0,-12-4-3 0,6 15-9 15,-4-3-6-15,-1 0-5 0,-1 6 6 0,-1 0-15 16,-1 5 7-16,0 2-10 0,-2 1 2 0,-1 3-14 0,1 2 9 16,0 0-11-16,0 1-4 0,1-1 0 0,0-4 0 15,1 0-2-15,1 1 1 0,0-2 2 0,0-3-7 16,1-2 2-16,0-2 0 0,1-1 3 0,-1-3-2 15,2 0 2-15,0-3-4 0,1-3-4 0,1 0-10 16,-4-9-26-16,11 11-23 0,-11-11-12 0,18 2-18 16,-18-2-3-16,21-5-8 0,-8-2-17 0,2-1 18 15,-1-3 2-15,3 1 30 0,-3-2 16 0,1 0 11 16,-1 1 8-16,-3 0 8 0,1 1 6 0,-2 1 8 0,-1 0 14 16,-1 2 6-16,-1 1 2 0,-7 6-1 0,12-12-1 15,-12 12-1-15,10-7 0 0,-10 7 11 0,0 0 18 16,13-2-4-16,-13 2-5 0,8 5 5 0,-8-5-1 15,11 7-3-15,-11-7-5 0,12 12-2 0,-5-6-2 16,2 1 1-16,1 3-6 0,2-2-18 0,4 3 17 16,2 0-18-16,3-1 18 0,3 3-18 0,4-1 12 15,0 0-14-15,2-1 13 0,2 0-16 0,0-2 19 0,0 0-19 16,1-1 16-16,-1-1-12 0,-5-3 12 0,0-1-15 16,-2-2 14-16,-3-2-13 0,-1-1 13 0,2-2-10 15,-3-2 10-15,0-2-13 0,-3 0 15 0,-1-3-14 16,-5 1 16-16,1-2-15 0,-3 0 12 0,-2 0-11 15,-2-1 15-15,-2 2-13 0,0-1 13 0,-3 12-13 16,-4-22 11-16,1 12-11 0,-5 0 11 0,0 1-12 16,-3 1 18-16,-1 1-6 0,1 3 0 0,-1 2-2 15,-1 0 2-15,0 2-16 0,1 2 19 0,1 3-18 16,-1-1 15-16,2 3-16 0,0 2 20 0,1 0-18 16,1 1 16-16,2 2-17 0,1 0 18 0,2 0-15 0,1-2 15 15,2 3-18-15,0-1 18 0,2-2-17 0,1 3 15 16,1-3-16-16,2 3 11 0,-1-5-11 0,2 3 2 15,1-2-23-15,0-3 9 0,-1 0-16 0,3-1 19 16,-2 0-9-16,-8-5 14 0,16 4-11 0,-16-4 19 16,19-2-10-16,-10 0 13 0,1-4-13 0,0-2 16 15,0 1-9-15,0-3 8 0,-1-1-7 0,-1 1 10 0,-1-3-9 16,1 1 33-16,-3 1 2 0,0 1 22 16,-1-1 1-16,-1 2 27 0,0-1-5 0,-3 10 4 0,5-17-12 15,-5 17-11-15,5-12-12 0,-5 12-8 0,4-10-8 16,-4 10-6-16,0 0-13 0,0 0 10 0,0 0-14 15,0 0 9-15,0 0-14 0,0 0 13 0,7 9-17 16,-7-9 16-16,7 12-13 0,-7-12 12 0,9 16-18 16,-2-7 16-16,1 1-14 0,1 2 15 0,2-4-16 15,2 3 15-15,1 0-18 0,3 0 16 0,0-3-11 16,0 0 13-16,0-1-17 0,-2 0 18 0,2-2-17 0,-2-3 19 16,-1 1-23-16,-14-3 22 0,24-3-16 0,-13-1 10 15,-2-3-12-15,0-3 14 0,0-2-10 0,-4-3 9 16,2-2-13-16,-2-5 15 0,0-1-3 0,1-2-1 15,0-5 4-15,-1-2-4 0,0 1-4 0,1-3-12 16,0-1 13-16,1 1-14 0,-2-2 18 0,0 2-16 16,-2 0 15-16,0 2-18 0,-1 3 19 0,0 3-13 15,-1 1 12-15,-1 4-12 0,0 2 15 0,0 0-12 16,0 5 12-16,-1 1-18 0,-1 3 18 0,2 10-13 0,-8-9 15 16,8 9 23-16,-15 3 16 0,3 3-17 15,0 4 17-15,-4 5-2 0,1 6 17 0,-2 1-7 0,-1 8-6 16,1 2 2-16,2 3-9 0,0 3-10 0,4 2-10 15,2 1-9-15,2 1 8 0,3 1-18 0,3-5 15 16,1-1-17-16,3 0 13 0,1 4-18 0,1-7 15 16,3 0-8-16,-1-2 9 0,0-4-2 0,0-5-4 0,0 0 0 15,-1-4-6-15,0-3-15 0,-3-3-4 16,1-1-26-16,0-4-13 0,-4-8-26 0,8 8-16 0,-8-8 14 16,0 0-15-16,0 0 31 0,8-8-6 0,-8 8 26 15,2-18-16-15,-2 5 25 0,1-4-5 0,-1-1 22 16,0-2-11-16,-1 1 23 0,0-1-10 0,-1-1 20 15,1 0-2-15,0 2 46 0,1-1 22 16,0 1 13-16,2-1 20 0,0 1 4 0,2 2 1 0,0 1 11 16,3-3 4-16,3 2-2 0,1 2-10 0,1 0-7 15,4 1 9-15,1-1-14 0,1 5-20 0,3-3-15 16,4 1-9-16,1 1-14 0,2 3-6 0,3-2-9 16,0 3-16-16,2 2-16 0,2 2-116 0,1-1-100 0,-1 2-157 15,1-1-184-15,-4 3-180 0,-1 0-674 0,1 0-1032 16</inkml:trace>
  <inkml:trace contextRef="#ctx0" brushRef="#br0" timeOffset="100965.2075">2257 9222 171 0,'-8'-19'555'0,"3"0"-109"16,-3 0-28-16,0-3-38 0,1 3-10 0,-3-8-34 16,2 6-6-16,-2-4 3 0,1 4-12 0,-2-3-23 0,-1 0-31 15,-1 2-22-15,-1 0-14 0,-1 2-42 16,-3 1-8-16,0 2-30 0,-2 1-11 0,-3 1-7 16,2 2-13-16,0 3-22 0,-2 2-16 0,-2 3-16 0,1 2-10 15,2 2-2-15,-4 3 4 0,0 2 1 0,-4 4-9 16,3 2-10-16,0 4 0 0,1 0-18 0,1 4 9 15,3 1-12-15,2 2 1 0,2 1-8 0,1 1-2 16,4 0-1-16,1 1-2 0,6 0 9 0,-1-2-13 16,5 1 10-16,1-2-8 0,2 2 3 0,4 0-5 15,1-2 7-15,4 0-10 0,4 0 9 0,3-2-8 16,4-3 4-16,4-1-6 0,3-3 3 0,1-2-37 16,5-2-30-16,1-4-32 0,-3-4-15 0,5-2-14 15,0-2 5-15,-1-2 10 0,-2-2 27 0,-3-3 5 16,-1-3 14-16,-3 1 11 0,-1-3 14 0,-4-2 10 15,-2-2 5-15,-2-1 4 0,-5-2 3 0,-3 0 16 16,0 0-10-16,-4 3 17 0,-2-4 5 0,-3 5 12 16,-1-1 23-16,-1 2 22 0,0 1-9 0,-4 1 2 0,4 2-6 15,-2 1-3-15,1 4-8 0,0-2-16 16,2 11-4-16,-6-14-2 0,6 14-7 0,0 0-3 16,0 0 1-16,0 0 1 0,0 0-10 0,-8 7 3 15,8-7-3-15,2 18-2 0,2-7 0 0,0 3 2 16,3 0 3-16,1 3-4 0,0 0 3 0,6 1-2 15,-2-1 0-15,2 1-1 0,2 1 3 0,2 0-3 16,-2-6-2-16,1 3-3 0,-1-3-25 0,2-2-18 0,-2-2-8 16,1-2-6-16,-2 0-7 0,0-2 0 15,0 0 6-15,-1-4 9 0,-1 0 9 0,2-2 10 0,-1-2 2 16,2-1 8-16,-1-2 6 0,1-2 6 0,-1-2 3 16,3-2 2-16,-3-1 2 0,1-2-3 0,-2-1 0 15,4-3 2-15,-3-1 10 0,1-1-7 0,-2 0 7 16,-1 2-14-16,-1 1 15 0,-1 1-10 0,1 1 15 15,-2 0-12-15,0 2 9 0,3 1-12 0,-2 3 14 16,1 0-13-16,-1 2 10 0,1 1-8 0,2 2 6 0,-2 2-11 16,2 2 13-16,-2 2-14 0,2 1 13 15,1 2-11-15,-1 2 14 0,0 2-17 0,-1 2 5 16,1 2 3-16,-2 1 4 0,-2-1 3 0,0 3 2 0,-1 2 37 16,0-1 3-16,0 1-7 0,-2 1 3 0,1 2 6 15,-1 0-4-15,2-1-6 0,-1 0-6 0,0-1 18 16,0 1-14-16,2-3-4 0,0 1-6 0,-2-4-9 15,3-1 1-15,-1 0-4 0,3-2-6 0,1-2 1 16,0-1-1-16,3-1-1 0,0-3-7 0,3-1 5 16,0-3-4-16,0-1-1 0,5-2 3 0,-1-3-3 15,3-2-2-15,-1-2-5 0,1-3 6 0,-4-3 1 16,2 1 0-16,1-7-4 0,-1-1 2 0,-2-2-1 16,-2 0 4-16,-1-2-2 0,-4 3-4 0,-2 1 10 15,-1 0 31-15,-1 1 14 0,-5 2 23 0,-1 2 0 16,-2 3-10-16,-1 1-13 0,-3 2-11 15,-2 3-11-15,-3 2-5 0,-3 2-2 0,-3 3-3 0,-3 3 6 0,-3 3 16 16,-3 3 8-16,-1 3-5 0,-4 4 5 16,2 3 10-16,0 2-1 0,2 2 2 0,0 1 4 15,5 3 24-15,0-1 9 0,5 0-6 0,4 0 21 0,1-1-2 16,5 1 26-16,2 0-9 0,5-1-12 0,3 0-14 16,7 0-20-16,2-1-12 0,8 0-11 0,6-2-29 15,2-2-31-15,4-5 0 0,4-1 0 0,0-3 0 16,3-1-80-16,-6-3-145 0,1-1-98 0,-1-3-123 15,2-1-143-15,-1-2-176 0,-1 3-198 0,7-6-559 16,-3-2-1155-16</inkml:trace>
  <inkml:trace contextRef="#ctx0" brushRef="#br0" timeOffset="101381.8662">6301 9063 207 0,'5'-20'781'0,"-1"3"-194"16,0 0-12-16,-1 1-11 0,1 2-43 0,-2 2-56 16,1 1-69-16,-1 1-83 0,-2 10-63 0,5-14 29 15,-5 14-2-15,0 0-9 0,0 0-8 0,0 0-43 16,4 10 16-16,-4-10-14 0,2 18-26 0,-1-7-16 0,1 5-143 15,0 0 111-15,1 2-28 0,-1-1-26 0,2 5-17 16,-1 0-14-16,0-1-10 0,2 2-14 0,-1-2-32 16,2 1-86-16,-1-1-91 0,0 0-106 15,3-3-144-15,-1 0-195 0,0-3-158 0,1-3-820 0,0-4-1249 16</inkml:trace>
  <inkml:trace contextRef="#ctx0" brushRef="#br0" timeOffset="101581.8509">6413 8793 100 0,'-9'-30'851'0,"1"4"-245"0,-2-2-27 15,3 7-60-15,1-1-74 0,0 3-69 0,1 1-59 0,-1 5-50 16,2-2-51-16,1 5-51 0,3 10-33 0,-3-17-29 16,3 17-20-16,4-11-16 0,-4 11-30 15,13-3-79-15,-13 3-99 0,21 7-77 0,-5-2-109 16,2 2-43-16,4 2-42 0,4 3-14 0,2 2-13 0,7 3-349 15,2-2-311-15</inkml:trace>
  <inkml:trace contextRef="#ctx0" brushRef="#br0" timeOffset="101918.7505">6933 8754 108 0,'34'6'490'0,"-6"-3"-50"15,-2 2-24-15,-1-2 46 0,-5-2 16 0,-2 1 22 16,-4-2-51-16,0-2-51 0,-3 0-44 0,-11 2-38 16,15-2-38-16,-15 2-36 0,0 0-21 0,0 0-35 15,0 0-31-15,0 0-32 0,-14-6-18 0,14 6-17 16,-26 2-19-16,10 2-11 0,-4-1-10 0,-1 1-9 15,-1 2-8-15,0 1-3 0,2 0-5 0,0 1-6 16,2 2-4-16,2 1 0 0,1 1-5 0,2 1 2 16,4-1-2-16,0 1-2 0,4 0 0 0,1 1-3 15,3-2 1-15,3 4-1 0,2-1-2 0,2 0 1 16,5 2-1-16,0 0-1 0,4-2 1 0,2 3-4 16,4-1-19-16,2-1-13 0,0 0-12 0,1 0-6 15,1-2-1-15,-1-1 20 0,-1 1-5 0,-3-3 16 0,0-1 6 16,-3 0 0-16,-3-3 5 0,-1-1 2 0,-1 2 6 15,-3-3-2-15,-1 0 3 0,-8-5 2 0,11 9 1 16,-11-9 0-16,0 0 2 0,0 0 0 0,-8 12-1 16,-2-8-2-16,-3-1 9 0,-4 0-7 0,-4 0-1 15,-3 1 2-15,-2 1-11 0,-2-4-40 0,-2 3-69 16,-5-2-58-16,-2 3-57 0,1-1-65 0,-1 2-40 16,3-3-28-16,5 0-27 0,2 0-25 0,3 0-55 15,7 0-457-15,3-3-504 0</inkml:trace>
  <inkml:trace contextRef="#ctx0" brushRef="#br0" timeOffset="102931.8442">7618 8919 205 0,'25'-14'809'0,"-3"-1"-140"16,-5 1-67-16,-1 2-42 0,-5 1-77 0,-2-1-70 15,-3 1-51-15,-2 1-44 0,-4 10-39 0,2-15-24 16,-2 15-40-16,-5-14-29 0,5 14-30 0,-12-12-20 15,12 12-10-15,-14-8-17 0,14 8-23 0,-12-6-13 16,12 6-19-16,-12-2-11 0,12 2-6 0,0 0-9 16,-12 5-3-16,12-5-4 0,-3 8-6 0,3-8-5 15,0 16 0-15,4-8-2 0,0 3 2 0,3 2-2 16,1 0-4-16,4 1-3 0,0 3 2 0,2 0 2 16,3 2-3-16,1-1 2 0,0 1-5 0,3 0 4 15,0-1 3-15,2 0-2 0,-3-1-3 0,1-2-3 0,-5 0 3 16,1-3 0-16,-4 1-1 0,-1-5 0 15,-3 2 0-15,-1-3 4 0,-8-7-4 0,5 14 5 16,-5-14-4-16,-4 11-1 0,-3-5 1 0,-3-2 3 0,-5 0-1 16,-1 1-3-16,-4-2 2 0,-1 0 0 0,-2 0 0 15,-3-2 3-15,3 1-2 0,0-2-1 16,3 0-2-16,-1-2-1 0,3 2-5 0,3-1-32 0,3-1-52 16,1-1-47-16,11 3-39 0,-12-9-36 0,12 9-26 15,0 0-17-15,6-14-10 0,2 8-4 0,5-2 6 16,4-1-6-16,3-2 19 0,5-2 32 0,2-2 34 15,4-3 32-15,1 1 31 0,-1-1 32 0,0 0 35 16,-6 4 61-16,1-1 85 0,-2 0 37 0,-1-1 78 16,-3 1 35-16,-2 2 19 0,-1 0-2 0,-3 0 3 15,0 4 4-15,-3 0 0 0,0 0 0 0,-1 1-19 16,-3 1-37-16,0 2-39 0,-7 5-34 0,11-9-26 16,-11 9-13-16,0 0 6 0,0 0-4 0,0 0-4 0,0 0-4 15,0 0-7-15,8 7-15 0,-8-7-9 16,-3 14-2-16,3-14-2 0,-3 17-6 0,3-17-5 0,-2 21-7 15,2-21-11-15,1 23 0 0,-1-10-9 16,1-1 1-16,2 0-7 0,-1 1 1 0,1 1-118 0,1-3 21 16,0 0 19-16,1 0 12 0,-1-1 9 0,1 0 12 15,2-2 7-15,0 1 5 0,-2-2 3 16,3-1 1-16,-8-6 5 0,15 10-4 0,-15-10-4 0,14 6-4 16,-14-6-15-16,15 1 112 0,-15-1-28 0,16-4-17 15,-7 0-12-15,-1-2-8 0,0-1-8 0,1-2-5 16,1-1-2-16,-1-2 2 0,-1 0-2 0,0 0 2 15,0 1 1-15,0-2-2 0,-1 1 2 0,0 1-1 16,-1 1 2-16,0 1 1 0,-2 2 0 0,1-1 0 16,-5 8 0-16,6-12-6 0,-6 12 2 0,7-8 1 15,-7 8 1-15,0 0-1 0,0 0-1 0,0 0 3 16,0 0 0-16,11 4 1 0,-11-4 0 0,3 11 3 16,-3-11-3-16,5 12 3 0,-5-12-4 0,7 15 2 0,-2-6-1 15,0-1 3-15,2 0 1 0,1 1-4 0,2 0 3 16,1 0-3-16,2-2 1 0,2 1 0 15,0-2 1-15,3-2 0 0,0 0-3 0,1 2 2 0,1-4-2 16,0 1 2-16,2-3-3 0,-1 0 0 0,0 0 2 16,0-2 3-16,-2-1-4 0,0-2 1 0,-1 0-1 15,1-2-2-15,-3-2 3 0,-1-2-1 0,-1-2-1 16,-3 0 2-16,0-2-2 0,-3 1 0 0,-1-1-1 16,-1 0 3-16,-1 0 1 0,-1 1 1 0,-2 2-2 15,-1 0 1-15,-1 12 1 0,-1-20-2 0,1 20 1 16,-7-15-1-16,7 15 4 0,-14-8-3 0,14 8 8 15,-17 0 17-15,6 2 18 0,0 2-2 0,-2 3-1 16,0 1-2-16,1 1 15 0,0 0 0 0,1 1-9 0,2 2-9 16,0 0-3-16,2 1 5 0,2-1 17 15,3 1-4-15,2-1-121 0,4 0 15 0,2 1 9 16,4 1 12-16,5-2 6 0,3 1 1 0,7 2-37 0,5-3-58 16,8 1-57-16,0 0-84 0,3-5 41 0,-5-1-117 15,2 0-112-15,-1-4-90 0,1 0-108 0,-1 2-741 16,0-5-992-16</inkml:trace>
  <inkml:trace contextRef="#ctx0" brushRef="#br0" timeOffset="103385.0437">9533 8694 622 0,'5'-34'567'16,"-1"0"-16"-16,0 1-9 0,-3-1-25 0,1 1-42 16,-1 7-37-16,-1 1 19 0,0 1-43 0,-1 4-42 15,1 1-6-15,-1 2-35 0,0 3-61 0,1 1-55 16,0 13-42-16,-2-17-5 0,2 17 41 0,0 0-26 15,0 0-108-15,0 0 36 0,-6 16 124 0,5-3-7 0,1 6-24 16,-1 6-33-16,1 4-21 0,1 6-25 0,1 1-103 16,0 3-22-16,0 3 0 0,2 2 0 15,0-3 0-15,0-5 0 0,0-1 0 0,2 0 0 0,-1-1 0 16,0-2 0-16,0-1 0 0,1-2 0 0,-1-4 0 16,1-1 0-16,-2-1-4 0,0-2-21 15,-1-4 4-15,0-2 2 0,0-2 6 0,-1-1 5 0,-1-2 6 16,-1-10 3-16,1 14 4 0,-1-14-6 0,0 0-3 15,-6 10-3-15,6-10 9 0,0 0 3 0,-16-5-6 16,7 0 3-16,0 0 1 0,-1-4-5 0,-1-1-2 16,1 1 4-16,-1-1 1 0,-1 0-4 0,1-1-2 15,-3 1 2-15,1 1 3 0,-2 2-1 0,-2 0-2 16,-2 2 5-16,-2 0-6 0,0 3 3 0,-1 2-4 16,1 0 2-16,-3 4 2 0,-1 0-4 0,2 2 3 15,0 1-1-15,1 3 4 0,1-2-3 0,3 3-2 16,1-1 5-16,5 0-3 0,1 2 4 0,3-2 1 0,5 2-1 15,3-12 3-15,4 21 2 0,3-11-6 0,6 0 7 16,3 1 0-16,6-4-4 0,2-1-52 16,8 0-61-16,2-2 44 0,3-2-82 0,1 1-98 0,4-2-103 15,-1-2-119-15,1 1-155 0,6-4-139 0,-7 3-910 16,4-6-1341-16</inkml:trace>
  <inkml:trace contextRef="#ctx0" brushRef="#br0" timeOffset="103964.8267">10926 8847 517 0,'4'-23'585'16,"-1"-4"-97"-16,-1 1-16 0,-1-2-34 0,-2 1-40 15,0-2-29-15,-1 0-25 0,-1 3-5 0,0 1-10 16,0 2-36-16,1 5-15 0,0 1-38 0,-1 0-48 15,1 4-37-15,2 13-32 0,-3-13-7 0,3 13 28 16,0 0 22-16,-6 7 13 0,4 5-10 0,1 6 8 16,-1 2-11-16,3 7-15 0,0 2-15 0,0 5-21 15,3 1-21-15,-1 2-123 0,1 6 11 0,2-4 32 16,0 3 12-16,0-2-7 0,1 0 0 0,-1-6-5 16,2 4-4-16,-1-4 0 0,0-3-5 0,0 0-1 0,0-2 85 15,0-1-84-15,0-6-80 0,0 2-84 0,2-2-87 16,-1-4-111-16,1-1-128 0,1-2-112 15,0-5-63-15,0 1-77 0,-1-5-535 0,-9-6-880 0</inkml:trace>
  <inkml:trace contextRef="#ctx0" brushRef="#br0" timeOffset="104331.3364">10892 9088 681 0,'-8'-10'615'0,"1"0"-87"0,3 0-11 0,1 1-26 16,3 9-41-16,0-23-56 0,2 13-41 0,3-2-31 15,2-1-55-15,4 3-17 0,3-3-28 0,3 1-29 16,2-1-32-16,3-1-16 0,4 3-13 0,2-1-10 0,1 1 0 16,3 2-22-16,1 1-15 0,3 1-20 15,0 3-11-15,4 1-7 0,-2 2-11 0,1 3-2 16,0 1-10-16,7 3-4 0,-3 2-3 0,0 3 1 0,-2 0-7 16,-1 3 5-16,-2 0-118 0,-2 4 21 0,-3 0 15 15,-2-1 13-15,-6-1 10 0,-2 2 8 16,0-1 124-16,-5 0-18 0,-4-1-13 0,-1-2-12 0,-1 2-12 15,-4-3 1-15,-2-1 13 0,-1-1 10 0,-5-11 19 16,3 18 15-16,-3-18-112 0,-9 16 141 0,2-10-7 16,-2 0-112-16,-3-2 8 0,-3-1 2 0,-3-1-3 15,-1-1-2-15,-3-4-3 0,-4 2 1 0,-2-4-3 16,-2-2 0-16,0 0 4 0,5 1-5 0,2-3-20 16,2 2-40-16,2-1-39 0,6 2 79 0,2-1-70 15,2 0-47-15,9 7-47 0,-5-14-90 0,5 14-48 16,5-13-56-16,2 5-46 0,2 0-47 0,2-1-66 15,3 1-91-15,3-1-422 0,1-1-666 0</inkml:trace>
  <inkml:trace contextRef="#ctx0" brushRef="#br0" timeOffset="105084.8068">13593 9110 67 0,'6'-14'852'0,"0"1"-209"15,-2 1-10-15,1-2-15 0,-1 1-43 0,0 2-52 16,-2 0-72-16,1 1-91 0,0-2-25 0,-1 2-17 16,-2 10-24-16,5-18-40 0,-5 18-43 0,2-14-39 15,-2 14-39-15,2-11-28 0,-2 11-23 0,0 0-15 16,0 0 7-16,0 0 13 0,-9 8-124 0,4 0 13 15,0 5 30-15,-1 2 7 0,-1 4 2 0,1 2-3 16,1 2-1-16,0 1 114 0,1-1-28 0,2 4-19 16,2-2-19-16,2 1-10 0,2-1-11 0,1 0-9 15,0-3-2-15,3 2-6 0,1-3-3 0,1-1-4 16,1-3-4-16,2 0 0 0,1-4-5 0,1-1 1 16,4-5-2-16,-4 0-2 0,3-3-3 0,1-4 3 0,-2 0-2 15,3-5 1-15,0-2 1 0,-2-2-3 0,1-4 1 16,-4-2-2-16,3-3 1 0,-3-3-1 15,-1-3-114-15,-3-1 29 0,-2-2 17 0,1-1 128 0,-6 1-13 16,1-1-8-16,-3 1-9 0,-2 0-6 0,-2-2-3 16,0 2-7-16,-3-3-3 0,1 5-1 15,-2 1 0-15,0-1-2 0,-1 5-1 0,-2 1-2 0,-2 0-3 16,2 2 0-16,-2 4 0 0,-1 1-3 0,-1 2 2 16,3 4 0-16,-5 0 1 0,4 3-4 0,-1 2-6 15,12 1-44-15,-23 2-27 0,11 3-36 0,3 0-37 16,2 2-37-16,-2 0-43 0,5 2-84 0,2 1-107 15,2 2-114-15,2-1-94 0,2 3-138 0,6-1-456 16,5 2-836-16</inkml:trace>
  <inkml:trace contextRef="#ctx0" brushRef="#br0" timeOffset="105683.6712">14418 8972 293 0,'7'-12'836'0,"-1"1"-148"16,-3-1-20-16,-3-1-41 0,0 1-48 0,0-1-82 15,-2-1-79-15,-3 0-49 0,-2 0-43 0,0 3-46 16,-1 0-46-16,-2 2-45 0,-1 2-38 0,-2 4-28 16,1 0-26-16,-3 3-22 0,-1 2-13 0,1 1-14 15,-2 3-11-15,-2 2-5 0,3 3-8 0,1-1-2 16,2 3-5-16,3-1-3 0,5 3-4 0,1 0 1 16,1 2-115-16,6 1 22 0,3 2 18 0,3 0 12 0,4 4 125 15,4 0-14-15,5 2-12 0,0 1-9 16,5-1-9-16,0-1-6 0,0 0-6 0,0-2-4 15,0 0-1-15,-7-5-3 0,2 1-4 0,-3-3-2 0,-4-1 0 16,-1-3-1-16,-5-1 0 0,-1-1 1 16,-5 1-3-16,-3-11 3 0,2 14-3 0,-2-14 3 15,-6 14-1-15,-1-9-1 0,-1 1 1 0,-4-2 2 0,1-1-2 16,-3 1-2-16,-1-3 0 0,1 0 0 0,-2-1 0 16,1-1-1-16,1 0-4 0,0-2 3 0,1 0 3 15,2-1-4-15,4 0-3 0,7 4-13 0,-12-11-10 16,12 11-20-16,-2-15 4 0,6 6 4 0,2-3-6 15,5 1-8-15,2-3-14 0,7-3-16 0,1 1-7 16,3-1-103-16,10-2 20 0,-2-3 146 0,4-1-2 16,2 2 5-16,0-1 2 0,-1 1 2 0,2-1 2 15,-5 2 7-15,1-1 1 0,-5 0 7 0,0 1-2 16,-8 2 7-16,-1 4 28 0,-6 0 21 0,0 1 7 0,-3 1 9 16,-3 1-1-16,-3 0-9 0,-1 3-7 0,-5 8-7 15,3-16-11-15,-3 16-6 0,-6-9-2 16,6 9 5-16,-17-4 18 0,17 4 2 0,-25 4-3 0,9 0-5 15,-3 3-4-15,0 2-1 0,-1 1-4 0,2 2 3 16,0 1-1-16,2 1 1 0,0 1-113 0,1 1 24 16,3-1 17-16,3 2 126 0,2-1-19 0,3-1-9 15,0 1-11-15,1-1 1 0,6-2-3 0,0 2-6 16,2-1-5-16,3 0-8 0,6-2-5 0,1 1-4 16,3-4-2-16,3 2-7 0,2-2-56 0,6 0-99 15,1-3-118-15,3 0-152 0,-1 1-168 0,3-3-137 16,0-1-778-16,1-1-1127 0</inkml:trace>
  <inkml:trace contextRef="#ctx0" brushRef="#br0" timeOffset="106065.249">15431 9032 855 0,'-8'-17'717'0,"-2"-1"-35"0,2 1-32 0,0 0-30 15,0 3-73-15,0-3-65 0,3 4-61 0,1-1-52 0,0 2-45 16,4 12-55-16,0-19-49 0,0 19-41 0,8-15-36 15,-8 15-24-15,17-6-21 0,-17 6-20 0,27 3-14 16,-11 3-12-16,3 2-8 0,1 3-9 0,4 2-7 16,-1 3-4-16,1 2-119 0,-3 1 18 0,0 2 16 15,4 4 17-15,-5-4 119 0,-3 2-15 0,0 0-13 16,-3-1-8-16,-1 2-9 0,-6-4-6 0,0 0-2 16,-3-3-7-16,-2-1 1 0,-2-2 5 0,-2 0 2 15,-2 1 20-15,-2-4 7 0,-1 0 7 0,-2-2 15 16,-1-3 1-16,1-2-1 0,-3-2 9 0,12-2-118 15,-21-2 8-15,8-1 9 0,1-4 4 0,0 0 5 16,3-3 4-16,0-2 3 0,4-1 2 0,1-2 4 16,1-1-4-16,6-2-1 0,1-3 2 0,3-1-2 15,5-3 116-15,4-1-28 0,3-2-18 0,3 1-19 16,3-1-30-16,0 3-51 0,1 2-49 0,-1 1-44 0,-1 4-48 16,-1 3-60-16,0-1-80 0,-1 3-110 15,-1 3-123-15,-1-1-127 0,-3 5-175 0,0 0-518 0,-2-1-969 16</inkml:trace>
  <inkml:trace contextRef="#ctx0" brushRef="#br0" timeOffset="107597.9233">17284 8493 270 0,'2'-14'635'0,"1"3"-94"0,-1 0-34 16,-2 11 1-16,5-17-38 0,-5 17-40 15,3-14-68-15,-3 14-70 0,3-10-55 0,-3 10-52 16,0 0 2-16,0 0 60 0,0 0-14 0,13 5-31 0,-10 5 4 16,-2 5-8-16,-1 3 4 0,-2 6-20 0,-3 6-22 15,-2 3-23-15,-3 4-7 0,-3 1-14 0,-1 2-19 16,-3-2-16-16,0 1-127 0,-2-1 10 0,-1 0 9 16,0 0 8-16,-1-2 4 0,1 0 4 0,0-2 1 15,0 0 1-15,0-3-7 0,3-1 62 0,2-5-75 16,2-1-65-16,3-5-68 0,-1-2-90 0,2-2-75 15,1-1-69-15,1-4-97 0,2-1-67 0,1 0-94 16,4-9-509-16,0 0-778 0</inkml:trace>
  <inkml:trace contextRef="#ctx0" brushRef="#br0" timeOffset="107831.818">17487 8689 57 0,'17'-21'895'0,"-1"2"-170"0,-4 2-42 0,0 3-91 15,-4 1-67-15,0 2-88 0,-2 4-79 16,-6 7-12-16,10-6-8 0,-10 6 12 0,0 0-30 0,2 12-38 16,-3 0-22-16,-1 3 6 0,-1 3-23 0,-2 6-31 15,0 1-3-15,-1 4-114 0,0 2 7 0,-1 1-9 16,-2 0-18-16,2 0-18 0,0-1-10 0,1-1-9 16,1 3-5-16,0-4-7 0,2-2-7 0,0-2-37 15,1 0-65-15,0-3 56 0,1-2-103 0,0 0-99 16,0-4-100-16,-1 0-123 0,2 0-120 0,-2-5-116 15,2 0-127-15,0-11-565 0,-2 16-979 0</inkml:trace>
  <inkml:trace contextRef="#ctx0" brushRef="#br0" timeOffset="108064.9972">16678 8899 360 0,'-42'-10'831'0,"7"2"-205"0,4-1-40 0,7 3-6 0,2-1-9 16,4 1-80-16,2 0-93 0,4-1-88 0,5-1-55 16,7 8-12-16,-1-16-20 0,9 6-23 0,10-2-29 15,7-1-26-15,13 0-25 0,7-2-22 0,6 3-19 16,14-3-15-16,5 5-16 0,6 0-10 0,3 3-7 16,5 1-6-16,1 1-7 0,0 4-11 0,0 1-69 15,-2 1-65-15,-4 1-89 0,-2 2-114 0,-5 2-118 16,-13 0-104-16,-4 1-90 0,-5 4-670 0,-7-3-916 15</inkml:trace>
  <inkml:trace contextRef="#ctx0" brushRef="#br0" timeOffset="108285.4842">16928 9004 613 0,'-35'5'724'0,"7"-1"-116"16,2 0-45-16,5-3-61 0,2 1-36 0,2-1-49 0,5 2-28 15,12-3-49-15,-16 1-49 0,16-1-31 0,0 0-38 16,0 0-30-16,17-1-29 0,-4-2-142 0,7 1-3 16,5-1 117-16,10 0-30 0,2-1-20 0,11 0-17 15,4 0-17-15,4 0-9 0,2 1-9 0,2-1-9 16,1 1-55-16,9-3-94 0,-9 1-128 0,0 0-136 16,9-3-149-16,-1 2-145 0,2 0-687 0,-12-1-972 15</inkml:trace>
  <inkml:trace contextRef="#ctx0" brushRef="#br0" timeOffset="108715.1916">18550 8574 124 0,'6'-18'882'0,"-2"1"-182"16,-2 0-38-16,-1 1-138 0,0-2-12 0,-1 2 55 0,-1 0-51 16,-1 0-41-16,1 4-30 0,0 1-66 0,0 0-74 15,1 11-67-15,-4-18-55 0,4 18-150 0,-7-6 47 16,7 6 26-16,-15 6-15 0,3 5 106 0,-3 3-4 15,-5 8-7-15,-6 6-22 0,-7 12-26 0,-3 2-24 16,0 2-132-16,-1 2 7 0,2 0 4 0,-2-1 13 16,5 1 6-16,4 0 6 0,8-7 16 0,1 1 2 15,6 0-9-15,3-3-6 0,6-4-3 0,5-3-1 16,6 2-8-16,5 2 2 0,5-2-3 0,5-3-1 16,4-2-3-16,3-3 5 0,2-2-7 0,2-6 0 0,0-1-10 15,-3-4-9-15,2-4-8 0,-6-3-3 0,2-1 5 16,-4-3 5-16,2-4 1 0,-2 0 5 15,-1-2 2-15,-1-3 4 0,-3-1-3 0,-1-4 11 0,-2 0-6 16,-3 0 8-16,-3-3-3 0,-4 1-2 0,0 0 0 16,-5 0-2-16,-3 0 3 0,-3 0 0 15,-5 0-3-15,-4-1 2 0,-7 1-4 0,-3 1 4 0,-6 1-1 16,-8 2-2-16,-3 0 3 0,-2 4-4 0,-1 1 0 16,6 3 0-16,-1 3-3 0,7 1 2 0,2 0-10 15,2 2-54-15,4 3-22 0,2 1-36 0,2 0-36 16,6 2-42-16,2 1-42 0,6 1-60 0,6-10 48 15,-1 18-136-15,8-5-151 0,6 2-152 0,4-3-781 16,8 3-1103-16</inkml:trace>
  <inkml:trace contextRef="#ctx0" brushRef="#br0" timeOffset="108981.7702">19647 9397 927 0,'0'0'1138'0,"16"6"-285"0,-16-6-142 15,8 10 14-15,-8-10-29 0,-2 16-114 0,-4-3-2 16,-2 0-22-16,-4 4-43 0,-5 4-1 0,-1 1-122 16,-7 4-392-16,0 1 0 0,-2 1 0 0,0 0 0 15,-2-1 0-15,1 1 0 0,1-1 0 0,0-1 0 16,-1-1 0-16,2-1 0 0,-1-2 0 0,5-4 0 15,0-2 0-15,-1-3 0 0,-2-1 0 0,3-2-187 16,1-2-618-16,-1-3-292 0,0-3-826 0,1-2-1655 16</inkml:trace>
  <inkml:trace contextRef="#ctx0" brushRef="#br0" timeOffset="110781.5798">19755 8319 565 0,'-9'-6'608'0,"2"0"-116"0,-1 0-25 15,0-1-25-15,1 2-36 0,1-1-31 0,-1-1-39 16,7 7-31-16,-11-10-34 0,11 10-42 0,-8-12-39 16,8 12-38-16,-4-10-26 0,4 10-22 0,0 0-16 15,2-18-9-15,-2 18-15 0,8-10-5 0,0 5-3 0,2-1-4 16,2 0-14-16,3 1-4 0,2 1 0 0,2-1-11 16,1 2-2-16,0-1-6 0,1 2 2 0,1 1-3 15,-2 1-7-15,1 0 2 0,0 1-4 0,-2 1 0 16,0 1 1-16,0 1-5 0,-3 1 1 0,1 2-1 15,-3-1 3-15,-1 2 2 0,-2 1-2 0,-3 3-107 16,-1-1 43-16,-1 2 138 0,-4 0-3 0,-2 0-8 16,-4 2-3-16,0 2 8 0,-4 2-5 0,-2 1 3 15,-4 2-6-15,-1 2 3 0,-3-2-1 0,1 0-10 16,-2 1-8-16,0-1-9 0,0 1-5 0,0-1-7 16,2 0-2-16,-1-1-6 0,2 2-3 0,1-3-2 15,3-1-1-15,1 0-5 0,1-1-3 0,1 0 1 16,4-4-3-16,-1 3 0 0,1-3 1 0,2 1-2 15,2 0-1-15,1-2 2 0,0 0-2 0,1-1 1 16,1 0 0-16,0-1-2 0,0-1 0 0,0 1 2 16,1-2-1-16,-3-9-4 0,6 17-21 0,-6-17-44 0,4 17-43 15,-4-17-44-15,5 11-49 0,-5-11-56 0,3 11-65 16,-3-11-72-16,3 10-69 0,-3-10-72 16,4 10-69-16,-4-10-459 0,2 9-682 0</inkml:trace>
  <inkml:trace contextRef="#ctx0" brushRef="#br0" timeOffset="111756.4892">19476 9519 432 0,'8'-7'721'0,"-8"7"-125"0,9-12-10 16,-9 12-25-16,5-12-46 0,-5 12-69 16,5-10-65-16,-5 10-73 0,0 0-55 0,-2-10-23 15,2 10-27-15,0 0-23 0,-16-3-24 0,16 3-22 0,-21 4-15 16,7 1-13-16,-2 0-11 0,-3 3-12 15,0 0-13-15,-2 2-11 0,0 0-9 0,0 1-10 16,-2 1-9-16,2 0-5 0,2 0-5 0,0 0-2 0,2-1-4 16,1 1-6-16,1-2-1 0,2 1 0 0,4-3-1 15,0 2-2-15,1-2 0 0,3-1-2 0,5-7-1 16,-5 11 1-16,5-11 2 0,0 0-3 0,7 12-2 16,-7-12 3-16,16 2-3 0,-5-3 0 0,5-3 1 15,0 1-1-15,5-5-1 0,-1-1 1 0,6-3 0 16,1-2-2-16,0 0-2 0,3-4 3 0,0-3 2 15,-2 0-4-15,-5 5 1 0,-3-1 3 0,-4 2 2 16,-2 0-2-16,-3 1 1 0,-3 2 0 0,-3-1 2 16,-2 2-1-16,-3 11 2 0,-1-17 1 0,1 17-5 0,-9-14-1 15,2 10 1-15,7 4-2 0,-22-4 2 0,8 5-3 16,1 0 1-16,-4 4-2 0,0 1 3 16,-2 1-1-16,2 2-1 0,0 1 0 0,1 1 2 0,3-1-2 15,3 1 1-15,1 1 1 0,1-1-1 16,4 0 2-16,2-1-2 0,2-10-2 0,2 21-3 15,3-12-18-15,2-2-19 0,4 2-14 0,2-2-22 0,4-2-142 16,3-1 103-16,4-2-50 0,3-2-51 0,2 0-57 16,2-2-74-16,5-3-75 0,2 1-77 0,5-3-69 15,1-2-502-15,0 1-690 0</inkml:trace>
  <inkml:trace contextRef="#ctx0" brushRef="#br0" timeOffset="112464.8953">20253 9299 315 0,'0'0'789'0,"-9"-12"-145"0,9 12-7 0,-10-15-19 16,5 8-161-16,5 7-44 0,-9-15-29 16,9 15-34-16,-10-14-14 0,10 14-6 0,-7-14-15 0,7 14-28 15,-7-11-38-15,7 11-42 0,-5-10-46 0,5 10-34 16,-6-8-26-16,6 8-20 0,0 0-19 15,0 0-10-15,0 0-10 0,0 0-13 0,0 0-4 0,0 0-1 16,0 0-7-16,16 2-4 0,-16-2 0 0,8 10-4 16,-8-10-3-16,10 13 2 0,-10-13-3 0,7 16-3 15,-4-7 1-15,-3-9-2 0,4 19 0 0,-4-19-1 16,-2 18-2-16,2-18 2 0,-5 19 0 0,1-10-1 16,-2 1 114-16,0-2-24 0,-1 0-19 0,-1-2-16 15,0 1-8-15,-1-1-9 0,0-2-8 0,0 0-4 16,9-4-5-16,-19 3-6 0,19-3 0 0,-18 0-5 15,18 0-1-15,-15-5-115 0,15 5 23 0,-15-9 14 16,15 9 13-16,-11-13 14 0,11 13 7 0,-7-16 9 0,7 16 5 16,-5-15 5-16,5 15 2 0,-2-13 5 15,2 13 2-15,-2-12 2 0,2 12-1 0,0 0 3 0,1-16-3 16,-1 16 5-16,5-8-1 0,-5 8-1 0,9-6 2 16,-9 6-1-16,12-1 3 0,-12 1-1 0,14 1 1 15,-14-1-2-15,16 6 0 0,-16-6 0 0,18 6 0 16,-10-1 0-16,-8-5 1 0,15 10 0 0,-15-10 0 15,12 10-5-15,-12-10 4 0,8 12-1 0,-8-12 1 16,5 13 1-16,-5-13 1 0,-3 11 111 0,3-11-20 16,-6 12-21-16,-1-6-13 0,0 1-10 0,-1-3-11 15,-2 0-7-15,0 1-5 0,-1-3-5 0,0 2-4 16,-1-4-2-16,12 0-1 0,-23 1-5 0,12-2-1 16,11 1-2-16,-20-6-112 0,11 2 21 0,9 4 19 0,-15-9 11 15,15 9 12-15,-9-11 9 0,9 11 8 16,-3-12 4-16,3 12 5 0,2-11 2 0,-2 11 5 15,8-12 3-15,-1 6 1 0,2 2 2 0,0-2 1 0,1 1 0 16,3 1 2-16,-1 1-3 0,4-1 3 0,-2 2 1 16,1 1 2-16,0 1-1 0,-1 0 2 15,0 1-1-15,-2 1-1 0,1 1-1 0,-13-3 0 0,20 5 0 16,-20-5-3-16,15 9 6 0,-15-9-1 0,7 9 1 16,-7-9-3-16,0 0 3 0,-1 15-2 0,1-15-1 15,-7 9 2-15,7-9 107 0,-12 10-57 0,12-10-64 16,-15 9-73-16,15-9-90 0,-13 6-99 0,13-6-123 15,-12 5-138-15,12-5-138 0,-8 5-191 0,8-5-460 16,0 0-928-16</inkml:trace>
  <inkml:trace contextRef="#ctx0" brushRef="#br0" timeOffset="114465.4491">949 10399 264 0,'6'-13'536'0,"1"1"-25"0,3-1-80 0,-2-1 49 15,1 1-67-15,0 0 48 0,0 1-71 0,0 0 14 16,-1 2-56-16,-3 1-65 0,3 2-64 0,-8 7-48 16,8-11 19-16,-8 11-12 0,0 0 4 0,11 4 2 15,-11-4-29-15,2 18 12 0,-4-1-20 0,-2 3-11 16,-3 7-14-16,-1 3 8 0,-5 8 7 0,-1 4-21 16,-1 1-13-16,-4 9-27 0,0 4-9 0,-1 0-18 15,3 0-7-15,-2-1-6 0,2-1-11 0,2-8 0 16,1-3-15-16,0-1 5 0,2-1-11 0,0-2 5 15,2-8-7-15,1-2 7 0,3-2-8 0,-2-6 6 16,3 0-9-16,1-6 10 0,0-1-6 0,0-3 9 16,4-11-9-16,-2 14 8 0,2-14-8 0,0 0 7 15,0 0-8-15,0 0 7 0,4-18-10 0,2 3 5 0,-1-9-10 16,4-7-14-16,2-9-19 0,0-6-19 0,5-9-19 16,1-3 6-16,2-3-14 0,2-1 0 15,0-3 3-15,2 0 5 0,0-2 14 0,2 1 7 0,-1-1 14 16,2 4 3-16,0 1 11 0,0 6 1 0,0 4 11 15,0 6-1-15,-6 11 6 0,1 4 2 0,-5 9 4 16,-1 7-4-16,2 2 7 0,-3 7-5 0,-2 5 9 16,1 3-5-16,-1 6 4 0,2 8 3 0,-1 6 1 15,1 6 3-15,-1 6 23 0,-2 5 15 0,1 3-12 16,-2 2 4-16,1 2-12 0,1 0-2 0,-1 4-5 16,3 6 6-16,-1-7-13 0,0 8 6 0,-1-8-10 15,0-2 6-15,0 0-13 0,-1-3-58 0,-2-3-72 16,-1-1-66-16,-1-8-113 0,-1-2-68 0,-2-4-85 0,0-4-55 15,-2-2-66-15,0-5-86 0,-2-1-367 16,0-14-652-16</inkml:trace>
  <inkml:trace contextRef="#ctx0" brushRef="#br0" timeOffset="115250.3003">1333 10893 476 0,'-20'-17'641'0,"-5"2"-133"0,2-1-60 0,-2 2-17 0,2 1-10 16,-2-2-18-16,1 3-38 0,2 1-17 0,3 0-35 15,0 1-26-15,3 2-21 0,3 1-29 0,0 0-35 16,1 1-44-16,5 0-22 0,0 0-31 0,7 6-17 16,-2-13-19-16,7 6-6 0,6-4-20 0,9-1-5 15,7-1-10-15,7-1-2 0,6-1-8 0,2 2-1 16,0-1-7-16,0 2-4 0,3-1-9 0,-3 2-8 16,-1-1-1-16,2 3 3 0,-5-2-5 0,-3 4 10 15,-3 0-5-15,-1 0 4 0,-4 2 0 0,-2 0 2 16,-2 0-1-16,-3 1 5 0,1 1-4 0,-4 0 6 0,-1-2 3 15,1 4 14-15,-4-2 8 0,0 1 22 16,1 1 2-16,-2 1 2 0,-12 0-2 0,25 1-1 16,-14 1-7-16,1 1-6 0,-2 3 13 0,1 1 21 0,-1 0-9 15,0 4-12-15,-2-1-10 0,3 2-7 0,-2 1-3 16,2 2-4-16,1 1-4 0,-1 0-3 0,1 2-4 16,-1-3-4-16,1 2-1 0,2-2-2 0,-1 1-3 15,2-4 0-15,-2 2 0 0,3-3-2 0,-3-3 2 16,2 2-2-16,-1-3 1 0,2-3-1 0,0 0-1 15,1-2 0-15,-2-2-1 0,3-2 2 0,-1 0-2 16,3-4 2-16,1-5-1 0,-2 1 0 0,5-5 3 16,-2-2-6-16,0-1 3 0,-1-1-4 0,0-1 1 15,-3 2 2-15,-1-1 4 0,-4 3-4 0,-1 0 38 16,-1 2 30-16,-3 1 1 0,-3 0 2 0,0 2-4 16,-2 1-11-16,-3 10-12 0,-3-17-11 0,3 17 0 15,-9-14-12-15,0 8 0 0,0 3-7 0,-4 2-3 0,1 0-3 16,-2 2-2-16,1 1-4 0,0 3 1 0,-2 1-5 15,3 1 2-15,0 1-1 0,4 2 2 0,1 0-3 16,2 0 2-16,2 1 0 0,3 1 1 0,2 0-1 16,3 2 2-16,2-1-3 0,4 4 1 0,3-2 0 15,4 3-2-15,3-1-3 0,3 0 1 0,0-1 0 0,6 3 2 16,-3-3 0-16,4 1 0 0,-4-2-2 0,1-2 1 16,5 3 1-16,2 0-1 0,1 0-1 15,2-1-2-15,2 0 0 0,3-1 3 0,-2 1 1 0,2 0 0 16,0 0 0-16,-2-2 0 0,0 1 1 0,-2-1 5 15,-2-1-4-15,-5 1 0 0,-3-2-1 0,-1 1 1 16,-2 0-2-16,-5-2 0 0,-1 0-2 0,-1-1 0 16,-5 0 1-16,-1 0 1 0,-1 1 0 0,-4-1 2 15,-2 0 33-15,-3 1 50 0,-3-10 52 0,0 19 17 16,-4-8 2-16,-4-1-156 0,-6 3 0 0,-5 0 0 16,-8 1 0-16,-10 0 0 0,-9 1 0 0,-15 1 0 15,-9-1 0-15,-8-2 0 0,-12-2 0 0,-30 3 0 16,-15-2 0-16,-12 1 0 0,-12 0 0 0,-15 2 0 15,-15 1 0-15,-11 2 0 0,-49 5 0 0,-5 3 0 16,-4 4 0-16,-4-4 0 0,6-2 0 0,57-6 0 0,9-2 0 16,97-5 0-16,93-11-1075 0,0 16-1168 0,0-16-2029 15</inkml:trace>
  <inkml:trace contextRef="#ctx0" brushRef="#br0" timeOffset="122215.7895">1123 14094 198 0,'0'0'484'0,"-13"-3"-75"0,13 3-34 0,-15-8-22 15,15 8-37-15,-16-9-38 0,9 3-25 0,0 0-12 16,-2 0-31-16,4-2-34 0,-1 1-28 0,1-1-11 16,1 0-3-16,4 8-3 0,-9-15-9 0,9 15-3 0,-5-15-14 15,5 15-16-15,-4-14-18 0,4 14-18 16,2-15-6-16,-2 15-11 0,5-19-4 0,-1 11 42 0,5-3-54 15,-2-1 42-15,2 1-41 0,5-1 43 0,1-2-42 16,2 1 43-16,0-1-11 0,3-1-6 0,3 0-9 16,-1 1-8-16,-2 3-5 0,1-1-4 0,-1 2-1 15,2 0-1-15,-1 3-3 0,0-1-2 0,0 2 9 16,1 3-2-16,-4 3-2 0,5 0 9 0,0 5 5 16,1 2 5-16,3 5-12 0,-2 3 4 0,5 7-4 15,-2 3-3-15,1 1-52 0,-2 4 51 0,-2 2-48 0,0 1 47 16,-3 2-44-16,-1 1 44 0,-3 2-47 15,-3 1 50-15,-1 0-5 0,-3-1-5 0,-1 0-3 16,-7-3 0-16,-1-2 1 0,-2 2-4 0,-5-3-1 0,-3-1-3 16,-3 6 1-16,-5-4-1 0,-1-2-7 0,-6-1 5 15,0-1-44-15,-4-4 45 0,0-2-42 0,1-4 50 16,-1-4-41-16,1-2 40 0,-2-5-40 16,3-2 44-16,-1-5-40 0,0-1 44 0,0-3-46 0,-4-4 46 15,1-4-40-15,0-3 41 0,0-8-4 0,-1-2-3 16,4-3-7-16,1-5-46 0,2-4 39 0,1-2-48 15,3-5-10-15,-3-7 0 0,5-3 2 0,3 6 1 16,2 0 0-16,4 0 32 0,0-1-43 0,6 3 54 16,2 0-42-16,7 3 58 0,2 1-44 0,4 5 50 15,5 1-44-15,4 3 49 0,3 5-46 0,5 3 51 16,3 1-43-16,4 7 46 0,1 2-46 0,-2 7 53 16,2 4 10-16,1 3 0 0,5 6 0 0,0 3 6 15,-1 7-1-15,-4 3 0 0,-1 4-2 0,-3 4-3 0,-5 4-49 16,-1 1 49-16,-6 2-47 0,-2 2 41 15,-6 1-49-15,-3 1 47 0,-6-5-50 0,-4 1 47 16,-2-1-3-16,-3 0-7 0,-3-2-1 0,-3 0-4 0,-2-2-2 16,-2-1-1-16,-3 3-9 0,-3-2 5 0,2-5-4 15,-2-2-3-15,0-3 1 0,-4-1-2 0,2-2-15 16,0-3-13-16,0-3-60 0,0-2 41 0,-1-1-65 16,5-4 23-16,-2-3-67 0,1 0 41 0,0-3-40 15,1-4 49-15,-1-2-39 0,1-1 50 0,3-3-23 16,2-4 23-16,2 1 18 0,2-2 18 0,3 2 12 15,3-2 8-15,1 4 9 0,2 2 10 0,0 0 10 16,2 0 18-16,2 3 10 0,1-1 10 0,2 2 27 16,1 3 18-16,2 0 20 0,3 4 21 0,-1 1 50 15,3 5-49-15,1-1 33 0,4 5-56 0,0 2 47 16,4 3-6-16,-1 1-8 0,1 1-20 0,3 4-4 16,1 1-6-16,1 0-12 0,0 1 1 0,2-3 6 0,2 1-11 15,2 0-12-15,2-3-13 0,5 0-9 16,1-2-7-16,5-1-7 0,0-2-19 0,3-4-119 15,0-2-140-15,-1 1-157 0,0-7-157 0</inkml:trace>
  <inkml:trace contextRef="#ctx0" brushRef="#br0" timeOffset="123981.9026">331 7740 145 0,'-12'-5'400'0,"1"-1"-89"15,3 1-50-15,-4-1-29 0,5-1-25 16,-2-1 11-16,1 1-50 0,2-3 28 0,0 2-45 0,2-2 6 16,2-1-60-16,1 1 34 0,2-2-40 0,-1-1 37 15,4 1-31-15,2-2-1 0,4-1 10 0,-1-2-11 16,2 3 5-16,2-2 1 0,-1 2-1 0,2 0-4 16,-1 1-7-16,0 1 4 0,0 2-13 0,-1 0-14 15,2 2-9-15,-1 1-8 0,1 2 14 0,1 0-9 16,1 3-11-16,2 0 0 0,0 4 37 0,3 0-42 15,2 4 36-15,2 2-44 0,4 5 41 0,3 3-5 16,-3 4-6-16,2 3-3 0,-3 2-5 0,-1 3-52 16,-3 3 49-16,-2 3-49 0,-3 1 48 0,-4 3-51 0,-5 2 43 15,-2 0-48-15,-6-5 48 0,-4 2-52 16,-4 5 45-16,-4 0-4 0,-5-3-8 0,-2-2-2 16,-6-1-5-16,0-2 0 0,-4-3-6 0,0 0 1 0,-2-5-5 15,-3 1 0-15,3-5-1 0,-3-1 2 0,-1-3-4 16,6-5 1-16,-2-4-1 0,2-1 0 0,3-3-1 15,-1-3 1-15,2-2-3 0,-2-2 0 0,0-3 4 16,1-2-2-16,2 0-4 0,-3-5 2 0,2-3-40 16,3-1 51-16,2-3-44 0,1-3 43 0,3-1-45 15,1-3 44-15,3-2-41 0,3 1 42 0,3-4-48 16,4 2 53-16,0-4-43 0,6-1 43 0,6-6-43 16,1 1 45-16,4 1-41 0,4 2 43 0,2 2-1 15,4 2-5-15,4 3-41 0,1 1 47 0,2 4-46 16,1 2 46-16,1 6-45 0,-2 2 50 0,-3 7-47 0,-4 2 55 15,-4 5-6-15,2 3 4 0,-2 4-1 16,-4 4-9-16,1 5-3 0,-4 5 1 0,-4 1-46 16,-2 3 49-16,-5 3-49 0,-3-1 50 0,-2 2-44 0,-4 2 43 15,0 2-42-15,-3 0 42 0,-2-1-41 16,-2 3 47-16,0-6-46 0,-3-1 46 0,2-2-6 0,0-1-2 16,-3-1-3-16,2-3-4 0,0-3-1 0,0-3-7 15,-2-1 7-15,2-1-5 0,2-4-1 0,-2 1 3 16,1-4-2-16,-1-2-3 0,13-4-1 0,-18 3-1 15,18-3-41-15,-18-3 49 0,9-3-43 0,0 2 39 16,0-4-53-16,4 1 50 0,-1-2-42 0,1 1 46 16,5 8-42-16,-9-15 47 0,9 15-43 15,-4-14 47-15,4 14-39 0,0 0 41 0,2-13-42 0,-2 13 44 16,0 0-42-16,20 1 49 0,-9 3-32 0,3 3 43 16,4 3-42-16,0 0 54 0,7 5-8 0,-1 1-1 15,0 1-7-15,4 3 1 0,1 3-15 0,2-1 8 16,-1 1-6-16,-1 0-5 0,2 0-2 0,3 1 1 15,1-1-7-15,0-2 1 0,3 2-64 0,0-3-108 16,2-1-159-16,4 0-90 0,-2 0-219 0,0-2-522 16,2 0-771-16</inkml:trace>
  <inkml:trace contextRef="#ctx0" brushRef="#br0" timeOffset="126530.9872">2977 13662 344 0,'0'0'501'0,"0"0"-107"0,-2-12 26 16,2 12-5-16,0 0-49 0,-5-15-109 0,5 15 44 15,0 0-65-15,-2-14 38 0,2 14-24 0,0 0-36 16,-2-12-43-16,2 12-32 0,0 0-28 0,0 0-18 16,0 0 5-16,0 0-1 0,0 0-12 0,9 7 4 15,-9-7-19-15,4 23 5 0,-3-9-16 0,0 5 2 16,0 6-8-16,-2 0-2 0,0 2-10 0,0 2-7 15,0 4-3-15,0 1-7 0,0-1-6 0,0 1-2 16,-1 0-2-16,-1-3-3 0,1-3-5 0,1 1 0 16,0-1 1-16,0 0-4 0,1-3-2 0,-1 0-22 15,0-3-76-15,1-1-73 0,1-2-71 0,0 0-68 0,1-1-54 16,1-4-80-16,2-1-98 0,0 1-32 0,1-5-271 16,1-1-389-16</inkml:trace>
  <inkml:trace contextRef="#ctx0" brushRef="#br0" timeOffset="126764.7323">3299 13900 357 0,'4'-13'551'0,"-1"2"-61"16,-1 1-23-16,-2 10-76 0,5-14-60 0,-5 14-61 16,0 0 15-16,4-12-5 0,-4 12-18 0,0 0-40 15,0 0 6-15,4 8-33 0,-4-8-40 0,3 14-23 16,-1-4-22-16,-1 2-23 0,1 0-21 0,0 3-8 15,-1 1-13-15,1 1-8 0,0 1-5 0,0-1-11 16,0 1-3-16,1 0 2 0,0 0-13 0,0 0-37 16,0-3-57-16,1 2-63 0,0-1-49 0,0-1-87 15,0-1-15-15,2-1-93 0,-2-2-6 0,0-1-83 0,-1-1-394 16,-3-9-432-16</inkml:trace>
  <inkml:trace contextRef="#ctx0" brushRef="#br0" timeOffset="127081.3724">2735 13744 105 0,'-19'-8'467'0,"2"-1"-38"0,1 1-37 15,3 0-33-15,0 1 0 0,4 0-44 0,1 0-56 16,2 0-34-16,6 7-73 0,-5-15 30 0,5 15-50 0,9-15 43 15,1 8-71-15,7-2 49 0,6 0-49 16,8 0 52-16,9-2-17 0,4 0-25 0,6 3-20 16,1-3-22-16,4 4-9 0,2 0-12 0,1-1-9 0,2 4-8 15,0-1-7-15,2 2-5 0,0 0-2 16,0 3-7-16,0-1 0 0,-4 2-6 0,0 3 0 0,-5-2-17 16,-1 3-32-16,-5-1-38 0,-8 1-39 15,-4 0-36-15,-3 1-40 0,-7 0-38 0,-4 2-47 0,-2-1-34 16,-5-1-21-16,-3 2-47 0,-11-8-452 0,9 12-372 15</inkml:trace>
  <inkml:trace contextRef="#ctx0" brushRef="#br0" timeOffset="130664.7489">4594 14158 17 0,'0'0'327'16,"0"0"-17"-16,13-6-76 0,-13 6 17 0,7-6-73 15,-7 6 6-15,7-6-51 0,-7 6 24 0,0 0-14 16,8-7-22-16,-8 7-22 0,0 0-19 0,9-8-7 16,-9 8-15-16,0 0-4 0,6-7-4 0,-6 7-7 0,0 0-6 15,0 0 2-15,6-8-7 0,-6 8-7 16,0 0-4-16,0 0-2 0,0 0-3 0,6-8-3 16,-6 8-1-16,0 0 1 0,0 0-2 0,0 0 0 15,0 0 1-15,0 0-1 0,0 0-1 0,4-7-2 0,-4 7 3 16,0 0 1-16,0 0-7 0,0 0-4 0,0 0 3 15,0 0 0-15,0 0 0 0,0 0-2 16,0 0 1-16,0 0 1 0,0 0-3 0,0 0-3 0,0 0 7 16,0 0-4-16,0 0-1 0,0 0 2 0,0 0-2 15,0 0 2-15,0 0-1 0,0 0 4 0,0 0 2 16,0 0-2-16,0 0 1 0,0 0 2 0,0 0 11 16,0 0 0-16,0 0 1 0,5-8-2 0,-5 8 0 15,0 0 1-15,0 0 0 0,0 0-1 0,0 0 2 16,0 0-3-16,0 0-3 0,0 0-3 0,0 0 3 15,0 0-5-15,0 0-1 0,0 0 2 0,0 0-2 16,0 0-1-16,0 0 1 0,0 0 2 0,0 0-1 16,0 0 4-16,0 0 0 0,0 0-1 0,0 0 2 0,0 0 4 15,0 0-4-15,0 0-2 0,0 0 2 16,0 0-4-16,0 0 0 0,0 0 2 0,0 0-1 16,0 0-3-16,0 0-3 0,0 0 1 0,0 0-4 0,0 0 5 15,0 0-1-15,0 0-4 0,0 0 5 0,0 0 0 16,0 0 1-16,0 0-1 0,0 0-3 0,0 0 4 15,0 0-1-15,0 0-2 0,0 0 1 0,0 0 9 16,0 0 0-16,0 0 11 0,0 0 2 0,0 0 9 16,0 0 2-16,0 0 7 0,0 0 1 0,0 0 7 15,0 0-1-15,0 0 7 0,0 0 2 0,0 0 11 16,0 0-3-16,0 0-6 0,0 0-14 0,0 0-6 16,0 0-3-16,0 0 1 0,0 0 6 0,0 0 7 15,10-4 16-15,-10 4 17 0,0 0 4 0,0 0 0 16,5-10-19-16,-5 10 5 0,0 0-19 0,0 0 12 0,-2-12-20 15,2 12 16-15,-6-8-25 0,6 8-1 16,-10-7-12-16,10 7 2 0,-16-7-16 0,4 4 6 16,1 1-10-16,-3 1 6 0,-1 1-13 0,-1 1 12 0,-3 1-15 15,0 2 8-15,2 2-7 0,-3 1 15 16,0 1-15-16,1 3 11 0,0 0-6 0,3 3 8 16,0 0-12-16,1 2 12 0,2-2-9 0,2 3 9 0,3-3-11 15,2 1 4-15,1 0-4 0,2-1 13 0,3-2-15 16,2 1 10-16,4-1-9 0,0 1-1 0,3 0 0 15,3-3-1-15,3 2 2 0,1-4-1 0,1 1-1 16,1-3 3-16,0 0-10 0,1-2-2 0,-1-1-7 16,1 0 8-16,-1-3-21 0,-3 0 15 0,1-1-7 15,-1-2 12-15,0 0-9 0,-3-3 16 0,-1-1-14 16,0-1 16-16,-3-1-11 0,-1 0 12 0,0-2-13 16,-2-2 16-16,-1 2-14 0,-1-1 13 0,-1 0-13 15,0 1 12-15,0-1-10 0,-2 12 13 0,2-19-12 16,-2 19 12-16,1-16-10 0,-1 16 9 0,1-13-12 0,-1 13 12 15,0 0-14-15,1-15 17 0,-1 15-16 16,0 0 13-16,0 0-8 0,0 0 6 0,0 0-6 0,0 0 8 16,0 0-8-16,3 13 9 0,-3-13-10 0,3 10 9 15,-3-10-10-15,5 12 9 0,-5-12-6 0,6 12 11 16,-6-12-12-16,9 13 10 0,-9-13-10 0,11 12 9 16,-2-6-11-16,-9-6 15 0,16 8-17 0,-7-4 14 15,2 0-15-15,-1-2 13 0,-10-2-21 0,23 1 14 16,-23-1-15-16,24-2 17 0,-13-1-14 0,-1 1 12 15,1-4-12-15,-1 0 21 0,0-2-20 0,1-2 17 16,-2 0-13-16,0-2 14 0,1-1-12 0,-3 3 14 16,0-4-13-16,0 1 10 0,-1 1-15 0,0 2 23 0,-2 2-1 15,0-1 17-15,-4 9-11 0,6-14 0 16,-6 14 7-16,0 0-18 0,4-10 12 0,-4 10-6 16,0 0 24-16,0 0-4 0,-4 9 8 0,4-9-19 0,-4 13 11 15,4-13-16-15,-4 18 4 0,2-8-9 16,0 1-2-16,1 1-1 0,0-1 1 0,0 2-2 15,1-13-3-15,1 22-3 0,-1-22-5 0,2 22 9 0,0-12-3 16,0 0 1-16,-2-10 1 0,7 17-1 0,-3-8-1 16,1-2-11-16,-5-7-6 0,14 11-9 0,-6-6-5 15,-8-5-2-15,18 5 3 0,-18-5 0 16,15 1 3-16,-15-1 0 0,19-3 15 0,-9-1-10 0,0-2 13 16,0-2-15-16,0-1 14 0,-1-1-9 0,2-1 14 15,-3-1-11-15,1 0 15 0,0 0-12 0,-2 0 15 16,-1 2-12-16,0 1 15 0,-1 1 3 0,-1-2 28 15,-4 10-12-15,9-13 2 0,-9 13-11 0,6-9-1 16,-6 9-7-16,0 0 8 0,7-5-5 0,-7 5 7 16,0 0 0-16,6 7 15 0,-6-7-4 0,5 12 21 0,-5-12 16 15,4 18 0-15,-1-10-16 0,1 3 1 16,-1 0-18-16,1 1-4 0,0-2-6 0,1 4-6 16,2-3-2-16,-2 0 1 0,2 1-6 0,1-2-3 0,2 0 6 15,1 0-6-15,1-2 0 0,4-1-1 16,0 0-2-16,1-2 1 0,1-2-1 0,0 0-2 0,0-2 1 15,0-2-1-15,0 0-2 0,-1-2-3 0,0-2-2 16,2-4-5-16,-2-1-4 0,0-2 1 0,-2-3 7 16,0-5-8-16,-1-2 7 0,-1-4-4 0,-4-1 2 15,0-1 2-15,-2-3 1 0,-1 0 4 0,-2-2-5 16,-2 1 2-16,0-1 2 0,-2 6 4 0,1-1 0 16,-2 3-1-16,1 5 0 0,0 0-1 0,0 3 0 15,-1 1 0-15,0 4-1 0,1 12 2 0,-2-16-3 16,2 16 4-16,0 0 13 0,0 0 6 0,-12 10-1 15,9 1 6-15,-1 6 5 0,-1 3 3 0,-1 5-13 16,1 6 2-16,-3 0-11 0,2 2 4 0,-1 0-8 0,1 0 4 16,1-2-6-16,-2 0-3 0,2-1-1 15,0-3-1-15,1-4-9 0,0 1-16 0,0-2-12 16,-2-2-7-16,3-3-9 0,-1-3-6 0,0 0-1 0,0-3 2 16,0-1 5-16,0-2 13 0,4-8 3 15,-8 9 1-15,8-9 8 0,0 0 6 0,0 0 1 0,0 0 4 16,-11-2 2-16,11 2 3 0,2-8 4 0,-2 8 0 15,5-17-2-15,0 8 6 0,2-1 6 0,0 0-11 16,1-3 10-16,2 3-7 0,2-5 8 0,2 1-14 16,1 1-9-16,0-1 5 0,1 0-13 0,0-1 8 15,1 1-11-15,0 0 6 0,0-1-18 0,1-2 1 16,-2 1 6-16,0 3 7 0,-2-5 4 0,1 4 7 16,-1-3 3-16,-2 1 3 0,1 1 1 0,-2 0 5 15,-2 3 10-15,1-1 1 0,-2 2-5 0,-2 0 19 16,0 3 37-16,0 1-1 0,-6 7-6 0,9-13-15 15,-9 13-3-15,0 0 27 0,7-8-2 0,-7 8 12 0,0 0 15 16,0 0-12-16,0 12 16 0,0-12-18 0,-4 17 12 16,1-6-3-16,1 1-14 0,-2 3-10 15,1 1-8-15,0-1-9 0,-2 2-8 0,2 0-2 0,-1 0-9 16,0-1-1-16,0 1-3 0,1-1-3 0,0 1-1 16,0-3-6-16,1 2 3 0,-1-4-3 0,1-1-5 15,1 0-23-15,1-11-15 0,0 19-19 0,0-19-16 16,1 14-16-16,-1-14-17 0,6 10-24 0,-6-10-19 15,9 5-7-15,-9-5 29 0,14-4-17 0,-4-1-5 16,1-1-11-16,1-2 36 0,2 0 0 0,-1-3 44 16,1 1-5-16,-1 1 37 0,0 0-7 0,-2-1 30 15,0 3-16-15,-1 1 31 0,-2 0-17 0,-1 1 27 16,-7 5 1-16,14-6 42 0,-14 6 1 0,0 0 36 0,14 4-16 16,-14-4 12-16,7 8-14 0,-7-8 15 15,5 14-26-15,-5-14 11 0,6 18-18 0,-4-7 17 16,0-1-27-16,0 2 1 0,1-2-7 0,0 2-4 0,1 0-2 15,1 0-6-15,-1 0-1 0,3 1-3 0,0-3-1 16,-1 0-2-16,2-1-3 0,1 0 4 0,-1-3-4 16,0-1-2-16,0 2 8 0,-8-7-2 0,19 4 0 15,-19-4 1-15,18 2 0 0,-18-2-5 0,18-5 3 16,-6 2 0-16,-1-4 0 0,0-1 16 0,2 0-11 16,0-1 7-16,3-1-11 0,-2-2 11 0,3 1-15 15,-2 0 13-15,1 1-10 0,0 0 6 0,-1 2-4 16,-2 0 0-16,3 1-3 0,-3 3-2 0,1-2 2 15,-2 2-2-15,0 3-3 0,-12 1 1 0,22 1-2 16,-11 2 3-16,0 1-3 0,-1 1 2 0,0 1 2 16,1 4 3-16,-1-2-3 0,-2 2-3 0,-1-1 5 15,0 2-2-15,-2-3-1 0,-1 2-2 0,-1-2 5 16,-3-8-2-16,2 17 0 0,-2-17 2 0,-2 14 2 16,2-14-2-16,-9 12 1 0,9-12 5 0,-17 8 0 15,8-4 2-15,-4-3 0 0,-1 0 6 0,-1-2 6 0,-4 0 3 16,-1-3 10-16,2 0 13 0,-1 0-2 0,2-2 4 15,1 0-2-15,2 0-11 0,1-3-9 16,2 0-5-16,0 1-2 0,4-1 4 0,1 1-17 0,3-2 10 16,3 10-18-16,-3-17 10 0,3 17-31 0,4-15-13 15,-4 15-41-15,11-14-39 0,-2 9-90 0,0 2-55 16,0-2-107-16,3 1-67 0,-1 2-84 0,1 0-115 16,3 0-545-16,-2 2-783 0</inkml:trace>
  <inkml:trace contextRef="#ctx0" brushRef="#br0" timeOffset="130997.7074">6611 14227 300 0,'0'0'600'0,"1"-11"-46"0,-1 11-44 0,2-12 11 0,-2 12-70 16,4-13-10-16,-4 13-75 0,6-14-29 16,-6 14-67-16,10-12-57 0,-10 12-36 0,12-7-20 15,-12 7-23-15,13-3-8 0,-13 3-15 0,17 3-18 0,-8 3-18 16,0-2-14-16,3 3-8 0,-3 2 1 15,2 1-9-15,-1 4-8 0,-1-3-6 0,-1 3-6 16,1-1-6-16,-2 2-9 0,-1 0 2 0,1-1-2 0,-1 1 0 16,0-2-5-16,-2 2-2 0,-1-5-2 0,0 2 2 15,0-3-2-15,-3-9 3 0,4 18 8 0,-4-18-1 16,2 12 1-16,-2-12 5 0,0 0 5 0,0 0 22 16,-4 8 10-16,4-8-4 0,0 0-7 0,-9-11-9 15,9 11-6-15,-7-16-2 0,4 5-9 0,2-1-2 16,1-1-3-16,1-4-2 0,3 0-3 0,1-4-2 15,2 1-1-15,2-1-5 0,4-3-16 0,2 1-37 16,2 1-64-16,2 1-88 0,3 2-82 0,2 0-140 16,3 3-85-16,0 1-110 0,7 0-639 0,-5 4-870 0</inkml:trace>
  <inkml:trace contextRef="#ctx0" brushRef="#br0" timeOffset="135014.7837">4494 13764 42 0,'0'0'262'0,"-2"-19"-54"16,2 19-5-16,-2-21-27 0,2 21-2 0,-1-22-17 16,0 10-3-16,-1 0-8 0,2 2 2 0,-1-3-10 15,0 2-14-15,0 0 6 0,1 11-7 0,0-22-7 0,0 22-2 16,0-20 1-16,0 20 2 0,0-15-2 0,0 15-10 16,0-12-19-16,0 12-17 0,0 0 23 15,0 0 45-15,0 0 15 0,0 0-3 0,0 0-9 0,0 0-13 16,-6 8 36-16,3 4-10 0,-2 4 7 0,-2 5-27 15,-1 1-16-15,-3 5-4 0,0 2-27 0,-3 6 4 16,1 1-24-16,-1 2 10 0,-2 0-33 0,1 0 8 16,-1 0-23-16,1-1 6 0,-1 0-22 0,3-1 14 15,-1-3-20-15,2-3 14 0,1-3-16 0,1 0 10 16,3-4-16-16,1-2 20 0,-2 0-21 0,4-5 0 16,-1 0 3-16,1-2-1 0,1-2-2 0,-1 0 4 15,2-2-2-15,2-10 4 0,-4 17-1 0,4-17 2 16,0 0-4-16,-3 11 1 0,3-11 17 0,0 0-21 15,0 0 15-15,9-10-17 0,-9 10 11 0,7-16-15 16,-3 6 16-16,2-4-26 0,-2-1 1 0,3-5-21 16,-1-1-2-16,0-1 0 0,1 0-22 0,0-6 23 15,-1 0-15-15,2 1 17 0,-1-3-26 0,-1 1 22 0,2 1-15 16,-2-2 22-16,0 2-13 0,2 0 9 16,-1 1 8-16,-1 3 19 0,0-1-14 0,0 3 21 15,1 0-17-15,1 0 22 0,0 3-18 0,0-1 20 0,1 3-16 16,1 0 18-16,-1 3-18 0,0 2 18 0,1 1-14 15,-1 1 14-15,1 3-16 0,-1 1 20 0,1 4-15 16,-10 2 29-16,18 0-4 0,-8 2 25 0,0 4-1 16,-1 5 19-16,1 0-12 0,0 4 23 0,-2 3-20 15,0 2 13-15,-1 2-20 0,-2 0 14 0,-1 5-20 16,0-2 7-16,-1 3-19 0,-1-2 10 0,0 2-9 16,1-1-5-16,-2-1-5 0,0 0-5 0,0-2-2 15,1 0-12-15,0 0 13 0,0-4-13 0,0-1 10 16,0-1-8-16,-1-1 6 0,2-1-10 0,-1 0 11 15,1-2-12-15,-2-2 9 0,1-2-8 0,1 0 9 16,-3-10-20-16,6 19-19 0,-6-19-58 0,5 14-41 16,-5-14-70-16,6 10-63 0,-6-10-76 0,7 6-76 0,-7-6-38 15,0 0-82-15,0 0-340 0,12 3-432 16</inkml:trace>
  <inkml:trace contextRef="#ctx0" brushRef="#br0" timeOffset="135249.8973">4428 14137 85 0,'-14'-3'593'0,"14"3"-135"0,0 0-49 16,-13-3-41-16,13 3-23 0,0 0-49 0,-10-4-35 15,10 4-24-15,0 0-25 0,0 0-34 0,0 0-27 16,2-12-9-16,-2 12-19 0,10-6-24 0,-1 2-15 0,2 1-18 15,3-1-12-15,2 0-10 0,2 1-11 16,5-1-6-16,3 0-4 0,2 2-9 0,2-1-52 16,5 1-76-16,0-2-105 0,3 3-97 0,-1 0-133 0,4 0-541 15,-2 1-585-15</inkml:trace>
  <inkml:trace contextRef="#ctx0" brushRef="#br0" timeOffset="136381.1966">7117 13889 246 0,'2'-15'392'0,"-2"5"-60"15,0 10-38-15,0-23 14 0,0 23-32 16,-2-22-14-16,0 12 7 0,0 0-2 0,-1 1-1 0,3 9-5 16,-4-18-16-16,4 18-37 0,-3-12-41 0,3 12 3 15,0 0 27-15,-10-5-3 0,10 5-34 0,-11 7-11 16,5 3-17-16,-1 2 1 0,-1 1-9 0,1 6-9 16,0 2-1-16,0 2-6 0,-1 6-14 0,1-2-7 15,0 4-16-15,1-1-13 0,1 1-8 0,-2 0-12 16,4-1-6-16,-2 0-6 0,2-2-5 0,0-3-3 0,0 0-4 15,1 0-4-15,0-3 5 0,0-1-9 0,0-2-1 16,1-1-3-16,0-2 5 0,0 1-2 16,0-5-4-16,0 0-2 0,0-2 4 0,1-10 2 0,-1 17 1 15,1-17-2-15,0 0-1 0,-1 14-2 0,1-14 2 16,0 0-3-16,0 0 3 0,0 0-10 0,3-16 4 16,-1 7-12-16,0-5-22 0,2-1-9 0,0-4 7 15,0-5-1-15,0 0 3 0,2-7 3 0,-1 0 3 16,1 0 8-16,-1-1 4 0,1-2 3 0,-3 0 1 15,2 4 5-15,-1-2 2 0,-1 6 1 0,0 1 2 16,1 4-2-16,-2 3 3 0,0 1 2 0,-1 3 1 16,1 0 1-16,-2 14-1 0,3-17-1 0,-3 17 0 15,0 0 0-15,3-11 1 0,-3 11 0 0,0 0 0 16,7 17 3-16,-5-7-1 0,2 4-3 0,1 1 3 16,1 6 11-16,0 1-13 0,2 0 15 0,2 5-18 15,0-1 15-15,1-1-17 0,2 1 14 0,-1-1-11 16,2-1-1-16,0-2 1 0,-1-1 1 0,1-2-2 15,-1-3 4-15,1-1 2 0,-1-3-3 0,0-2 5 16,-1-1 3-16,-1-3 6 0,1-4 3 0,-1 1 5 0,-11-3 6 16,23-3 3-16,-12-1-3 0,1-6-2 0,-1-2-7 15,1-4-2-15,1-6-4 0,-1-3-2 16,1-3-5-16,-2-2 4 0,0-6-4 0,0 0 2 0,0-1-4 16,-2 1-3-16,1 5 7 0,-3 1-3 0,0 1 0 15,0 0-3-15,-2 7 2 0,1 1-3 0,-2 5 0 16,0 0 0-16,0 2-3 0,-1 3-2 0,-3 11 2 15,5-15-2-15,-5 15-9 0,0 0-27 0,8-7-44 16,-8 7-37-16,0 0-54 0,5 13-61 0,-5-13-60 16,4 20-75-16,0-3-74 0,1 2-55 0,2 1-64 15,3 6-370-15,1 1-512 0</inkml:trace>
  <inkml:trace contextRef="#ctx0" brushRef="#br0" timeOffset="137630.97">7922 14216 511 0,'0'0'439'0,"6"-8"-33"16,-6 8-19-16,4-14-23 0,-4 14-22 0,-1-16-30 16,1 16-18-16,-5-19-4 0,2 10-33 0,-1 0 10 15,0 1-51-15,-1 2-14 0,-2-2-54 0,-2 3 3 16,0 0-36-16,9 5-1 0,-21-3-25 0,9 5 7 16,0-1-30-16,-3 4 4 0,0 2-25 0,0 0 9 15,-1 4-24-15,0 0-7 0,2 3-2 0,0-3-3 16,2 3-2-16,0 0-5 0,4-1-2 0,0 1-1 15,2-1 0-15,0-1-1 0,3-1 0 0,1 1-2 16,1-1 2-16,1-11-2 0,1 19-3 0,-1-19 1 0,7 18 0 16,-7-18-1-16,9 13-1 0,-9-13 4 0,13 7-6 15,-13-7 3-15,14 4-5 0,-14-4 3 16,16-3 1-16,-16 3 1 0,17-7-3 0,-8 1-1 16,0-2 1-16,1-3 2 0,-2-1 12 0,0-2-17 0,0-3 18 15,2-1-19-15,-3 1 13 0,1-1-14 0,-3 2 14 16,2 2-13-16,-2-1 13 0,-1 1-12 15,-1 4 14-15,0-1-7 0,0 2 6 0,-3 9-4 0,4-16-3 16,-4 16 15-16,3-11-17 0,-3 11 14 0,0 0-13 16,0 0 10-16,0 0-13 0,0 0 14 0,0 0-12 15,0 0 11-15,-1 13-13 0,1-13 9 0,-1 12-12 16,1-12 14-16,2 15-12 0,-2-15-3 0,4 16 2 16,-4-16 0-16,5 18 5 0,-5-18-2 0,7 16-3 15,-2-7-3-15,0-3-7 0,3 1-25 0,-1 0-4 16,1-2-40-16,1 1 4 0,1-2-28 0,-1-1 18 15,-9-3-21-15,21 4 31 0,-21-4-1 0,19-3 35 16,-7 1-12-16,-2-3 29 0,1-2-12 0,1-1 27 0,-1-2-17 16,-1-2 26-16,1 1-17 0,-2-4 26 0,0-1-17 15,0 2 41-15,-3 0 12 0,0 1 53 16,0-1-6-16,-2 3 25 0,1 0-10 0,-2 2-2 0,-3 9-18 16,7-16-22-16,-7 16-10 0,4-12-11 0,-4 12-4 15,0 0 18-15,0 0 0 0,0 0-8 0,0 0-8 16,0 0-7-16,0 16-6 0,0-16-4 0,0 15-2 15,0-15-5-15,-1 21-2 0,1-21-2 0,1 23-4 16,-1-11 1-16,0 0-3 0,1 0 0 0,0 1-2 16,1-1 0-16,-1 0 0 0,1-2 2 0,0 0 0 15,-2-10-1-15,3 19-5 0,-3-19 0 0,5 16 1 16,-5-16 2-16,4 11-3 0,-4-11 1 0,4 9 1 16,-4-9 3-16,7 5-4 0,-7-5 1 0,0 0 1 15,0 0 0-15,17-4-5 0,-17 4-6 0,9-7-1 16,-9 7-1-16,11-12-3 0,-11 12 4 0,12-13-2 15,-7 7 4-15,-5 6 3 0,11-13 4 0,-11 13-1 0,12-12-1 16,-12 12-1-16,9-9 1 0,-9 9 0 16,9-7-1-16,-9 7 1 0,9-3 1 0,-9 3 3 0,0 0-2 15,13 1 0-15,-13-1-1 0,7 6 3 0,-7-6 1 16,7 9 0-16,-7-9-3 0,8 12-4 0,-8-12 4 16,7 14 1-16,-7-14 1 0,6 15 0 0,-6-15-3 15,7 15 3-15,-7-15-1 0,7 13 1 0,-7-13-10 16,7 11-11-16,-7-11 2 0,7 10-8 0,-7-10 13 15,6 5 2-15,-6-5-2 0,0 0 3 0,14 2 3 16,-14-2-3-16,10-5 6 0,-10 5 1 0,11-8 0 16,-4 2 3-16,1-1 2 0,-2-1-5 0,2-2 7 15,0 1-3-15,1-2-1 0,-1 1 2 0,0-1 1 16,-1 1-2-16,1 0 0 0,-2 2-1 0,1-1 3 0,-1 3-1 16,1 0-1-16,-7 6-1 0,12-11-1 15,-12 11 1-15,12-7 1 0,-12 7-1 0,16-4-3 16,-16 4 6-16,15 0 2 0,-15 0-6 0,20 4 0 0,-10-1 0 15,3 0 1-15,1 1 2 0,1 1-1 0,1 1-2 16,1 0 3-16,0-1-1 0,3 2 0 0,1-1 0 16,-1-1 3-16,1 2-2 0,-2-3 1 0,-2 0-2 15,2-1-3-15,-2 1 4 0,-1-2-2 0,-2 0 1 16,1-1-2-16,-2-2 2 0,0-1 2 0,-1 0 2 16,-2-2-5-16,1 0 2 0,-2-3 2 0,0-3-3 15,0 2 2-15,-2-3-1 0,-1-1-1 0,-1-1 4 16,0 1 0-16,-2-1 1 0,-1 2 1 0,-2-1 0 15,0 2 4-15,-2-2-1 0,-1 1-1 0,-1 3-2 16,-2-2 1-16,0 3 1 0,-3 3-3 0,9 4-1 16,-20-4 8-16,20 4-2 0,-23 4 2 0,9 2 3 15,0 3 12-15,-2 1 2 0,0 2-5 0,2 3 14 16,0-2-5-16,3 4-6 0,2-1 4 0,-1 1 6 16,5 0 6-16,1 0 11 0,2-2 4 0,2-1-2 15,3 1 1-15,2 1 7 0,1-1-5 0,6 0-9 16,1-1-7-16,4-1-8 0,1 0-7 0,7-2-5 0,1 1-5 15,2-4-3-15,1 0-1 0,2-2-8 0,-4-1 4 16,2-2-1-16,-1 0-5 0,-2-1-50 0,2-2-65 16,-1 0-79-16,-1-2-102 0,-3 1-106 0,2-2-98 15,-5 1-166-15,0-2-699 0,-3 1-962 0</inkml:trace>
  <inkml:trace contextRef="#ctx0" brushRef="#br0" timeOffset="141349.3255">10241 12996 337 0,'0'0'441'0,"0"0"-63"0,4-9-19 0,-4 9-19 15,0 0-22-15,0 0-24 0,-18 2-35 0,9 3 4 16,-3 4-30-16,-2 4-26 0,-5 4-29 0,0 4-7 15,-5 8-6-15,-1 2 5 0,-1 2-15 0,-4 10 16 16,0 0-26-16,-1 2-2 0,2 4-14 0,0-3-14 0,3 3 2 16,0 1 4-16,3 0-7 0,2 3-18 0,6-9-14 15,2 1-13-15,4-1-9 0,2 0-10 0,5 0-3 16,2-7-6-16,4 7 52 0,2-2 1 0,4-3-12 16,5 0-19-16,3-3-10 0,4-1-11 0,4-3-8 15,4-2-3-15,5-2-8 0,3-2-7 0,11-1-22 16,2-1-56-16,-3-8-59 0,11 0-83 0,-6-3-60 15,2-2-39-15,0-4-59 0,1-1-127 0,-1-3-124 16,-2-3-609-16,-3 0-830 0</inkml:trace>
  <inkml:trace contextRef="#ctx0" brushRef="#br0" timeOffset="143623.0741">10683 13662 78 0,'0'0'558'0,"1"-15"-121"15,-1 15-1-15,0-13-23 0,0 13 4 0,0 0-95 16,0-15-44-16,0 15-76 0,0 0 7 0,0 0-22 16,0 0-9-16,0 0-25 0,0 0 9 0,0 0-26 15,1 14-18-15,-2-2-2 0,1 1-7 0,-1 2-19 16,0 3-17-16,0 2-15 0,0-1-8 0,1 2-9 15,-1 0-7-15,1 0-13 0,0 0 2 0,0 1 12 16,-1 0-24-16,1-3 14 0,0 1-20 0,0-1 20 16,-1-1-25-16,0 0 18 0,0-2-24 0,0-3 23 15,0-1-16-15,1-12 25 0,-1 21-4 0,1-21 1 16,-4 12 0-16,4-12-9 0,0 0 1 0,-9 7-5 16,9-7-1-16,-9-8-1 0,9 8-2 0,-11-15-3 0,5 3 0 15,0-2-4-15,0-1 2 0,0-5 0 0,-2-2-1 16,2 0-1-16,0-2 5 0,0-5-1 15,1-1 2-15,1 1-5 0,0 2-3 0,3 0 0 0,2 0-1 16,1-1 1-16,4-1 3 0,2 1-2 0,3 0-2 16,3 3-5-16,2 1 6 0,3 2 0 0,4 2 1 15,0 2-3-15,3 3 0 0,2 2 2 0,1 3 2 16,1 2 1-16,-2 3-4 0,-1 2-2 0,1 3 2 16,-1 0 1-16,-2 3 0 0,1 1-1 0,-4 0 2 15,-1 3-1-15,-5 0 0 0,-1 0 1 0,-4 1 0 16,-1 0 1-16,-3 1 2 0,-7-9 0 0,4 16 4 15,-4-16-3-15,-7 18 0 0,-1-9 3 0,-2 1-1 16,-4-1 2-16,-1 2 0 0,-5-1-2 0,1 0 1 16,-2 0-3-16,0-1 2 0,2 0 0 0,-1-1-2 15,2 0-3-15,3-1-4 0,3 0 3 0,0-1-1 16,3 2 1-16,1-2 3 0,8-6-1 0,-8 13 4 0,8-13 0 16,0 14 0-16,5-6-8 0,0 1 6 0,3 1-2 15,2-1-2-15,2 3 1 0,1-1 3 16,3 1-3-16,-2 0-4 0,4 0-1 0,-2 1-1 0,1 2-7 15,0-4-2-15,0 3 2 0,0-1 1 0,1 0 3 16,0 0 1-16,-2 2 2 0,2-3 2 0,-2 2 0 16,-1-1 1-16,0-1 2 0,-3-2 0 0,-2 1 2 15,-1-2 0-15,-3 0 3 0,1-2 0 0,-7-7 2 16,6 13 4-16,-6-13-3 0,-3 12 0 0,3-12-1 16,-12 10 3-16,3-7 4 0,-4 3 2 0,-3-1-1 15,-1-3-1-15,-4 1 3 0,-3 0-2 0,-2-1-6 16,-2 1-1-16,0-2-1 0,-2 0-1 0,-2-1-2 15,0 0-1-15,0 0 1 0,1-1 0 0,2-1-1 16,1-1-8-16,6 2-25 0,3 0-43 0,3-2-91 0,2 0-63 16,14 3-125-16,-13-4-96 0,13 4-92 0,0 0-501 15,9-11-659-15</inkml:trace>
  <inkml:trace contextRef="#ctx0" brushRef="#br0" timeOffset="145081.3187">11509 13874 683 0,'0'0'621'0,"-3"-16"-87"16,3 16-12-16,-1-17-91 0,1 17-66 0,1-20-61 16,1 10-57-16,2-1-42 0,3 0-33 0,1-1-12 15,2 1-17-15,1 2-27 0,1-1-20 0,3 3-17 16,0 0-18-16,3 2-12 0,-2 1-10 0,1 2-7 15,3 2-6-15,-2 0-6 0,3 4-4 0,0 2-4 0,-1 1-2 16,0 1-5-16,-3 3 1 0,0 1-3 0,1 0 2 16,-5 1-3-16,-2 1 3 0,1-1 2 0,-4 2-1 15,-1-1 1-15,-3 0 0 0,1-2 1 0,-4 1 6 16,0-1 11-16,-2 0 8 0,-3-1 1 0,0-1 0 16,-3 2 12-16,-2-2-4 0,-2-1-4 0,-2-2-9 15,0 0-6-15,-5-1-4 0,1-2-2 0,0 1-6 16,-3-3 1-16,2-2-2 0,-2 0-1 0,1-1-5 15,0-2 6-15,2-1-4 0,-2-2-1 0,3 0 1 16,1-3-2-16,1-1-1 0,3-1-4 16,1-1-2-16,4-1 2 0,1-1-3 0,2-1 4 0,3-1-2 15,3 0 2-15,2-4-1 0,6 1-2 0,-2-1 1 16,6 0 0-16,3 0 0 0,3-1-3 0,0 4 2 0,4 1 6 16,2-1-4-16,2 4-2 0,1 1-2 15,2 2 2-15,1 1-2 0,0 2 0 0,1 2 4 16,0 3-1-16,-3 1 0 0,0 2 2 0,3 1-1 15,1 3-1-15,-3 1 1 0,-1 1-1 0,-2 4 4 0,-3 0-3 16,1 1-2-16,0 2 7 0,-4 0-3 0,-1 0-3 16,-6 0 3-16,2 1 0 0,-5 0-2 15,0 1 2-15,-1-2-1 0,-3-1-1 0,-3 1 2 0,0 0 2 16,-2-3 1-16,-2 0 0 0,-2-11-2 0,-2 23 0 16,-2-14 1-16,-2 1 4 0,2-2-3 0,-5-1-1 15,1 0-2-15,-2-2 1 0,-1 0 0 0,1-1-1 16,-2-2 0-16,12-2 2 0,-23 1-5 0,12-2 3 15,0-2 0-15,0-1 0 0,-1-2 0 0,1-2-2 16,2-1-3-16,0 0-4 0,3-2-27 0,1-1-12 16,1-2-9-16,2 2-5 0,4-5-5 0,0 2 2 15,3-4 2-15,3-3 4 0,4-2-5 0,1 0 6 16,5-1 8-16,-1-3 6 0,4 2 11 0,0-3 6 0,-1 3 7 16,2 0 2-16,-5 2 5 0,2 1 4 15,-1 1 0-15,-2-3 4 0,0 2 4 0,-1 0 1 16,-1 1 7-16,-3-2 10 0,-2 5 5 0,2-1 17 0,-4 1 16 15,-1 2 10-15,-1 1 2 0,-1 1-7 16,1 1 30-16,-3 2 14 0,1 1-2 0,-1 2-20 0,-2 9-25 16,5-17-16-16,-5 17-9 0,0 0 39 0,3-8 17 15,-3 8-10-15,0 0 14 0,5 15 28 0,-3-3-1 16,0 3-17-16,0 3-15 0,4 4-3 0,-4 3 25 16,0 1-1-16,2 6-10 0,1 0-14 0,-3 3-8 15,2 0-12-15,-1 0-12 0,-1 2-9 0,2 0-10 16,-1 0-4-16,0-2-10 0,1 0-2 0,-2 1-4 15,0-3-3-15,0 0-4 0,0-5 2 0,-1-2-4 16,1-1-4-16,0 0 3 0,0-6 1 0,-2 0-1 16,2-1-1-16,-2-4-1 0,2 0 6 0,-2-3 5 15,0-11 1-15,1 18-3 0,-1-18-3 0,0 0-3 0,5 11 0 16,-5-11-2-16,0 0-3 0,11-9 0 16,-5 1 0-16,3-3 0 0,2-4-5 0,3-3-2 15,0-2 0-15,5-4-9 0,4-4-10 0,0 0-3 0,2-1-18 16,2 0 0-16,-1 0 1 0,3 2 1 0,-2 1 4 15,2 0-2-15,-2 3-9 0,-4 4 9 0,-3 1 8 16,0 1 8-16,-3 4 5 0,-4 1-4 0,0 4 5 16,-2-1-2-16,-4 2-5 0,-7 7 5 0,11-8 6 15,-11 8 5-15,0 0 3 0,0 0 1 0,0 0 5 16,-9 6-3-16,-2 2 3 0,-3 1 2 0,-5 2 1 16,-4 3 0-16,-2 3 3 0,-4 2 0 0,-2 0-2 15,1 2-1-15,1 0 2 0,0-2 0 0,7-2-3 16,-1 1 0-16,3 0-5 0,5-4 3 0,1 3 2 15,2-3 2-15,4-2 0 0,0 0 1 0,4 1 2 16,2-4 2-16,2-9-1 0,2 17 1 0,2-8-3 16,4-2-2-16,0-2 2 0,3-1-2 0,4 2 0 0,4-5-4 15,0 0 3-15,3-1 1 0,5-2-3 0,-1 0 3 16,8-3-2-16,0-1-1 0,0-3 3 16,4-2-2-16,0-1 1 0,-4-3 0 0,1 0-2 0,-3-2 1 15,-5 2 4-15,-4-1 1 0,1 1-4 0,-3-1 4 16,-4 3-3-16,-1-1 2 0,-2 0-2 0,-4 3 0 15,2 0 0-15,-3 1-3 0,-2-1 2 0,-1 4-3 16,-1-2 1-16,-5 9-6 0,5-15 5 0,-5 15-5 16,0 0 0-16,0-13 1 0,0 13-1 0,0 0 1 15,0 0 0-15,-5-7 3 0,5 7-1 0,0 0 2 16,0 0 1-16,-2 13 1 0,2-13 1 0,2 12-3 16,-2-12 1-16,5 18 1 0,-1-9 0 0,0 2 0 15,3 1 0-15,1-1 2 0,0 3-2 0,1-3 0 0,2 4-2 16,1 0-3-16,1 0 1 0,1-1-1 15,-1-1 1-15,3 3-2 0,-5-2 3 0,2-1-1 16,1 0-1-16,-3-1 2 0,0 0 0 0,-2 0 3 0,0-1-4 16,-2-1 4-16,0 1 0 0,-1-3 1 0,-1 2 0 15,-5-10-2-15,6 16 7 0,-6-16-5 0,3 15 3 16,-3-15 1-16,-3 13 0 0,3-13 0 0,-8 14-1 16,8-14 1-16,-16 11-3 0,5-5 2 0,-2-2-2 15,-2 0-2-15,-2 1-8 0,-3-4-76 0,1 3-76 16,-2-2-71-16,-2-2-53 0,2 0-70 0,2-2-162 15,0-2-171-15,-1 0-603 0,5-2-895 0</inkml:trace>
  <inkml:trace contextRef="#ctx0" brushRef="#br0" timeOffset="146597.7008">14742 13391 446 0,'-12'-11'508'16,"1"-4"-4"-16,0 0-29 0,-1-2-21 0,1 2-86 16,-2 0-27-16,3 1-11 0,0 0-36 15,0 3-48-15,3-1-38 0,1 1-18 0,0 3-37 0,1 0-30 16,5 8-28-16,-8-11 17 0,8 11 7 0,0 0 23 15,0 0-1-15,21 5-11 0,-3 5-12 0,4 4 1 16,9 7 30-16,1-1-14 0,3 4-19 0,1 1-14 16,0 3-5-16,5 4-7 0,0 1-18 0,-7-5-12 15,-1 1-7-15,0 0-9 0,-2 0-6 0,2 1-9 16,-3-1-3-16,-1-1-5 0,0 0-6 0,0-1-4 0,-5-2-8 16,-1 0 2-16,-1-3-1 0,-3-3-1 15,-1 1-1-15,0 0-4 0,-5-6-2 0,3-1-34 16,-5 0-43-16,0-2-35 0,-1-2-29 0,-1-1-39 0,-2-3-50 15,-7-5-45-15,15 7-69 0,-15-7-39 0,0 0-106 16,13-4-69-16,-13 4-90 0,5-11-338 0,-5 11-585 16</inkml:trace>
  <inkml:trace contextRef="#ctx0" brushRef="#br0" timeOffset="146914.4961">15500 13339 53 0,'0'0'691'0,"3"-18"-102"16,-3 18-111-16,0 0-8 0,-3-13-86 0,3 13-9 16,0 0-79-16,-17-3-30 0,5 6-28 0,-1 3-28 15,-2 1-23-15,-3 3-7 0,-5 5-22 0,-2 0-20 16,-5 6-20-16,-1 0-10 0,-2 3-7 0,-1 1-16 0,-2 1-16 16,-6 6-7-16,-3-1-9 0,0 1-6 0,2 1-6 15,-2 0 0-15,1-3-7 0,1 2-5 0,6-6-4 16,1 0-6-16,0 0-6 0,1-1 2 0,1 0-4 15,0-2-4-15,1-1-3 0,1 0 1 0,0-3-1 16,1 0-1-16,7-4 2 0,1 0-5 0,5-5-3 16,0 1-27-16,4-2-23 0,1-2-14 0,2 0-31 15,2-4-41-15,9-3-44 0,-14 5-56 0,14-5-30 16,0 0-99-16,0 0-55 0,-6-8-12 0,6 8-71 16,4-13-375-16,-4 13-436 0</inkml:trace>
  <inkml:trace contextRef="#ctx0" brushRef="#br0" timeOffset="147297.3672">14566 13361 363 0,'4'-15'476'0,"-1"1"-11"15,1 0-55-15,0-1 15 0,1 1-82 0,-2 0-48 16,3 0-5-16,-1 2-22 0,-1-1-30 0,1 4-36 16,2-2-38-16,-5 4-35 0,-2 7-26 0,9-12 8 15,-9 12 8-15,0 0 17 0,0 0-16 0,9 5 14 16,-9-5-7-16,1 19 23 0,-2-6-20 0,-2 5-7 16,-1 3-11-16,-2 3 2 0,-1 5-10 0,-1 0 0 15,0 3 11-15,-1 1-15 0,3 0-18 0,-4 5-15 16,4-4-7-16,-1 5-15 0,2-6-11 0,-2 1-2 0,5 0-13 15,0-2 1-15,0 1-6 0,2-4-4 16,0-2-2-16,2 1-3 0,-1-3 0 0,0 1 0 16,1-2-5-16,3-2 0 0,-2 0-1 0,-1-4-22 0,0-1-32 15,2-1-44-15,-1-3-62 0,-1 0-43 0,0-2-36 16,0 0 4-16,-2-11-69 0,4 15-43 0,-4-15-104 16,7 11-72-16,-7-11-87 0,9 4-364 0,-9-4-566 15</inkml:trace>
  <inkml:trace contextRef="#ctx0" brushRef="#br0" timeOffset="147681.2171">15510 13522 9 0,'5'-12'609'16,"0"-1"-77"-16,-2-1-67 0,2 2 39 0,-1-2-85 16,-2 1-12-16,0 2-70 0,1-1-50 0,-2 0-15 15,1 1-8-15,-2 11-16 0,1-17-37 0,-1 17-41 0,2-15-43 16,-2 15-28-16,0 0-18 0,1-9 30 0,-1 9 25 16,0 0 33-16,0 0-19 0,-3 14-17 0,1-2 8 15,0 1-2-15,-2 2-12 0,2 3 2 0,-1 4-17 16,1 0 3-16,-3 2 8 0,4 0-16 0,-2 2-18 15,1-1-16-15,1 0-12 0,0 1-7 0,-1-1-14 16,2 0-9-16,1 0-4 0,0-1-9 0,-1 0-3 16,2-4-3-16,-1 1-2 0,0-1-1 0,1-2-5 15,-1-2 0-15,-1 2-5 0,1-3-23 0,1-2-52 16,-1 0-50-16,1-3-46 0,-2-10-32 0,2 18-24 16,-2-18-79-16,2 13-70 0,-2-13-72 0,0 0-131 15,2 10-104-15,-2-10-563 0,0 0-857 0</inkml:trace>
  <inkml:trace contextRef="#ctx0" brushRef="#br0" timeOffset="149381.4907">16636 13059 204 0,'0'0'417'0,"0"0"-48"16,17 0-16-16,-17 0-51 0,0 0-28 0,13 3-24 16,-13-3-10-16,0 0-7 0,10 6-5 0,-10-6-17 0,6 7-14 15,-6-7-15-15,3 9-12 0,-3-9-20 0,0 0-18 16,0 16-14-16,0-16-13 0,-7 14-10 16,0-8-11-16,-1 1-4 0,-2 1-6 0,-4 0-9 0,-2-1-13 15,-3 1-11-15,-4-1-9 0,0 0-4 16,-3-1-5-16,-5-1-1 0,-2 1-6 0,0-1-2 0,0-2-3 15,-2 2-2-15,5-4-1 0,1 1 1 0,0-2-3 16,1 0-1-16,2-2 3 0,3 1-2 0,2-2 2 16,3 0-3-16,1-2 0 0,2-1-1 0,0-1-1 15,4 0-2-15,1-3-1 0,1 0 0 0,3-2 0 16,2 1-3-16,2-2-1 0,1 0 3 0,3 0-2 16,0-1 1-16,3 0 1 0,0 0 0 0,6 1-1 15,0 0 1-15,6 1-3 0,1 0 3 0,8 2-3 0,4 0 2 16,4 1-1-16,13 0 4 0,3 3-1 15,5 1 4-15,5 1 3 0,4 1 2 0,12 2 5 0,2 1 8 16,1 0 9-16,0 0 7 0,2 1-2 0,-2 2 1 16,0 0-1-16,-5-1 10 0,-12 0 11 0,-1 0 5 15,-1 0 6-15,-4 0-5 0,-3-1-11 0,-2 1-121 16,-9-1 138-16,-4-1 3 0,-6 0-2 16,-2 0-5-16,-2 0-7 0,-5 0-7 0,-4 0-1 0,0 0 2 15,-3 0-15-15,-2 0 0 0,-2 0-3 0,-12 0-11 16,22 0 5-16,-22 0-10 0,17 0-5 0,-17 0-3 15,0 0-5-15,14-1-2 0,-14 1-123 0,0 0 5 16,0 0-27-16,0 0 77 0,0 0-51 0,0 0-46 16,0 0-56-16,-8 6-66 0,8-6-79 0,-9 3-67 15,9-3-61-15,-11 5-72 0,11-5-364 0,-11 6-502 16</inkml:trace>
  <inkml:trace contextRef="#ctx0" brushRef="#br0" timeOffset="151781.5731">18044 13464 436 0,'0'0'612'0,"-4"-21"-94"0,2 11 35 16,0-1-89-16,0 0-65 0,-1 0-47 16,1 0-14-16,0 0-13 0,2 11-16 0,-2-18-33 0,2 18-54 15,-3-14-42-15,3 14-38 0,-1-12-29 0,1 12-15 16,0 0 12-16,0 0-3 0,0 0 26 15,0 0-11-15,0 0 13 0,3 16-13 0,-1-5-14 16,-1 2-17-16,1 3-15 0,0 2-2 0,0 0-7 0,-1 2-6 16,1 0-9-16,-2 1-11 0,1 0-4 0,0 4-9 15,0-3-6-15,1 2-3 0,-1 0-6 0,0-1-1 16,0-3-2-16,0 0-3 0,1-1-1 0,-1-1-4 16,0-1 1-16,0-1-1 0,1-3 0 0,-1-1 0 15,-1-12-1-15,1 22 3 0,-1-22 5 0,2 14-3 0,-2-14-2 16,4 11-4-16,-4-11-5 0,0 0-1 15,15 0-7-15,-15 0-8 0,14-11-11 0,-4 3-2 16,0-3 4-16,2-2-1 0,2-1-5 0,-1-3-4 0,1 1 1 16,0-2 4-16,2 0 8 0,-2 0 3 0,0 2 6 15,-2 2 1-15,0 1 2 0,-1 1 1 16,-1 3 2-16,-1 0 1 0,1 3-1 0,-2 1 2 0,-8 5 1 16,16-4 3-16,-16 4 0 0,16 2 3 0,-16-2-4 15,15 11 6-15,-7-5 1 0,-2 2-1 0,0 1 0 16,1 2 3-16,0 1-1 0,-1 0-1 15,0 2 1-15,1 0 1 0,0 0-6 0,3 2 5 0,0-1-2 16,1 1 1-16,2-2 4 0,-1 0-1 0,2-1-3 16,-1-1 4-16,1-2 0 0,-2-1-3 0,0-2 2 15,2-1-2-15,-1 0 2 0,0-3 1 0,0 0-1 16,1-2-2-16,-2-2 3 0,1-1-1 0,2-1 1 16,0-3 0-16,0-2-2 0,1-2 0 0,1 0 2 15,-2-2-2-15,2 0 2 0,-2-1-3 0,1-1-1 16,0 1-1-16,0 1 2 0,-1-1-2 0,0 3-2 15,-2 1 0-15,1 0-3 0,-2 3 0 0,1 0 1 0,-3 2-1 16,1 1 2-16,1 2-1 0,-12 1 1 0,21 1 0 16,-21-1 1-16,20 4-1 0,-11 0 2 0,0 1-2 15,-1 1 3-15,-1 0 2 0,0 2-1 0,0 0-1 16,-2 1 1-16,1-1-1 0,-2 0 2 0,-1 2-2 16,-3-10 2-16,4 17-2 0,-4-17-2 15,-1 15 3-15,1-15 1 0,-6 16 0 0,1-9-1 16,-1-1 3-16,6-6-2 0,-16 10 1 0,7-6 1 0,-1 1-3 15,-2-4 0-15,12-1 0 0,-24 1 0 0,24-1-13 16,-23-2-7-16,11 0-17 0,0-2-12 0,0-1-5 16,2 1-3-16,1-2-11 0,2 0 9 0,0-1-11 15,7 7-24-15,-5-15-6 0,5 15 0 0,1-18-2 16,3 8 8-16,3-1 9 0,0-1 9 0,3-1 9 0,3-1 10 16,1-1 10-16,2 2 11 0,0-1 4 0,2 1 8 15,0 0 5-15,1 1 4 0,-2 0 3 16,1 1 6-16,0 2 2 0,-3 0 5 0,0 2 4 15,-2 2 7-15,-1 1 12 0,0 1 21 0,-12 3 21 16,19 0 1-16,-19 0 23 0,19 3 13 0,-19-3-18 0,17 8 3 16,-10-2 4-16,0 0-13 0,0 1-8 0,-1 2 5 15,1-1 1-15,0 3-10 0,-1 0-13 0,0 0-10 16,0 2-8-16,2-1-2 0,-2 0-7 0,0 1-5 16,1-3-7-16,-1 2-2 0,-1-2 2 0,0 0-8 15,0-1 2-15,-2 0-7 0,-3-9 1 0,7 15-2 16,-7-15-1-16,7 12 9 0,-7-12 2 0,5 8-1 15,-5-8-1-15,0 0-5 0,6 6-1 0,-6-6-3 16,0 0-6-16,0 0-38 0,8-7-5 0,-8 7-3 16,7-13-15-16,-1 4-5 0,0 1 1 0,0-2-11 15,2-1 10-15,1 0 17 0,-1 0 2 0,1 0 9 16,0 1 7-16,2-1 8 0,-2 3 5 0,1-3 7 0,2 3 0 16,-3 0 6-16,0 2-3 0,1 0 2 15,-2 2 3-15,1 0 10 0,-9 4-4 0,17-4 3 16,-17 4-3-16,14 0 5 0,-14 0 1 0,14 3 2 0,-14-3 1 15,11 8 1-15,-11-8 2 0,12 10-2 16,-12-10-3-16,11 15 2 0,-7-8-1 0,1 2-3 16,-5-9-1-16,8 16-1 0,-2-8 3 0,-2 0-3 0,0 1 2 15,-4-9-2-15,8 15 6 0,-8-15-6 0,8 13 0 16,-8-13 2-16,9 12 1 0,-9-12-5 0,10 7 4 16,-10-7-1-16,12 5 0 0,-12-5-5 0,17 0 1 15,-17 0-3-15,20-5 1 0,-11 1 5 0,1 0-9 16,2-3 3-16,-1-1 1 0,0 0 2 0,0 1-3 15,-1 0 5-15,-2 0-2 0,0 1 0 0,0 0 4 0,-8 6 1 16,13-11-2-16,-13 11-3 0,10-8 0 16,-10 8 2-16,0 0 2 0,12-5 2 0,-12 5 4 15,0 0 0-15,0 0-1 0,12 5-2 0,-12-5 2 0,7 6 11 16,-7-6 3-16,9 8 2 0,-9-8-6 16,11 12 1-16,-4-5-6 0,2 0 0 0,-1 0-4 15,3 0 0-15,1-1 0 0,1 2-2 0,2-3-5 0,0 1 0 16,3-2 1-16,-1 2 2 0,2-2-1 0,-1-2 1 15,1 0-2-15,0-1 1 0,-1-1-2 0,1-1 1 16,-3-1 0-16,2-2-1 0,-3-1 2 0,0-2 3 16,-2-1-6-16,1-1 5 0,-2-2-1 0,1-2-2 15,-1 0 0-15,-2-3-1 0,-1 4 1 0,-2-2 4 16,-1 1-2-16,-3 2 1 0,0-1-3 0,-3 12-4 16,-1-20 4-16,-4 13 0 0,-1 0 0 0,-4 2 1 15,1 2 3-15,-2 0 17 0,11 3-1 0,-23 0 0 16,12 4 0-16,-2 2 19 0,2 1 12 0,0 1-8 15,-1 2-6-15,3 0 2 0,2 2-1 0,0 0 1 16,3 1-4-16,3 1 3 0,1-1-6 0,2 2-8 16,4 0-2-16,3 2-3 0,2 0-3 0,4-1-5 0,3 0-1 15,4-1-2-15,3-1-16 0,1 0-80 0,4-4-83 16,1-1-93-16,2-1-112 0,1-2-165 0,1-2-158 16,2-3-620-16,2 0-922 0</inkml:trace>
  <inkml:trace contextRef="#ctx0" brushRef="#br0" timeOffset="152265.2888">20763 13228 164 0,'-5'-23'583'0,"1"1"-57"16,1 1-22-16,0 3-31 0,1 1-62 0,0 1-51 15,1 2-35-15,-2 2-48 0,2 1-52 0,1 11-47 16,-2-15 0-16,2 15-2 0,0 0 8 0,0 0-2 16,0 0-28-16,0 0 25 0,0 22 14 0,0-5 3 15,1 4 14-15,-1 7-19 0,1 5 5 0,-1 3-32 0,1 1-29 16,0 1-26-16,-1 2-21 0,3-2-17 15,-1 7-12-15,0-8-7 0,3 5-12 0,-1-7-6 16,2 5-7-16,0-6-8 0,1-2-2 0,0 0-10 16,0-1-44-16,0-4-73 0,-1-4-77 0,2 1-72 0,-2-4-74 15,0-2-68-15,0-3-77 0,0-2-112 0,-1-3-112 16,0-1-491-16,-5-9-803 0</inkml:trace>
  <inkml:trace contextRef="#ctx0" brushRef="#br0" timeOffset="152697.6659">20653 13705 590 0,'-10'-7'539'0,"3"2"-65"16,7 5-30-16,-11-10-35 0,11 10-52 0,-8-8-46 15,8 8-41-15,-2-10-34 0,2 10-36 0,3-9-22 16,-3 9-20-16,14-12-20 0,-4 7-22 0,3-1-20 16,3-1-19-16,5 0-11 0,3 0-13 0,-1 0-8 15,8-1-6-15,0 1-8 0,3 1-6 0,-1 0-4 16,0 2-4-16,-4 1-2 0,1 1-6 0,0 1-1 15,0 1-1-15,-3 1 1 0,2 2-4 0,-3 2 1 16,0 1-4-16,-2 0 6 0,-1 1 8 0,-2 2 18 0,-2 0 6 16,-1 2-2-16,-1 0 1 0,-1 1-2 15,-1 1 10-15,-3 0 7 0,1 0-8 0,-3 0 7 0,-1 1-1 16,1-2-10-16,-3 1-7 0,-1-2-6 0,0 1-4 16,0-2-1-16,-2 1-1 0,-2-1 13 0,-2-10 1 15,3 17-4-15,-3-17 0 0,-1 14-6 0,1-14-1 16,-6 12-4-16,6-12 0 0,-13 7-5 0,13-7-1 15,-16 3-1-15,16-3-4 0,-24-2 1 0,10-2-4 16,-1 0-4-16,-1-2 3 0,1-2-2 0,2 0-2 16,-1-1 2-16,3-1 2 0,0-1 0 0,3 0-4 15,3-1-3-15,1 0-2 0,2 0-3 0,2 1 2 16,2-1-3-16,2-3-3 0,0 2-5 0,3-1-11 16,1 3-17-16,1 0-17 0,0 0-10 0,1 1-30 0,2 2-13 15,0-1-24-15,0 1-27 0,1 1-56 0,1 0-71 16,0 1-56-16,0 0-110 0,1 2-55 15,-1 0-523-15,2 0-648 0</inkml:trace>
  <inkml:trace contextRef="#ctx0" brushRef="#br0" timeOffset="153230.9456">21624 13647 580 0,'0'0'663'0,"0"0"-53"15,-7 10-25-15,7-10-73 0,-7 5-61 0,7-5-53 16,-9 6-35-16,9-6-29 0,-9 6-53 0,9-6-41 15,-7 8-36-15,7-8-7 0,-7 7-10 0,7-7 3 16,-4 10-18-16,4-10-30 0,-4 10-26 0,4-10-25 16,0 0-16-16,2 18-17 0,-2-18-9 0,7 12-9 15,-7-12-8-15,10 12-5 0,-3-7-5 0,2 1-5 0,-1-2-4 16,1 2-4-16,1-1-2 0,1-2-5 16,-1 0-3-16,0 0-8 0,-10-3-23 0,23 3-8 0,-23-3-10 15,22-2 0-15,-10-1 5 0,-1 1 8 0,0-3 9 16,0-1 6-16,2-1 2 0,-3-2 5 15,1 0 5-15,0 0 2 0,-2-1 1 0,-1 1 6 0,1 0 0 16,-3 1 0-16,0 0 4 0,-2 0 3 0,-4 8 15 16,9-14 12-16,-9 14-7 0,8-10-10 0,-8 10-3 15,0 0-5-15,6-9 3 0,-6 9-3 0,0 0 6 16,0 0 6-16,0 0 3 0,7 8 0 0,-7-8-5 16,5 9-1-16,-5-9-1 0,9 14-3 0,-4-6 0 15,1 0-1-15,3 2-4 0,1 0-5 0,1-1 4 16,4 2-2-16,2 0-2 0,1-2 1 0,0 1-2 15,2-2 1-15,-2-1-3 0,0-1 1 0,0 0 0 16,-1-3 0-16,0 0-1 0,-1 0 2 0,-1-1 2 0,-2-2-2 16,-1-4-1-16,1 1 4 0,-3-1-4 15,0-2-1-15,-1-3 5 0,-3 0 0 0,-1-1-1 16,-2 0 1-16,-1-3-1 0,-3 1-3 0,-1-3 2 0,-4 0-3 16,0 1 1-16,-2 0-4 0,-4 0 3 0,1 2-4 15,0 1 1-15,0 1-5 0,1 2-6 0,0-1-38 16,1 3-31-16,9 6-29 0,-13-8-47 0,13 8-36 15,0 0-42-15,-14-1-45 0,14 1-64 0,0 0-83 16,0 0-69-16,0 0-95 0,5 12-558 0,-5-12-764 16</inkml:trace>
  <inkml:trace contextRef="#ctx0" brushRef="#br0" timeOffset="153630.9113">22388 13674 296 0,'0'0'780'0,"3"-10"-70"0,-3 10-49 15,3-12-79-15,-3 12-41 0,2-13-48 0,-2 13-6 0,1-12-27 16,-1 12-32-16,1-12-43 0,-1 12-71 16,0 0-73-16,2-13-57 0,-2 13-35 0,0 0-30 15,0 0-12-15,0 0-16 0,0 0-15 0,0 0-13 0,9 10-10 16,-9-10-13-16,4 15-6 0,-4-15-6 16,5 20-6-16,-2-9-7 0,-1 0-1 0,1 2-3 15,0-2-2-15,0 1-4 0,0 1-5 0,1-2-8 0,-1 1-24 16,-1-1-26-16,0-1-16 0,1 0 1 0,-3-10 10 15,3 15 15-15,-3-15 9 0,5 10 11 0,-5-10 4 16,0 0 6-16,11 7 4 0,-11-7 3 0,0 0 1 16,11-5 5-16,-11 5 0 0,9-12 1 0,-4 3 6 15,2-1-1-15,0-2-2 0,-1-3 1 0,2 1-2 16,2-2 2-16,0-1 0 0,1 0 0 0,1 0 0 0,-1 1 0 16,0 1 0-16,2 2 2 0,-3 2-1 15,0 1-1-15,0 2 0 0,-1 1-2 0,0 2 3 16,2 2 3-16,-11 3-2 0,22 0 4 0,-9 3 1 0,0 1-1 15,2 2-1-15,0 0-3 0,0 3 2 0,0 1-1 16,2 1 0-16,-2 0-3 0,0 0-16 16,-2-1-127-16,0 1-95 0,-1-3-93 0,-2 2-87 0,0-2-150 15,-2-1-168-15,-8-7-687 0,11 9-1031 0</inkml:trace>
  <inkml:trace contextRef="#ctx0" brushRef="#br0" timeOffset="155914.3393">23247 13489 180 0,'0'0'462'15,"-15"-3"-67"-15,15 3-53 0,0 0-17 16,-12-2-51-16,12 2-2 0,0 0-50 0,-12-3 18 0,12 3-26 16,0 0 19-16,0 0-35 0,-12-3 10 0,12 3-41 15,0 0 7-15,0 0-43 0,0 0 7 0,0 0-31 16,0 0-13-16,0 0-15 0,0 0 2 0,0 0-9 15,0 0-8-15,14-1-7 0,-14 1-8 0,22 0 0 16,-7-1-9-16,4 0-7 0,3 0-7 0,4 0-4 16,1 0-5-16,1 0-2 0,1 1-10 0,0-2 4 0,0 2-18 15,-1-3-39-15,-1 3-55 0,-4 0-53 16,-1-1-38-16,-2 1-84 0,-2 0-51 0,-2 0-41 16,-2 0-57-16,-14 0-32 0,22 0-369 0,-22 0-364 15</inkml:trace>
  <inkml:trace contextRef="#ctx0" brushRef="#br0" timeOffset="156091.6819">23361 13676 555 0,'-9'6'467'16,"9"-6"-44"-16,-11 8-33 0,11-8-20 0,-8 7-27 16,8-7-16-16,0 0-50 0,0 0-52 0,0 0-40 15,0 0-39-15,0 0-28 0,13 5-24 0,-13-5-16 16,25-3-18-16,-9 1-12 0,3 1-22 0,1-2-55 15,0 1-89-15,2 0-104 0,3 0-74 0,1 1-114 16,1-1-547-16,0 0-542 0</inkml:trace>
  <inkml:trace contextRef="#ctx0" brushRef="#br0" timeOffset="156780.3081">24372 13018 43 0,'8'-6'572'0,"-8"6"-92"0,9-10-16 0,-9 10-22 16,7-9-30-16,-7 9-49 0,6-7-35 15,-6 7-33-15,0 0-35 0,8-9-37 0,-8 9-33 16,0 0-33-16,0 0-26 0,5-8-28 0,-5 8-11 16,0 0 15-16,0 0-9 0,0 0-17 0,0 0-5 15,-3 9 14-15,3-9-1 0,-7 13-9 0,3-4 0 16,-3 3-8-16,-1 1-9 0,-3 2-10 0,1 3 2 15,0-2-11-15,-2 1-7 0,1 1-4 0,2 1-8 0,-1-1-5 16,1 0-3-16,3 1-4 0,-1-4-2 0,2 2-3 16,0-2-2-16,3 1 0 0,1-3 0 0,1 0-7 15,1 1-2-15,1 0-41 0,5-2-61 0,-2 1-92 16,3-4-79-16,0 1-120 0,4-2-87 0,-1 1-163 16,3-5-473-16,-1 2-735 0</inkml:trace>
  <inkml:trace contextRef="#ctx0" brushRef="#br0" timeOffset="158231.076">24783 13479 274 0,'3'-17'523'0,"-3"17"-46"0,2-19-56 16,-2 19 8-16,2-19-56 0,-2 19-1 0,0-16-42 16,0 16-4-16,-2-13-61 0,2 13-45 0,0 0-42 15,-1-15-22-15,1 15-2 0,0 0-5 0,0 0-19 16,0 0-12-16,0 0-20 0,5 9-7 0,-5-9-10 15,4 16-6-15,-2-5-4 0,1 1-15 0,1 3-9 16,1 0-7-16,-2 1-6 0,1 0-8 0,0 1-3 16,0-2-7-16,1 3 0 0,-2 0-6 0,0-1-1 0,3-1-2 15,-4 1-1-15,1-1-2 0,0 0-1 16,0-3 0-16,-1 0 1 0,0-1 1 0,0-1-2 0,-2-11-2 16,3 18 2-16,-3-18 7 0,2 13 4 0,-2-13 2 15,0 0-1-15,0 0 1 0,-2 9-4 0,2-9 1 16,0 0-1-16,-7-9-4 0,7 9-3 0,-10-16 1 15,4 3 0-15,-1 0-2 0,0-1-2 0,0-6 0 16,-1-1 2-16,1 0-2 0,-2-6-2 16,1-1-1-16,2 0 3 0,0 3-4 0,3-1 3 0,0 1-4 15,3 0 4-15,0 4-2 0,1 1 0 0,1 2 0 16,0 0-5-16,2 3 0 0,-2 1-1 0,-1 4-1 16,1-1 3-16,-2 11 0 0,6-15-1 0,-6 15 1 0,11-8 4 15,-11 8 0-15,16-2 1 0,-7 7-1 16,2 1 3-16,1 4-2 0,3 2-3 0,0 4 1 15,3 3 2-15,0 4 2 0,3-1-5 0,-1 5-1 16,2 1 3-16,1 0 1 0,-4 0-1 0,0-4 0 16,0 2 0-16,-2-1 0 0,-1-1 1 0,-1-2 3 15,1 0-2-15,-4-3-4 0,-1-2 3 0,0 0 1 0,-4-2-1 16,-1-2 3-16,-4-1-3 0,0-1-1 0,-2-11 0 16,-3 20 0-16,0-12 3 0,-5 0-2 0,-2-1-1 15,-3 0-1-15,-2-1-5 0,-2-2-22 0,-2-1-23 16,1-1-35-16,-2-1-41 0,1-2-35 0,0 1-36 15,0-3-55-15,5 0-57 0,-2-2-64 16,5-1-73-16,1 0-89 0,5-1-438 0,5 7-565 0</inkml:trace>
  <inkml:trace contextRef="#ctx0" brushRef="#br0" timeOffset="158882.8164">25360 13645 724 0,'8'7'558'0,"-8"-7"-89"0,0 0-32 16,0 0-53-16,0 0-53 0,6 8-46 0,-6-8-41 15,0 0-28-15,0 0-27 0,0 0-32 0,0 0-26 16,8 5-26-16,-8-5-21 0,0 0-17 0,15 1-16 16,-15-1-8-16,13 2-10 0,-13-2-7 15,16-2-5-15,-16 2-5 0,15-1-7 0,-15 1-8 0,14-4-7 16,-14 4-3-16,13-6-4 0,-13 6-5 0,11-9 3 15,-11 9-2-15,10-13-1 0,-10 13 5 0,6-17 0 16,-6 17 6-16,5-17-1 0,-5 17 20 0,2-17-20 16,-2 17 23-16,-2-17-20 0,2 17 25 0,-6-15-24 15,6 15 23-15,-10-13-22 0,10 13 23 0,-14-7-9 16,14 7 37-16,-15-1-10 0,2 4 13 0,2 0 7 0,-1 3 19 16,0 3 1-16,2 0-11 0,-2 3-3 15,-1 1 1-15,4 0-11 0,-1 4 8 0,4-2 0 16,1 1-8-16,2 0-7 0,2 0 3 0,2 1-10 0,3-2-5 15,2 0 0-15,3 2-4 0,5 0-5 16,-1-3-3-16,5-2-5 0,0 0-2 0,3-1-5 16,3-3 0-16,-1-1-7 0,1-1 2 0,1-1 3 0,2-2-7 15,0-2 0-15,0-1 1 0,0-1-2 0,0-3-5 16,-3-1 5-16,5-4-3 0,-1-1 0 0,-2-4 1 16,-1-1 1-16,0-2 1 0,-5-2-3 0,0-3 1 15,1-5-1-15,-4-2 4 0,0-2-1 0,-6 3 0 16,2-2 1-16,-6-2-2 0,0 0-1 0,-1-1-2 15,-2 1 0-15,-3 1 5 0,0 4-5 0,-1 0 6 16,-2 2 14-16,2 2 2 0,-4 0-6 0,0 4 2 16,1 4-1-16,-3-1-4 0,0 6 0 0,0 1-2 15,-1 3-1-15,7 6-1 0,-10-2 0 0,10 2 4 16,-12 6 8-16,7 2 25 0,1 3-2 0,0 3 23 16,0 4 11-16,1 4-4 0,1 1 11 0,0 2-9 15,2 2-8-15,-2 0-9 0,2 0-5 0,2 0-9 0,0 1-7 16,2 2-4-16,1-1-5 0,2-1-7 0,2-1-4 15,2-2-1-15,0 0-4 0,1-1-2 0,1-2-1 16,1-4-3-16,-1-1-10 0,0-2-36 0,5-1-25 16,-3-1-67-16,2-4-81 0,3 0-99 0,-5-2-90 15,2-5-65-15,0 1-57 0,1-1-92 0,0-4-595 16,0-1-821-16</inkml:trace>
  <inkml:trace contextRef="#ctx0" brushRef="#br0" timeOffset="159597.4548">26414 13370 440 0,'-4'-12'641'0,"1"0"-58"0,3 12-51 16,-5-19-28-16,5 19-73 0,-4-16-43 15,4 16-51-15,-4-14-54 0,4 14-35 0,-5-7-23 0,5 7-18 16,0 0 1-16,0 0-16 0,0 0-25 0,-6 13-2 15,6-13-9-15,0 22-12 0,0-6-9 16,2 2-3-16,-2 1-22 0,2 0-20 0,0 5-18 0,0-1-11 16,1 2-13-16,-1-1-9 0,2-1-7 0,0 2-7 15,2 0-4-15,0-1-5 0,-1 0-2 0,1-1-5 16,-1 0 1-16,1-3-6 0,0-1 2 0,-2-2-5 16,2-2-1-16,-4-2 0 0,3-1-9 0,-3-2-1 15,-2-10-5-15,8 16-5 0,-8-16-5 0,6 9-5 16,-6-9 1-16,0 0 2 0,0 0-2 0,13-2 4 15,-13 2-2-15,12-12 8 0,-6 3-4 0,1-1-5 16,2-1 1-16,0 0 6 0,0 1 5 0,0-1 2 16,-1 0 1-16,2 2 2 0,-1 0 3 0,-1 1-2 0,0 2 3 15,-1 0 1-15,-7 6 1 0,13-8 1 16,-13 8-1-16,14-6 1 0,-14 6-1 0,0 0 0 16,17 1 3-16,-17-1 1 0,9 7 1 0,-9-7 0 0,9 6 1 15,-9-6-2-15,7 11-2 0,-7-11 3 0,9 12 1 16,-9-12-2-16,9 13 1 0,-9-13 3 0,9 14-2 15,-9-14-2-15,11 12 1 0,-5-6 1 0,2 0 0 16,1-1 0-16,-1 0-1 0,4 0 0 0,-3-2 0 16,2 0-2-16,1 0 1 0,-2-1-2 0,-10-2 3 15,21 2 2-15,-21-2-4 0,22-2 2 0,-22 2 0 16,20-4-3-16,-9 1 2 0,-1-1 5 0,-2-4-4 16,-1 2 0-16,0-1 1 0,2-1-2 0,-4 0 2 15,1-1-2-15,-2 0-2 0,-4 9 4 0,5-16 0 16,-5 16-3-16,2-13 2 0,-2 13 1 0,0-12-1 15,0 12-1-15,0 0 3 0,-2-13-4 0,2 13 1 16,0 0 0-16,0 0 2 0,-7-6-1 0,7 6 2 0,0 0-1 16,0 0 3-16,-4 7 1 0,4-7 2 0,0 0 1 15,-2 15 1-15,2-15 5 0,2 12 1 16,-2-12 0-16,2 15 0 0,-2-15-1 0,2 16-1 0,-2-16-2 16,5 17-2-16,-5-17 2 0,7 18-4 0,-3-11-3 15,-1 4-1-15,3-4 0 0,-3 1 1 0,1 0-3 16,-4-8-3-16,9 15-30 0,-9-15-50 0,11 12-82 15,-11-12-81-15,7 10-75 0,-7-10-45 0,8 8-104 16,-8-8-103-16,0 0-150 0,0 0-336 0,0 0-674 16</inkml:trace>
  <inkml:trace contextRef="#ctx0" brushRef="#br0" timeOffset="159802.9973">26846 13491 80 0,'-1'-11'746'0,"-3"2"-151"0,4 9-33 16,-5-17-67-16,0 9-49 0,5 8-41 0,-6-16-41 0,6 16-66 16,-7-14-39-16,7 14-41 0,-6-11-28 0,6 11-36 15,-5-8-26-15,5 8-23 0,0 0-19 16,0 0-17-16,0 0-15 0,0 0-12 0,3-11-19 0,-3 11-39 16,0 0-66-16,15 5-102 0,-15-5-76 0,11 6-99 15,-11-6-86-15,16 9-137 0,-16-9-476 0,13 9-674 16</inkml:trace>
  <inkml:trace contextRef="#ctx0" brushRef="#br0" timeOffset="160097.4648">26908 13189 508 0,'0'-17'532'0,"2"4"-30"16,-2 1-21-16,1 0-49 0,-1 0-47 15,0 12-23-15,2-20-21 0,-2 20-38 0,2-14-50 16,-2 14-46-16,4-12-44 0,-4 12 6 0,5-8-17 16,-5 8-9-16,0 0 4 0,20 3-14 0,-11 2-18 0,0 1-13 15,5 2 5-15,-1 4-2 0,3 1-20 0,-1 1-13 16,1 2-8-16,-1 0-12 0,1 2-10 0,-2-1-8 16,0 1-9-16,-3-1 1 0,2-1-8 0,-4 0-6 15,0-2 0-15,-3-1-2 0,0 1-6 0,-4-3 0 16,0 1 0-16,-2-12-21 0,-4 20-54 0,-1-10-82 15,0-2-123-15,-4-1-83 0,-1 1-90 0,0-2-88 16,-3 0-167-16,1-3-404 0,-1 1-723 0</inkml:trace>
  <inkml:trace contextRef="#ctx0" brushRef="#br0" timeOffset="162380.7516">27874 12429 24 0,'10'-7'470'15,"-2"0"-71"-15,1 1-40 0,-1-1-4 0,2-1-19 16,-3 1 23-16,0 1-46 0,-1-2-17 0,1 3-15 15,-7 5-22-15,9-11-34 0,-9 11-33 0,9-7-14 16,-9 7-5-16,0 0-30 0,0 0-20 16,0 12-1-16,-4-1-3 0,-5 7-14 0,-3 6-8 0,-6 7-18 15,-4 4 5-15,-1 2-1 0,-7 9-7 0,-3 1-6 16,1 0 11-16,-3 2-3 0,3 0-6 0,1 1-13 16,0 1-3-16,5 0 12 0,0-1 9 0,11-8-13 0,1 1-6 15,7-1-12-15,5-5-6 0,4 0-5 16,7 6 1-16,5-4 9 0,5 0-7 0,4-3-9 15,10 5-3-15,3-7-5 0,5 0-7 0,-5-7-6 16,2-3 5-16,2-3-5 0,1-2-26 0,0-1-75 0,0-3-91 16,-1-4-121-16,-7-3-120 0,-2-3-172 15,-4-1-165-15,-5-3-471 0,-3-1-841 0</inkml:trace>
  <inkml:trace contextRef="#ctx0" brushRef="#br0" timeOffset="163531.8266">28105 12965 218 0,'-9'-12'452'0,"9"12"-67"0,-9-13-22 0,9 13-7 0,-8-13-3 16,8 13-8-16,-10-12-22 0,10 12-22 0,-6-9-35 15,6 9-40-15,-5-7-30 0,5 7-6 16,0 0-23-16,0 0-13 0,0 0-18 0,0 0-27 0,-11 6-17 16,11-6-12-16,0 13-12 0,0-13-9 0,2 18-6 15,-2-18-10-15,2 22-7 0,0-9-6 16,1 2-5-16,-1 0-2 0,2 0-5 0,0 0-3 0,-1 1-3 15,4-1-5-15,-2 1 14 0,1-1-21 0,0 0 13 16,-1-1-14-16,4-1 8 0,-1-1-6 0,0 0 6 16,1-1-8-16,1-1 8 0,-2-1-11 0,1-1 7 15,2-2-5-15,-2 0 5 0,-2-1-6 0,-7-5 7 16,18 2-8-16,-18-2 8 0,15-2-7 0,-15 2 8 16,13-12-11-16,-8 4 7 0,-2-2-6 0,2 0 2 15,-3-3-2-15,0-2 1 0,0-1 1 0,-2 1 0 0,0-3 1 16,2 1 3-16,-2-1-1 0,0 2 2 0,0-1 0 15,0 3-3-15,-2 1 0 0,2 0-4 0,0 2 5 16,0 11 0-16,0-20-14 0,0 20-32 16,0-17-30-16,0 17-18 0,0-11-6 0,0 11-12 0,0 0-54 15,0 0-20-15,0-11-73 0,0 11-32 16,0 0-29-16,0 0-19 0,12 7-50 0,-12-7-50 0,8 7-291 16,-8-7-234-16</inkml:trace>
  <inkml:trace contextRef="#ctx0" brushRef="#br0" timeOffset="163997.6266">28558 12975 137 0,'0'0'555'0,"5"-15"-114"0,-5 15-19 16,6-14-33-16,-6 14-15 0,0-13-65 0,0 13-6 16,-6-14-53-16,6 14-17 0,-3-13-43 0,3 13 0 15,-6-9-45-15,6 9-6 0,-7-8-40 0,7 8-3 16,0 0-35-16,-11-6 1 0,11 6-23 0,0 0 3 15,-15 4-20-15,15-4-5 0,-11 7-1 0,11-7-1 16,-12 12 0-16,6-4 0 0,1-1-3 0,-1 0-2 16,1 2 0-16,-1 0 0 0,1 1-1 0,0-1-1 15,3 1 8-15,-2-1-13 0,1 1 15 0,-1-1-19 0,2 2 13 16,2-11-15-16,-5 16 13 0,5-16-14 0,-3 16 12 16,3-16-6-16,-2 14 9 0,2-14-10 0,2 12 12 15,-2-12-14-15,3 12 15 0,-3-12-14 0,7 13 10 16,-7-13-10-16,9 12 8 0,-9-12-13 0,9 14 12 15,-9-14-11-15,12 14 11 0,-7-7-11 0,0 1 9 16,0-1-7-16,0 0 7 0,-5-7-8 0,10 17 9 16,-10-17-12-16,7 17 11 0,-7-17-9 0,7 16 9 15,-7-16-8-15,6 14 11 0,-6-14-7 0,3 13 11 16,-3-13-6-16,2 12 8 0,-2-12-5 16,0 0 6-16,-1 15-10 0,1-15 5 0,-6 8-6 0,6-8 4 15,-9 7-9-15,9-7 8 0,-14 5-7 0,14-5 4 16,-20 3-5-16,20-3 6 0,-24 1-12 0,11-1-10 15,0-1-42-15,-1-1-24 0,1 1-49 0,0 0-12 16,-1-2-40-16,3 0-39 0,1 0-45 0,0 0-28 16,10 3-24-16,-15-9-31 0,15 9-35 0,-6-7-375 15,6 7-274-15</inkml:trace>
  <inkml:trace contextRef="#ctx0" brushRef="#br0" timeOffset="164430.7143">28725 13084 467 0,'0'0'486'0,"0"0"-28"0,0 0-58 16,0 0-14-16,0 0-71 0,-6-7-25 0,6 7-48 16,0 0-16-16,0 0-55 0,0 0-15 0,0 0-45 15,0 0-5-15,0 0-36 0,0 0 0 0,0 0-25 16,0 0 3-16,12-5-23 0,-12 5 9 0,0 0-23 15,16 0 14-15,-16 0-26 0,12-1 10 0,-12 1-32 16,13-3 12-16,-13 3-22 0,12-4 17 0,-12 4-17 16,12-6 7-16,-12 6 1 0,9-10 5 0,-9 10 5 15,8-11 2-15,-8 11 3 0,5-12 2 0,-5 12 0 16,4-13 4-16,-4 13 1 0,0 0 2 0,0-15-2 16,0 15 0-16,-4-8 4 0,4 8-1 0,-10-5 1 0,10 5 5 15,0 0 0-15,-17 0-1 0,17 0 12 16,-18 6 7-16,9-1 24 0,-3 2-20 0,0 0 30 15,1 0-15-15,-1 4 27 0,2-2-20 0,0 2 11 0,2 0-20 16,-1-1 7-16,3 2-9 0,-1-1 12 0,4 1-15 16,0-1 7-16,2-2-18 0,1-9 5 15,2 21-15-15,2-11 5 0,2 0-11 0,1-2 9 0,3 3-16 16,0-3 11-16,1-1-32 0,2 0-35 0,-1-1-74 16,1-1-50-16,1 1-86 0,-1-1-57 0,1 1-47 15,-2-4-42-15,2 2-102 0,-2-2-265 0,0-2-294 16</inkml:trace>
  <inkml:trace contextRef="#ctx0" brushRef="#br0" timeOffset="165114.0352">29001 13097 297 0,'-2'-14'551'0,"2"14"-72"16,-2-14-48-16,2 14-19 0,-2-12-24 0,2 12-29 0,-2-11-41 15,2 11-48-15,0 0-48 0,-2-13-40 16,2 13-12-16,0 0 8 0,0 0-17 0,0 0-33 15,0 0-26-15,13 0-19 0,-13 0-12 0,10 7-10 16,-10-7-7-16,14 13-10 0,-8-5-8 0,2 0 0 0,0 1-17 16,1 2 4-16,-2 0-12 0,1 0 7 15,0 0-11-15,0 0 4 0,-1 0-10 0,0-1 10 16,-2 0-9-16,-1-2 5 0,1 0-8 0,-5-8 5 16,7 16-9-16,-7-16 13 0,4 12-12 0,-4-12 11 0,0 0-10 15,1 13 9-15,-1-13-6 0,0 0 7 0,-5 7-13 16,5-7 13-16,0 0-10 0,0 0 9 15,-16-5-11-15,16 5 10 0,-8-7-9 0,8 7 12 0,-9-13-16 16,4 4 1-16,2 0 4 0,0 0 0 16,0-2-1-16,2 0-5 0,1 11-13 0,1-22-31 0,2 9-19 15,1 0-28-15,3 1-12 0,1 0-26 16,1 0-12-16,5 0-18 0,0 0-3 0,4 0-2 0,-1 1 4 16,2 2 15-16,0-1 16 0,3 2 5 0,-1-1 35 15,0 1 9-15,-1 1 27 0,0 0 6 0,-4 0 18 16,0 2-1-16,-1-1 31 0,-2 0 10 0,-2 1 48 15,-1 2 10-15,0-2 33 0,-10 5-10 0,16-8 32 16,-16 8-22-16,11-6 11 0,-11 6-11 0,7-8 32 16,-7 8-25-16,0 0 12 0,0 0-18 0,0 0 7 15,-4-10-29-15,4 10 7 0,0 0-26 0,-18 0 12 16,18 0-21-16,-18 4-7 0,6-1-5 0,2 0-6 16,-1 2-9-16,-2 0 2 0,2 1-3 0,-1 2-4 15,3-2 1-15,2 1 4 0,0 2 0 0,0-1 1 16,4 1 0-16,-1 0 8 0,4-9-14 0,0 19 8 0,2-8-15 15,2-1 11-15,3 2-12 0,1-1 7 16,1 0-11-16,1 1 7 0,1-3-9 0,1 2 9 16,1 1-10-16,0-3 8 0,-2 2-6 0,2-1 6 15,0 0-9-15,0-1 10 0,-1 0-8 0,-1 1 9 0,1-2-10 16,-2 0 6-16,-1-2-4 0,0 1 11 0,-2 0 2 16,-7-7 18-16,11 11-7 0,-11-11 8 15,7 10-12-15,-7-10 2 0,0 0-10 0,-3 13 2 0,3-13-6 16,-11 9 4-16,3-5-11 0,-4 1 7 0,1-1-7 15,-3 0-20-15,-2 0-57 0,0-2-46 0,0 2-61 16,2-2-70-16,-1 1-81 0,3-3-94 16,-1 2-95-16,13-2-458 0,-18-1-575 0</inkml:trace>
  <inkml:trace contextRef="#ctx0" brushRef="#br0" timeOffset="166897.3439">30058 12844 37 0,'-13'-5'334'0,"0"2"-72"0,2-2-29 0,-1 1-10 16,-1-1-16-16,2 1-6 0,-1 0 14 0,1-1-3 15,1 1-13-15,-1 0 23 0,3-1-24 0,8 5 19 16,-15-7-23-16,15 7 3 0,-12-6-31 0,12 6-1 15,-9-5-28-15,9 5 17 0,0 0 6 16,0 0 8-16,0 0-20 0,0 0 5 0,0 0-37 0,0 0-1 16,11 13-10-16,-1-6-2 0,5 2-10 15,4 2-5-15,6 2-9 0,8 3-1 0,4 2-8 0,2 1-6 16,4 1-2-16,8 4-8 0,2 0 4 0,0-2-6 16,1 1-14-16,-1-1-2 0,-1 0-9 0,-8-3-1 15,-2 0-8-15,0-1-3 0,-3 1-2 0,-2-2 6 16,-3-2-18-16,-5-1 13 0,-2 1-7 0,-2-3 0 15,-4-2-8-15,-3-1 9 0,0 1-9 0,-4-4 7 0,0 3-10 16,-3-5 8-16,-1 2-26 0,0-1-14 0,-2 0-38 16,-8-5-51-16,11 6-55 0,-11-6-74 0,0 0-75 15,0 0-66-15,0 0-60 0,0 0-39 16,0 0-46-16,-14-5-361 0,5 1-465 0</inkml:trace>
  <inkml:trace contextRef="#ctx0" brushRef="#br0" timeOffset="167231.6245">30735 12891 342 0,'2'-14'512'0,"-2"14"-64"0,1-13-37 0,-1 13-16 15,-1-12-42-15,1 12-54 0,-4-11-33 0,4 11-30 16,-8-5-15-16,8 5-27 0,0 0 3 0,-19 1-36 15,19-1-7-15,-20 7-35 0,8 2-7 0,-5 0-19 16,1 2-3-16,-2 2-13 0,-3 3-16 0,-1 0-8 16,-1 2 0-16,0 0-17 0,-4 3 2 0,-1 1-12 15,-1 0 0-15,1 0-8 0,0-1-2 0,0 0-5 0,5-2 1 16,1-2-2-16,0 1 2 0,0-1-8 16,4 0 3-16,1-4-6 0,0 1 3 0,3 0-3 15,1-2 4-15,1-2-5 0,1 1 2 0,0-3-3 0,2 0-29 16,2 0-51-16,-2-2-38 0,1 1-58 15,8-7-62-15,-15 8-66 0,15-8-51 0,-16 6-22 16,16-6-31-16,-12 4-31 0,12-4-364 0,-13 1-332 16</inkml:trace>
  <inkml:trace contextRef="#ctx0" brushRef="#br0" timeOffset="167645.0572">29921 12885 246 0,'0'0'429'16,"2"-19"-77"-16,-2 19-29 0,-1-16 3 0,1 16-14 15,-1-16 4-15,1 16-47 0,0-14 5 0,0 14-37 16,-1-13-1-16,1 13-45 0,0 0-12 0,-2-16-9 16,2 16 15-16,0 0-26 0,0 0-7 0,0 0-15 15,0 0-10-15,8 10-22 0,-8-10-2 0,6 18-10 0,-2-4-18 16,1 0-2-16,-1 1-11 0,2 1-9 0,0 3-9 16,0 2-5-16,1 0-10 0,1-1 0 15,1 1-5-15,-1 1-9 0,1-2 2 0,1 1-7 16,0-2 1-16,-1 2-4 0,2-2-1 0,-1-2 0 0,1 1-3 15,0-1 1-15,-1 0-2 0,-1-4 1 0,-2 0-2 16,2-1 1-16,-2-1-4 0,-1-1-4 0,-1-1-38 16,0-2-31-16,1 0-36 0,-6-7-40 15,7 11-51-15,-7-11-56 0,6 6-61 0,-6-6-57 0,0 0-32 16,0 0-32-16,0 0-35 0,0 0-337 0,0 0-344 16</inkml:trace>
  <inkml:trace contextRef="#ctx0" brushRef="#br0" timeOffset="168200.1863">30969 12869 4 0,'0'0'491'0,"0"0"-90"0,-1-11-34 15,1 11-33-15,0 0-14 0,-3-14-23 0,3 14-33 16,0 0-30-16,-6-10-17 0,6 10-11 0,0 0-6 16,-9-9-20-16,9 9-23 0,0 0-3 0,0 0 10 15,-17 2-8-15,17-2-34 0,-8 9 5 0,8-9-28 16,-9 14-5-16,6-4-8 0,1 1 8 0,-1 1-19 15,2 2 10-15,0 0-15 0,1 2-8 0,0 1 0 16,1 0-6-16,1 2 9 0,0-1-2 0,-1 2 30 16,3 1-9-16,0 0-2 0,0 0-19 0,1 0-5 15,0-1-14-15,1 1-7 0,-1 0-10 0,0-5-6 16,-1 1-3-16,1 0-3 0,-1-2-3 0,2-1 0 16,-2 1-5-16,-1-4-3 0,1 0 3 0,-1-1-13 15,1 1-39-15,-4-11-67 0,6 15-53 0,-6-15-53 16,5 14-61-16,-5-14-78 0,5 9-73 0,-5-9-95 15,0 0-69-15,0 0-393 0,0 0-584 0</inkml:trace>
  <inkml:trace contextRef="#ctx0" brushRef="#br0" timeOffset="168747.1801">31560 12786 419 0,'0'0'452'0,"-7"-9"-44"0,7 9-33 15,-7-11-30-15,7 11-21 0,-5-6-56 0,5 6-39 16,0 0-35-16,-7-8 10 0,7 8 19 16,0 0-4-16,0 0-20 0,-6 9-25 0,6-9-10 0,-1 15-18 15,1-15-26-15,-2 20-26 0,1-8-5 0,0-1-16 16,1 3 2-16,1 0-17 0,0 1 2 0,1 1-17 16,-1 0 2-16,1 1-12 0,1-1-2 0,0 0-8 15,0-1-2-15,1 2-5 0,0-2-3 0,2 2-1 16,-2-2-4-16,1-1-1 0,-1 0-2 0,-1 0-1 15,1-3-1-15,-1 0 0 0,-1-1-4 16,0 0-8-16,-2-10-55 0,1 16-73 0,-1-16-88 0,-2 12-99 16,2-12-95-16,-8 9-85 0,8-9-42 0,-11 4-380 15,11-4-497-15</inkml:trace>
  <inkml:trace contextRef="#ctx0" brushRef="#br0" timeOffset="168981.0629">31169 12697 256 0,'-9'-13'479'15,"2"2"-72"-15,1 2-58 0,1-1-51 16,2 1-42-16,3 9-32 0,2-17-54 0,2 8-17 16,3 2-32-16,4-2-17 0,2 3-26 0,3 0-9 0,4-1-23 15,3 2 2-15,2 1-19 0,0 1 3 16,2 1-15-16,0 0-9 0,-1 0-60 0,2 2-46 15,-1 2-52-15,-1-1-22 0,-1 1-36 0,-4 1-35 0,-2 1-42 16,-1 1-53-16,-2 1-163 0,-1 1 5 0</inkml:trace>
  <inkml:trace contextRef="#ctx0" brushRef="#br0" timeOffset="169203.8296">31216 13208 490 0,'-10'8'451'0,"3"2"-19"0,1-3-17 0,6-7-18 0,-7 11-29 16,7-11-49-16,0 0-22 0,4 10-44 0,-4-10-10 15,14 2-30-15,-14-2-32 0,24-1-35 16,-7-1-20-16,-1-1-30 0,4 0-16 0,-2-1-18 0,5-2-11 16,-1 2-10-16,0-3-11 0,1 0-5 15,0 2-7-15,0-4-9 0,-2 1-46 0,1 1-67 0,-1-3-66 16,-2 2-99-16,1-2-75 0,-1 1-76 0,-2 0-56 15,1-1-442-15,-3 0-486 0</inkml:trace>
  <inkml:trace contextRef="#ctx0" brushRef="#br0" timeOffset="169616.1638">31880 12939 369 0,'0'0'454'0,"10"-9"-45"16,-10 9-29-16,10-12-25 0,-10 12-29 0,9-10-45 15,-9 10 8-15,7-10-15 0,-7 10 1 0,7-8-19 16,-7 8-27-16,0 0-35 0,6-12-37 0,-6 12-31 16,0 0-28-16,0 0-21 0,0 0-15 0,-9-6-12 15,9 6-10-15,0 0-10 0,-15 5-3 0,15-5-11 16,-17 7 1-16,8-1-1 0,0-1-3 0,0 1-8 16,-1 1 7-16,1 0-10 0,1 0 6 0,-1 3-6 0,1-2 1 15,1 1 2-15,2 0-3 0,0 1 2 0,0-1-3 16,1 0 1-16,2 1 0 0,2-10-1 0,-4 18 0 15,4-18 0-15,2 16-1 0,-2-16-4 0,4 16 5 16,0-8-2-16,2 0 1 0,-1 0 0 0,2 0 0 16,0 0-1-16,1-1 0 0,0 2 1 0,0-3-13 15,1 2 15-15,1-2-13 0,-2 0 13 0,0 1-9 16,1-1 13-16,0 0-18 0,-1 0 18 0,0-1-15 16,-8-5 11-16,14 8-11 0,-14-8 15 0,11 8-14 15,-11-8 14-15,9 6-16 0,-9-6 16 0,0 0-12 0,10 9 14 16,-10-9-14-16,0 0 15 0,0 0-16 0,0 0 14 15,-7 8-16-15,7-8 18 0,-12 4-34 0,12-4-40 16,-21 2-71-16,8-2-52 0,-4 0-81 0,-2 0-70 16,-1-1-66-16,-2-1-38 0,-1-1-55 0,-1 0-281 15,3 0-300-15</inkml:trace>
  <inkml:trace contextRef="#ctx0" brushRef="#br0" timeOffset="170780.5977">32178 12951 163 0,'11'-6'523'0,"-3"0"-87"0,0 0-34 16,-8 6-30-16,12-11-44 0,-12 11-41 0,9-8-59 16,-9 8-24-16,7-10-46 0,-7 10-19 0,0 0-36 15,0 0-8-15,-6-10-16 0,6 10 10 0,0 0-28 0,0 0 1 16,-16 0-10-16,16 0-11 0,-11 3-8 0,11-3-7 15,-12 5-4-15,12-5-6 0,-10 7 2 0,10-7-6 16,-9 7 1-16,9-7-5 0,-6 11 1 0,6-11-3 16,-5 10-1-16,5-10-3 0,-1 13 2 0,1-13-2 15,3 14 1-15,-3-14-1 0,6 15-4 0,-1-5-10 16,0-3 15-16,1 3-14 0,-1-1 16 0,3 1-13 16,-1 0 15-16,1 1-14 0,-1 1 16 0,1-2-13 0,0 0 20 15,-1 1-15-15,-1-1 17 0,-2-1-12 0,1 1 20 16,-2 0-8-16,-3-10 12 0,5 18-11 15,-5-18 11-15,0 15-16 0,0-15 13 0,-2 16-15 0,2-16 11 16,-8 14-18-16,8-14 12 0,-10 13-17 0,3-6 15 16,-2-2-16-16,0 1 14 0,-1-1-19 0,-1-2 15 15,-1 1-12-15,1-1 10 0,-2-1-20 0,0-1-15 16,0 0-35-16,1-1 3 0,12 0-20 0,-21 0 11 16,21 0-20-16,-15-2-23 0,15 2-33 0,-8-5-14 15,8 5-3-15,0 0-12 0,0-12-9 0,0 12 10 16,9-12-1-16,-3 5 14 0,3-2-4 0,2 0-18 0,1-1 5 15,2 0 13-15,1-2-2 0,2-1 18 16,-1 1 9-16,2 0 33 0,-1-1 12 0,1 1 42 0,-1 1 23 16,0-1 51-16,0 2 22 0,-1-2 44 0,-1 2 9 15,-2 1 13-15,-1 0 41 0,0 0 11 0,-3 2 4 16,-1 0 1-16,1 1 14 0,-3 0 6 0,1 0-6 16,-7 6 10-16,10-9-16 0,-10 9-10 0,8-8-36 15,-8 8 1-15,0 0-10 0,5-7 35 0,-5 7 6 0,0 0-2 16,0 0 0-16,0 0-20 0,0 0-23 0,0 0-22 15,-3 11-13-15,3-11-10 0,0 0-6 16,-3 15-7-16,3-15-8 0,-3 15-9 0,3-15-7 16,-1 16-3-16,1-16-4 0,0 19-5 0,0-19-18 0,1 21 14 15,-1-21-17-15,3 21 14 0,-3-21-20 0,3 20 18 16,-3-20-14-16,4 18 10 0,-4-18-14 0,5 18 13 16,-5-18-14-16,5 14 11 0,-5-14-11 0,7 12 10 15,-7-12-14-15,8 9 16 0,-8-9-20 0,8 7 15 16,-8-7-18-16,9 3 7 0,-9-3-19 0,0 0 9 0,17 0-13 15,-17 0 1-15,14-6-19 0,-6 2 20 0,1-1-9 16,-2-2 18-16,3-2-8 0,1 1 18 0,-2-3-9 16,1 0 15-16,1 0-11 0,-2-2 15 0,0 1-1 15,0-1 5-15,1 0-1 0,-2 1-12 0,-2 1 15 16,1-1-15-16,0 4 15 0,-3-1-12 0,1 1 14 16,-5 8-8-16,8-13 15 0,-8 13-10 0,6-10 13 15,-6 10-11-15,0 0 23 0,0 0-10 0,0 0 14 0,0 0 1 16,0 0 1-16,0 0-4 0,0 0-3 15,0 0-1-15,-1 16-16 0,1-16 15 0,-3 14-15 0,3-14 14 16,-3 15-18-16,3-15 12 0,-2 17-17 0,2-17 16 16,0 16-14-16,0-16 22 0,3 18-11 0,1-9 9 15,2 0-19-15,0 0 14 0,2-2-19 0,0 0 12 16,2-1-13-16,-1 0 10 0,0 0-13 0,2-2 14 16,-1 0-15-16,1 0 14 0,0-2-14 0,-11-2 13 15,21 4-17-15,-21-4 20 0,19 0-20 0,-19 0 16 0,18-5-12 16,-8 1 13-16,-1 0-12 0,-1-1 14 0,1-2-14 15,-2 0 12-15,-1-2-15 0,1 0 17 0,-3-1-2 16,2 0-2-16,-2-1-1 0,0 0-1 16,-1 1-1-16,-1 0-13 0,-2 10 15 0,2-20-16 0,-2 20 17 15,0-17-12-15,0 17 7 0,-1-14-12 0,1 14 17 16,-3-11-17-16,3 11 15 0,0 0-13 0,-9-8 15 16,9 8-15-16,0 0 16 0,-14 1 0 0,14-1 1 15,-10 6-6-15,10-6 3 0,-11 11 0 0,11-11-14 0,-12 12 15 16,6-5-16-16,1 1 15 0,0 0-14 0,-1 0 15 15,2 1-12-15,0-1 13 0,4-8-15 0,-5 17 16 16,5-17-18-16,-3 17 19 0,3-17-14 0,3 17 15 16,0-7-15-16,2-2 13 0,3 2-16 0,1-3 15 15,1 2-28-15,4-3-34 0,-1 1-69 0,2-2-64 16,0 1-62-16,1-2-70 0,-1 0-62 0,-1-2-61 16,0-1-58-16,-1-2-367 0,-1-1-422 0</inkml:trace>
  <inkml:trace contextRef="#ctx0" brushRef="#br0" timeOffset="171299.7425">33139 12678 526 0,'0'0'480'15,"1"-19"-44"-15,-1 19-38 0,0-12-35 0,0 12-64 16,0 0-55-16,0-14-10 0,0 14-3 0,0 0-5 15,0 0-25-15,0 0-13 0,0 0-22 0,5 7-19 16,-5-7-14-16,5 17-18 0,0-6-4 0,-1 2-32 0,1 2 10 16,1 1-27-16,1 3 5 0,2 0-28 15,-1 2 8-15,1-1-18 0,0 3 4 0,1-3-18 0,-2 2 10 16,1 0-16-16,1-2 10 0,-3 1-17 0,1 0 14 16,-1-3-14-16,0 2-4 0,-3-5 3 0,0 1-2 15,-1-3 3-15,0 4-2 0,-2-7-2 0,1 2 1 16,-2-12 3-16,2 19 0 0,-2-19 2 0,1 16-4 15,-1-16 4-15,1 12-3 0,-1-12 3 0,0 0 0 0,1 14-1 16,-1-14-2-16,0 0 2 0,0 0 0 16,0 0 0-16,0 0 13 0,0 0-17 0,0 0 10 0,0 0-15 15,-11-6 18-15,11 6-16 0,-7-7 15 0,7 7-16 16,-9-9 14-16,9 9-18 0,-11-9 14 0,11 9-8 16,-18-8 11-16,8 5-14 0,-1 1 15 0,-1-1-18 15,1 1 19-15,11 2-17 0,-25-1 14 0,12 3-14 16,1 0 14-16,0 0-13 0,-1 1 14 0,1 0-16 15,2 2 15-15,0-1-17 0,0 1 15 0,1 0-11 16,3 1 12-16,6-6-12 0,-11 13 14 0,11-13-16 0,-2 12 14 16,2-12-12-16,4 12 16 0,3-5-20 15,0-2 17-15,1 1-14 0,4-2 16 0,-1 0-17 0,2 1-15 16,2-4-32-16,0 3-54 0,0-3-64 0,0 0-59 16,0-1-56-16,-2 0-74 0,3-2-79 0,-4-1-55 15,3-1-421-15,-3-2-485 0</inkml:trace>
  <inkml:trace contextRef="#ctx0" brushRef="#br0" timeOffset="171664.1146">33312 12335 90 0,'-1'-11'505'0,"1"11"-70"0,-2-17-38 15,2 17-48-15,1-14-33 0,-1 14-22 16,3-10-42-16,-3 10-8 0,0 0 5 0,15-3-9 0,-7 7 0 16,4 6 53-16,3 2-102 0,4 4-17 0,5 11-23 15,1 2-10-15,-1 5-7 0,7 10-20 16,-1 2-21-16,-2 5-14 0,-2 2-4 0,-4 1-1 0,-3 2-11 15,-3 0 7-15,-6-6-22 0,-2 0 3 0,-1-1-20 16,-4 2-1-16,-2-2-7 0,-4 0-7 0,-2-3 0 0,-4 2-1 16,0-3-2-16,-2-1 9 0,-5-2-13 15,-4-2 4-15,-2-3-6 0,-5-1 10 0,-8 3-15 0,-7-5 11 16,-3-1 0-16,-7-7-27 0,-7-1-79 0,-5-5-105 16,-6-2-141-16,-7-5-133 0,-5 0-140 0,-3-3-610 15,-7-3-829-15</inkml:trace>
  <inkml:trace contextRef="#ctx0" brushRef="#br0" timeOffset="175363.8583">1558 15302 406 0,'-4'-11'639'0,"2"0"-159"0,-2 2-24 0,1 0-73 16,3 9 10-16,-8-15-83 0,8 15 5 0,-7-13-90 15,7 13 11-15,-10-7-79 0,10 7 31 0,0 0-36 16,-13 2 31-16,13-2-14 0,-12 12-5 0,5 1-31 16,2-1 31-16,-1 5-67 0,-1 4 20 0,-1 2-59 15,1 4 26-15,-1 2-14 0,2 0-4 16,-1 2-5-16,0 0-10 0,0-1-11 0,3 1-4 0,-3-2-8 15,2 0-7-15,-1-4-7 0,1 0-2 0,1-2-1 16,0 0 1-16,-1-3 27 0,1 0-36 0,1-4 28 16,-2 0-34-16,1 0 31 0,1-4-28 0,-1-1 29 0,2-2-27 15,2-9 34-15,-5 15-38 0,5-15 27 16,-6 7-38-16,6-7-2 0,0 0 4 0,0 0-13 16,-9-12-10-16,10 1-21 0,1-4-11 0,4-7-13 0,0-8-12 15,5-5 12-15,2-3-11 0,1-3-20 0,3-4 61 16,4-4-34-16,2-3 59 0,0 1 6 15,2 1 8-15,-1 0-41 0,5 4 51 0,-6 8-44 16,1 4 51-16,0 2-43 0,-2 4 47 0,-3 7-45 0,0 4 45 16,-4 5-46-16,0 4 53 0,-2 3-40 15,-1 5 63-15,2 1-17 0,0 6 52 0,0 1 17 16,1 9-6-16,1 2 7 0,0 6 9 0,-1 2-23 0,1 4-10 16,0 3-22-16,-1 3 41 0,3 1-46 0,-2 0 28 15,0-1-49-15,4 2 32 0,-4-2-44 0,2 0 31 16,2 1-42-16,-2-3 31 0,2 0-42 0,-3-2-4 15,0-1-43-15,-3-5-45 0,0-3-73 0,-2-1-92 16,-3-2-27-16,0-2-132 0,-4-4-49 0,0-1-129 16,-2-2-66-16,-3-12-283 0,0 16-541 0</inkml:trace>
  <inkml:trace contextRef="#ctx0" brushRef="#br0" timeOffset="176313.8271">1690 15579 298 0,'-29'-11'644'16,"0"1"-153"-16,2-1-76 0,5 3-36 0,1-2-49 16,5 2-47-16,3-1-52 0,1 2-35 0,3-2-37 15,9 9-32-15,-4-17-23 0,6 7-18 16,7 0-14-16,4-1 27 0,3 0-58 0,9 1 34 0,4-2-52 16,5 2 33-16,6-2-52 0,3 4 40 0,1-1-51 15,2 1 42-15,0 1-48 0,1 0 44 0,-2 2-49 16,-3 3 50-16,-3-2-52 0,0 2 49 0,-1 0-3 15,0 0-6-15,-3 2-1 0,-5 0-4 0,0 0-7 16,-3 0-1-16,-5 0 36 0,1 3 10 0,-3-2-3 16,-1 2 36-16,-2 0 29 0,0-1 36 0,0 3 19 0,-3 2-4 15,2-2-29-15,-3 3-29 0,0 1 24 16,0 1 5-16,-1-1-24 0,1 4 0 0,-2-1-11 16,2 2-18-16,-2 0-19 0,2 0-9 0,-2 0-14 0,0 2-7 15,1-2-10-15,-2 0-3 0,-1 0-6 0,1-1 2 16,-1-1-11-16,-1 1 3 0,0-2-3 15,1 0-3-15,-1-1-2 0,0-1 2 0,-2 0-1 0,2-2-1 16,-2 0 4-16,-6-7-2 0,11 9 2 16,-11-9-4-16,14 4-8 0,-14-4-27 0,16-4-8 0,-5 0-12 15,-1-5-9-15,2 0-6 0,3-5-5 0,0 0 8 16,4-5 13-16,-1 2 11 0,1-1 9 0,0 2 6 16,-2 0 7-16,0 4 4 0,-1-2 7 0,0 3 3 15,-3 0-1-15,-1 2 1 0,-1 2 1 0,-1-1-4 16,-1 3-2-16,-9 5 6 0,15-6 9 0,-15 6 56 15,0 0 3-15,18 1-7 0,-18-1-9 0,8 7-4 16,-8-7 17-16,10 14 0 0,-5-7-12 0,1 4-7 16,-1-1-6-16,1 0-5 0,0 1-5 0,2 1-4 0,0-1-6 15,1 2 0-15,1-1-4 0,1 0-2 16,-1-1 1-16,1 1-2 0,1-2-8 0,0-1 4 0,2 1 2 16,-2-2-2-16,1-1 4 0,2-1-4 0,-2 0 1 15,3-1-2-15,-3-4 2 0,0-1-2 0,1-1-3 16,3-2 1-16,-2-4-2 0,3-2 2 0,-1-2-2 15,4-5 2-15,0-3-3 0,-2-2-2 0,4-4 1 16,2-1-9-16,-1-2 11 0,-2-1-3 0,3 2 0 16,-2 2 5-16,-3 2-1 0,-2 3 1 0,-1 1 0 15,-3 4 1-15,-1 0 5 0,-3 3 0 0,-1 1 0 16,0 1 2-16,-3-1 0 0,0 3-6 0,-6 8 4 16,5-17-8-16,-5 17 6 0,-4-12-10 0,4 12 7 15,-15-11-6-15,4 7 4 0,0 2-10 0,-2 2-1 16,0 0 1-16,-1 0 6 0,3 4-6 0,-1 1 3 15,-1 1-1-15,3 3 0 0,3-2 15 0,1 2-9 0,3 1 5 16,3-10-3-16,6 25 3 0,1-12-5 16,4 2 6-16,4 2-5 0,3 2 3 0,3-1-1 0,3 0-1 15,5 4 1-15,1-1 1 0,1 1-3 0,0-1 3 16,1 0 0-16,-1 0-2 0,1 0 2 0,0 0-7 16,1-1 8-16,-1 1-9 0,-1-1 11 0,1-1-9 15,-2 0 6-15,-4-3-6 0,-2-1 6 0,0 2-9 16,-1 0 9-16,-2-3-7 0,-5 0 2 0,0-1-3 15,-2 2 8-15,0-2-3 0,-4-1 3 0,-1-2-6 16,-2 2 9-16,-1-2-4 0,-6-10 8 0,2 20 7 16,-2-20 13-16,-10 16-7 0,-1-9-2 0,-3-1-2 15,-8 1 7-15,-4-4-7 0,-9 1 11 0,-6-3-14 16,-12-1 0-16,-4 0-6 0,-5-4-1 0,-13 0-8 0,-4-1 3 16,-1-1-9-16,0 0-28 0,-1 0-57 15,2-1-64-15,3 1-73 0,4-2-81 0,13 3-158 16,5 1-104-16,6 0-192 0,9 2-564 0,8 1-929 0</inkml:trace>
  <inkml:trace contextRef="#ctx0" brushRef="#br0" timeOffset="176563.8248">4490 16163 1490 0,'-26'2'1105'0,"-12"-2"-272"16,-16 0-159-16,-12 0-144 0,-21-1-71 0,-14-1-44 16,-31 1-75-16,-10-2-76 0,-16 0-48 0,-16 2-49 15,-11-1-37-15,-13-1-27 0,-11 1-25 0,-8-1-55 0,-55-2-11 16,-3-1-57-16,-3 2-57 0,-4-1-20 16,-6 2 28-16,-9 0-50 0,3 0-61 0,13-1-35 0,17-1-110 15,92 3-139-15,172 2-199 0,0-16-698 0,0 5-987 16</inkml:trace>
  <inkml:trace contextRef="#ctx0" brushRef="#br0" timeOffset="499194.8395">4787 9995 228 0,'9'-13'370'0,"-9"13"-55"16,6-10-15-16,-6 10-28 0,7-11-6 0,-7 11 0 15,5-10-9-15,-5 10-21 0,7-8-17 0,-7 8-20 16,0 0-20-16,7-11-16 0,-7 11 21 0,0 0 18 16,0 0-4-16,0 0-22 0,14 3-22 0,-14-3-15 15,6 8-20-15,-6-8-15 0,7 13-14 0,-7-13-14 16,6 18-14-16,-6-18-12 0,4 19-8 0,-2-8-5 16,0 1 0-16,0 2 0 0,-2 0-6 0,1 2-3 15,-2 0-3-15,0 1-7 0,-1 0-2 0,-1 1-2 0,-1 0-4 16,-2 1 4-16,-3 0-7 0,1 0 5 0,-2-1-1 15,-3 0 2-15,-2 1 3 0,-3-1-2 0,-2 1-4 16,-2-2-1-16,-3-1-3 0,-2-1 1 16,-2-2-2-16,-1-1 1 0,-6 1 2 0,4-3-2 0,-1-1-3 15,1-3-2-15,-1-2 3 0,4-2-1 0,1-1 0 16,1-2-4-16,0-3 1 0,3-1 1 0,1-4-5 16,-1-3 3-16,2-4-3 0,3-3 3 0,2-2-2 15,3-1 0-15,2-3-1 0,4 3 2 0,1 0-1 16,3-1 0-16,2 0 3 0,1 3-2 0,2 0 1 15,2-3 2-15,2 3 0 0,2 0 0 0,1 2 0 16,3 0-2-16,1 1 0 0,4 2 1 0,3 0 4 16,5 1 11-16,3 1 15 0,9 0 8 0,5 3 16 15,5 0 12-15,5 4 18 0,4 0-105 0,4 0 36 0,14 2 21 16,3 1 110-16,5 2-23 0,1 0-12 16,5 1-8-16,-1 1-9 0,-1 0-6 0,-2 0-120 15,-3 1 11-15,-3-1 14 0,-13 1 10 0,-3 0-25 0,-1 1 117 16,-5 0-15-16,-1-1-20 0,-4 1-11 0,-2 1-8 15,-8-1-8-15,-3 2-9 0,-2-3-5 0,-5 1-4 16,-2 0-1-16,0 1-4 0,-4-1-2 0,1 1-3 16,-4-1 1-16,-1 0-1 0,-2-1-1 0,0 1 2 15,-3 0-1-15,-1-1 1 0,-2 1-3 0,1-2 1 16,-13-1 2-16,19 4-6 0,-19-4 2 0,17 2 3 16,-17-2-2-16,13 2 0 0,-13-2-2 0,0 0-26 15,16 1-54-15,-16-1-74 0,0 0-108 0,10-4-118 16,-10 4-114-16,0 0-109 0,0 0-139 0,4-9-500 0,-4 9-851 15</inkml:trace>
  <inkml:trace contextRef="#ctx0" brushRef="#br0" timeOffset="500341.4527">5678 10612 361 0,'0'0'552'0,"-3"-17"-104"0,3 17-56 0,-4-19-21 0,4 19-48 15,-5-19-34-15,5 19-8 0,-4-19 10 16,4 19 4-16,-4-17-9 0,4 17-27 0,-3-14-37 16,3 14-44-16,-2-10-36 0,2 10-28 0,0 0-24 0,-4-11-13 15,4 11 4-15,0 0-3 0,0 0 12 0,1 15-4 16,-1-15-12-16,0 24-131 0,-1-7 138 0,0 2-12 15,-1 5-15-15,1 1-6 0,-1 2-8 0,0 0-9 16,-1 6-11-16,2-2 1 0,-1 3 0 0,2-5-7 16,0 0-3-16,2 4-3 0,0-2 2 0,2-1 3 15,1 0-9-15,3-3-1 0,1-1 3 0,1-2 2 16,1-3-4-16,0-3 0 0,3 0-4 0,2-3 6 16,0-2-3-16,3 0-22 0,1-2 3 0,0-2 3 15,1-4 1-15,0-2 5 0,-3-1 2 0,3-4-2 16,1-2-10-16,-1-3 14 0,0-4 2 0,0-2-2 0,-1-4 3 15,-1-2 1-15,-1-4-3 0,-4 0 0 0,0-1-2 16,-3-1 2-16,-2-2 1 0,-2 5 2 0,-2-2 1 16,-2 1 5-16,-2 2-124 0,-1 1 25 0,-1 1 19 15,-1 0 15-15,-1 2 127 0,-2-1-16 0,2 3-11 16,-2 1-7-16,1 0-5 0,0 4-11 0,0-1-5 16,4 11-5-16,-5-17-36 0,5 17-25 0,-5-12-22 15,5 12-35-15,0 0-50 0,0 0-55 0,0 0-58 16,0 0-49-16,5-9-45 0,-5 9-27 0,10 5-16 15,-10-5-27-15,12 4-54 0,-12-4-244 0,19 7-239 16</inkml:trace>
  <inkml:trace contextRef="#ctx0" brushRef="#br0" timeOffset="500991.2296">6451 10675 614 0,'10'-10'510'0,"-4"0"-74"0,0 2-11 16,-1-2-9-16,-1 1-26 0,0-1-12 0,-4 10-15 15,4-18-14-15,-4 18-23 0,0-16-38 16,0 16-44-16,-2-14-35 0,2 14-28 0,-3-13-30 0,3 13-28 16,-8-8-21-16,8 8-22 0,-8-6-17 15,8 6-15-15,-11 2-5 0,11-2-9 0,-14 8-9 0,7-1-1 16,0 1-3-16,1 3-3 0,0 2-10 0,1 1 2 16,2 1-1-16,2 1-2 0,1 1-1 0,1 1-4 15,2 0 1-15,3 3 1 0,2 0-2 0,1 0 1 16,2 2-2-16,2 1 4 0,0 0-3 0,2-1-2 15,0 0 1-15,2 0 4 0,-1-2-1 0,0 0-1 16,-1 0-3-16,-2-3 8 0,-1 0-7 0,-2-2 1 16,-1 2-1-16,-3-3 0 0,-2 0 1 0,-1-1-2 0,-2 0-1 15,-3-1 1-15,-1 2 2 0,-2-2-4 16,-2 1 4-16,-3-2-3 0,0 1 0 0,-5-1 1 16,0-1 0-16,2-3-2 0,-2 0 2 0,0-3-4 0,1-1 3 15,2-1-1-15,0-2 2 0,12-1-3 0,-18-4 1 16,18 4 2-16,-13-11-10 0,9 3-11 0,4 8-1 15,1-22-16-15,2 8-14 0,6-4-9 0,2-2-12 16,2-2-2-16,4-1-10 0,5-4 0 0,-1 1-4 16,3-1 11-16,3 1-1 0,-2 1 8 0,1 0 3 15,-1 0 12-15,1 0 11 0,0 0 8 0,-1 1 7 16,-4 4 8-16,-1-1 4 0,0 0 6 0,0 1 0 16,-1-3 1-16,-2 2 2 0,0 0 5 0,-2 0 8 15,-4 4 11-15,-1 1 16 0,0-2 16 0,-3 5 6 0,-2 0-5 16,-1 0-5-16,-3 2-10 0,-1 11-1 15,0-18 1-15,0 18-4 0,-9-13-2 0,9 13-3 16,-16-5 1-16,16 5 2 0,-27 5 3 0,12 1 5 0,-4 5 4 16,-3 3-119-16,1 4 23 0,2 0 124 15,0 2-15-15,2 0-6 0,4 3-13 0,3-4-5 16,0 1-8-16,4 1 2 0,2-1-6 0,2 0-3 0,1-2-3 16,2 0-2-16,1 0-2 0,2 0 1 15,2 1 0-15,3-2-5 0,0 1 1 0,1-2-1 16,4 0-2-16,-1-3 3 0,3-1-2 0,-1 1 0 0,4-3-3 15,-2-1 1-15,2-1-24 0,2-2-51 0,-3-1-62 16,3-1-60-16,-1-2-68 0,1-2-60 16,2 0-68-16,3-2-60 0,-1-1-42 0,0-2-14 0,5-3-333 15,-2-1-385-15</inkml:trace>
  <inkml:trace contextRef="#ctx0" brushRef="#br0" timeOffset="501424.6397">7420 10600 511 0,'-2'-11'488'0,"-1"0"-62"16,3 11-39-16,-4-18-4 0,4 18-19 16,-7-17-15-16,7 17-8 0,-4-17-9 0,4 17-5 0,-3-14-27 15,3 14-41-15,-4-12-50 0,4 12-45 16,0 0-29-16,-2-13 2 0,2 13-7 0,0 0-3 0,0 0 12 16,0 0-18-16,18 7-15 0,-11 0-6 15,0 3-120-15,1 1 7 0,3 5 25 0,0 3 9 16,2 3-2-16,1 5-1 0,-1-1 115 0,3 6-30 0,-2 3-18 15,-1-2-21-15,-2 4-12 0,0-1-11 0,-3-4-8 16,-1 0-5-16,-2-1-9 0,0 0-2 0,-3-5-1 16,-2-1-4-16,-1 0-4 0,-1-1 0 0,-3-2 1 15,0-1-2-15,-1-2-1 0,-3-1 12 0,-1-3 20 16,2-2 21-16,-3-1 10 0,1-4 10 0,0-2 5 0,-1-2 3 16,11-4-7-16,-18 1 11 0,9-4-20 15,0-5-12-15,1-4-14 0,2-3-10 0,2-6-7 16,2-5-7-16,2-2-118 0,3-8 23 0,4-5 11 15,3-2 17-15,3 2 12 0,2 1 11 0,3 2 0 0,0 1 0 16,2 3 4-16,1 1 114 0,-1 3-21 16,1 2-22-16,2 3-32 0,-5 4-37 0,2 2-29 15,0 2-29-15,-3 2-34 0,0 3-28 0,-2 1-37 0,2 1-37 16,-3 2-49-16,0 2-62 0,-1 0-60 0,-3 1-58 16,1 3-45-16,-11 2-44 0,18-3-53 15,-18 3-495-15,15-1-692 0</inkml:trace>
  <inkml:trace contextRef="#ctx0" brushRef="#br0" timeOffset="503725.0044">8507 10375 305 0,'4'-8'370'16,"-4"8"-42"-16,9-16-19 0,-9 16-28 0,6-14-14 16,-6 14-25-16,6-12-25 0,-6 12-20 0,6-12-14 15,-6 12-9-15,5-10-17 0,-5 10-12 0,6-9-19 16,-6 9-22-16,0 0-16 0,6-7 19 0,-6 7 21 15,0 0 16-15,7 7-1 0,-7-7-8 0,3 18-9 16,-3-5-4-16,0 5-11 0,-4 4-13 0,0 3-7 16,-3 5-15-16,-4 7-121 0,0 3 125 0,-3 0-16 0,-2 3-13 15,-2 1-12-15,-3 7-7 0,-5 2-9 0,-1 0-2 16,-4-2-9-16,0-2 1 0,-1-2-6 0,0-3 1 16,2-2-2-16,5-8-1 0,1-1-2 0,3-2 1 15,1-4-4-15,2-4-9 0,4-1-20 0,3-5-23 16,-1 0-27-16,4-6-31 0,1 0-19 0,0-3-25 15,7-8-36-15,-7 9-60 0,7-9-35 16,0 0-29-16,0 0-31 0,0 0-45 0,5-20-45 0,3 5-305 16,-1-3-245-16</inkml:trace>
  <inkml:trace contextRef="#ctx0" brushRef="#br0" timeOffset="504024.9122">8993 10289 20 0,'18'-11'652'0,"-2"2"-167"0,-2 2-89 0,-3 1-23 16,-1 1 5-16,-10 5-19 0,15-2-9 0,-15 2-20 15,10 4-26-15,-10-4-22 0,4 11-11 0,-4-11-37 16,1 23-31-16,-2-9-16 0,-3 4-26 0,1 3-22 16,-3 2-18-16,-1 5-16 0,-2 2-129 0,0 0 9 15,-2 7 10-15,-3 1 123 0,0 1-15 0,-2 0-21 16,0 0-13-16,-1 0-12 0,1 1-17 0,-2-2-1 15,1 1-15-15,1-2-1 0,-2-1-2 0,2-1-6 16,-1-2 2-16,2-2-2 0,0-3-8 0,3-5-7 16,-1 1-30-16,1-2-41 0,2-3-45 0,0-2-33 15,1-3-34-15,2-1-49 0,-2-4-52 0,0-1-59 16,2-1-60-16,7-7-66 0,-14 6-41 0,14-6-474 16,-18-4-577-16</inkml:trace>
  <inkml:trace contextRef="#ctx0" brushRef="#br0" timeOffset="504391.1702">8147 10619 364 0,'-15'-1'535'0,"3"-1"-125"0,-1 1-91 0,0 0-37 15,-1 0-29-15,1 1-16 0,0 0-27 0,-2 1-22 16,3 0-16-16,0 0-18 0,12-1-23 0,-21 2-22 16,21-2-8-16,-17 3 11 0,17-3 11 0,-11 5 4 15,11-5-9-15,-7 8 2 0,7-8 14 0,0 0 4 16,9 15-12-16,0-13-5 0,7 3-7 0,2-2-11 16,9-2-15-16,4-1-125 0,10-3 12 0,11-1 12 0,6 0 114 15,13-5-17-15,6 1-18 0,2 0-14 16,3-1-11-16,0 1-8 0,-2 0-8 0,-1 2 1 0,-4-2-4 15,-2 1-6-15,-13 3-8 0,-4-1-8 0,-1 0-25 16,-3 3-27-16,-6-2-41 0,-6 3-45 0,-9 0-40 16,-2 0-36-16,-6 1-40 0,-2 0-38 0,-1 1-26 15,-5 0-23-15,-2 1-25 0,-13-2-26 0,17 3-76 16,-17-3-215-16,0 0-190 0</inkml:trace>
  <inkml:trace contextRef="#ctx0" brushRef="#br0" timeOffset="504724.7893">8263 10822 16 0,'-26'6'561'0,"1"-2"-148"0,-2 3-57 0,0-3-39 15,0 2-12-15,1-4-18 0,-1 3-36 0,3 0-28 16,0-1-17-16,1 0-18 0,4 1-20 0,2-3-17 15,1 0-16-15,4 2-19 0,0-2-19 0,1 1-17 16,11-3-12-16,-16 5 1 0,16-5 19 0,0 0 10 16,0 0 7-16,0 0-4 0,15 8-11 0,1-8-14 15,7-1-5-15,12-2-12 0,5 0-2 0,10-1-6 16,6-3 2-16,14 0-10 0,1 0-7 0,5-2-6 16,2 3-8-16,0 0-5 0,1-1-1 0,-2 2-4 15,-2 1-1-15,-4-1 0 0,-10 3 0 0,-3-2-4 16,-2 2-6-16,-2 0-25 0,-6 0-51 0,-7 0-42 15,-4 2-45-15,-6-2-45 0,-2 1-51 0,-4 1-40 16,-2 0-37-16,-2 0-35 0,-1-2-56 0,-3 1-454 16,-1-1-440-16</inkml:trace>
  <inkml:trace contextRef="#ctx0" brushRef="#br0" timeOffset="505091.4435">9876 10664 598 0,'-19'3'610'0,"1"-1"-149"0,-1 0-78 16,-2 1-14-16,1-1-14 0,-3 2-7 0,2-2-29 15,0 2-39-15,2-1-37 0,0 1-38 0,3-2-31 16,0 2-42-16,4-2-24 0,0 0-19 0,2 2-9 0,10-4 8 16,-14 6 3-16,14-6-4 0,0 0-13 0,0 0-16 15,3 11-8-15,-3-11-10 0,23 4-9 0,-3-4-5 16,4 2-6-16,5-2-118 0,4 1 20 0,5-1 18 16,1 0 13-16,2 0 15 0,0 0 3 0,0 0-8 15,0 0-30-15,-2 0 73 0,-1 1-69 0,-5-1-68 16,-2 0-62-16,-2 0-73 0,0 2-50 0,-3 0-37 15,-1-1-24-15,-5 0-31 0,-1 1-71 0,-2 0-250 16,-5-1-232-16</inkml:trace>
  <inkml:trace contextRef="#ctx0" brushRef="#br0" timeOffset="505327.825">9673 10984 610 0,'-20'7'566'15,"1"1"-124"-15,2-1-47 0,1-1-24 0,0 1-26 16,1-1-24-16,0 1-12 0,2-2-18 16,-1 1-24-16,5-2-31 0,-1 0-38 0,10-4-46 0,-14 8-28 15,14-8-18-15,0 0-15 0,0 0-10 0,0 0-14 16,9 7-13-16,4-8-14 0,8 0-5 0,6-1-6 16,3-1-7-16,7 0-4 0,2 0-3 0,1-2-4 15,5 1-11-15,0-1-38 0,0 0-49 0,-7-1-58 16,-1 0-68-16,0 0-78 0,0 0-82 0,-2 0-80 15,-2 1-78-15,0-4-428 0,-3 1-546 0</inkml:trace>
  <inkml:trace contextRef="#ctx0" brushRef="#br0" timeOffset="505844.4745">11252 10469 303 0,'17'-15'838'16,"-7"-1"-191"-16,1 3-48 0,-3 0-42 0,-1 2-21 16,-1-2-39-16,-4 3-73 0,0 0-63 0,-2 10-41 0,-2-18-32 15,2 18-39-15,-8-18-33 0,2 12-39 0,-2 1-33 16,-4 1-27-16,0 0-26 0,-3 3-17 0,-3 2-9 16,-2 3 6-16,-4 3-8 0,-5 1-8 0,-5 9 8 15,0 1-116-15,0 3 16 0,-1 4 14 0,0 5 15 16,-5 5 22-16,1 5 17 0,2 2 7 15,2 4 3-15,1-1 18 0,2 3-3 0,4-1 7 0,1 1-10 16,6-7 3-16,4 0-3 0,1-2 16 0,3 0-8 16,2-2-2-16,5-6-11 0,2-4-10 0,3-1-6 15,2-1-8-15,2-1-1 0,3-1-7 0,4-2 2 16,4 0-3-16,4-1 0 0,2-3-2 0,5-2 2 16,3-3-7-16,3 0 2 0,3-5-4 0,3 0-4 15,7-1-1-15,-6-2-4 0,3-4 0 0,-1 1-7 0,-1-2-7 16,-1-2 4-16,-1-1-3 0,-2 0 4 0,-3-3 2 15,-2 1 3-15,-5-1 1 0,-2-1-2 16,-2 1 5-16,-3-4 3 0,-3 4-1 0,-3-3 0 0,-2 0 1 16,-2-1 0-16,-6 1 0 0,-2 10 3 0,-1-22 4 15,-4 11-4-15,-5-1 6 0,-3 1-4 0,-5-1 3 16,-6-1-7-16,-5 4 4 0,-3 0-1 0,-5 2 2 16,-1 2-4-16,-2 0-1 0,1 4-1 0,-1-1-2 15,0 2-2-15,3 1 2 0,3 1-13 0,4 0-54 16,1 0-53-16,2 0 57 0,2 0-84 0,3 0-78 15,4-2-98-15,2 1-110 0,3 0-107 0,13-1-99 16,-21-2-144-16,21 2-525 0,-11-3-911 0</inkml:trace>
  <inkml:trace contextRef="#ctx0" brushRef="#br0" timeOffset="508624.2104">12675 9865 369 0,'18'-11'347'0,"0"0"-17"0,-5 0-15 0,-1 3-31 16,-3-1-31-16,-1 2-29 0,-1 0-21 15,-7 7-18-15,7-10-15 0,-7 10-5 0,0 0-11 16,0 0 7-16,-13-4-5 0,4 7 2 0,-8 6-1 15,-2 2-5-15,-10 8 4 0,-3 3-13 0,-6 8-1 16,-5 6-3-16,-1 4-12 0,-4 7 1 0,1 2-12 16,-3 3-7-16,1 2-5 0,2 4-10 0,-3 0-2 0,-6 14-125 15,12-10 23-15,-7 12 12 0,11-8 115 0,3-2-20 16,3 2-15-16,4-2-15 0,4-1-14 0,3-2-5 16,5-4-15-16,2-2-2 0,7-9-121 0,2-1 24 15,3-1 16-15,4-8 12 0,4 0 11 0,1-3 2 16,5-2 6-16,5 3 1 0,5-4 3 0,5-2 5 15,6-5 0-15,5-3 7 0,4-4-4 0,8 1-23 16,2-7-45-16,3-1 63 0,1-6-78 0,2-2-82 16,0-5-202-16,3 0 24 0,9-6-80 0,-1-3-79 15,-2-4-490-15,-2-3-601 0</inkml:trace>
  <inkml:trace contextRef="#ctx0" brushRef="#br0" timeOffset="509591.0734">12965 10201 186 0,'0'0'190'0,"0"0"-13"0,0 0-51 15,0 0 3-15,2-13-24 0,-2 13 24 16,0 0-20-16,0 0 1 0,4-12-2 0,-4 12 13 0,0 0 6 16,0 0 9-16,5-11-1 0,-5 11 1 0,0 0-4 15,0 0-8-15,2-8-17 0,-2 8-5 0,0 0-3 16,0 0-3-16,0 0-2 0,0 0 4 0,5-11 0 16,-5 11-6-16,0 0 1 0,0 0-4 0,0 0-2 15,0 0-3-15,0 0 2 0,0 0-3 0,0 0-5 16,0 0-5-16,0 0-3 0,0 0-5 0,0 0-4 15,0 0-4-15,0 0-4 0,0-11-7 0,0 11-10 16,0 0-5-16,0 0-4 0,0 0-3 0,0 0 0 16,0 0 2-16,0 0-6 0,0 0 1 0,2-11 0 15,-2 11-1-15,0 0 0 0,0 0 2 0,0 0 4 16,0 0 7-16,2-12 2 0,-2 12 1 0,0 0-1 16,0 0 0-16,0 0-1 0,0 0-4 0,0 0-3 15,0 0-7-15,3-8-3 0,-3 8-3 0,0 0 7 16,0 0 14-16,0 0 4 0,4 14-3 0,-4-14 1 0,0 19 3 15,0-7 2-15,-2 3 6 0,-2 3-3 16,1 3 1-16,-2 2-5 0,-2 1 2 0,-1 2-8 0,1 3-8 16,-3-2-5-16,0 3-2 0,1-4-5 0,-3 1-3 15,3 0-114-15,-1-2 19 0,3-3 18 0,-1 1 13 16,0-3 12-16,1-1 6 0,3-2 8 0,-1-3 6 16,0 1 117-16,3-3-135 0,-2-2 3 0,1 0 114 15,3-10-24-15,-2 15-41 0,2-15-51 0,0 0-49 16,0 0-46-16,5 7-50 0,-5-7-37 0,6-7-59 15,-6 7-59-15,10-15-26 0,-4 5-38 0,-1-2-36 16,3-1-386-16,0-1-360 0</inkml:trace>
  <inkml:trace contextRef="#ctx0" brushRef="#br0" timeOffset="509874.6472">13230 10226 117 0,'9'-8'592'16,"-3"0"-110"-16,1 1-46 0,0 1-11 15,-7 6-20-15,9-10-40 0,-9 10-31 0,9-8-39 0,-9 8 1 16,0 0-18-16,0 0-22 0,14 0-24 16,-14 0-27-16,6 13-16 0,-6-13-18 0,3 20-12 15,-1-7-16-15,0 2-23 0,0 2-20 0,0 1-15 0,-2 1-11 16,0 0-19-16,0 1-10 0,0 1-3 0,0-1-10 16,0 0-4-16,-2-1-5 0,2 0-122 0,-2 2 23 15,2-2 12-15,-2-1 15 0,0-1 13 0,-1 2 4 16,-1-2 10-16,2 0 0 0,-3-1 4 0,2 1 2 15,-1-3-18-15,0 1-44 0,1-1 61 0,-1-3-73 16,0-1-71-16,1 1-67 0,-2-3-70 0,5-8-80 16,-6 14-89-16,6-14-55 0,-9 7-500 0,9-7-632 15</inkml:trace>
  <inkml:trace contextRef="#ctx0" brushRef="#br0" timeOffset="510226.4211">12770 10428 320 0,'-12'-7'587'0,"1"-1"-121"0,4 3-48 0,-4 0-25 16,4-1-26-16,-2 0-22 0,3 0-31 0,6 6-29 16,-14-11-18-16,14 11-25 0,-11-11-24 0,11 11-36 15,-6-12-37-15,6 12-25 0,-1-10-10 0,1 10-10 16,7-13-9-16,1 4-10 0,5 0 1 0,8-2 2 15,6-1-2-15,13-3-3 0,6-1-14 0,12-3-8 16,7 1-7-16,1 0-10 0,3 1 0 0,0 1-3 0,4-1 9 16,0 2-8-16,0 0-6 0,-2 1-6 15,1 2 0-15,-5 1-4 0,1 1-6 0,-15 1-1 16,-3 1-4-16,-3 2 0 0,-8 2-2 0,-5 0-6 0,-5 0 3 16,-2 2-4-16,-7-1-3 0,-2 1-4 0,-3 2-2 15,1 0-2-15,-16 0 4 0,18 1-36 0,-18-1-48 16,14 3-54-16,-14-3-65 0,0 0-62 0,0 0-63 15,0 0-69-15,-3 13-69 0,3-13-45 0,-11 6-63 16,11-6-316-16,-11 7-460 0</inkml:trace>
  <inkml:trace contextRef="#ctx0" brushRef="#br0" timeOffset="510991.2004">13656 10695 443 0,'0'0'485'0,"2"-14"-47"0,-2 14-34 0,-2-14-15 16,2 14-15-16,-2-16-16 0,2 16 10 0,-2-12-14 16,2 12-43-16,-5-11-38 0,5 11-39 0,-4-9-45 15,4 9-39-15,0 0-24 0,-9-7-127 0,9 7 42 16,0 0 12-16,-11 9 5 0,6-2 3 0,1 3 2 16,-1 3-15-16,1 3 4 0,0-1 118 0,-2 4-25 15,2 4-29-15,0-1-15 0,1 1-16 0,-1 1-18 16,2 1-10-16,0-3-10 0,0 0-10 0,4-2-7 15,-2-1-3-15,2 0-1 0,2 0 20 0,1-3-3 0,-1-1-1 16,4-2-1-16,0 0-6 0,1-3-10 0,2-1-2 16,1-3-6-16,3-2-1 0,-1-3-6 15,1-1-1-15,4-2-3 0,-2-3 1 0,4-4-3 0,-1 0-1 16,3-5-2-16,-2-3 4 0,0-2-2 0,0-1-2 16,-4-3 0-16,3 1-111 0,-4-2 21 0,0 2 17 15,-1 1 14-15,-5 2 12 0,-1 1 6 0,-1 0 12 16,-3 3 2-16,-1 1 116 0,1 0-48 0,-1 2-54 15,-3 2-61-15,-1 10-56 0,0-18-62 0,0 18-68 16,-2-13-67-16,2 13-65 0,-8-6-50 0,8 6-63 16,0 0-30-16,0 0-501 0,-9-5-649 0</inkml:trace>
  <inkml:trace contextRef="#ctx0" brushRef="#br0" timeOffset="511657.4919">14296 10647 501 0,'7'-6'642'16,"-7"6"-85"-16,10-12 6 0,-10 12-20 0,6-10-50 16,-6 10-83-16,0 0-63 0,-4-14-50 0,4 14-37 15,-7-9-36-15,7 9-31 0,-12-5-36 0,12 5-30 16,-15-1-137-16,15 1-6 0,-25 5 4 0,11 0 6 16,1 2 4-16,-2 1 1 0,-1 3-3 15,2 0 4-15,0 3 115 0,2 0-31 0,0 1-13 0,3-2-13 16,3 2-10-16,1 1-9 0,1 0-7 0,1 0-7 15,6 0-5-15,-1 1-4 0,3-1-2 0,3 1-3 0,1 1-3 16,3-1-1-16,1 1 2 0,3-1-4 0,-1-2 1 16,2 2 1-16,-1-4-4 0,1 1-1 15,-2 1 3-15,2-2 0 0,-3 1-5 0,0-2 0 0,-3-1 1 16,-2-1-1-16,1 1-2 0,-6-2 0 0,2-1 2 16,-6-8 1-16,3 16-1 0,-3-16-3 15,-5 16 3-15,-1-9-3 0,-3 0 3 0,-2 0 0 0,-2 0-6 16,-4-2-1-16,0-1-16 0,-6 2 1 0,-2-2-9 15,0 0 4-15,0-4 4 0,3 2 2 0,0-4 7 16,3 0-10-16,0-1 0 0,3-1-5 16,3-2-7-16,1 1-10 0,5-2-4 0,1 0 6 0,6 7 5 15,0-16-2-15,2 7-3 0,7 0-13 0,2-2-22 16,3-1-4-16,4 0-8 0,4-1-1 0,3-1 13 16,2 0 8-16,2 0 14 0,6-1 11 0,0 0 5 15,1-2 7-15,0 3 5 0,-1-1 8 0,-1 1 2 16,-2-1 4-16,-3-1 2 0,4 1 3 0,-5 0 2 0,-2-1 3 15,-3 1-1-15,1-1 4 0,-3-1 1 16,0 2 13-16,-7 0 17 0,1 2 23 0,-5 1 7 16,-3 2 3-16,-1 0 4 0,-3 1-10 0,-3 9-6 15,0-15 0-15,0 15-2 0,-9-14-5 0,1 9-4 0,-2 2-7 16,-4 1 6-16,0 1-105 0,-5 3 23 0,2 1 13 16,0 2 15-16,-5 2 7 0,4 4 12 15,-2 0 10-15,1 3 18 0,2-1 19 0,1 2 119 16,2 0-25-16,1 0-20 0,2 2-18 0,5-1-16 0,-1 1 4 15,2 0-10-15,2-2-7 0,1 2-1 0,2-3-7 16,2 2-12-16,1-1-11 0,2-1-9 0,2 1-8 16,1-2-4-16,3-1-5 0,3 0-6 0,1-2-9 15,4-1-33-15,-1-2-56 0,4 0-74 0,0-1-80 16,1-2-78-16,-3-2-82 0,2-1-51 0,-1-1-73 16,3 0-49-16,-2-4-524 0,2 0-712 0</inkml:trace>
  <inkml:trace contextRef="#ctx0" brushRef="#br0" timeOffset="512040.433">14935 10828 351 0,'-7'-8'497'0,"2"2"-46"0,-4-3-1 0,0 1 15 15,0 2-20-15,0-1-15 0,0 1-14 0,2 0-145 16,7 6-13-16,-14-12-19 0,14 12-47 0,-6-10-29 16,6 10-4-16,0 0-7 0,6-10-11 0,-6 10-4 15,17-4-15-15,-4 3-11 0,1 2-7 0,4 0-7 16,2 2-13-16,3 1-18 0,1 2 4 0,-1 1 2 15,4 4-8-15,0-1-15 0,-1 3-9 0,-2-1 112 16,-3 3-36-16,-1-2-26 0,-2 0-17 0,-4 1-14 16,-3 2-10-16,1-1-10 0,-5-1-9 0,-1-1-7 15,-4-1-6-15,-2 0 1 0,0-12-8 0,-1 22 2 0,-2-12-3 16,-4-1-2-16,3-1-2 0,-2 0 1 16,-2-2-4-16,8-6-1 0,-14 6 2 0,14-6-3 15,-17 0 2-15,17 0 0 0,-16-8-1 0,9 1 2 16,-2-2-3-16,2-4-3 0,0 0 7 0,1-3-4 0,-1-1-114 15,3 0 22-15,1-1 22 0,1-1 13 16,0 1 10-16,2 1 15 0,2-1 5 0,0 2 4 0,1 0 7 16,1 3 0-16,3-2 3 0,0 3-13 0,0 1-27 15,1 0-41-15,4 3-47 0,-2-1-73 0,4 2-75 16,-1 3 39-16,1 0-98 0,2-1-109 0,1 4-127 16,-2-1-634-16,3 2-826 0</inkml:trace>
  <inkml:trace contextRef="#ctx0" brushRef="#br0" timeOffset="512341.3112">15977 10625 665 0,'8'-11'746'0,"-1"3"-95"0,-1-1-22 0,1 2-34 16,-1-2-9-16,-2 2-31 0,1-1-77 0,-5 8-156 15,6-13-34-15,-6 13-47 0,7-10-52 0,-7 10-35 16,0 0-13-16,0 0 21 0,0 0 9 0,6 8-18 15,-6-8-17-15,0 23-8 0,0-6-3 0,-3 5-3 16,-1 3-5-16,-4 6-14 0,-2 6-2 0,-2 2-11 16,-2 1-11-16,-1 1-14 0,-2 1-16 0,1-3-8 0,-1-1-10 15,2-1-6-15,-1-1-3 0,1-4-6 0,2-4-4 16,1 0 2-16,0-3-5 0,2-5-1 0,1 0-4 16,0-1 1-16,1-2-5 0,2-4 1 0,0-1-11 15,1 1-22-15,0-4-29 0,5-9-55 16,-8 14-85-16,8-14-102 0,0 0-120 0,0 0-7 0,0 0-141 15,-13-4-119-15,13 4-112 0,1-16-593 0,1 7-999 16</inkml:trace>
  <inkml:trace contextRef="#ctx0" brushRef="#br0" timeOffset="512674.5892">16425 10620 840 0,'10'-8'752'0,"-4"1"-82"0,0 1-77 15,-6 6-58-15,9-11-36 0,-9 11-59 0,8-6-64 16,-8 6-99-16,0 0 8 0,0 0-33 0,5 7 13 16,-5-7-29-16,-3 18-20 0,-1-4-14 0,-3 5 5 15,0 3-15-15,-2 5-14 0,-3 3-26 0,0 8-18 16,-4 0-23-16,-2 2-20 0,-1 0-12 0,0-1-15 15,-2 0-6-15,-1 1-15 0,0-2-5 0,1-1-6 16,-1-2-8-16,3-1-2 0,-1-2-6 0,2-2-7 16,3-5 4-16,1-2-6 0,3-3-7 0,1-2-1 15,-1 0-9-15,2-2-53 0,1-3-58 0,2-2-37 16,-1-1-30-16,2-2-40 0,5-8-77 0,-8 9-94 0,8-9-125 16,0 0 17-16,0 0-106 0,-15-4-114 0,15 4-559 15,-5-16-891-15</inkml:trace>
  <inkml:trace contextRef="#ctx0" brushRef="#br0" timeOffset="513007.8665">15542 10858 631 0,'-20'-7'603'0,"1"-1"-149"0,4 2-16 0,0 0 22 15,0-1-7-15,5 1-144 0,-1 2-23 0,3-3-35 16,8 7-10-16,-11-10-6 0,11 10-13 0,0 0-16 16,9-15-3-16,1 11-1 0,7 2-12 0,4 0-12 15,7 0-19-15,11-1-14 0,2 3-22 0,9-1-18 16,3 2-13-16,1-1-13 0,3 2-14 0,1-1-18 0,0 1-7 16,1-2-10-16,-2 1-7 0,0 0-2 0,-1 1-8 15,-2-2 0-15,-3 1-3 0,-8 0-4 0,-1 0-1 16,-2-1-1-16,-8 1 0 0,-1-1-12 0,-2 0-5 15,-6 0-11-15,-1-1-19 0,-2 1-19 0,-5 0-25 16,0-1-48-16,-3-1-52 0,-12 2 46 0,17-2-103 16,-17 2-85-16,0 0-100 0,0 0-86 0,0 0-111 15,-14-4-536-15,-1 4-778 0</inkml:trace>
  <inkml:trace contextRef="#ctx0" brushRef="#br0" timeOffset="513341.0233">15785 11101 360 0,'-26'6'727'0,"0"1"-179"0,1-3-56 15,1 0-22-15,4 0-8 0,2-1-26 0,0 0-27 16,5-1-18-16,0-2-53 0,13 0-66 0,-15-1-28 16,15 1-23-16,0 0-7 0,13-7-8 0,4 3-12 15,9 0-22-15,9 0-23 0,13-3-17 0,2 1-120 16,4 2 20-16,1 0 123 0,3 1-28 0,0-1-8 15,-2 1-7-15,3 1-17 0,-3-1-11 0,0 1-125 16,-3 1 13-16,-3 0 11 0,-6 0 7 0,-3 0 4 16,-1 1 7-16,0 0 19 0,-3-1-1 0,-4 1-3 15,-2-1-4-15,-2 1 0 0,-2-1-3 0,-6 1-2 16,-1 0-1-16,-1-1 0 0,-4 1-2 0,0 0-2 16,-15 0 3-16,24 0-4 0,-24 0 2 0,19-1-4 0,-19 1-3 15,12-2-13-15,-12 2-50 0,0 0-42 16,0 0 70-16,0 0-76 0,0 0-81 0,0 0-97 15,-3-11-126-15,3 11-126 0,-11-6-112 0,11 6-164 16,-17-8-412-16,7 4-844 0</inkml:trace>
  <inkml:trace contextRef="#ctx0" brushRef="#br0" timeOffset="514709.0465">16947 11193 845 0,'0'0'645'0,"13"0"-141"0,-13 0-70 0,0 0-11 0,4 10-1 16,-4-10-49-16,-1 13-55 0,-1-3-163 16,-1 1-14-16,0 3-16 0,-3 3-16 0,1-3-21 15,-2 5-17-15,0-1-12 0,-1 0-13 0,0 1-10 0,0 0-5 16,0-1-8-16,-1 1-8 0,2 0-1 0,0-3-2 16,-1 2-2-16,0-2 113 0,2-1-28 0,0-2-60 15,0 1-82-15,0-2-84 0,0-1-91 0,1-4-91 16,5-7-80-16,-6 15-63 0,6-15-71 0,0 0-432 15,0 0-544-15</inkml:trace>
  <inkml:trace contextRef="#ctx0" brushRef="#br0" timeOffset="515440.9668">17346 10844 871 0,'12'-18'680'15,"-3"4"-102"-15,-2 1-41 0,0 1-173 0,-1 3-40 0,-1 0-56 16,-5 9-51-16,7-12-19 0,-7 12-5 16,0 0-4-16,0 0-38 0,10 5 94 0,-10-5-46 15,4 16-41-15,-2-4-24 0,2 3-33 0,-1 2-13 0,0 0-17 16,1 5-16-16,1-1-13 0,-1 3-5 0,0-2-9 16,2 1-4-16,-2 0-7 0,0-3-4 15,0 2 2-15,-1-3-1 0,0-1-9 0,-1-1 2 0,0 0 2 16,-1-1-5-16,0-2-1 0,0-2 0 0,-1-1 0 15,0-11 2-15,1 19 0 0,-1-19-3 0,-1 13 6 16,1-13-7-16,0 0 2 0,0 0-2 0,0 0 1 16,0 0 1-16,-10-12-5 0,8-1 3 0,2-4-3 15,0-4 2-15,1-7 0 0,1-7-4 0,3-6-114 16,-1-2 27-16,3 1 16 0,0 0 15 0,0 3 127 0,2 1-12 16,-1 6-13-16,0 1-7 0,0 3-8 15,0 2-7-15,2 4 0 0,-2 3-7 0,2 0-2 0,1 1-2 16,0 2-1-16,1 2-2 0,2 1 1 0,-1 5-1 15,2 2-3-15,0 0-5 0,2 3 8 0,0 1-4 16,-1 3-116-16,2 1 25 0,0 1 17 0,2 2 12 16,0 1 12-16,0 1 10 0,0 1 8 0,-3 0 9 15,-2 1 3-15,-1-1 8 0,-3 2 0 0,1 0 0 16,-4 1 3-16,-1 0 0 0,-4 1 3 0,0-2 0 16,-6 2 0-16,0 1 6 0,-4 2-4 0,-1-2 3 15,-5 1-1-15,0 3 117 0,-2-3-24 0,-1 1-19 16,-1-1-18-16,3 0-14 0,0-2-6 0,1 0-5 15,2-4-4-15,1 3-8 0,1-4-5 0,2 0-2 0,1 0-8 16,6-7 5-16,-10 12-4 0,10-12 1 16,-3 11 0-16,3-11-1 0,4 10-2 0,-4-10 3 15,11 9-5-15,-11-9 1 0,16 9-1 0,-5-5 2 0,-1 1-2 16,3 0 1-16,1 1-3 0,0 1 2 0,2 0 0 16,-1-1 0-16,3 3-1 0,1-1 0 0,-2 2-4 15,2-3 4-15,-2 3-2 0,0-2 2 0,-2 0 4 16,-2 1 41-16,-1-2 1 0,-2 1 9 0,-2 0 16 15,-2 0 14-15,-6-8 2 0,4 14-12 0,-4-14-12 16,-6 15-7-16,-3-5-7 0,-3-1-4 0,-2 0-121 16,-6-1 16-16,-2 1 125 0,-5 1-14 0,-3-1-13 15,-3 0-7-15,-2-1-4 0,-7-1-8 0,5-1-4 16,-2 0-3-16,3-1-4 0,1-1-5 0,6-3 4 16,2 2-3-16,7-2-29 0,0 0-60 0,6-3-78 15,14 2-81-15,-20-2-92 0,20 2-70 0,-4-8-81 16,4 8-62-16,14-14-100 0,1 6-536 0,4-1-795 0</inkml:trace>
  <inkml:trace contextRef="#ctx0" brushRef="#br0" timeOffset="516574.9438">18210 10997 430 0,'0'0'718'0,"-1"-15"-171"0,1 15-39 16,-7-11-16-16,7 11-15 0,-9-15-45 0,4 8-66 15,-2-3-49-15,2 2-40 0,-1-2-18 0,1 1-13 16,1-2-29-16,0 3-19 0,4 8-28 0,-5-17-146 16,5 17 113-16,2-15-149 0,-2 15 122 0,12-15-18 15,-4 8-20-15,5 0-13 0,1 3-16 0,3 0-6 0,1 1-5 16,1 1-8-16,1 2-3 0,1 2-5 16,2 2-3-16,1 1-2 0,-1 2 0 0,-1 0-5 15,0 3 1-15,-1 1 0 0,-1 0-2 0,-1 3 1 0,-3-1-4 16,-1 2 2-16,-2-1-4 0,-3 0 6 0,-1 0-4 15,-4 0 1-15,-3 1 1 0,-1-3-1 16,-2 1 2-16,-3 1-2 0,-2-1 1 0,-3-1 0 0,-2 0-3 16,-1 1 2-16,-4-1 0 0,0-1-2 0,-3 0-1 15,-2-4 0-15,1 2 0 0,-1-4 1 0,2-1-1 16,0-1 0-16,1-1 0 0,3-2 2 0,0-2-6 16,0-1 4-16,1-2-2 0,2-2 1 0,0 0-2 15,4-4-1-15,1 1 0 0,1-2-4 0,4 1 0 16,1-1-4-16,1-2 0 0,3 0 2 0,1-1-1 15,2-1 3-15,3 2 1 0,3-3 3 0,0 2-1 16,3 2 3-16,0 1 0 0,3-1 1 0,1 3 1 16,1 0-117-16,2 0 22 0,0 2 23 0,1 2 15 0,2 0 11 15,0 1 13-15,1 3 4 0,-1 0 8 16,-1 1 2-16,2 2 119 0,1 1-22 0,-1 3-14 16,0 0-11-16,-1 1-9 0,0 2-5 0,-2 0-1 0,1 1-8 15,-4 2-7-15,0-1 0 0,-1 1-2 0,-3 1 1 16,-1-2-5-16,-4 1 3 0,-2-1-3 0,0 1-1 15,-5-1-3-15,-1-2 5 0,-3-8-11 0,-1 17 4 16,1-17-1-16,-8 15-4 0,0-8 0 0,-1 0 1 16,-2-2-2-16,-3 1 0 0,-1-2 1 0,-2-3-5 15,1 2-2-15,-1-3 4 0,2-1-1 0,1-1-4 16,1 0 0-16,0-3-12 0,3 0-22 0,2-3-19 16,2-1-17-16,0-1-7 0,4-1-1 0,2-2-116 15,3-3 26-15,4 0 13 0,1-3 10 0,4-4 15 16,3 1 16-16,0-1 19 0,3-2 17 0,-1 2 15 15,3-5 12-15,1-1 14 0,-1 1 123 0,0 0-19 16,-2 5-14-16,-2-2-12 0,0 1-5 0,-4 1-1 0,0 1 16 16,-2 2 17-16,-1 1 22 0,-2 0 8 15,-2 5 20-15,0-2-13 0,0 2-5 0,-3 3 16 16,2-1 3-16,-2 3-7 0,-2 9-18 0,4-18-21 0,-4 18-15 16,4-12-11-16,-4 12-10 0,0 0-5 0,0 0 24 15,0 0 26-15,0 0-10 0,13 8 0 0,-10 1-92 16,1 3 9-16,-1 2 9 0,2 3 51 0,1 4-1 15,0 4-6-15,1 2-8 0,1 2-1 0,-1 2-4 16,2 1-1-16,0 5 2 0,-2-3 11 0,-1 0-2 16,0-2-5-16,1 2-4 0,-3-1-7 0,0-2-4 15,-1-4-2-15,-1 0-3 0,0-2-2 0,0 0 0 16,0-2-3-16,-1-4-2 0,0 0-1 0,0-2 0 16,0-1-1-16,0-3-2 0,1-1-1 0,-2-12 8 0,1 19 4 15,-1-19-6-15,3 11 2 0,-3-11-3 16,0 0-2-16,10 3 0 0,-10-3-2 0,12-10-2 15,-3 1 3-15,0-4-4 0,3-2-3 0,3-7-1 0,0-1-4 16,2-1-3-16,4-2-9 0,0-1-2 16,0 0 1-16,2 1-11 0,-2 1-28 0,3 0-5 15,-3 5 0-15,-1 1 8 0,1 1 0 0,0 3 6 0,-4 1 5 16,-1 4 3-16,-3 0 1 0,-1 2-10 0,-2 2 5 16,-2 1 10-16,-8 5 8 0,12-5 8 0,-12 5 3 15,0 0 5-15,0 0-3 0,0 0 6 0,-14 11 1 16,3-3 1-16,-6 1 113 0,-2 3-19 0,-6 3-18 15,-2-1-14-15,-5 7-11 0,-2-2-7 0,2 2-8 16,1-1-6-16,2 1-5 0,4-2-1 0,4-2-3 0,2 0 0 16,3-1-5-16,4-1 1 0,2-3-1 15,2 1 2-15,3-2 16 0,2 1 18 0,3-12-3 16,3 16-4-16,2-7-7 0,3-2-4 0,3-1-6 0,3-1-1 16,3-1-3-16,3 1-6 0,0-4 1 15,6 1-116-15,1-2-15 0,3-2 57 0,0-1-88 16,5 0-116-16,1-3-161 0,1-1-167 0,5-2-160 0,-1-3-726 15,-2-1-1107-15</inkml:trace>
  <inkml:trace contextRef="#ctx0" brushRef="#br0" timeOffset="516858.7541">20020 10650 345 0,'0'-18'780'0,"0"2"-115"16,-1 1-1-16,1 2-46 0,-2 0-15 0,2 0-33 15,-2 1-53-15,1 1-82 0,1 11-81 0,-2-17-71 16,2 17-57-16,0 0 7 0,-4-9 29 0,4 9-123 16,-6 9-11-16,3 1-6 0,2 2 38 0,-1 7 13 15,2 5 12-15,0 2-27 0,1 7-22 0,1 2 5 16,3 2 3-16,0 3-24 0,3 2-90 0,-1-2-30 0,2 0 0 16,3-1 0-16,-2-2 0 0,2-1 0 15,-1-6 0-15,-1-1 0 0,3-2 0 0,-2 0 0 16,1-2 0-16,1-2 0 0,-2-4-57 0,1-1-165 0,-2-1-52 15,0-5-50-15,0 0-46 0,0-2-71 0,0-2 16 16,-1-3-98-16,0 0-79 0,-9-5-65 16,16 2-121-16,-16-2-305 0,15-7-711 0</inkml:trace>
  <inkml:trace contextRef="#ctx0" brushRef="#br0" timeOffset="517211.2152">20113 11071 297 0,'-23'-3'724'0,"3"2"-149"0,-2-1-30 0,1 1-13 15,1-1-31-15,0 2-40 0,2 0-56 0,4-3-45 16,-1 2-55-16,3 0-41 0,12 1-41 0,-21-1-44 16,21 1-33-16,-11-2-29 0,11 2-23 0,0 0-19 15,0 0-18-15,16-5-9 0,-4 3-8 0,3 1-11 0,4-2-9 16,2 0-34-16,2 0-33 0,2 0-30 0,0 0-14 16,0 0-15-16,-1-1-2 0,0 0 3 15,1 0 6-15,-2-1 17 0,-1 0 16 0,-4 0 11 0,0 1 13 16,-4-1 16-16,0 0 24 0,-3 0 32 0,-2-1 41 15,-1 1 35-15,-8 5 29 0,11-12 4 0,-11 12 12 16,5-10 14-16,-5 10 17 0,0 0-106 0,1-13 10 16,-1 13-3-16,0 0-17 0,0 0-10 0,0 0 1 15,-4-8 44-15,4 8-7 0,0 0 0 0,-3 9-14 16,3-9-15-16,1 12-14 0,-1-12-6 0,4 17-10 16,1-7-8-16,1 1-3 0,0 2-4 0,2-1-6 15,1 0 1-15,1 1-5 0,-1-2-3 0,0 2-8 16,3-2-26-16,-3-1 8 0,1 0-128 0,0-2-140 0,-2-1-167 15,-8-7-185-15,13 8-160 0,-13-8-720 16,11 3-1150-16</inkml:trace>
  <inkml:trace contextRef="#ctx0" brushRef="#br0" timeOffset="517424.1455">20366 10712 444 0,'-8'-18'893'15,"1"2"-197"-15,-1-1-60 0,0 2-42 0,1 0-35 16,1 0-54-16,0 2-70 0,-1 0-27 0,3 3-27 16,0 1-49-16,0 0-62 0,4 9-58 0,-7-15-46 15,7 15-36-15,-3-10-27 0,3 10-19 0,0 0-18 16,0 0-14-16,9-6-127 0,-9 6-7 0,10 6-54 16,-10-6-62-16,14 12-94 0,-7-5-13 0,2 2-165 15,0 1-176-15,-1 2-865 0,1 0-1139 0</inkml:trace>
  <inkml:trace contextRef="#ctx0" brushRef="#br0" timeOffset="517674.2653">20608 10650 662 0,'-2'-11'997'0,"0"0"-201"0,1 1-81 0,-2-1-13 15,3 11-28-15,-4-19-68 0,4 19-199 0,-4-14-69 16,4 14-68-16,-2-12-59 0,2 12-40 0,0 0 45 15,0 0 0-15,0 0-33 0,0 0-24 0,2 20-1 16,1-5-11-16,1 6-28 0,1 3-22 0,2 3-20 16,0 3-14-16,2 0-14 0,0 3-10 0,1 2-7 15,1 1-9-15,0 0-6 0,-1-6-5 0,1-1-34 0,0 0-82 16,1-3-75-16,-2 0 50 0,-1-5-94 16,-1-1-76-16,2-1-86 0,-3-4-96 0,-1-2-107 15,0-1-79-15,0-3-88 0,-6-9-619 0,9 13-975 0</inkml:trace>
  <inkml:trace contextRef="#ctx0" brushRef="#br0" timeOffset="519024.2407">20547 10876 108 0,'0'0'518'0,"0"0"-102"0,-10 6-30 0,10-6-7 15,0 0-5-15,0 0-14 0,-9 7-23 0,9-7-19 16,0 0-18-16,0 0-19 0,0 0-24 15,0 0-32-15,0 0-34 0,16-2-34 0,-16 2-26 16,21-5-24-16,-10 2-17 0,5 0-16 0,0-1-16 0,3 1-12 16,-1-2-7-16,2 2-11 0,-1-1-8 15,1 0-21-15,0 1-69 0,0 0-93 0,-2-1-100 16,1 1-108-16,-2 0-126 0,1 0-87 0,-2 1-430 0,-1 0-622 16</inkml:trace>
  <inkml:trace contextRef="#ctx0" brushRef="#br0" timeOffset="519742.1806">20939 11056 381 0,'4'9'676'0,"-4"-9"-114"15,7 16-17-15,-2-8-13 0,3-2-36 0,-8-6-62 16,14 11-48-16,-6-6-46 0,-8-5-52 15,19 5-50-15,-19-5-43 0,22 2-38 0,-22-2-31 0,23 0-30 16,-10-3-15-16,-1 0-16 0,0 0-13 0,-1-1-6 16,1-3-14-16,-2 2-5 0,0-6-10 0,-2 2 0 15,1-2-6-15,-3-2-6 0,-1-2-13 0,-2 0-11 16,0-3-2-16,-1-1 1 0,-1-1-113 0,-1-6 25 16,-2-1 21-16,0-6 18 0,0 0 16 0,-1-1 126 15,-1-1-18-15,0-7-13 0,-1 0-9 0,-1 1-5 16,0-1-9-16,2 9 0 0,-1-2-3 0,0 3 6 15,1 3 5-15,-1 4 13 0,2 3 10 0,0 3 5 16,0 3-9-16,1 1-6 0,0 3-13 0,2 12-4 16,-5-14-5-16,5 14-7 0,0 0 5 0,0 0 36 15,-9 12 15-15,5 0 20 0,2 3 32 0,1 5-1 16,1 6-115-16,1 8 64 0,2 2-2 0,2 7-13 0,0 1 107 16,1 2-30-16,2-1-22 0,1-1-18 15,1 2-19-15,0-4-14 0,2 0-12 0,1-4-7 0,-1 1-6 16,3-4-6-16,0-3-121 0,1-1 21 0,-1-6 14 15,0-1 15-15,0-3 6 0,-1-4 11 0,0-1 3 16,0-3 7-16,0-1 2 0,0-3 7 0,-1-2 112 16,1-1-16-16,1-3-20 0,-2-1-12 0,2-3-13 15,1-1-12-15,1-4-16 0,-1-2-24 0,2-3-25 16,0-3-9-16,0-5-6 0,0-2 7 0,0-2 1 16,-1 0 4-16,-1-2 9 0,-1 1 4 0,-1 0 6 0,-3 4 5 15,-2 0 0-15,-1 3 5 0,-3 2 1 16,0 2 2-16,-4 1-1 0,-1 12 5 0,0-18 2 15,0 18-1-15,-9-12-1 0,9 12 5 0,-12-4 2 0,12 4 8 16,-19 2 20-16,9 4 3 0,0-2-1 0,-2 5 23 16,3 0 5-16,-1 2 22 0,1 2-2 0,2 1 2 15,1 1 35-15,2 1-108 0,3 0 17 0,1 0 4 16,4 0-2-16,2 1-4 0,4 0-7 0,5-1 2 16,4 3-9-16,3-2 1 0,2-1-6 0,2-3 3 15,1 1-4-15,0-3 0 0,1-2 0 0,-5-1-3 16,3-2-1-16,0-1-8 0,-1-1-35 0,1-1-22 15,-6-2-45-15,2-1-27 0,-2-1 77 0,-2-2-63 16,-1 0-64-16,-1-1-78 0,-2 0-103 0,-3-4-103 16,-2 1-80-16,-2-1-79 0,-7 8-96 0,5-17-540 15,-5 17-872-15</inkml:trace>
  <inkml:trace contextRef="#ctx0" brushRef="#br0" timeOffset="521557.5424">22088 9806 575 0,'7'-21'477'0,"2"1"-43"15,0 2-25-15,-2 1-1 0,-1 2-32 0,1 3-30 16,-2 0-45-16,0 2-43 0,-2 1-46 0,-3 9-38 16,7-12 13-16,-7 12 4 0,0 0-8 0,0 0 2 15,7 5-7-15,-9 6-4 0,0 6-3 0,-3 7-128 16,-2 8 126-16,-4 11-22 0,-6 12-14 0,-4 5-18 15,1 5-13-15,-4 2-9 0,0 2-10 0,-2 2-3 16,3 0-107-16,-1 1 31 0,2 0 120 0,3 0-30 16,4-1-16-16,5-2-15 0,6-3-15 0,7-10-6 15,7 6-7-15,9-3-5 0,4-5-6 0,7-4-115 16,7-4 131-16,3-5-9 0,3-5-48 0,2-5-88 16,-6-7-96-16,0-6-127 0,-2-3-140 0,-5-6-110 0,-6-4-131 15,-3-4-655-15,-3-2-964 0</inkml:trace>
  <inkml:trace contextRef="#ctx0" brushRef="#br0" timeOffset="522364.2568">22518 10129 152 0,'0'0'156'16,"0"0"-6"-16,-15 0-39 0,15 0 0 0,0 0-43 16,0 0 1-16,-7-7-32 0,7 7 9 0,0 0-27 15,0 0 14-15,2-13-23 0,-2 13 13 0,0 0-23 16,2-9 12-16,-2 9-27 0,0 0 19 0,0 0-26 15,1-15 13-15,-1 15-27 0,0 0 10 0,-3-10-34 0,3 10 10 16,0 0-24-16,-6-8-14 0,6 8-24 0,0 0-46 16,-5-10 37-16</inkml:trace>
  <inkml:trace contextRef="#ctx0" brushRef="#br0" timeOffset="523876.9695">22780 9618 124 0,'7'-14'491'0,"-1"3"-59"0,-1-1-65 0,0 1-21 15,2 1-31-15,-3-1-30 0,1 1-39 0,-1-1-23 16,0 1-12-16,0-1-1 0,-1 1-3 0,2 0 7 15,-2-1-6-15,0 3-2 0,-3 8-17 0,4-15-32 16,-4 15-31-16,4-11-25 0,-4 11 1 0,0 0 39 0,0 0 26 16,0 0-15-16,-13 9-3 0,-1 7-18 15,-2 4-4-15,-7 7-18 0,-2 5 3 0,-3 2 6 16,-6 8 0-16,-1 4-11 0,-1-2-11 0,1 4-1 16,-2-1-1-16,5 2-16 0,0-2-13 0,4 1-9 0,8-8-10 15,1 1-6-15,3-2-10 0,4-1-2 16,3 0-7-16,4-4-3 0,2-2-5 0,4-2 0 0,3 1-3 15,2-1-4-15,3-2 2 0,5 1 0 16,2 0-117-16,2-6 18 0,3 0-39 0,-1-3-59 16,3-2-52-16,1-4 32 0,1-1-116 0,-5-2-125 0,3-4-106 15,-2-1-132-15,-3-3-551 0,0-1-849 0</inkml:trace>
  <inkml:trace contextRef="#ctx0" brushRef="#br0" timeOffset="524724.0426">23022 9949 327 0,'-5'-12'605'0,"2"1"-94"0,0 3-45 15,0-3-7-15,3 11-25 0,-5-17-20 0,5 17-40 16,-3-14-55-16,3 14-60 0,-4-11-54 0,4 11-47 15,0 0-23-15,0 0 22 0,0 0-135 0,0 0 22 16,0 0 5-16,-5 13 117 0,6-2-25 0,-1 3-23 16,1 2-20-16,0 2-13 0,1 2-12 0,-1 3-12 15,1 0-5-15,2 0-12 0,-1 1-9 0,1 0-7 16,0-1-5-16,1-1-5 0,3 0-2 0,-2-1-4 16,2-2 0-16,0-1-3 0,2-1 1 0,0-2-3 0,0-3-1 15,2-1 2-15,0-2-3 0,3-1-1 16,-1-3 1-16,4-2-3 0,-1-2 1 0,1-2 1 0,0-2-2 15,3-4 0-15,-2-1 0 0,0-3 1 16,-2-3 0-16,1-4-5 0,-1-3 2 0,-1-1 2 0,-3-3-4 16,-2 0 2-16,-1-1-1 0,-1-1-115 0,-2-1 142 15,-2 4-3-15,-1 0-11 0,-1 2-1 0,-1 1-2 16,-2 2-1-16,-1 2-4 0,-2 0 3 0,0 2-7 16,0 2-3-16,-1 3-12 0,-2 1-28 0,-1 2-36 15,-1 2-37-15,8 5-31 0,-14-5-16 0,14 5-12 16,-13 0-25-16,13 0-44 0,-10 4-45 0,10-4-54 15,-4 9-37-15,4-9-19 0,2 13-43 0,3-6-56 0,2 0-277 16,2 1-293-16</inkml:trace>
  <inkml:trace contextRef="#ctx0" brushRef="#br0" timeOffset="525292.7492">23787 9899 304 0,'11'-11'607'0,"-4"4"-87"16,-2-3-39-16,0 2-29 0,-2-1-44 0,-3 9-34 0,3-18-30 15,-3 18-28-15,-2-18-26 0,2 18-24 0,-5-18-47 16,5 18-40-16,-7-15-32 0,7 15-27 0,-11-11-28 16,11 11-20-16,-14-5-14 0,14 5-12 0,-15 0-10 15,15 0-6-15,-17 7-6 0,10-1-5 0,-1 2-3 16,1 1-120-16,1 2 140 0,2 1-8 0,2 1-5 16,0 1-5-16,3 1 0 0,2 2-8 0,2-1-2 15,4 3 0-15,2 0-2 0,3 2-1 0,4-1-1 16,2 1 1-16,0 0-4 0,2-3 3 0,-1 0-1 15,-1 0-1-15,0-2 3 0,-3-1-3 0,-3-1-2 16,0-2 1-16,-3-1-3 0,-2-1 3 0,-3-1 0 16,-2 0-2-16,-4-9-3 0,0 16 6 0,-5-7-1 15,-1-1-2-15,-4 0-3 0,-2 1 2 0,-1-3-3 16,-3 1-3-16,1-1-1 0,-1-1-6 0,0-1-4 0,0 0 0 16,3-3 3-16,1 1 1 0,12-2-11 15,-20 1-6-15,20-1-20 0,-15-5-3 0,15 5-13 16,-5-9-15-16,5 9-7 0,2-15-13 0,2 7-14 15,4-5-10-15,3-1-9 0,2-1 3 0,4-3-11 0,3-2 13 16,0 1 20-16,4-5 18 0,2 0 19 16,0 1 12-16,2 0 16 0,-2-2 13 0,1 0 3 15,-1 2 10-15,-3 4 9 0,-2-1 22 0,-1 2 19 0,0 0 25 16,-6 4 32-16,0 1 23 0,-3 1 1 0,-1 1-14 16,-3 3-17-16,-2 0-12 0,-5 8-14 0,4-11-6 15,-4 11-1-15,0 0 7 0,-12-7 0 0,12 7-5 16,-19 3-1-16,8 2-2 0,-5 2 2 0,3 0-2 15,-3 4-2-15,2 1-3 0,-1 0-5 0,3 1 2 16,1 1-1-16,2 1-2 0,1-2-5 0,3 2-5 16,1-1-4-16,3-1 0 0,1 1-5 0,3 1-4 15,3-1-3-15,1 1 0 0,5-1-3 0,2 0 0 16,4-1-16-16,0-1-70 0,3-1-86 0,0-3-102 0,0 2-92 16,1-3-86-16,1 0-56 0,-2-1-64 15,2-2-298-15,-2-1-413 0</inkml:trace>
  <inkml:trace contextRef="#ctx0" brushRef="#br0" timeOffset="526074.2956">24494 9989 666 0,'-2'-14'532'15,"-2"1"-55"-15,0 0-10 0,0-1-39 0,-1 0-28 16,1 0-31-16,-1 1-20 0,0 1-28 0,1 0-15 16,1 2-43-16,0 0-42 0,3 10-45 0,-3-15-35 15,3 15-30-15,5-11-21 0,-5 11-27 0,9-3-4 16,-9 3-11-16,19 3-120 0,-9 1 14 0,4 2 11 15,-1 3 16-15,4 1 2 0,-1 1 10 0,3 1 116 16,-4 3-19-16,2-2-14 0,-2 2-15 0,1 0-12 16,-1 1-4-16,-3-2-9 0,1 1-6 0,-6-1-4 15,2-1-3-15,-3-1 0 0,-1 1 0 0,-2-2-1 16,-1-2 1-16,-2-9-3 0,0 17 2 0,0-17-1 16,-4 14 5-16,4-14 4 0,-7 8 2 0,7-8-2 0,-11 4-5 15,11-4-1-15,-10-3 0 0,10 3-2 0,-13-9 0 16,7 1-4-16,0-3 0 0,1-1 0 15,1-2-117-15,1-1 22 0,2 0 21 0,-1-2 13 16,4 1 127-16,-1-1-18 0,3 0-10 0,2 2-10 16,-1 0-22-16,4 0-26 0,1 0-35 0,1 1-28 15,4 1-29-15,0 1-30 0,2 2-23 0,0 0-31 16,3 1-26-16,-3 2-25 0,-1 1-21 0,1 0-16 0,0 1 7 16,-1 0 15-16,0 1 23 0,0 0 31 0,-1 1 29 15,1-1 28-15,-5 1 26 0,2 1 31 0,-1-1 25 16,-3 0 49-16,-9 3 41 0,18-6 48 0,-18 6 43 15,13-5 30-15,-13 5 22 0,10-8 27 0,-10 8 6 16,6-6 1-16,-6 6-3 0,0 0-11 0,4-11-9 16,-4 11-15-16,0 0-19 0,-4-9-21 0,4 9-20 15,0 0-21-15,-9-5-9 0,9 5-14 0,0 0-7 16,-15 2-10-16,15-2-4 0,-12 4-6 0,12-4-7 16,-12 8-5-16,12-8-7 0,-10 12-2 0,4-5-1 15,6-7-3-15,-7 17-2 0,7-17-1 0,-5 18-2 16,5-18 1-16,-1 20-2 0,1-20 0 0,3 21-2 15,2-11 5-15,-2 2-3 0,3-1-3 0,1 2 1 16,1-1-1-16,1 0-2 0,1 1 1 0,-1-3 2 0,2 2-1 16,-2-1 0-16,1 1-1 0,0 0 0 15,-1-2 1-15,-1 0-3 0,0 1 2 0,-1-4 0 16,-1 2 3-16,0-1-5 0,-6-8 3 0,8 14 1 16,-8-14-1-16,5 12-1 0,-5-12 4 0,0 0-2 0,0 16-1 15,0-16 0-15,-5 9 0 0,5-9-2 0,-10 6 6 16,10-6-3-16,-16 3-3 0,16-3 1 0,-21 1-3 15,8-2-13-15,0 0-19 0,-1-1-10 0,1 0 3 16,1-1 5-16,-1-1-3 0,2 1-14 0,1-2-5 16,0 3 5-16,10 2 2 0,-15-8 4 0,15 8 2 15,-12-7-2-15,12 7-1 0,-7-8-4 0,7 8-3 16,0 0 2-16,-4-9 3 0,4 9 4 0,0 0 1 16,4-9-12-16,-4 9-29 0,0 0-25 15,11-8-41-15,-11 8-51 0,0 0-40 0,12-7-42 16,-12 7-25-16,0 0-36 0,13-5-68 0,-13 5-267 0,10-3-189 15</inkml:trace>
  <inkml:trace contextRef="#ctx0" brushRef="#br0" timeOffset="527084.0082">25520 9626 411 0,'0'0'332'0,"-7"-8"-20"0,7 8-12 0,-5-10-26 16,5 10-20-16,-6-9-6 0,6 9-4 16,-4-10-21-16,4 10 4 0,-5-9-4 0,5 9-1 0,-2-11-12 15,2 11-8-15,-4-9 10 0,4 9-3 0,-4-11-9 16,4 11-19-16,-3-11-25 0,3 11-5 0,-1-10 6 16,1 10 2-16,0 0-10 0,-6-11-12 0,6 11-13 15,0 0-16-15,-4-11-26 0,4 11-15 0,0 0-14 16,0 0-15-16,0 0-5 0,0 0 0 0,0 0 23 15,0 0 3-15,-1 15 20 0,3-5 12 0,5 2-1 16,-1 2-17-16,5 3-4 0,1-1-3 0,3 6-3 16,2-2-7-16,3 2-5 0,-2-1-9 0,6 3-9 15,1-1-4-15,0 1-6 0,0-2-4 0,-3-3-4 16,1 1-3-16,-1-2-3 0,-1 0-2 0,-2-2-2 0,-2-1 0 16,-4-3-4-16,1 1 4 0,-3-3-4 15,-2 0-7-15,2 0-40 0,-4-2-48 0,-1-2-53 16,-6-6-62-16,9 13-89 0,-9-13-82 0,7 8-89 15,-7-8-79-15,0 0-71 0,0 0-74 0,5 8-361 0,-5-8-672 16</inkml:trace>
  <inkml:trace contextRef="#ctx0" brushRef="#br0" timeOffset="527363.0947">25913 9589 603 0,'5'-14'526'0,"-3"2"-26"0,0 2-19 0,0 0-30 15,-2 10-48-15,5-17-61 0,-5 17-64 0,2-13-59 16,-2 13-11-16,0 0-3 0,4-9-21 0,-4 9-37 16,0 0-25-16,0 0-14 0,0 0-3 0,0 0-13 15,5 11-8-15,-5-11-7 0,0 0-10 0,0 14-16 16,0-14-6-16,0 0-6 0,-2 15-14 0,2-15-1 16,0 0-4-16,-1 14-7 0,1-14 3 0,0 0-4 15,-1 11-2-15,1-11-3 0,0 0 1 0,0 0-1 16,0 0-3-16,0 0 3 0,-1 10-7 0,1-10-36 15,0 0-56-15,0 0-50 0,0 0-57 0,0 0-52 16,-4-9-49-16,4 9-45 0,0 0-52 0,0 0-23 16,0 0-74-16,2-11-391 0,-2 11-443 0</inkml:trace>
  <inkml:trace contextRef="#ctx0" brushRef="#br0" timeOffset="528467.2223">25594 9736 159 0,'0'0'149'0,"-11"-4"-31"0,11 4-12 16,-11-3-4-16,11 3-8 0,-10-4-3 0,10 4 1 15,-6-6 2-15,6 6 4 0,-11-4 2 0,11 4-4 16,-8-6 5-16,8 6 11 0,-8-8 14 0,8 8 10 15,-9-8 16-15,9 8 4 0,-12-11 17 0,12 11-14 16,-8-11 7-16,8 11-5 0,-9-12-10 0,9 12 5 16,-11-13 14-16,11 13 2 0,-7-14 5 0,7 14 10 15,-5-14 6-15,5 14-6 0,-2-14-11 0,2 14 1 0,-4-14-14 16,4 14-5-16,-3-12-4 0,3 12-9 0,-1-10-16 16,1 10-19-16,0 0-20 0,-1-12-21 15,1 12-8-15,0 0-1 0,0 0 18 0,11-6 18 16,-11 6 20-16,13 7 26 0,1 0 0 0,2 5 12 0,8 4 9 15,6 4-13-15,3 3 13 0,11 5-88 16,3 4-1-16,4 1 5 0,0 1-5 0,1 0-7 16,2 0 4-16,-2 0 1 0,-1 1-2 0,-1-2-8 0,-1-1-12 15,-1 0-14-15,1-2 105 0,-6 0-22 0,-5-5-29 16,-3-2-19-16,-1-1-15 0,-3-1-10 0,-6-4-12 16,-2-1-7-16,0-2-4 0,-6-2-8 0,-1-1-6 15,-5-3-9-15,1-1 0 0,-3-2-17 0,0 1-82 16,-9-6-75-16,11 3-71 0,-11-3-59 0,0 0-57 15,0 0-84-15,0 0-97 0,-7-18-113 0,2 10-126 16,-3-3-670-16,-3-1-1065 0</inkml:trace>
  <inkml:trace contextRef="#ctx0" brushRef="#br0" timeOffset="528840.969">26320 9541 329 0,'7'-12'564'0,"1"1"-56"0,-1 0-22 16,0 3-3-16,-2-2-32 0,1 2-43 0,-6 8-59 16,7-13-61-16,-7 13-38 0,0 0-8 0,0 0-34 0,0 0-4 15,0 0 4-15,-11 10-31 0,-3 3-26 16,1 3-10-16,-8 5-19 0,-4 6-16 0,-1 0-13 15,-5 3-7-15,-10 7-11 0,1-3-13 0,-1 3-7 0,-2-1-10 16,-1 0-4-16,1-2-12 0,2 2 0 0,1-3-6 16,7-4-2-16,-1-2-5 0,2 0-3 0,1-1-4 15,0-2 2-15,2-1-4 0,1 0 1 0,1-2-1 16,3-3-4-16,2-1-2 0,3-1 1 0,1-3 0 16,3-1-1-16,1-2 0 0,3-2-8 0,2 2-37 15,-1-5-36-15,4 1-50 0,6-6-72 0,-11 6-66 16,11-6-82-16,0 0-72 0,0 0-42 0,0 0-60 0,0 0-34 15,0 0-461-15,-2-11-627 0</inkml:trace>
  <inkml:trace contextRef="#ctx0" brushRef="#br0" timeOffset="529234.0563">25586 9590 128 0,'-3'-12'620'0,"1"2"-108"0,2 10-58 0,-2-19-18 16,2 19-31-16,-4-18-25 0,4 18-15 0,0-16-15 15,0 16-34-15,-1-14-58 0,1 14-54 0,0 0-42 16,0-13 13-16,0 13 1 0,0 0-13 0,0 0-15 15,5 12-9-15,-5-12-25 0,0 20-7 0,0-7 16 16,0 5-4-16,-3 1-16 0,2 5 20 0,0 0-11 16,0 3-136-16,1 2 16 0,-1-2 121 15,1 4-21-15,1 3-19 0,0-1-13 0,0 0-12 0,3-2-10 16,-2 2-8-16,0-5-5 0,0-1-7 0,0-2-2 16,1 2-3-16,1-2-4 0,-2-2-3 0,1 0 3 15,0-4-5-15,0-2 1 0,-1-1-2 0,3 1-1 16,-2-3-2-16,-1-2-30 0,2 0-54 0,-2-2-42 0,2-2-51 15,-4-8-73-15,9 12-68 0,-9-12-71 0,10 5-52 16,-10-5-48-16,13-1-87 0,-13 1-54 16,19-8-374-16,-7 1-605 0</inkml:trace>
  <inkml:trace contextRef="#ctx0" brushRef="#br0" timeOffset="529624.5173">26429 9656 411 0,'-6'-13'539'0,"2"1"-71"15,-3 0-34-15,0 0-18 0,2 1-39 0,-1 0-5 16,1 2-14-16,-1 1-24 0,0 0-51 0,6 8-53 15,-6-13-50-15,6 13-34 0,-7-6 25 0,7 6-13 16,0 0 11-16,-8 8-6 0,8-8-25 0,-2 16 4 16,0-5-4-16,2 3-22 0,-1 3-2 0,1 2 7 15,0 2-17-15,0 1-130 0,1 3 47 0,-1 1 16 16,2 3 116-16,0-3-31 0,0 6-23 0,0 0-20 0,2-1-16 16,-1 0-11-16,1 0-11 0,-2-5-9 15,2 1-6-15,0 0-3 0,0-3-8 0,-2 1 0 0,2-2-6 16,-1-1-1-16,-1-2 1 0,2-1-4 15,-2-2-3-15,1-3-38 0,2 1-52 0,-3-3-45 0,2-2-38 16,-1-1-67-16,3-1-67 0,-6-8-68 0,11 10-79 16,-11-10-62-16,16 3-94 0,-16-3-638 0,16-4-856 15</inkml:trace>
  <inkml:trace contextRef="#ctx0" brushRef="#br0" timeOffset="530225.7964">27003 9803 211 0,'-10'-10'452'0,"3"0"-63"16,-1 1-22-16,-1-2-16 0,-1 1-16 0,2 0-16 15,-1-1-11-15,0 1 20 0,0 0-2 0,2-1-19 16,0 4-8-16,1-1-27 0,-1 0-29 0,7 8-29 15,-9-15-25-15,9 15-31 0,-7-9-34 0,7 9-19 16,0 0-13-16,-6-8 8 0,6 8-19 0,0 0 3 16,0 0 21-16,2 15-17 0,-2-15-16 0,4 20-14 0,-2-8-4 15,1 5 8-15,-1-1 13 0,0 4-5 0,0-1-17 16,0 1-9-16,0 2-8 0,-1-1-7 16,-1 0-6-16,2-2-5 0,-2 1-5 0,3-1-2 15,-1 2-4-15,0-3 0 0,0 1-3 0,1-2-1 0,-1 0-34 16,2-1-61-16,0-1-75 0,1-2-93 0,-1-2-92 15,1-2-92-15,0-1-54 0,-5-8-62 0,10 11-51 16,-10-11-473-16,0 0-702 0</inkml:trace>
  <inkml:trace contextRef="#ctx0" brushRef="#br0" timeOffset="530457.3299">26820 9649 364 0,'-13'-17'473'15,"0"3"-19"-15,2-1-62 0,-1 1-14 0,1 1-49 16,2 2-15-16,0 0-46 0,0 0-18 0,2 0-19 16,1 3-30-16,0 1-29 0,0-3-35 0,6 10-24 15,-4-14-27-15,4 14-14 0,6-14-15 0,-1 7-11 16,8 0-8-16,1-1-10 0,4 1-4 0,5 1-8 16,1 0-2-16,3 1-5 0,2 2-16 0,2 1-47 15,1 0-56-15,-1 1-77 0,1 1-63 0,6 1-49 16,-4 2-42-16,0 3-57 0,-1-1-41 0,-1 4-317 15,-5-1-268-15</inkml:trace>
  <inkml:trace contextRef="#ctx0" brushRef="#br0" timeOffset="530657.3531">26843 10003 563 0,'-25'15'489'16,"3"-1"-67"-16,6-2-58 0,0-2-43 0,3-1-45 15,-1-1-38-15,5-1-26 0,1-1-13 0,8-6-13 16,-10 9-25-16,10-9-32 0,0 0-29 0,14 7-16 16,-14-7-17-16,31-1-15 0,-6-3-9 0,1-1-9 15,9-1-13-15,7-2-60 0,-1-1-65 0,2-3-59 16,1 0-46-16,-1-2-41 0,2-1-25 0,0 0-29 16,-2-2-35-16,1 1-385 0,-3-1-229 0</inkml:trace>
  <inkml:trace contextRef="#ctx0" brushRef="#br0" timeOffset="532090.9375">27553 9753 26 0,'0'0'495'16,"2"-17"-97"-16,-2 17-13 0,0-15-36 0,0 15-25 16,-9-14-27-16,2 7-42 0,0 0-23 0,-3 1-12 15,-2-2-17-15,-1 3-27 0,-1-1-22 0,-1 2-21 16,-4 2-9-16,2 2-10 0,2 0-21 0,-2 1-14 16,-1 3-17-16,5 0-14 0,-3 0-7 0,5 3-8 15,-1 0-6-15,1 1-6 0,5 0-4 0,-1 0-2 16,2 0-2-16,3 2-3 0,2-10-3 0,1 20-3 15,5-9 1-15,1 1 0 0,4 2-2 16,4-1-2-16,1 3 1 0,5-1-2 0,1 0 1 0,2 1-1 16,3 0-1-16,0-1 2 0,0-1-1 0,1 2 0 15,-1-3-1-15,-1 0-1 0,-4-1 2 0,-1-2 2 16,-1-1-3-16,-6-1 1 0,0-1 0 0,-4 0 7 16,-1-1 24-16,0 0 2 0,-9-6 2 0,7 9 2 15,-7-9-5-15,0 0-4 0,-4 11-7 0,4-11-1 16,-15 8-5-16,5-7-4 0,-4 2-4 0,-1 0-1 15,-4-2-2-15,0 1-3 0,-2-1-30 0,0-1-39 0,-2 0-34 16,0 0-24-16,2-3-21 0,1 2 4 16,3 0 2-16,0-2 1 0,6 0-20 0,1-2-26 15,10 5-4-15,-13-8 7 0,13 8 18 0,-2-12 25 16,2 12 8-16,12-15 12 0,-1 6 1 0,5-3-2 0,4 1-8 16,5-3 13-16,4 0 3 0,5-1 18 15,0-1 21-15,1 3 28 0,-1-3 29 0,-5 4 36 16,0 0 34-16,0 2 27 0,-2-2 24 0,-2 0 27 15,-5 3 28-15,0 0 28 0,-3 1 17 0,-2-1 20 16,-1 1 7-16,-3 0-3 0,0 2-22 0,-3-2-32 0,-2 1-23 16,-6 7-15-16,4-10-13 0,-4 10-16 0,-2-11-20 15,2 11-15-15,-7-8-16 0,7 8-13 16,-16-5-10-16,16 5-5 0,-17-1-7 0,17 1-6 0,-23 2-1 16,12 2-3-16,2-2-1 0,0 3-2 0,2-1-4 15,-2 1 3-15,4 2-4 0,5-7 1 0,-8 13-2 16,8-13 0-16,-1 14 0 0,1-14 0 0,3 16-2 15,3-6 3-15,-1 0 2 0,6 0-3 16,-2 1 0-16,0-1-2 0,3 0 2 0,0 1-1 0,0-1 1 16,1 0-2-16,-2 1 2 0,1-3-1 0,-1 2-1 15,-2-2 1-15,3-1-1 0,-5 1 1 0,-1 0 0 16,1-1-2-16,-7-7 3 0,7 12-3 16,-7-12 1-16,0 0-2 0,0 15 2 0,0-15 0 0,-9 9-2 15,9-9-7-15,-16 8-6 0,7-4-16 16,-1-1-17-16,-1 1-28 0,-2-1-11 0,2-1 1 15,2 1 7-15,9-3-2 0,-18 3-17 0,18-3-25 0,-11 2-12 16,11-2-13-16,0 0-6 0,0 0 1 0,0 0-4 16,0 0-1-16,0 0-9 0,6-14-10 0,1 8 6 15,5-1-12-15,-1-1-8 0,2 0 2 0,5-3 27 16,-2 1 31-16,0-1 29 0,-1 0 37 0,1-2 39 16,-1 1 44-16,1-1 35 0,-3 1 24 0,1-1 28 15,-2-1 20-15,2 1 27 0,-4 1 27 0,-1 1 26 16,3-1 4-16,-3 0 12 0,-1 2 23 0,-1 0 18 15,1 1 5-15,-2 1-1 0,-6 8-13 0,9-14-27 16,-9 14-37-16,8-12-42 0,-8 12-28 0,8-7-23 16,-8 7-19-16,0 0 11 0,0 0 13 0,0 0-14 15,0 0-18-15,0 0-12 0,0 0 7 0,-8 11 10 16,8-11-15-16,-4 14-11 0,4-14-5 0,-5 17-9 16,5-17-7-16,-4 19-8 0,4-19-1 0,-2 20-3 15,2-20-1-15,-2 20-7 0,2-20 0 0,2 19-2 16,-2-19 1-16,2 18-4 0,-2-18 0 0,6 17 2 15,-6-17-8-15,5 14-29 0,-5-14-25 0,11 10-13 16,-11-10-16-16,10 8-10 0,-10-8-5 0,12 4-5 16,-12-4 13-16,16 2 5 0,-16-2 7 0,14-4 10 15,-3 1 5-15,-1-2 6 0,0-1-1 0,2-3 5 16,-1 0 2-16,5-4 8 0,-3 1 6 0,3-2 8 16,-3 0 5-16,1 0 7 0,-2 1 1 0,-2 2 6 15,0 0 2-15,-2 0 19 0,0 1-14 0,-2 3 18 16,-2-1-11-16,-4 8 25 0,10-12-12 0,-10 12 7 15,0 0 5-15,4-11 20 0,-4 11 4 0,0 0-1 0,0 0 12 16,0 0-7-16,-11 4-1 0,11-4-5 16,-9 8 3-16,9-8 0 0,-9 12-5 0,9-12-11 0,-9 16-1 15,9-16-8-15,-7 16-3 0,5-5-1 0,2-11-3 16,-5 19-1-16,5-19-3 0,0 18 0 0,0-18-5 16,0 15-4-16,0-15 2 0,7 17-3 0,-7-17 0 15,11 13-2-15,-11-13-2 0,14 11 3 0,-4-7-2 16,0-1 2-16,1 0-6 0,3 0-5 0,-3-2-10 15,5-1-11-15,-3-1-7 0,2 1-4 0,3-5-1 16,-1 1 2-16,-1-1 2 0,3-3 4 0,-1-1 2 16,1 0 4-16,-1-3-1 0,-3-1 3 0,3-1-1 15,-3 0 1-15,-1 0 5 0,-1-1 3 0,-2 1 4 16,-1 1 5-16,-3 1 0 0,0-1 3 0,-3 4-1 16,0-2 2-16,-4 11 15 0,3-17-17 15,-3 17 17-15,-3-12-19 0,3 12 17 0,-4-9-13 0,4 9 13 16,-9-5-12-16,9 5 11 0,0 0 14 0,-19 2 2 15,19-2 10-15,-14 10 10 0,7-4 4 0,-2 1 3 16,1 2-3-16,0 1-3 0,2 0-8 0,-2 1 6 16,2 0 1-16,-1 1-5 0,4-1-1 0,-1-1-5 15,0 1-3-15,2 0-9 0,2-11 1 0,-2 19-4 16,2-19 0-16,4 18-2 0,-4-18-3 0,9 16-5 16,-2-9 1-16,1-1-4 0,5 0 0 0,1 0-1 15,3-2-16-15,1 1-57 0,2-3-60 16,2 0-64-16,-1-1-71 0,2-1-66 0,-2-1-66 0,4-2-70 15,-3-2-69-15,2-2-404 0,-3 0-515 0</inkml:trace>
  <inkml:trace contextRef="#ctx0" brushRef="#br0" timeOffset="532573.6721">29096 9318 588 0,'0'0'691'16,"3"-17"-87"-16,-3 17-43 0,3-13-78 0,-3 13-60 16,2-10-43-16,-2 10-23 0,0 0-53 0,0 0-33 15,10 3-4-15,-10-3-46 0,7 18-21 0,-2-4-13 16,-1 3-28-16,1 4-20 0,-1 2-19 0,2 0-16 16,-2 1-19-16,2 2-17 0,-2 3-10 0,1 1-12 15,0-1-12-15,-1-3-3 0,-1-1-8 0,2-1-4 16,-1 0-4-16,-1-1-3 0,-1-1 2 0,0-2-3 15,-1-1-4-15,0-1 1 0,0-3-3 0,0 1 0 0,-1-3-3 16,0-1-1-16,0-12 3 0,1 20-4 16,-1-20 0-16,0 16 7 0,0-16-5 0,1 13 0 15,-1-13 3-15,0 0-2 0,3 9-1 0,-3-9 4 0,0 0-5 16,0 0 1-16,7-6-3 0,-7 6 3 0,6-12 0 16,-6 12-4-16,2-14 1 0,-2 14 0 0,0-19 0 15,-2 8-2-15,-2 2-1 0,-1-1 3 0,-3-2 2 16,-1 4-3-16,-3-1 1 0,0 1 0 15,-4 2 0-15,0 1 2 0,-3 2-1 0,1 0 0 0,-3 3 0 16,1 1-3-16,1 2 2 0,0 2 2 16,2-1-5-16,1 1 1 0,2 2 2 0,0 2 2 0,4-1-1 15,2 0 1-15,1 1-1 0,4-1 2 0,3-8 4 16,1 18-5-16,4-11 1 0,4 4-1 0,1-3 0 16,4-1-3-16,3 0-42 0,3 0-74 0,1-3-80 15,2 2-96-15,1-2-106 0,1-2-120 0,0 0-94 16,0 1-176-16,2-2-320 0,-3-2-727 0</inkml:trace>
  <inkml:trace contextRef="#ctx0" brushRef="#br0" timeOffset="532958.5682">29604 9113 179 0,'-1'-14'638'0,"1"14"-106"0,1-12-86 15,-1 12-5-15,0 0-60 0,2-15-2 0,-2 15-15 16,0 0-8-16,0 0-26 0,0 0 11 0,18 6-38 15,-10 5-6-15,3 6-13 0,2 3-18 0,1 7-20 16,4 7-21-16,0 1-26 0,-2 5 12 0,1 1-7 0,-2 2-15 16,0 1-15-16,-4 1 6 0,-2 1-21 15,-1-1-32-15,-4 1-23 0,-2 0-14 0,-2-7-20 16,-2 5-13-16,-4-1-16 0,-2-2-3 0,-3-1-10 16,-3-3-1-16,-2 0-6 0,-3-4-8 0,-3-3-2 0,-2-2-40 15,-3-3-70-15,-3-3-71 0,-2-2-77 0,-3-3-87 16,3-7-85-16,-1-1-143 0,-2-3-136 0,1-4-206 15,2-2-523-15,-2-4-1034 0</inkml:trace>
  <inkml:trace contextRef="#ctx0" brushRef="#br0" timeOffset="536024.1646">30173 9546 61 0,'0'0'644'0,"-12"-9"-131"15,12 9-94-15,-8-8-44 0,8 8-53 0,0 0-12 0,0 0-22 16,0 0 26-16,0 0-20 0,0 0 6 0,17 14-39 16,2-6-22-16,7 7-49 0,10 1-32 0,4 3-17 15,2 2-22-15,9 6-15 0,0-4-20 16,-1 4-12-16,-2-2-14 0,-5-4-13 0,-2 1-7 0,0-1-5 15,-1-1-9-15,-3 0-1 0,-2-1-8 0,-3-2-2 16,-5-2-1-16,-2-1-4 0,-4-3-3 0,-4 0-5 16,1-1-26-16,-5-3-59 0,1 1-59 0,-3-2-53 15,-3-1-94-15,0 0-46 0,-8-5-89 0,10 5-64 16,-10-5-51-16,0 0-383 0,0 0-496 0</inkml:trace>
  <inkml:trace contextRef="#ctx0" brushRef="#br0" timeOffset="536300.0414">30878 9474 168 0,'-1'-13'624'15,"1"13"-114"-15,-1-19-76 0,1 19-49 0,-4-13-32 16,4 13-31-16,0 0-2 0,-11-4-13 0,11 4-11 16,-15 8-38-16,3 2-12 0,-2 3-32 0,-4 5-22 15,1 2-21-15,-6 7 1 0,-2 2-29 0,1 2-25 16,-3 1-23-16,2 1-18 0,-2 2-10 0,-1 0-16 15,0 0-7-15,0-1-9 0,1-1-7 0,-1 0-9 16,2-2-1-16,1-1-2 0,1-1-3 0,2-2-3 0,2-4-5 16,4-2-20-16,-2-2-54 0,4-3-45 15,0-1-48-15,2-2-45 0,2-3-68 0,-1-1-30 16,3-2-58-16,1-2-56 0,7-5-45 0,-12 5-27 16,12-5-397-16,0 0-450 0</inkml:trace>
  <inkml:trace contextRef="#ctx0" brushRef="#br0" timeOffset="536525.9163">30303 9549 46 0,'0'0'47'0,"-7"-6"-80"16,7 6 12-16</inkml:trace>
  <inkml:trace contextRef="#ctx0" brushRef="#br0" timeOffset="536856.9908">30180 9628 119 0,'0'0'621'0,"-12"-12"-152"0,5 5-40 0,7 7-12 15,-8-12-3-15,8 12-63 0,-7-13-17 0,7 13-39 16,-5-12-10-16,5 12-31 0,-3-10-28 15,3 10-49-15,0 0-26 0,0 0-18 0,1-13-10 0,-1 13-24 16,0 0-8-16,8 4-3 0,-8-4-11 0,6 12-18 16,-3-1 27-16,-1 1 13 0,-1 4-14 0,0 2-10 15,0 2-19-15,-3 0-9 0,2 5-11 16,-2 1 1-16,0-1-6 0,0 2-9 0,1 1-4 0,0-2-4 16,0 0-1-16,0 0-5 0,1-1 0 0,1-2-1 15,0 1-1-15,0-5-3 0,0 0 0 0,1-1 1 16,0-2-9-16,0-1-25 0,0-2-41 15,0-2-39-15,-2-11-45 0,4 20-42 0,-4-20-48 0,4 12-70 16,-4-12-47-16,0 0-95 0,6 8-54 0,-6-8-93 16,0 0-279-16,0 0-441 0</inkml:trace>
  <inkml:trace contextRef="#ctx0" brushRef="#br0" timeOffset="537274.9634">30806 9514 518 0,'3'-11'469'0,"-3"11"-22"0,3-17-15 0,-3 17-7 16,4-12-59-16,-4 12-43 0,0 0-36 15,3-14 18-15,-3 14-17 0,0 0-27 0,0 0-41 16,0 0-30-16,11 5-35 0,-11-5-7 0,3 16-11 16,-1-6 9-16,0 3-14 0,0 2-20 0,-1 3-1 15,-1 1-21-15,1 1-18 0,0 3-10 0,2 0-10 16,-1 2-9-16,0 0-6 0,0 0-3 0,1 2-7 0,3-2-6 15,-1 2 0-15,5 2-5 0,-1-2-3 0,2 1-5 16,3-2 0-16,1 0 0 0,2-2-3 16,-1-2-1-16,2 0-30 0,-2-2-62 0,-1-4-55 0,0 0-62 15,-1-3-87-15,-1-1-65 0,-1-1-72 0,-2-4-107 16,-1 0-92-16,-1-2-398 0,-8-5-636 0</inkml:trace>
  <inkml:trace contextRef="#ctx0" brushRef="#br0" timeOffset="538090.5529">31481 9717 535 0,'4'-10'667'15,"-4"10"-100"-15,4-14 8 0,-4 14-32 0,4-13-58 16,-4 13-61-16,2-10-85 0,-2 10-69 0,0 0-67 16,0 0 23-16,0 0-9 0,0 0-16 0,0 0-30 15,-4 11-30-15,4-11-13 0,-3 20-5 0,2-6-14 16,0 1-18-16,2 1-15 0,0 1-11 0,0 1-15 16,1 0-10-16,0 1-8 0,0-1-6 0,-1 0-6 0,1 0-4 15,0-1-4-15,0 1 0 0,1-1-3 16,-1-1-4-16,0 0 4 0,0-1-3 0,0-4-2 0,0 2-2 15,-2-13 1-15,3 20 1 0,-3-20 1 0,2 16 2 16,-2-16-2-16,2 12 2 0,-2-12 0 0,0 0-3 16,0 0 0-16,0 0-4 0,0 0 4 0,0 0-4 15,0 0 2-15,-9-11 1 0,9 11-2 0,-4-22 1 0,2 6-1 16,-1-2 1-16,0-3-3 0,0-2-1 16,0-4 3-16,1-4-1 0,0-3-1 0,-2 0 9 15,3-3-11-15,-1 0 9 0,1-1-12 0,1 1 9 16,1 1-8-16,0 2 12 0,2 1-13 0,1 1 3 0,0 6-3 15,0 2 3-15,2 2 0 0,0 1-1 0,2 2-2 16,2 3 2-16,-1 4 9 0,2 2-8 16,1 1 6-16,1 3-6 0,2 3 3 0,-1 2 0 0,1 1 3 15,0 3-8-15,1 1 7 0,-1 1-6 0,0 2 5 16,-2 1-5-16,-1 1 4 0,-1 1-4 0,-2 1 4 16,-1 0-2-16,-1 0 6 0,-4 1-7 0,-1-2 4 15,-1 2-4-15,-2 0 8 0,-2 0-8 0,-3 1 6 16,-1-1-4-16,0 2 7 0,-2 0-9 0,-3 0 10 15,0 0-11-15,0 0 2 0,-1 0 2 0,1-1-2 0,1 0 2 16,1-1 0-16,1 0-1 0,-1-1 0 16,3 1 2-16,0-2-2 0,1 1 0 0,1-3 0 0,0 1-1 15,5-9 2-15,-5 16-1 0,5-16 5 0,0 17-5 16,0-17 1-16,5 14-2 0,0-4 0 0,0-3 2 16,1 1-3-16,3 2 0 0,1-1 3 0,1 0 0 15,0 0 3-15,1 1-3 0,0-1-3 0,1 2 3 16,-1-2-2-16,0 1 1 0,1 0 1 0,-1-1-2 0,1 1 0 15,-2 0 2-15,-1 0 4 0,2-1-4 16,-4 1 3-16,0-1-3 0,-2 0 6 0,-2-1-8 0,-4-8 5 16,6 14-6-16,-6-14 7 0,-1 16-2 0,1-16 1 15,-9 14-4-15,3-7 11 0,-3-1-8 0,-3 1 3 16,-1-1-7-16,-2 0 8 0,-3 1-9 0,-3-1 6 16,0-1-6-16,-3 1 2 0,0-2-1 0,-2 0 1 15,0 0-1-15,1-2 0 0,-1 0-24 0,5-1-39 0,1 1-42 16,4-2-66-16,1-1-86 0,2-1-69 15,13 2-83-15,-17-4-72 0,17 4-81 0,-5-9-77 16,5 9-412-16,8-14-670 0</inkml:trace>
  <inkml:trace contextRef="#ctx0" brushRef="#br0" timeOffset="539425.2047">31894 9892 521 0,'0'0'588'0,"8"-16"-66"0,-8 16-7 0,5-13-25 15,-5 13-43-15,4-14-46 0,-4 14-47 0,4-18-38 16,-4 18-40-16,4-19-41 0,-4 19-36 0,8-16-30 16,-8 16-36-16,8-14-15 0,-2 7-23 0,1 0-9 15,2 2-19-15,0 0-9 0,2 2-12 0,1 1-8 16,0 0-11-16,2 1-4 0,0 2-7 0,-1 1 2 0,3 1-6 16,-1 0-2-16,0 3-2 0,-2-1-6 15,0 1 6-15,-1 3-6 0,-2-1 1 0,1 2 1 0,-2 0 0 16,-1 1-1-16,0-2-1 0,-3 2-4 0,-1-1 7 15,-1-1 4-15,0 2-6 0,-3-11 1 0,1 19 0 16,-1-19 2-16,-3 18-5 0,0-10 0 0,-1 1 3 16,-1-1-2-16,-3-1-2 0,2 0-1 0,-3-1 3 0,0 0-1 15,-1-2 1-15,-1 0-4 0,0 0 4 16,-2-2 2-16,1-2-3 0,-1 2-4 0,0-4 3 0,2 2-2 16,-3-2 0-16,3-1 2 0,0-1-1 0,2-2-2 15,1 0-5-15,1 0-5 0,0-4 3 0,3 1-3 16,1-2-1-16,1-1-4 0,2 0 3 0,2-1-6 15,1-2 2-15,2-1 0 0,3 2 10 0,-1-1-9 16,3 0 9-16,3 1-1 0,-1 0 5 0,3 1-2 16,-1 1 2-16,3 2-3 0,-3 3 9 0,0 0-6 15,3 1 4-15,-1 1-3 0,0 3 0 0,1-1 4 0,-3 3-1 16,2 1-3-16,-1 2 3 0,1 1-1 16,-1 0 2-16,-1 3-1 0,0 2 2 0,-1-1-2 0,1 0 1 15,-2 3 0-15,1 0 4 0,-1 2-4 0,-1-2 1 16,1 1 1-16,-3 0-2 0,0 0 3 0,0-1 1 15,-2 1 0-15,-1 0 7 0,-2-3 1 0,0 1-1 16,-4-10 3-16,3 18-5 0,-3-18 2 0,-2 14-3 16,2-14 4-16,-6 13-6 0,6-13-2 0,-11 11 3 0,11-11-3 15,-17 7 1-15,17-7-4 0,-16 5-1 16,16-5 1-16,-16 0-1 0,16 0 2 0,-15-4-7 0,15 4-11 16,-12-7-19-16,12 7-11 0,-9-12-25 15,9 12-15-15,-5-15-2 0,5 15-17 0,-1-23-3 0,3 11-13 16,1-2 11-16,2-4-7 0,2-1 15 0,2-1 13 15,0-5 2-15,1-1 30 0,1-2-1 0,0 1 25 16,0-3-7-16,1 2 22 0,-1-2-5 0,-2 1 52 16,1 0 12-16,-2 1 50 0,-2 3 26 0,-2 2 15 15,2 1-1-15,-2-1 1 0,-1 4 7 0,-1 3-1 0,2-1-2 16,-2 5-3-16,-1-1-6 0,1 2-23 0,0 0-22 16,-2 11-14-16,2-14-16 0,-2 14-10 0,0 0-8 15,0 0-5-15,0 0-9 0,0 0 4 0,10 15 10 16,-8-3 16-16,-1 4-5 0,1 3-7 0,0 5-5 15,0 3-6-15,0 3-3 0,1 2-3 0,1 2-4 16,0-1-6-16,-1-1 2 0,3 0-9 0,-2 0 7 16,1-1-7-16,-1-1 4 0,0-5-4 0,1 0 2 15,-1-2-6-15,1-1 5 0,-1-2-4 0,-1-3-1 16,1-1 4-16,-1-2-3 0,-1-2 1 0,0-1 7 0,-2-11 66 16,4 18 25-16,-4-18 3 0,3 12-27 0,-3-12-7 15,0 0-19-15,9 5-4 0,-9-5-15 16,0 0-2-16,10-8-12 0,-10 8 2 0,10-17-9 0,-2 6 5 15,0-3-8-15,2-3 2 0,1 0-4 0,0-3-2 16,2-2-2-16,1 1 3 0,0-1-4 0,1 2-2 16,-3 1 2-16,1 2-1 0,-1 1 0 0,-1 1-2 15,0 2 1-15,-1 2-1 0,-1 0-3 0,3 2-1 0,-3 1-4 16,-1 2-1-16,0 0 3 0,-8 6-1 0,13-9 1 16,-13 9 1-16,9-3 1 0,-9 3 3 0,0 0 0 15,0 0 3-15,0 0-1 0,-6 12 0 0,-1-6 2 16,-4 2-4-16,0 1 4 0,-2-1-1 0,-3 4 2 15,0 0-5-15,-2-1 7 0,0 2-6 0,2-1 8 16,-2 0-9-16,2 0 11 0,1 0-11 0,0 1 7 16,1-1-8-16,4-1 2 0,0 1 1 0,1 0 8 0,2-1-10 15,2 0 10-15,2-1-7 0,3-10 7 16,-2 19-9-16,2-19 6 0,4 19-6 0,1-10 5 0,3 0-4 16,3 0 2-16,2-2-4 0,3 0 6 0,0-2-2 15,2 1 0-15,1-2-2 0,2 1-33 0,0-4-17 16,2 0-9-16,-1-1-11 0,1 0 2 0,3-2 1 15,0-3-12-15,0 0 16 0,-1-2 7 0,2-3 10 16,0 0 9-16,-2-2 7 0,-2-1 8 0,-4 2 4 16,-1-1 4-16,-4 1 3 0,-2 1-1 0,-2-1 8 15,-2 1 1-15,-1 1 0 0,-3 1-2 0,-4 8 2 0,3-16 1 16,-3 16 4-16,-1-11-3 0,1 11 2 0,-9-9 0 16,9 9-1-16,-12-3 1 0,12 3 0 0,-14 2 4 15,14-2-2-15,-18 6-2 0,10-2 3 0,-2 2-1 16,2 0-2-16,-1 3 1 0,1-1 4 0,-1 3-3 15,2-1 1-15,2 0-1 0,1 1 3 0,0-1-4 16,1 0 0-16,0 2-1 0,1-1 2 0,2-11-1 16,2 21 0-16,3-10 0 0,0 2 0 0,4-1 1 15,5 1 0-15,2-1-3 0,3 1 2 0,0-3-13 16,2 0-85-16,2-1-52 0,-3-1-93 0,2-1-84 0,-3-3-107 16,-2-1-108-16,0 1-145 0,-4-4-501 0,1-1-798 15</inkml:trace>
  <inkml:trace contextRef="#ctx0" brushRef="#br0" timeOffset="540340.5182">33251 9776 344 0,'0'0'417'0,"0"0"-36"15,-1-15-37-15,1 15-18 0,-3-12-18 16,3 12-27-16,-5-12-31 0,5 12-17 0,-7-11-5 16,7 11-31-16,-12-11 6 0,12 11-29 0,-18-8 9 15,18 8-29-15,-22-3 17 0,9 3-30 0,0 1-1 0,-4 1-12 16,0 2 3-16,0 0-14 0,-1 2-16 15,3 1-13-15,-1 0-19 0,2 1-10 0,0 0-7 16,2 3-10-16,1-1-5 0,0 0 4 0,3 1-9 0,0 0 3 16,3 2-6-16,1-4 11 0,1 3-12 0,2-1-4 15,2 2-8-15,3-1 2 0,1 1-3 0,1 0-4 0,1 0-1 16,2 0-3-16,2 1-3 0,1 0-3 16,3 0 1-16,-1 0 2 0,3-1-4 0,-1 0 4 0,1 0-2 15,0 0 0-15,0 0-4 0,-2-2 0 16,0 2-9-16,0-2 11 0,-2 0-11 0,-2-3 11 0,0 3-13 15,0-2 18-15,-3 1-11 0,-1-2 12 0,-2 0-16 16,-5-8 19-16,8 15-12 0,-8-15 21 0,0 14 0 16,0-14 1-16,-4 13 10 0,4-13 7 0,-13 12-5 15,3-6 9-15,-2-1-1 0,-2 0 2 0,-4-1 6 16,0-1 2-16,-7 1 5 0,0-1-1 0,-3-2-11 0,-2-1-3 16,-2 0-6-16,-5-1-8 0,1-1-6 15,-1-2-3-15,3 1-1 0,1 0-5 0,5-1 0 0,3 1-2 16,2-2-32-16,6 1-76 0,1 0-79 0,6-1-78 15,0-1-104-15,10 6-79 0,-8-10-96 0,8 10-124 16,4-13-509-16,2 7-781 0</inkml:trace>
  <inkml:trace contextRef="#ctx0" brushRef="#br0" timeOffset="540873.9649">33266 9042 348 0,'-17'-16'513'0,"-1"-3"-51"0,3 6-62 16,-1-3-31-16,3 2-25 0,-1-1-27 0,4 5-13 16,1-3-8-16,0 3-19 0,2 0-16 0,1 1-45 15,6 9-17-15,-5-13-45 0,5 13 1 0,0 0-13 0,6-8 14 16,-6 8-4-16,18 6 10 0,-2 0-21 0,4 5 24 15,6 3-6-15,8 6 13 0,1 3-20 0,1 2-1 16,6 7-8-16,1 4-16 0,-2 3 13 0,-1 1-20 16,-2 4-18-16,-1 3 31 0,-4 2-19 0,-3 2-18 15,-1 4-19-15,-6-1-16 0,-2 3-7 0,-5 1-9 16,-5 2 0-16,-6-6-1 0,-3 1-5 0,-3 2-2 16,-5 11 30-16,-5-4 11 0,-3 3-12 0,-4-4-9 0,-3 0 16 15,-4-2 40-15,-2-3-13 0,-4-1-7 16,-2-3-93-16,-3-3 0 0,-5-1 0 0,-4-4 0 0,-5-2 0 15,-8-3 0-15,-7-4 0 0,-9-2 0 16,-21 2 0-16,-8-5 0 0,-5-5 0 0,-4-6-45 0,-3-2-378 16,15-8-187-16,-3-1-248 0,-4-6-1112 0,2 0-1714 15</inkml:trace>
  <inkml:trace contextRef="#ctx0" brushRef="#br0" timeOffset="544757.2924">5675 15446 525 0,'1'-12'435'0,"-1"12"-70"16,2-16-47-16,-2 16-36 0,0-13-31 0,0 13-21 15,-3-9-13-15,3 9 2 0,0 0-8 0,-15-3-7 16,15 3-7-16,-19 3-30 0,6 3-27 0,-2 1-22 16,-2 2-16-16,-2 3-17 0,0-1-16 0,0 6-12 15,1-3-53-15,3 1 46 0,1 3-39 0,2 0 51 16,3-1-48-16,2 3 41 0,4-1-41 0,3-2 40 16,3 3-10-16,5 2-9 0,3 2-6 0,5 0-6 15,2-1-6-15,5 4-1 0,1-2-1 0,1 0-6 0,0-2-3 16,-4-2-16-16,0-1 16 0,-2-2-12 0,-1 1 12 15,-4-2-12-15,-3-2 6 0,-3-1-10 16,-3 0 14-16,-3-3-13 0,-4 2 12 0,-3 0-3 0,-4-1 2 16,-6 1-1-16,-7 2-3 0,-2-2 3 0,-5 0-3 15,-7 0 2-15,-3 1-1 0,-1-4 1 0,-1 1 2 16,-1-4-4-16,6-1 1 0,2-1 4 0,6-3-3 16,1 0 2-16,6-3-4 0,2 0 0 0,2-2-7 15,6-2-7-15,3 0-15 0,8 5-23 0,-3-11 8 16,3 11-25-16,13-15-1 0,4 4-19 0,4 2-1 15,8-2-35-15,8-1 11 0,4-1-9 0,2 1-7 16,3 0 11-16,0 1 4 0,2 0-8 0,-1-1-26 16,1 1 9-16,-2-2 17 0,1 1 7 0,-1 1 10 15,-2-2 35-15,-3 1 7 0,-3-2 32 0,-3 0 19 16,-7 1 36-16,-3 0 8 0,-3-2 35 0,-6 2 1 16,-2-1 26-16,-3 0 4 0,-4 1 30 0,-1-1-22 15,-3 3 42-15,-2-1-27 0,-1 12 25 0,-2-20-20 0,2 20 33 16,-6-15-12-16,6 15-23 0,-9-11 2 15,9 11-12-15,-10-3 4 0,10 3-5 0,-11 3-7 16,11-3-13-16,-14 14-12 0,8-7-9 0,-1 6-10 0,-1-3-9 16,3 7-8-16,-1-3-6 0,1 3-19 0,-1 0 9 15,3-1-16-15,-2 1 8 0,3 0-11 0,0-1 8 16,3 1 0-16,0-1 7 0,4 0-9 0,-1-2 2 16,3-2-4-16,2 0 6 0,4 0-7 0,1-5 1 15,5 2-6-15,3-3 3 0,4-3-5 0,2-2 7 16,3-1-10-16,5-2 4 0,2-2-11 0,-1-2 10 15,5-3-21-15,-2-1 8 0,-1-3-10 0,-2-1 2 16,-3-3-18-16,-2-2 22 0,-1-4 0 0,-3-1 4 16,-3-3 1-16,-4-2 0 0,-2-2 4 0,-3-4-1 15,-3 0-15-15,-4-2 24 0,-1 3-17 0,-4-1 18 16,-1-1-16-16,-1 1 5 0,-2 2 4 0,-1 5-1 16,-1 0 7-16,0 4 9 0,0 1 4 0,0 4 3 0,-3 1-4 15,2 4 14-15,-3 1-23 0,1 5-1 0,-3 2 6 16,-3 3 3-16,11 3 1 0,-23 4 13 15,8 4 8-15,-1 3-10 0,-3 7 10 0,0 4-3 0,0 5 2 16,1 3-10-16,3 3-2 0,1 2-4 0,3 0-1 16,0 2 2-16,5-3 0 0,2-2-2 0,2 2 1 15,2-2-7-15,4 1 1 0,1-2-2 0,5-2-3 16,1 0-1-16,2-2 3 0,4-3-5 0,1-1 1 16,2-2-1-16,2-3-5 0,1-3-11 0,2-1-16 15,0-3-16-15,-1-5-24 0,1-1-22 0,1-1-30 16,0-4 12-16,-1 0-16 0,2-4 34 0,-2-1 13 15,0-2 18-15,0-5 8 0,0-3 8 0,-4 0 12 16,0-2 7-16,-2-4 5 0,-4 1 2 0,1-1 8 0,-5 3 8 16,-1-2 3-16,-1 2 22 0,-4 2 14 0,0 2 24 15,-3 1 8-15,-2 13-11 0,-1-20-7 16,1 20 8-16,-8-13-5 0,8 13-8 0,-18-6-4 0,18 6 6 16,-23 3-3-16,10 1-4 0,-2 5-1 0,0 0-12 15,-1 4 6-15,2-1-15 0,-1 4 18 0,3 0-14 16,2 0 4-16,2-1-5 0,3 1 0 0,3-1 13 15,2-1-1-15,2 1 4 0,5 0-9 0,0-1-7 16,4-1-5-16,5-1 0 0,0-1-15 0,3-3-52 16,1-1-83-16,3-1-91 0,1-2-133 0,1-1-92 15,-3-3-146-15,1 0-643 0,2-2-845 0</inkml:trace>
  <inkml:trace contextRef="#ctx0" brushRef="#br0" timeOffset="545357.2595">7494 15663 354 0,'0'0'617'0,"-12"-9"-74"0,12 9-18 15,-20-6-31-15,20 6-43 0,-22 0-43 0,9 2-47 0,-1 3-35 16,0 1-25-16,0 1-28 0,1 4-16 0,-1 0-17 16,2 3-24-16,0-2-5 0,4 2-17 0,1 1-10 15,0-1-18-15,5 1-23 0,0 0-8 0,3 0-38 16,2 0-15-16,4-1-14 0,0 1-15 0,4-1-10 15,3 1-10-15,1-4-8 0,2 0-6 0,1-1-5 16,3-2-5-16,-1-3-5 0,2 0-13 0,-1-2-28 16,0-2-24-16,0-1-3 0,1-2-11 0,1-1 1 15,0-4-5-15,-1-1-4 0,0-3 11 0,2-2-9 16,-2-6 9-16,0 0 3 0,2-7 22 0,0-2 0 16,0-5 18-16,-3 0-1 0,1-5 14 0,-1-1 2 0,-2-1 2 15,-1 0 2-15,-2-1-1 0,1 1 10 16,-4 1 0-16,1 2 12 0,-4 8 5 0,-2 1 21 15,0 4 25-15,-2 2 18 0,-1 6-10 0,-1 1-12 0,-1 4-13 16,-1 2-7-16,-2 9 22 0,0 0-2 0,0 0-3 16,0 0-5-16,0 0 5 0,-9 12 2 0,6 3-8 15,-1 7 9-15,0 3-23 0,-2 6 5 0,2 4-19 16,1-1 7-16,1 3-17 0,1-1 6 0,1 2-10 16,1-2 4-16,1 0-12 0,0-2 6 0,0 1-20 15,1-3 3-15,1-1-44 0,-2-4-31 0,0-2-21 16,-1-1-20-16,0-4-22 0,-1-3-11 0,-1 1-1 15,0-4 11-15,-1-3 1 0,0 1-3 0,2-12-6 16,-8 15 30-16,8-15 5 0,-8 7 39 0,8-7 5 0,0 0 25 16,-17-4 0-16,17 4 25 0,-15-13 8 15,8 4 6-15,0 0 14 0,-1-3 35 0,1 0 31 16,0 1 9-16,0-1 26 0,0 0 21 0,2-1 11 0,0 3 10 16,2-2 9-16,1 1 0 0,1-2-8 15,1 13-30-15,3-21-1 0,1 11-26 0,4-1-8 0,3 1-24 16,4-1-3-16,3 1-16 0,4 1 0 0,5-2-23 15,4 3-8-15,4 1-94 0,7-4-85 0,0 3-147 16,3 0-90-16,2 3-132 0,1-2-133 0,1 3-668 16,-1 1-949-16</inkml:trace>
  <inkml:trace contextRef="#ctx0" brushRef="#br0" timeOffset="547307.2851">9192 15702 403 0,'8'-12'533'0,"-2"1"-59"0,-1 0-10 0,1-1-6 0,-1 2-42 16,0-1 1-16,-2 0-22 0,0 0 8 0,-3 11-33 16,5-15-53-16,-5 15-49 0,2-15-30 0,-2 15-44 15,-2-9-7-15,2 9-19 0,0 0 19 0,-15-1-14 16,7 7 7-16,-2 2-31 0,-3 3 7 0,0 3-35 15,-3 7-8-15,0 0-27 0,-1 2-5 0,1 2-24 16,2 0-3-16,1 0-7 0,2 0-10 0,2-3-4 16,3 0-7-16,2-1-5 0,4-2-2 0,1-3-9 15,4 3 1-15,3-3-4 0,3 1 1 0,1-3-3 16,4-2-9-16,0-2 0 0,3-1-6 0,-1-3-15 16,-1-1-18-16,1-2-14 0,1-1-8 0,-1-3 8 0,-1-1-3 15,1-1-5-15,-1-2 12 0,1-4 10 16,-1-2-7-16,-1 0 20 0,-1-4-4 0,-2-2 14 0,0-1-5 15,0-5 16-15,-2 0-6 0,-1 2 11 0,0-5-10 16,-3 5 14-16,-1-1-12 0,1 3 15 0,-2 0-11 16,-1 3 12-16,-1 1-8 0,-1 3 16 0,1 2-12 15,0-1 11-15,-3 11-17 0,3-15 11 0,-3 15-10 16,0 0 18-16,0 0-9 0,0 0 21 0,0 0-16 16,0 0 16-16,-2 13-19 0,2-13 12 0,-1 21-11 15,1-9 10-15,0 2-15 0,1 0 12 0,1 1-12 16,0 2 9-16,2-2-11 0,0 2-1 0,0-2-1 15,2-1-1-15,1 0-9 0,2-1 2 0,0-1-13 16,1-2-11-16,3-1-31 0,0-2-43 0,1 0-31 16,1-2-20-16,1-2-11 0,-2-2-5 0,0-2 16 15,3-2 17-15,-3-2 5 0,2-2 24 0,-2 0-3 0,3-4 18 16,-4-2 19-16,1-2 17 0,-2 0 11 16,1-1 9-16,-3-1 10 0,-1 0 10 0,-1 3 8 0,-1 0 20 15,-1 3 21-15,-2 0 17 0,0 3 4 0,-4 8-8 16,6-14-2-16,-6 14 25 0,0 0 7 0,0 0 0 15,0 0-11-15,0 0 9 0,0 0 4 0,0 0-12 16,0 0 1-16,-4 14-13 0,4-14-3 0,-1 16-8 16,1-16-5-16,0 21-9 0,2-10-1 0,0 1-5 15,1-1-1-15,1 0-2 0,0 1-3 0,2 0-4 16,1-2-4-16,0 2 5 0,2-3-4 0,0 0 3 16,1-2-6-16,1 0-1 0,-1-1-2 0,0-3-7 15,2 1 6-15,-12-4-11 0,19 2-1 0,-19-2 2 16,22-4 3-16,-12 0 1 0,1-1 3 0,-1-4-1 0,1 2 0 15,0-5 10-15,0-1-9 0,-1-1 13 0,2-3-10 16,-3 2 8-16,1 0-12 0,-1 1 2 16,-3 1 3-16,1 2-1 0,-2 2 0 0,0 0 6 0,1 1-6 15,-6 8 3-15,6-10 3 0,-6 10 4 0,0 0 11 16,0 0-4-16,0 0 7 0,0 0 1 0,5 12 17 16,-5-12-9-16,1 15 3 0,-1-15-1 0,0 17 12 15,0-17-18-15,2 23 3 0,0-11 9 0,1-1-1 16,0 2-3-16,2-1-2 0,3 0 2 15,0 0-9-15,1-2-2 0,4 1-3 0,0-4-5 0,2 2-2 16,0-3-3-16,2-1-6 0,0-2 2 0,1 0-10 16,-1-3-4-16,-1 0-9 0,1-3-5 0,0-1-3 15,-3-2 9-15,2-2-4 0,-2-4 1 0,1-2-2 16,-2-3-4-16,1-6 0 0,-3-3 10 0,2-3-3 16,-2-7 8-16,0-1-5 0,-2-2 13 0,0-3-10 15,-3 3 4-15,-1-2 5 0,-1 6 3 0,-1 2 6 0,0 5 5 16,-2 3 1-16,0 3 39 0,-1 3 17 15,0 2-9-15,-2 3-11 0,-1 3-9 0,-1 2-7 0,4 9 16 16,-10-8 3-16,10 8 7 0,-15 5 4 0,8 4-3 16,-1 2-6-16,-1 7-1 0,0 3-6 0,1 6 5 15,2 2-24-15,0 2 8 0,3 2-23 0,1-1 16 16,2-2-22-16,1 3 13 0,2-1-19 0,1 0 1 16,1-1-7-16,1-2-10 0,-1-4-19 0,2-2-13 15,-2 0-27-15,0-3-8 0,-1-2-11 0,0-2-7 16,-1-3 7-16,-1-1 6 0,-1-1 11 0,-1-11 8 15,1 14 11-15,-1-14 11 0,0 0 8 0,-5 9 6 16,5-9 6-16,0 0 9 0,-10-4 3 0,10 4 6 16,-7-13 2-16,4 5 3 0,-1-3-1 0,2 1 7 15,0-2 4-15,1-1 2 0,0 0-3 0,1-1 9 16,1-3 1-16,2 1 3 0,2-1-8 0,0-3 2 16,2 1-4-16,2 0 4 0,2-2-8 0,1-2 4 0,4 1-9 15,-2-1 2-15,4 1-2 0,-2-1 1 0,2 2 0 16,-2 0 0-16,3 0 0 0,-3 1 0 0,-1 3-1 15,-1 1 1-15,-1 1 2 0,-2 0 1 0,-2 5 11 16,0-1 18-16,-2 2 26 0,-2 0 12 0,0 1 0 16,-5 8-11-16,8-11-8 0,-8 11 5 0,0 0 34 15,0 0-2-15,0 0 9 0,0 0 4 0,-7 10-11 16,2 1 16-16,-1 1 9 0,-1 8-12 0,-1 0-13 16,0 3-18-16,1 5-7 0,0-2-14 0,-2 3-7 15,4 0-8-15,-1 1-8 0,3-4-2 0,1 0-10 16,0-1-2-16,2 0-4 0,0 0-4 0,3-2-1 15,0-1-1-15,1 0-4 0,2-3-7 0,-1-2-9 16,2-2-15-16,-1-1-28 0,2-2 6 0,1-2-41 0,2-2 3 16,-2-2-7-16,2-2-3 0,-11-4-7 15,23 1 12-15,-11-4 11 0,1-2 1 0,-1-2-1 16,1-1 19-16,1-6-6 0,-1 1 17 0,0-4-2 0,-2 0 17 16,2 1 1-16,-3 0 14 0,1 1 1 0,-3 2 13 15,-1 1-10-15,0 1 3 0,-2 1 5 0,1 3 0 16,-6 7 14-16,9-11-10 0,-9 11 12 0,0 0-8 15,9-4 9-15,-9 4-5 0,0 0 16 0,8 11-10 16,-8-11 11-16,7 13-12 0,-7-13 15 0,6 18-12 16,-3-9 0-16,1 1 1 0,0 0 0 0,1 1 2 15,2 0-6-15,0-1 0 0,0 1-2 0,1-1 1 16,0-2 1-16,0-1-2 0,0 0 1 0,-1-2 0 16,3 1 2-16,-1-4-2 0,-9-2-1 0,18 5-1 15,-18-5 1-15,19 0-1 0,-8-3 9 0,0 1-7 16,1-5 4-16,2 2-9 0,-1-2 9 0,1-1-11 15,0-2 9-15,2 0-5 0,0 0 7 0,1 1-5 0,0 0 3 16,-1 1-6-16,-1 1 10 0,1 0-5 0,-1 3 7 16,0 0-11-16,-2 1 8 0,1 3-10 15,-1 0 8-15,0 0-5 0,-2 1 7 0,0 4-1 0,-1-1 11 16,0 1 2-16,-2 2 10 0,-1 0-16 0,0 1 12 16,-2 0-13-16,-2 3 8 0,-3-11-13 0,3 17 2 15,-3-17-4-15,-2 16 0 0,2-16 1 0,-5 18-1 16,-1-10 1-16,1 0 3 0,-2 0-2 0,0-3 6 15,7-5-1-15,-16 9 3 0,16-9 4 16,-18 5 1-16,18-5 8 0,-18 0 3 0,18 0-3 0,-19-5-6 16,9 0-4-16,2 0-4 0,-1-1-5 0,1-2 1 15,2 1-3-15,1-3-3 0,1 1 7 0,-1-3-34 16,3 3-18-16,1-3-53 0,1 12-30 0,1-23-39 0,2 13-73 16,3-1-76-16,-2 0-87 0,5 4-49 15,1-4-41-15,3 4-81 0,3 0-115 0,2 0-368 16,2 2-668-16</inkml:trace>
  <inkml:trace contextRef="#ctx0" brushRef="#br0" timeOffset="547757.0429">11665 15673 276 0,'0'0'640'0,"1"-11"-85"15,-1 11-23-15,0 0-6 0,2-14-44 0,-2 14-48 16,0 0-29-16,5-14-52 0,-5 14-50 0,0 0-51 16,0 0-6-16,8-7-9 0,-8 7-18 0,0 0-5 15,15 7 7-15,-15-7-14 0,13 9-34 0,-8-2-36 16,2 1-19-16,0 2-18 0,1 1-19 0,-1-1-18 15,2 2-10-15,-3 0-10 0,1 1-9 0,-1-1-7 16,-1 1-4-16,2-2-5 0,-4 1-2 0,1-2-4 0,-2 1 0 16,-2-11 0-16,2 17-2 0,-2-17-2 0,-2 15 3 15,2-15 3-15,-4 12 5 0,4-12 5 0,-7 7 13 16,7-7 5-16,0 0 11 0,-13 2 10 0,13-2 13 16,0 0 1-16,-10-9-3 0,10 9-11 0,-2-13-8 15,2 13-13-15,3-18-8 0,1 6-7 0,1-3-8 16,3-1-2-16,2-3-7 0,0 2 0 0,2-3-9 15,3-2-9-15,-1 3-26 0,2 3-8 0,-3-2-48 16,1 2-44-16,-1 3-48 0,1-1-58 0,-1 2-68 16,0 1-119-16,-1 2-100 0,-1 2-107 0,1-2-124 15,1 1-649-15,-4 0-1011 0</inkml:trace>
  <inkml:trace contextRef="#ctx0" brushRef="#br0" timeOffset="549973.6687">12145 15498 591 0,'9'-8'543'16,"-9"8"-14"-16,11-11-38 0,-11 11-15 0,9-14-50 15,-9 14-8-15,9-13-41 0,-9 13-36 16,7-11-59-16,-7 11-56 0,5-8-28 0,-5 8 14 0,0 0 3 15,0 0-26-15,15 1-21 0,-15-1 0 0,12 12-6 16,-6-4-27-16,-1 3-18 0,1 1 0 0,1 2-10 16,-2 1-19-16,1 0 11 0,-2 2-17 0,1 0-2 15,-1 1-15-15,-2-1-10 0,3-1-6 0,-2 2 0 16,-1-1-5-16,-2 0-8 0,2 0-7 0,-2-3-5 0,0 1-4 16,0-3-5-16,0 1-5 0,1-1 0 15,-1-12-6-15,0 21 3 0,0-21-3 0,1 17 1 16,-1-17-2-16,0 10 1 0,0-10-6 0,0 0-5 15,0 0-4-15,0 0-8 0,0 0-5 0,15-8-5 0,-7 1 3 16,-1-6 3-16,2-2 5 0,3-2 0 16,0-3 0-16,-1-2 1 0,3-1 5 0,-1 2 3 15,-1 1 0-15,-1 2 4 0,0 1-1 0,-3 3 2 0,0 1 1 16,-2 2-1-16,1 1 1 0,-3 3 2 0,-4 7 2 16,12-10-3-16,-12 10 3 0,9-5-1 15,-9 5 3-15,11 3 1 0,-11-3 0 0,10 11 1 0,-4-5-2 16,-1 3-1-16,3 2 2 0,-2 2-1 0,0-1 1 15,-1 3-4-15,1-1 1 0,0 1-1 0,-1-1 4 16,2 1-2-16,-3 1 0 0,1-1-1 0,-3 2 0 16,2-5-1-16,-1 3 0 0,-1-1 1 0,0-3 0 15,0 1-2-15,1-1 1 0,-3-11-1 0,2 17 2 16,-2-17 1-16,3 13-2 0,-3-13-2 0,4 12 1 16,-4-12-2-16,0 0 1 0,5 10 0 0,-5-10 0 15,0 0 1-15,10 5 1 0,-10-5-2 0,0 0 1 16,0 0 1-16,17 0-1 0,-17 0 0 0,0 0 2 0,0 0 0 15,13-3-2-15,-13 3 0 0,0 0 1 16,11-3 1-16,-11 3-1 0,0 0 0 0,13-4 2 16,-13 4-1-16,9-3 0 0,-9 3-2 0,14-4 1 0,-14 4 1 15,15-4-1-15,-15 4 0 0,21-6 0 0,-12 2 3 16,2 1-4-16,0-1 0 0,0 0 0 0,-1-1 3 16,1 0-1-16,-2 0-1 0,2-3-1 0,-2 0 0 15,-2 0 1-15,2-2 1 0,-2-1-2 0,-1 0 1 16,-3-3 1-16,1 1 0 0,-2 0-2 15,0 0-1-15,-2-1 2 0,-2-2-1 0,-3 2-1 0,1-1 5 16,-2 0-3-16,1 2 0 0,-6 1 0 0,4 1 0 16,-4 1 0-16,1 3 0 0,-1 0 1 0,1 4 0 15,-2 0-1-15,12 3 1 0,-27 1 0 0,14 3 0 16,-4 2 0-16,2 5-1 0,-3-1 1 0,3 7 2 16,-1-3-3-16,0 5 3 0,0 0 1 0,5 0-1 15,0 1 1-15,-1-1 3 0,4 0 2 0,1 0 5 0,3-2-2 16,-2 0 3-16,4-1 0 0,2-3 0 0,0 1-3 15,0 0-3-15,2-2 5 0,1-2-3 16,2 1 0-16,-1-3-2 0,3 0-1 0,-1-2-5 0,3-2 3 16,-9-4-1-16,18 4-1 0,-18-4 0 0,19 0-2 15,-8-1 1-15,-3-2-1 0,4-3 0 0,-1-2 0 16,0 0-4-16,1-4 0 0,-1-2-2 0,1-3 0 16,-1-2-6-16,-1 0 3 0,2-5 3 0,-1 1 1 15,-2 1-2-15,0 2 2 0,-2 0 0 0,-1 2 1 16,-1 2 0-16,1 1 3 0,-3 3-2 0,2-1-1 15,-3 5-2-15,-2 8-1 0,5-15 0 0,-5 15 4 16,0 0-2-16,0 0-1 0,0 0 2 0,0 0 1 16,0 0 0-16,0 0 3 0,0 14-3 0,0-14 2 15,0 16-1-15,0-16 0 0,0 18-3 0,2-7 3 16,-2-11 3-16,4 21-1 0,-2-11 0 0,0 0 0 16,1 1-3-16,1-3 2 0,-4-8-1 0,8 17-1 0,-8-17 0 15,12 12-6-15,-12-12-3 0,11 11-5 16,-11-11-9-16,16 6-13 0,-16-6-17 0,14 2 15 15,-14-2-20-15,20-4 2 0,-11 2-6 0,1-4 14 0,2-1-7 16,-3-1 17-16,3-4-9 0,-1-1 6 0,0-4 0 16,3 1 15-16,-3-1 0 0,3 0 1 0,-4-1 10 15,2 2 2-15,1 0 2 0,-4 2 7 0,0 2 4 16,0-1 9-16,0 4 5 0,-4 0-2 0,1 2-4 16,-6 7 0-16,10-12 12 0,-10 12 20 0,8-4 4 15,-8 4-1-15,0 0-2 0,11 2-5 0,-11-2 1 16,8 10-1-16,-8-10-3 0,6 11-3 0,-6-11 8 15,5 18-18-15,-5-18 9 0,6 19-17 0,-4-8 12 16,3-2-17-16,-3 2 13 0,0-1-18 0,1 1 13 0,-1-1-15 16,1 0 11-16,-3-10-13 0,4 17 11 15,-4-17-13-15,4 15 13 0,-4-15-15 0,5 12 12 16,-5-12-12-16,4 10-1 0,-4-10 12 0,10 5-14 0,-10-5 16 16,0 0-14-16,15 0 2 0,-15 0 12 0,14-6-14 15,-5 1 1-15,-3-1 1 0,3 0 3 0,-2 0 1 16,2-2 0-16,-2 1 1 0,1 1-1 0,0-2 0 15,0 2 1-15,-1-1 1 0,-7 7 2 0,11-9-4 16,-11 9 3-16,12-7 0 0,-12 7 0 0,0 0 4 16,13-3 7-16,-13 3 0 0,0 0 5 0,10 7 8 15,-10-7 3-15,6 10-2 0,-6-10 2 0,6 12 2 16,-6-12-3-16,5 15-6 0,-5-15-1 0,4 17-3 16,-4-17-3-16,5 20-4 0,-5-20-3 0,5 18-2 0,-5-18-1 15,4 18 2-15,-4-18-3 0,5 17-3 0,-5-17 1 16,6 13 0-16,-6-13-1 0,4 12-1 15,-4-12 3-15,7 9-2 0,-7-9-2 0,10 4 3 0,-10-4 1 16,0 0-1-16,19 0 0 0,-19 0-1 0,16-8-2 16,-7 2-1-16,3-2 2 0,-1 1 1 15,0-2-2-15,0 0 0 0,0 1 1 0,-2 0 0 0,1-1 0 16,-2 3-1-16,-1 0 5 0,-7 6-3 0,14-11-2 16,-14 11 1-16,9-8 0 0,-9 8-4 0,9-7 0 15,-9 7 1-15,0 0 1 0,14-4 0 0,-14 4 0 16,0 0 2-16,0 0 0 0,15 0 1 0,-15 0 0 15,0 0 0-15,13 4 0 0,-13-4 4 0,14 5 0 16,-14-5 0-16,15 4-3 0,-15-4 3 0,21 4-2 16,-21-4 0-16,22 3-1 0,-22-3 0 0,23 3 1 15,-23-3-1-15,20 0 1 0,-20 0 1 0,22-3-1 16,-22 3-4-16,19-6 2 0,-10 1-1 0,-1 0 1 0,-1-1 0 16,0-2 1-16,0 0 1 0,-1-4-1 15,-1-1-1-15,-1 0-1 0,0-2-2 0,2 1-2 16,-4-1 5-16,-2 3-1 0,2-1 7 0,-2 1 0 0,0 12 1 15,0-21 0-15,0 21 2 0,-2-14-3 0,2 14-3 16,-10-7-2-16,10 7 4 0,-15 2-1 16,6 3 1-16,-1 3 4 0,-1 2 17 0,1 3 1 0,-2 1 10 15,1 2-2-15,1 2 3 0,2 1 3 0,1 0 3 16,1 0-2-16,3-1-1 0,1 0-2 0,2-1-3 16,0 0-3-16,4 1-8 0,1-3-4 0,4 2-6 15,2-1-5-15,3-2-4 0,2-1-5 0,3-2-19 16,2-3-55-16,2 0-73 0,2-3-92 0,1-1-102 15,3-3-65-15,0-1-154 0,0-3-148 0,1 1-136 16,3-5-583-16,1-3-1035 0</inkml:trace>
  <inkml:trace contextRef="#ctx0" brushRef="#br0" timeOffset="551824.3486">14887 15484 549 0,'7'-10'559'0,"-7"10"-94"0,2-9-19 16,-2 9-64-16,2-13-21 0,-2 13-30 0,1-15-4 16,-1 15-36-16,2-19 0 0,0 9-51 0,-1-3-37 0,1 3 12 15,0-2-33-15,1 1-33 0,0-2-24 0,1 1-19 16,2 0-16-16,0-1-13 0,1 3-9 15,2 1-10-15,1 1-7 0,0 0-8 0,1 2-10 0,1 1-9 16,0 1-6-16,2 1 1 0,-1 3-6 16,0 0-1-16,4 3 1 0,-2 1 3 0,0 3 2 15,-1 0-2-15,0 0 1 0,-2 4-2 0,-1-1 0 0,-2 0 4 16,-2 2 0-16,-1 1 2 0,-2 0-3 0,-2-1-4 16,-2 1 1-16,-2-1-4 0,-2 3 1 0,-3-2 1 15,-2 0-8-15,-4 1 5 0,-2 0-8 0,-3-2 4 16,-1-2-5-16,-3 2 3 0,1-4-4 0,0-1 4 15,0-2-2-15,2-1-4 0,4-1 6 0,1-3-4 16,3-3-8-16,1-1 0 0,10 4-22 0,-8-14-17 16,9 3-25-16,6-3-19 0,4-5-4 0,5-5-8 15,10-2-10-15,3-5 6 0,10-3 8 0,1-1 7 16,1 0 13-16,3-1 35 0,-3 3-15 0,3 1 36 0,0 1-15 16,-8 6 25-16,-1 0-15 0,-1 4 24 0,-1 0-14 15,-4 2 27-15,-5 4-4 0,-4 4 38 16,-4-2 2-16,-2 5 16 0,-2-1-15 0,-1 3 8 0,-1 0-25 15,-10 6 35-15,15-3-7 0,-15 3 6 0,14 5-4 16,-7 3 12-16,0 6-13 0,1 4 0 16,2 4-5-16,-1 4-5 0,2 11 7 0,2 4-1 0,-2 3-2 15,1 3 2-15,3 9-6 0,-3 3-5 0,2 0 2 16,-4 0-15-16,1-8 2 0,-3 1 1 0,-2-1-7 16,-2 0-5-16,-2-2-4 0,-3 1-1 0,-2-3 1 15,-3 0-7-15,-3-3-2 0,-3-3 1 0,-1-3-4 16,-3-1 0-16,-2-5-3 0,-2-2 3 0,-2-2-2 15,4-7 8-15,-5-2-8 0,3-5 6 0,1-2-7 0,-1-5 4 16,2-3-5-16,3-4 8 0,-3-2-11 16,2-4-2-16,-2-4 3 0,2-4 2 0,1-2-1 15,2-6 2-15,1-3 0 0,5-3 2 0,2-1-2 16,4 1-3-16,3-5-3 0,4 0-16 0,6-4-18 0,3 0-42 16,5 1-37-16,3 0-50 0,4 4-32 0,11-5-74 15,2 5-28-15,3 2-56 0,5 1-85 0,2 0-81 16,-6 10-104-16,10-6-359 0,2 1-581 0</inkml:trace>
  <inkml:trace contextRef="#ctx0" brushRef="#br0" timeOffset="552723.8451">16683 15244 762 0,'10'-10'629'16,"-1"1"-40"-16,-2 0-55 0,-1 1 0 0,-6 8-55 15,8-13-59-15,-8 13-65 0,6-9-34 0,-6 9-23 16,0 0-28-16,0 0-10 0,2 11-19 0,-2-11-10 15,-1 21-20-15,1-3-2 0,0 2-41 0,0 4-31 0,0 3-23 16,0 0-23-16,0 1-17 0,0 1-15 16,-1 5-11-16,0-1-10 0,-1-1-6 0,-1-1-9 15,1-3-15-15,0-1-38 0,-1-1-49 0,0-1-64 0,1 0-55 16,0-4-61-16,-2-3-58 0,2 0-80 0,1-1-16 16,-1-5-35-16,0-1 0 0,2-11-10 0,-4 17 23 15,4-17 41-15,-6 8 54 0,6-8 57 0,0 0 83 16,0 0 60-16,-13-8 103 0,10 0 56 15,-1-2 58-15,0-3 54 0,-1 1 23 0,1-5 35 0,-1 1 46 16,0 0 20-16,0-2 10 0,1 2-2 0,0-1 23 16,-1 0-21-16,1 1-26 0,1-1-31 0,0 2-37 15,-1 0-29-15,4 2-27 0,-1-1-17 0,2 3-19 16,4-1-15-16,0 0-14 0,2-1-10 0,3 3-11 16,2 0-7-16,4-1-8 0,1-1-11 0,3 2-14 15,1 0-19-15,2 0-21 0,2-2-13 0,2 2-10 16,-1-2-2-16,1 0 5 0,-2 0 14 0,-3 4 13 0,-2-3 8 15,0 2 8-15,-2-1 8 0,-5 2 16 0,-1 0 23 16,-1 1 35-16,-2-1 35 0,-2 1 24 16,-7 7 16-16,12-10 21 0,-12 10 16 0,7-10 3 0,-7 10-11 15,5-5-8-15,-5 5 59 0,0 0-5 0,0 0 13 16,0 0-6-16,0 0-146 0,-6 5 136 16,6-5-17-16,-7 18-13 0,3-7-22 0,-1 3-9 0,1 1-24 15,-1 1-21-15,2 2-26 0,0 1-69 0,0 0 0 16,1 0 0-16,0 0 0 0,1 1 0 15,1 0 0-15,0-1 0 0,0 1 0 0,1 0 0 0,1-4 0 16,0 0 0-16,0-1 0 0,2 1 0 0,-1-5 0 16,1-2 0-16,4 1-64 0,-2-3-38 0,3-3-1 15,0 0 2-15,-9-4 10 0,22 0 13 0,-11-1 1 16,4-3 8-16,-2-2 8 0,1-1 13 0,-1 0 10 16,0-1 7-16,-1 2 9 0,0-3 2 0,0 2 3 15,-3 0 6-15,-1 2 0 0,2-1 3 0,-3 1 1 0,-7 5 4 16,14-7 0-16,-14 7 1 0,12-4 6 15,-12 4 1-15,13 2 3 0,-13-2 1 0,15 5-1 16,-15-5-1-16,16 9-2 0,-7-5 1 0,2 3 0 0,0-2-2 16,1 1 0-16,1 2 0 0,-1-2-1 0,3-1 0 15,-1 2-1-15,3-1-1 0,0-2-2 0,2 0 2 16,0-1 1-16,1-1-2 0,1 0-2 0,-1-2 1 16,-1 0 0-16,1-1 2 0,-3-2-1 15,1 0-1-15,-1-3 0 0,-1 0 1 0,-1-3-1 0,0-1 0 16,-2-2 2-16,0-3-3 0,-3 1 2 0,0-3 2 15,-3 2 9-15,-1 0 17 0,-1 1 8 0,-3 0 2 16,0 2 1-16,-2 12-3 0,-2-21-3 0,2 21-9 16,-7-15-3-16,7 15-6 0,-13-8-3 0,13 8-1 0,-16 0 0 15,16 0-1-15,-17 6 2 0,8-1-1 16,2 2 4-16,-1 2 0 0,0-1 1 0,3-1 2 16,1 3 8-16,0 1 2 0,2-2-4 0,2-9 0 0,0 22-3 15,2-12-6-15,2 0-4 0,2-2 1 0,5 2-12 16,0-3-24-16,5 1-64 0,3-2-85 0,5 1-120 15,3-4-125-15,2 1-163 0,2-4-184 0,0 2-179 16,1-2-512-16,3-6-1073 0</inkml:trace>
  <inkml:trace contextRef="#ctx0" brushRef="#br0" timeOffset="553491.8585">18710 15371 412 0,'4'-20'620'0,"1"-2"-86"16,-1 1 23-16,1-1-74 0,-1 1-14 0,-1 0-36 15,1 3-35-15,0 1-25 0,-1 3-25 0,0 1-25 16,-1 1-26-16,0 2-54 0,-2 10-50 0,3-17-36 15,-3 17-12-15,0 0 43 0,0 0 23 0,0 0-28 16,0 0 2-16,6 15-5 0,-6-3-1 0,2 5 20 0,-2 8-12 16,2 0-26-16,-1 4-14 0,0 5-13 15,0 3-17-15,-1-1-21 0,3 0-57 0,-2 1-39 16,0-2 0-16,1 0 0 0,-1-1 0 0,1-1 0 0,-1-5 0 16,0-1 0-16,1-1 0 0,-1-3 0 0,0-2 0 15,0-2 0-15,0-2 0 0,-1-2 0 0,0-3 0 16,1 0 0-16,-1-12 0 0,0 17 0 0,0-17 0 15,0 0 0-15,-2 12 0 0,2-12 0 0,0 0 0 16,0 0 0-16,-4-8 0 0,4 8 0 0,0-19-53 16,0 7-22-16,2-3 3 0,1-3 1 0,2-3 2 15,1 0 2-15,3-2 5 0,2 0 3 0,0-2 2 16,3 3 5-16,-3 4 0 0,3-1 4 0,-1 5 10 16,1-1 7-16,0 3 5 0,0 1 3 0,1 3 5 15,0 2 3-15,1 2 4 0,-1 1 5 0,1 2-3 16,-2 2 4-16,3 2 1 0,-1 1 2 0,1 3-5 15,2 2 5-15,-2 3 0 0,1-1 0 0,0 2 0 0,-1 1 2 16,3 1 0-16,-4 0-4 0,0 0 3 0,-3 1 0 16,0-2 1-16,-3-2-1 0,-2 1 4 15,-1-2 0-15,-2-1 5 0,-3 0 6 0,-2-10 0 0,0 17 2 16,0-17-1-16,-9 15 2 0,0-9-2 0,-6 0 6 16,-1-1 0-16,-4-1-1 0,-5-1-4 0,0 0-2 15,-5-2-2-15,-1-1-2 0,-6-1-3 0,1-1-5 16,0-2 0-16,1 1-1 0,2-1-1 0,6 0 1 15,3 1-27-15,5 1-41 0,3-3-73 0,5 4-115 16,11 1-113-16,-14-6-78 0,14 6-129 0,0 0-39 16,0 0-94-16,16-3-650 0,-3 3-960 0</inkml:trace>
  <inkml:trace contextRef="#ctx0" brushRef="#br0" timeOffset="554892.5411">19436 15765 20 0,'7'-13'877'0,"-7"13"-242"0,4-17-78 0,-1 6-4 16,-1 2-52-16,0-2-22 0,0-2-71 15,2-1-62-15,0 0-55 0,2 1-37 0,1-1-17 0,1 1-29 16,2 2-37-16,1-2-25 0,3 2-26 0,-1 2-18 16,2-1-17-16,1 3-13 0,1 3-15 0,-1 0-5 15,2 2-11-15,-4 2-3 0,3 2-7 0,-2 2-1 16,0 2 8-16,-1 2 3 0,-1-1-11 0,-2 4 0 15,0 0-11-15,0 0 5 0,-2 3-5 0,-1-3 8 16,0 4-3-16,-2-2 8 0,-2 1-9 0,1-2 5 0,-3 1 2 16,0-4 4-16,0 2 2 0,-2-11 1 15,-2 21 3-15,2-21-2 0,-6 17 3 0,6-17-3 16,-11 15-7-16,2-11-2 0,-1 2-5 0,0-3-5 0,-3 0-4 16,0-1-1-16,-1-1-4 0,0-3-2 0,-3 1-5 15,1-3 0-15,0 1-1 0,2-2 0 16,1-1-1-16,1-1-1 0,3 1-1 0,1 0-1 0,1-2-4 15,3-2-2-15,4 10-10 0,-1-20-12 0,4 8-6 16,4-1-14-16,2-3-5 0,3-2-10 0,6 0 3 16,1 0 4-16,2 0 5 0,2 0 14 0,1 3 2 15,0 0 8-15,1 1 5 0,2 2 7 0,0-1 4 16,0 4 3-16,1-1-2 0,-3 4 5 0,-1 0 1 16,2 2 2-16,0 0 1 0,-1 2 0 0,-1 2 1 15,0 2 3-15,3 2-2 0,-3-1 1 0,1 2 2 16,-2 3-1-16,-1 1-2 0,-1 1 4 0,-1-1-2 15,-3 4 9-15,-1-1 1 0,-4-2 3 0,0 0 3 16,-3 1 2-16,-2-1 7 0,-1 1 4 0,-2-3 1 16,-4-8-2-16,3 18-2 0,-3-18-2 0,-4 16-8 15,-1-10 1-15,-2 1-6 0,-1-1 0 0,-1 0 6 0,-1-2-11 16,-1 0 5-16,-1-2-10 0,2 1 8 16,10-3-9-16,-25 1 3 0,25-1-9 0,-22-4 4 0,12 2-33 15,10 2 3-15,-16-8-18 0,16 8-11 0,-11-13-41 16,11 13-47-16,-3-15-28 0,5 3-12 0,1-1 4 15,5-1 18-15,1-4 7 0,1-2 33 0,5-3 9 16,2 0 41-16,3-4-2 0,2-1 13 0,-1 2 16 16,1-1 13-16,-4 5 9 0,-1-2 19 0,-1 2 24 15,-2-1 24-15,1 1 22 0,-5 3 22 0,0 0 19 16,0 1 17-16,-3 4 9 0,-1 1 1 0,0 1 5 16,-1 1-4-16,0 1-17 0,-1 2-21 0,-4 8-19 15,5-14-15-15,-5 14-13 0,0 0 4 0,0 0 20 16,0 0 14-16,0 0 2 0,7 13-7 0,-7-13 2 0,0 24-2 15,0-6-3-15,0 3-2 0,-1 4-6 16,-1 4-2-16,2 3-6 0,-1 2-9 0,0-1-9 16,1 1-8-16,0 0-3 0,0-5-3 0,0 0-10 0,0-2-2 15,0 2-4-15,0-3 1 0,0-1 1 0,1 0-2 16,0-5-1-16,-1-1-2 0,1-1-2 0,-1-2-1 16,1-3-3-16,-1-1 6 0,0-12 1 0,1 20-3 15,-1-20 0-15,2 14-1 0,-2-14-1 0,0 0-3 16,9 7 0-16,-9-7 0 0,10-6 2 0,-10 6-2 15,13-13-1-15,-4 4 2 0,5-5 0 0,2-4-2 16,3-3-4-16,6-6-11 0,3 0-11 0,1-2 1 16,2-1 5-16,0-1 3 0,0 2 1 0,0 0 3 15,-1 2 2-15,-2 2 0 0,-2 0 2 0,-4 6 3 16,0 1 3-16,-2 1-3 0,-5 3 3 0,1 2 0 16,-4 1 0-16,-2 2 1 0,1 0 1 0,-4 2-2 15,-1 0-2-15,-6 7-2 0,7-8 3 0,-7 8 0 0,0 0-2 16,-11-5 5-16,11 5 3 0,-21 4 0 0,6 1-3 15,-2 2 0-15,-2 1 1 0,-3 4 0 16,-1 2-1-16,-1 3-1 0,2-1 3 0,-2 3-1 0,-1 3 1 16,4 0-4-16,2-1 2 0,0 0-2 0,3-2 1 15,0 3 3-15,4-5-3 0,1 1-1 0,2 1 1 16,2-2 1-16,2-2 1 0,0-1 0 0,3-1 1 16,2-1-1-16,2-1 5 0,3-1-4 0,0-1 4 15,4 0-3-15,1-2-1 0,5-1 4 0,0-1-3 16,4-3-1-16,1 0-1 0,1-3 2 0,5-2-2 15,1-1-1-15,5-3-4 0,1-1 3 0,4-4-1 16,2-3 2-16,-3 2-4 0,-1-3 2 0,-1-2 0 16,-2 0 1-16,-6 4 0 0,-1-2 1 0,-4 1 0 15,0-1 0-15,-3 2 0 0,-4 2 0 0,-1-2-4 16,-3 3 2-16,-1-2 2 0,-1 2 2 0,0 0-6 16,-4 2 1-16,0 1 0 0,-4 8-5 0,4-16 3 0,-4 16 0 15,0 0 2-15,-2-13-1 0,2 13-3 0,0 0 4 16,0 0-1-16,0 0 1 0,0 0 1 0,0 0-3 15,-9 4-4-15,9-4-2 0,2 12-2 0,-2-12-6 16,3 16 4-16,1-7 2 0,0 1 4 0,2 2-1 16,1 0 2-16,0 1 3 0,1-1-3 0,1 1 2 15,2 3 10-15,1-2-8 0,3 3 4 0,0-2-10 16,3 2 6-16,-2-1-8 0,1-2 9 0,-2 0-6 16,2 0 8-16,-3 0-2 0,0-3 2 0,-3 0-5 15,-2-2 2-15,1 2-12 0,-4-4 10 0,-1 1-3 0,-5-8 9 16,5 12-6-16,-5-12 2 0,-1 13 3 15,1-13 3-15,-9 11 0 0,9-11 1 0,-17 8-3 16,5-5 0-16,-4 1 2 0,-1-1-1 0,-4-1 0 16,-5 0-1-16,-1 0 0 0,-3-1 2 0,-2-1-10 0,0 0-77 15,-5 0-82-15,1-1-107 0,5-1-141 16,1 0-172-16,3 0-169 0,2-3-758 0,5 2-1143 0</inkml:trace>
  <inkml:trace contextRef="#ctx0" brushRef="#br0" timeOffset="556323.5357">22579 15368 329 0,'10'-16'766'16,"-2"1"-156"-16,0 3-96 0,-2-1-30 0,0 1-60 15,0 3-59-15,-2 1-65 0,0-2-54 16,-4 10-50-16,5-11-31 0,-5 11-13 0,0 0-5 0,0 0-11 16,0 0-12-16,7 6-3 0,-7-6-17 15,1 19-8-15,0-7-17 0,0 4-17 0,1 1-11 16,0 0-13-16,2 2-2 0,-1 3-15 0,1-1 4 0,0 1-13 16,-1-1 9-16,1-1-15 0,0-1 6 0,-1-2-14 15,2 0 2-15,-2-1-44 0,-1-1-70 0,1-4-88 16,-1 1-84-16,-2-12-95 0,2 17-100 0,-2-17-146 15,0 0-469-15,-5 13-712 0</inkml:trace>
  <inkml:trace contextRef="#ctx0" brushRef="#br0" timeOffset="556511.9853">22652 15046 319 0,'2'-15'441'0,"-2"3"-58"0,0 12-40 0,1-18-46 15,-1 18-37-15,0-15-46 0,0 15-50 0,1-14-37 16,-1 14-26-16,0 0-15 0,5-11-23 0,-5 11-12 16,0 0-11-16,16 1-22 0,-16-1-45 0,20 9-77 15,-8-3-69-15,2 1-81 0,0 3-125 16,3 2-240-16,0-2-131 0</inkml:trace>
  <inkml:trace contextRef="#ctx0" brushRef="#br0" timeOffset="557873.7365">23287 15193 175 0,'0'0'569'0,"18"0"-91"0,-18 0-72 0,0 0-15 16,0 0-52-16,0 0-38 0,0 0-43 0,0 0 4 0,0 0-50 15,-17 5-22-15,6-4-25 0,-2 2-22 16,0-1-22-16,-3 2-21 0,2 0-21 0,-2 0-14 16,2 2-13-16,1 1-12 0,-1 0-6 0,1 0-5 0,2 2-7 15,2 0-4-15,2 1 11 0,2-1-22 16,2 1 18-16,3-10-22 0,0 22 9 0,4-10-10 15,3 1 9-15,2 1-13 0,5 0 11 0,0 1-13 0,4-2 9 16,1 5 2-16,2-2-4 0,0 0 2 0,-1 0-4 16,1 1 1-16,-3-5 2 0,-3 2-3 0,1 0 1 15,-3-3 0-15,-2 1 1 0,-1-1 5 0,-2 0 1 16,-1-1 3-16,-2-2 1 0,-2 2 5 0,-3-10-2 16,-1 16-3-16,1-16 0 0,-9 16-5 0,1-7-1 15,-5-1-1-15,-1 1-1 0,-4-1-3 0,-2-1 0 16,-3 2 2-16,-1-3-3 0,0 0-7 0,0-2 9 15,0 2-12-15,3-3 12 0,2-1-11 0,1-1 9 16,5 1-26-16,13-2-2 0,-21-2-29 0,21 2 6 16,-8-8-14-16,8 8-9 0,7-12-16 0,2 3-11 15,8-5-11-15,5-1-18 0,8-5-11 0,5 0-11 16,3-4 19-16,2 1 24 0,11-4 17 0,-2 1 26 16,3-2 7-16,-2-1 42 0,0 3-7 0,-1-2 30 0,-10 4 23 15,-2 2 33-15,-3 0 59 0,-4 2-9 0,-6 2 44 16,-3 2-16-16,-6 2 18 0,-1 1-28 0,-5 1 1 15,-2 2-32-15,-1 0 3 0,-6 10-32 0,1-13 7 16,-1 13-21-16,-12-12 1 0,3 9-2 0,-4 1-10 16,0 0-4-16,0 2-6 0,-3 2-6 0,1 1-8 15,-1 0-5-15,2 2-4 0,1 3-1 0,2-1-4 16,1 3 2-16,3 1-2 0,3 0-1 0,2 1-3 16,2 1 11-16,4 2-10 0,2 1 8 0,4 3-10 15,2 1 5-15,3 2-7 0,0-2 5 0,3 2-5 16,-1 0 4-16,2-3-5 0,-2 2 2 0,1-2-2 15,-1 0-1-15,-3-3 1 0,-2-1 2 0,0 1-5 16,-4-4 4-16,0 1 1 0,-1-2 1 0,-4 0-3 0,0-2 2 16,-3-9-3-16,-2 19 5 0,-1-10-4 15,-4-1 3-15,0 0-8 0,-3-1 7 0,-3 1-7 16,1-1 6-16,-4-1-7 0,1 0-5 0,-2-2-13 0,1 1-8 16,0-2-19-16,3-1 2 0,1 0-16 0,12-2-25 15,-19 1-21-15,19-1-23 0,-10-3-24 0,10 3-29 16,0 0-21-16,5-12-16 0,2 5-7 0,5-3-1 15,4 0 7-15,5-6 17 0,2 1 25 0,7-4 39 16,1 0 29-16,1-2 35 0,1-1 54 0,0 0 41 16,-1 2 50-16,-2-1 35 0,-5 3 61 15,-2 2 32-15,-1 0 35 0,-5 1-14 0,-1 2 22 0,-3 0-20 16,-1 1-1-16,-3 3-12 0,0-1-18 0,-2 2-24 16,0 0-24-16,-7 8-23 0,8-10-16 15,-8 10-14-15,0 0 3 0,0 0 4 0,0 0-10 0,0 0-7 16,0 0 1-16,0 0-6 0,2 12-7 0,-2-12-9 15,-3 21-7-15,1-9-16 0,0 1 6 0,0 2-13 0,1 1 7 16,1 0-14-16,-2 0 5 0,2-1-12 16,0-1 10-16,0 0-16 0,2 1 12 0,-1-3-13 0,1 1 8 15,0 0-14-15,0-2 15 0,1 0-16 16,1-2 13-16,0-2-12 0,-4-7 9 0,11 14-11 0,-11-14 12 16,12 11-14-16,-12-11 0 0,14 4-16 0,-14-4 12 15,14-2-20-15,-14 2 10 0,17-9-12 16,-9 1 0-16,1-2 1 0,0-1 7 0,1-2-4 0,0-4 6 15,-1 1 3-15,1-2 2 0,-2 0 5 0,1 0 3 16,-2 0 1-16,1 4 3 0,-2 2 2 0,0-2 4 16,-2 6-2-16,0-3 4 0,-4 11-1 0,8-13 1 15,-8 13 4-15,5-9 8 0,-5 9 6 0,0 0 6 16,0 0 3-16,0 0 8 0,4 12-4 0,-4-12 2 16,0 15 3-16,0-15-8 0,-2 21 8 0,1-10-1 15,0 2 1-15,0-1-13 0,1-1 2 0,-1 3-9 0,1-1 5 16,0-1-14-16,1-2 7 0,0 3-6 15,3-3 4-15,-3 1-9 0,4-1 9 0,2 0-8 0,0-2 3 16,3 0-3-16,1 0 0 0,4-3-7 16,-2 0 6-16,4-2-4 0,0-1-4 0,1-1 1 15,0-2-9-15,1-2-6 0,1 0 1 0,0-4-5 0,2 0 3 16,-2-4-11-16,0-1 4 0,1-2 5 0,-2-5-3 16,-1 0 9-16,-1 1 1 0,-4 1 5 0,1-2-3 15,-5 3 2-15,0-1 5 0,0 1 2 0,-4 2 2 16,0 0 5-16,0 2 8 0,-4 2 10 0,2 1 3 15,-3 9 4-15,1-18-7 0,-1 18-3 16,-3-12-3-16,3 12-2 0,-7-8 1 0,7 8 2 0,-14-1-1 16,14 1 0-16,-18 7 1 0,6 0 2 0,0 1-1 15,1 2 4-15,-4 2 0 0,3 2 1 0,-2 3 10 16,4-1 21-16,-1 1 6 0,1 0 2 0,3 1 1 0,2-2 24 16,2 1-14-16,1 0 1 0,2-4-16 15,2 3-3-15,3-1-3 0,1-2-6 0,4 1-9 16,-1-2-1-16,4-1-12 0,2-1-1 0,-1-1-10 0,4 0 2 15,-1-4-8-15,2 0-23 0,1-2-47 0,-1-1-68 16,3-2-73-16,0-2-103 0,4-2-102 16,-1 0-112-16,2-4-131 0,-2 0-190 0,0-3-340 0,0-1-793 15</inkml:trace>
  <inkml:trace contextRef="#ctx0" brushRef="#br0" timeOffset="558423.7559">25572 14802 145 0,'3'-16'748'0,"3"-1"-150"16,-4 3-14-16,0 2-62 0,-1 1-45 0,1-1-74 0,-2 12-42 15,4-20-39-15,-4 20-51 0,2-15-58 16,-2 15-23-16,0 0 30 0,4-8 13 0,-4 8 3 0,0 0-6 16,4 14-12-16,-1-1 7 0,2 3-34 0,-3 7-23 15,0 2-7-15,1 6-17 0,-1 3-23 0,-2 2-7 16,2 3-19-16,-2-1-20 0,2 7-9 0,-2 1-5 16,1 0-10-16,2-2-7 0,0 0-4 0,1-3-12 15,-2-4-2-15,2-2-8 0,0-1-3 0,0-1-1 16,-2-1-4-16,1-7 0 0,-1-3-2 0,0 2-4 15,0-6 1-15,0-2 0 0,-1 0-2 0,0-4 1 0,0-1 4 16,-1-11-4-16,2 16 1 0,-2-16 0 0,0 0-3 16,0 0 0-16,0 0-3 0,0 0 3 15,0 0-4-15,0 0 1 0,-1-16-1 0,-1 7 0 0,1-3-1 16,-2-1-2-16,1 0-3 0,-4-1 4 0,3 0-2 16,-4 1 1-16,0 3 0 0,-4-1-3 15,0 1 1-15,-3 2-1 0,-1 1 4 0,-3 2 1 0,-3 3 3 16,-2 2-4-16,-5 1 3 0,-6 3 3 0,-1 4-1 15,-9 2 1-15,4 3-2 0,1 0 0 16,2 3 0-16,10-2 1 0,3 2-2 0,5 1 1 0,6-2-2 16,2 1 3-16,8-2-2 0,1-2 3 0,6 2-2 15,6 0 0-15,3-1-1 0,6-3-1 0,7 0-1 16,5-1-16-16,3-3-36 0,3-2-33 0,1-3-62 16,1 0-95-16,3-3-110 0,4-3-168 0,0-2-194 15,-2-1-221-15,-2-5-502 0,-1-2-1054 0</inkml:trace>
  <inkml:trace contextRef="#ctx0" brushRef="#br0" timeOffset="558939.7066">26886 14965 329 0,'6'-19'762'0,"1"0"-107"0,0 3-45 0,-2 1-78 15,1-1-29-15,-2 2-35 0,-1 6-72 0,-1-3-82 16,-2 11-67-16,7-12-12 0,-7 12 20 0,0 0 29 15,0 0-28-15,2 12-5 0,-2 2 0 0,-2 4-29 16,-1 0-26-16,1 8-10 0,0 6-5 0,0 0-32 16,-1 2-26-16,1 3-16 0,0-2-21 0,0 2-15 15,-2-2-12-15,3 0-17 0,-1 1-8 0,2-4-4 0,-2-2-7 16,4-1-11-16,0-1-37 0,-1 0-59 16,3-3-87-16,0-1-104 0,1-2-99 0,1-3-74 15,1-1-89-15,0-4-103 0,0-1-88 0,1-1-729 0,0-5-1072 16</inkml:trace>
  <inkml:trace contextRef="#ctx0" brushRef="#br0" timeOffset="559306.8829">26946 15452 215 0,'-4'-19'747'0,"4"19"-149"0,-2-21-44 16,2 11-33-16,0-4-62 0,4 2-57 0,-2-2-40 15,2 0-35-15,1-1-58 0,1 0-29 0,2 1-16 16,3-2-27-16,2 1-23 0,3 0-15 0,3 3-18 15,0-1-14-15,2 3-18 0,4 1-10 0,0 3-20 16,1 2-15-16,3 2-12 0,2 0-8 0,6 4-10 16,-1 1-9-16,8 4-3 0,1 0-5 0,-4 4-3 15,3 0 1-15,-3 2-4 0,-2-1-5 0,-4 3 1 0,-1 0 0 16,-7-1 10-16,0 0-3 0,-5-1 1 16,-6 1-1-16,0-1 11 0,-7-1 0 0,1-1 6 15,-5 1 3-15,0-1 19 0,-5-11-3 0,-2 20 3 0,-3-10-2 16,-2 1 6-16,-2-1-10 0,-2-2-3 0,-4 2 13 15,-1-3-4-15,0-2-11 0,0 2 10 16,-1-3-6-16,-2-1 6 0,2 0-11 0,3-3-4 0,-1 0-13 16,1-3-1-16,2 0-7 0,-1-1-6 0,2-4-4 15,2-1-4-15,2-1-14 0,3 0-33 0,1-3-33 16,3 0-51-16,3-2-60 0,2-1-65 0,3-3-58 16,1 0-59-16,5 2-52 0,-1 1-73 0,3-3-76 15,2 1-148-15,-2-1-445 0,-1 3-780 0</inkml:trace>
  <inkml:trace contextRef="#ctx0" brushRef="#br0" timeOffset="560656.1685">28722 15149 278 0,'4'-16'819'0,"0"-1"-209"16,-2 5-91-16,1 1-82 0,-1 1-52 0,0-1-54 15,-2 11-42-15,2-13-26 0,-2 13-36 0,0 0-27 16,0 0-17-16,0 0-20 0,-6 9-21 0,3 0-13 15,0 1 9-15,0 7-12 0,1 1-6 0,1 1 2 16,1 2-20-16,2 3-18 0,1 0-12 0,1 0-18 16,5 4-7-16,1-2-9 0,1-2-3 0,3 1 22 0,2-1-7 15,2-2 4-15,1-3-10 0,1-3 1 0,2-1-6 16,-2-4-3-16,1-1-7 0,-1-3-6 0,-2-3 3 16,1-3 15-16,-1 1 1 0,-1-4-3 0,0-2-4 15,-2 0-3-15,0-6 0 0,-2-1-8 0,-1-1-1 16,-2-4-10-16,-3 0-4 0,-2 0 2 0,-2-3-2 15,-2 0-3-15,-2 1 2 0,0-1 5 0,-2 0-14 16,1-1 10-16,-2 4-13 0,-1-1 8 0,2 2-19 16,-1 2-15-16,1 0-30 0,1 4-24 0,-1-1-52 15,3 10-76-15,-3-18-55 0,3 18-22 0,0 0-30 16,0-12-35-16,0 12-37 0,0 0-50 0,10-6-34 16,-10 6-69-16,15 3-409 0,-15-3-537 0</inkml:trace>
  <inkml:trace contextRef="#ctx0" brushRef="#br0" timeOffset="561240.1385">29599 15138 219 0,'8'-7'777'15,"-2"-2"-160"-15,-6 9-49 0,6-17-37 0,-6 17-48 16,0-18-56-16,0 18-58 0,-6-17-46 0,-1 9-76 16,0 1-14-16,-2-1-57 0,-1 4-13 0,0-1-41 15,0 3-14-15,10 2-30 0,-23 0-7 0,12 2-21 16,0 3-5-16,1 1-14 0,1 3-4 0,2 1-9 15,0 1 5-15,4 0-7 0,1 3 4 0,3-2 1 16,2 5-5-16,5 2-2 0,0 0-9 0,2 1 5 16,6 3-9-16,-1 0 8 0,3-1-4 0,-1 0 2 15,1 1-7-15,-1-2 6 0,1 0-9 0,-1-2 6 0,-4-1-6 16,-1-2 8-16,-1-2-11 0,-2 0 9 16,-2-2-3-16,-2-1 4 0,0-2-9 0,-5-9 8 15,4 18-2-15,-4-18-7 0,-2 13 12 0,2-13-12 0,-11 14 1 16,4-10 1-16,-2 1-1 0,-1 0 2 15,10-5-5-15,-20 5 2 0,20-5 4 0,-21 2 0 16,21-2 1-16,-18-1-12 0,18 1-14 0,-12-4-8 16,12 4-18-16,-3-9-3 0,3 9-6 0,7-15-10 0,3 5-9 15,3-2-20-15,4-1-17 0,5-4-18 0,4 2 1 16,6-5 5-16,2 1 23 0,1 0 12 0,3-1 31 16,-2-1 12-16,0 3 13 0,-1-3 12 0,-1 3 14 15,-2-1 19-15,0 1 11 0,-3 0 11 0,-4 2 17 16,-2 1 25-16,-6 3 14 0,1-2 8 0,-4 2 20 15,-1 3 7-15,-2-1 7 0,-3 3 20 0,0 0-28 16,-1 2-4-16,-7 5-35 0,6-9-8 0,-6 9-21 16,0 0-1-16,0 0-10 0,-12 2 5 0,3 2-7 15,-2 2 15-15,0 3 11 0,-2 1 6 0,0 3-5 0,-1 1-3 16,3 1 22-16,0 0 0 0,1 3-15 16,3 0-4-16,1-3-15 0,2 2-5 0,1-1-8 15,1 1-3-15,2-3-11 0,2 2 2 0,0-1-4 0,3 0-6 16,1-1-3-16,1-2-1 0,4 1-3 0,1-1-2 15,4-1-22-15,-1 0-51 0,4-2-82 0,0-1-91 16,2-2-103-16,0-1-124 0,-2-2-116 16,4 1-133-16,-2-2-588 0,0-1-908 0</inkml:trace>
  <inkml:trace contextRef="#ctx0" brushRef="#br0" timeOffset="561956.9854">30604 15321 491 0,'2'-11'651'0,"-2"11"-76"0,4-17-14 15,-4 17-47-15,2-16-36 0,-2 16-51 0,3-19-42 16,-3 19-44-16,2-15-50 0,-2 15-27 0,6-16-16 16,-6 16-28-16,8-15-19 0,-3 7-21 0,1 2-10 15,-6 6-14-15,14-11-1 0,-14 11-37 0,18-5-18 16,-18 5-24-16,19 1-6 0,-9 1-15 0,0 1 1 16,2 2-11-16,-2 4-10 0,0 0 1 0,0 2-4 15,-1 0-8-15,0 2-6 0,-2 0-3 0,2 2-3 16,-3 1-2-16,0-2-6 0,0 2 1 0,-2-1-1 0,1-1-2 15,-1 2-2-15,-2-4 2 0,0 1-2 0,-2-1-1 16,0-12 2-16,-1 21-1 0,1-21 1 16,-3 14 0-16,3-14 0 0,-4 14 0 0,4-14 0 0,-6 8 2 15,6-8-3-15,0 0 3 0,0 0 0 0,-12-1 0 16,12 1-1-16,-4-10 3 0,4 10-5 0,2-15 1 16,1 5-1-16,1-4-4 0,3 0 2 0,2-4-11 15,2-1-10-15,3-2-25 0,0-2-19 0,3 0-24 16,4-5-25-16,1 2-23 0,3 1-7 0,-2 1-12 15,-2 4-6-15,1 3-15 0,-1-1-21 0,0 1-31 16,0 3-2-16,-2 2-16 0,-1 2-3 0,3 1 0 16,-2 1 9-16,1 1 5 0,-2 1 31 0,-1 2 42 15,-1-1 30-15,-1 1 30 0,-1 1 19 0,-2 0 23 16,-2 1 27-16,-10 2 38 0,20-6 50 0,-20 6 35 16,13-5 35-16,-13 5-1 0,12-3 16 0,-12 3-5 15,0 0 28-15,7-6-7 0,-7 6 12 0,0 0-25 16,0 0 3-16,0 0-14 0,0 0-16 0,-12 3-11 15,12-3-18-15,-15 6-11 0,7-2-10 0,-1 1-9 0,-1 1-8 16,1-2-9-16,-2 5-6 0,0-1-4 0,1 0-7 16,1 1-2-16,0 2-4 0,2-2-4 15,0 4 2-15,1-3 5 0,3 2-10 0,0-1 7 0,0 0-11 16,3 1 14-16,2 0-21 0,0 1 1 0,2 0 0 16,1 1 5-16,1-2-1 0,1 1-2 15,3-1 1-15,-1 1 0 0,0-1-2 0,4 2 4 0,-3-2-1 16,1 0-1-16,1 0 2 0,-2-1-3 0,1 1 0 15,0-1 0-15,-1 0 5 0,-1 1 3 0,1-2 26 16,-2 1-2-16,-1-1 10 0,-1 1 11 0,0-4 20 16,-2 2 9-16,-4-9 5 0,5 16 11 15,-5-16 13-15,2 14-1 0,-2-14 1 0,-3 14-2 0,3-14-17 16,-11 13-8-16,5-7-14 0,-3-2-13 0,-2 1-14 16,-4 0-7-16,0-3-4 0,-3 3-10 0,-2-4-1 15,1 0-11-15,-2 1-51 0,0-4-63 0,1 0-109 16,0-1-127-16,2-2-138 0,1-1-148 0,4 1-195 15,0-3-535-15,6 0-957 0</inkml:trace>
  <inkml:trace contextRef="#ctx0" brushRef="#br0" timeOffset="565940.1442">5544 16615 643 0,'-1'-13'498'0,"1"13"-47"0,-1-21-87 0,1 21 34 0,-1-18-74 16,1 18 30-16,-2-15-62 0,2 15 9 15,-1-13-81-15,1 13 4 0,0 0-71 0,-2-13 45 16,2 13-57-16,0 0 28 0,0 0-4 0,4 9-15 0,-4-9-19 15,3 23 7-15,1-6 5 0,-1 0-7 0,0 7-4 16,1 1-28-16,2 5-9 0,-2 1-32 0,1 2-12 16,-1-1-15-16,1 3-4 0,-1-3-6 0,2 1-10 15,-1-1-3-15,-1-1-2 0,0-5-7 0,0 1 6 16,0-4-5-16,-1 0-4 0,0-5-28 0,1 0-37 16,-1-2-41-16,-1-1-40 0,0-3-76 0,-2-12-11 0,2 19-85 15,-2-19-26-15,-1 10-66 0,1-10-43 0,0 0-18 16,0 0-6-16,-13-3-19 0,13 3-278 0,-11-13-289 15</inkml:trace>
  <inkml:trace contextRef="#ctx0" brushRef="#br0" timeOffset="567290.0176">5469 16936 61 0,'-9'-9'579'0,"2"1"-95"0,0 1-78 0,0 1-50 16,0-1 1-16,7 7-9 0,-13-11-15 0,13 11-17 16,-13-9-6-16,13 9-15 0,-11-9-24 0,11 9-25 15,-9-7-36-15,9 7-30 0,-7-7-3 0,7 7-34 16,0 0-2-16,-4-8-38 0,4 8 0 0,8-5-35 15,0-1 0-15,5 2-26 0,4 0 4 0,6-2-25 16,2-1 8-16,7 0-16 0,0-1-2 0,2 1-26 0,1 0-30 16,1 0-44-16,5-1-22 0,1-2-8 0,-2 2-23 15,-4 0 12-15,-3-1 4 0,0 2 13 0,-2-2 14 16,-3-1 1-16,-5 1 39 0,-2 0-9 0,-2-1 33 16,-2 0-9-16,-5-1 29 0,-1 1-14 0,-2 0 35 15,-2-2-2-15,0 1 42 0,-2 1 19 0,-1 0 45 16,-2 1 9-16,-2 9-15 0,3-17-12 0,-3 17-3 15,2-11-14-15,-2 11-11 0,0 0 0 0,0 0 31 16,0 0 18-16,0 0 12 0,0 0 15 0,-4 19 1 16,3-7-9-16,0 6-5 0,1 0-17 0,-1 2-9 15,1 1-18-15,0 4 0 0,0-1-2 0,0 1-13 16,1 1-14-16,1-1-11 0,0-1-9 0,0 1-9 0,0-1-3 16,1-1-5-16,-1-2-3 0,2 1-3 15,-1-4-4-15,0-2-1 0,1 0-3 0,0-1-4 0,-1-3-4 16,1 0-3-16,1-4 1 0,0 1 0 0,-5-9-9 15,14 9-10-15,-14-9-11 0,15 2-7 0,-5-5-18 16,0-3-3-16,2-2-17 0,0-2 12 0,0-2 0 0,2-2 2 16,0-3 26-16,-2 4-8 0,2-3 20 0,-2 2-1 15,0 0 17-15,-2 2-8 0,-1 2 15 0,-1 0-6 16,0 2 9-16,-1 0-10 0,-1 2 14 0,-6 6-9 16,14-8 13-16,-14 8-12 0,11-1 10 0,-11 1-7 15,11 1 12-15,-11-1-12 0,11 8 17 0,-11-8-20 16,12 11 0-16,-5-5 0 0,1 1 3 0,-1 1 1 0,3-1 4 15,0 2-3-15,2-1-1 0,-1 1 4 16,2-2 2-16,0 0 0 0,0 0-3 0,1 0 0 0,-1-2 5 16,2 1-4-16,-2-1-4 0,2-1 9 0,-2-2-2 15,1 0-2-15,-1-2 1 0,-1 0 1 0,2-1 4 16,-1-2-6-16,1-1 4 0,0-1-6 0,0-1 6 16,-2 0-5-16,1 0 7 0,1-2-7 0,-1 2 2 0,0-2 0 15,0 3 1-15,0-2-4 0,-1 2 2 0,-1-1-1 16,1 3 4-16,-2-1-5 0,-10 4 4 0,21-3-7 15,-21 3 8-15,19 0-6 0,-19 0 9 0,21 4-11 16,-11-1 10-16,0 1-12 0,0 2 2 0,0-1-2 16,1 2 4-16,-2 0-2 0,-2 0 6 0,1 0 0 15,0 1 2-15,-1 0 0 0,-3-1 2 0,-4-7 0 16,7 17-2-16,-7-17 2 0,0 14-3 0,0-14 2 0,-7 14-2 16,1-7-1-16,-2 0-1 0,-2-1-1 0,-2 1 4 15,-3-2-3-15,0 0 6 0,-1-1-4 0,0-2-2 16,-2 1-4-16,3-1-2 0,0-3 1 0,2-1-4 0,0-1-12 15,2 0-17-15,2-1-19 0,2-2-21 16,0-2-10-16,7 8-22 0,-6-16 3 0,6 16 0 0,3-19-7 16,5 7 10-16,0-1-3 0,6-1 8 0,3-1 0 15,4 0-1-15,4-2 10 0,2 2 6 0,4-3 8 16,2 2 14-16,-1 0 12 0,-2 4 10 0,-1-1 7 16,-1 2 11-16,-1-1 6 0,-3 4 12 0,-3 0 18 15,-2-1 25-15,-1 3 20 0,-5 1 13 0,-1-1 6 16,-1 1 8-16,-3 1 9 0,-8 4-6 0,14-9-6 15,-14 9-1-15,7-8-21 0,-7 8 11 0,0 0-27 16,0 0 0-16,-4-12-13 0,4 12 3 0,0 0-17 0,-17-2 10 16,17 2-17-16,-11 2 6 0,11-2-8 0,-11 7 8 15,11-7-14-15,-6 10 7 0,6-10-3 0,-2 13 8 16,2-13-14-16,0 20 12 0,2-9-9 0,2 0 10 16,-1 3-17-16,4 1-2 0,-1 0 1 0,1-1 2 15,1 3 1-15,3 1 0 0,-2-1 0 0,2 0-2 16,-1 1-2-16,1-1 2 0,-2 0 1 0,1-1 0 15,-1 2 4-15,-2-4-7 0,-2 1 1 0,2-1-1 0,-3 0-2 16,-1-2 2-16,-1 0 1 0,-2 0-2 0,0-1 3 16,0-11 1-16,-4 20 1 0,1-11-4 0,3-9 1 15,-10 15 3-15,10-15 0 0,-11 12-1 0,11-12-2 16,-11 8 1-16,11-8-7 0,-10 4-15 0,10-4-16 16,0 0-17-16,0 0-45 0,-14-3-1 0,14 3-28 0,0 0 2 15,3-12-8-15,-3 12-7 0,11-14-58 16,-1 3 28-16,1 1-46 0,3-4 37 0,3 0 8 0,3-4 27 15,-1 1 27-15,3-1 22 0,1-1 24 0,-2 0 31 16,3 0 25-16,-1 0 22 0,-1 1 46 0,0 1 12 16,-1-1 33-16,-1 1 15 0,-4 3 25 0,1-1 0 15,-2 2 2-15,0-1 15 0,-2 1 28 0,-3 2 0 0,1 0-3 16,-3 1 6-16,0 2-17 0,-3-1-1 16,2 1-15-16,-7 8 7 0,7-13-28 0,-7 13-20 15,0 0-17-15,-2-12 2 0,2 12 14 0,0 0 2 0,-20 3 4 16,10 1-13-16,-4 5-6 0,-1 1-10 15,-3 4 0-15,-1 3-1 0,0 1-7 0,2 1-6 0,0 2-7 16,3 0-12-16,3-1-6 0,3-1 25 0,2 2-6 16,2-4-13-16,3 2 2 0,2-2-11 0,3-1-3 15,2 0-14-15,5 0-2 0,2-1-16 0,3-2-37 16,4-1-38-16,5 0-57 0,4-3-78 0,3 1-73 0,9-2-132 16,2 1-82-16,4-2-96 0,3-3-92 0,3 0-731 15,2 0-1013-15</inkml:trace>
  <inkml:trace contextRef="#ctx0" brushRef="#br0" timeOffset="569058.1353">8948 16569 105 0,'1'-18'703'0,"1"1"-114"15,1 1-79-15,-1-1 0 0,2 2-54 0,-1-1-20 16,1 1-59-16,0 2-22 0,1 0-48 0,1 3-60 16,0 3-29-16,-6 7 2 0,14-7 4 0,-14 7-9 15,21 10 13-15,-11 1 5 0,2 6-14 0,-1 7-6 16,-1 2-20-16,-1 2-26 0,-2 3-3 0,-2 3-13 15,-1 1-15-15,0 0-33 0,-1 2-9 0,-1 1-28 0,1 6-13 16,-1-7-12-16,0 6-9 0,1-5-7 16,0-2-2-16,1-1-5 0,2-1-3 0,0-2-2 0,3-1-6 15,0-3-1-15,2-2-4 0,2-2-5 0,1-2-6 16,1-7-14-16,0-1-10 0,3-2-11 0,-1-5-2 16,1-2-7-16,0-2-6 0,-1-6-7 0,2-1 5 0,0-4 3 15,0-3 0-15,2-6 1 0,-4-1 9 0,1-2 8 16,-4-1 10-16,0-2 8 0,-4 4 1 0,-1 0 10 15,0 1 0-15,-3 2 3 0,0 2 3 16,-1 2 0-16,-1 2-1 0,-1 0 4 0,-3 10-3 0,9-13 4 16,-9 13 0-16,6-6-3 0,-6 6 2 0,0 0-3 15,12 4 2-15,-12-4 2 0,12 9-2 0,-5-3 2 16,1 1-5-16,2 0 3 0,1 2 0 0,-1-1 0 0,3 0 1 16,-1 1 0-16,1-1 3 0,1-1-2 0,0 1 0 15,1-1-1-15,0-1 3 0,2-1 1 0,-1 0-3 16,2 0 2-16,-1-4-2 0,1 2 2 0,2-3 0 15,-2 0 3-15,2-2-1 0,0 0-1 0,2-3 4 0,0-1-4 16,2 0 2-16,-2 0-1 0,2-1 0 16,-1-1 0-16,1 0 0 0,0 1 0 0,-3-1 1 0,2 2-3 15,-5 2 3-15,-1 0-5 0,1 1 3 0,-4 2-3 16,2 1 1-16,-2 1-1 0,0 2 4 0,-1 1 9 16,-1 2 8-16,0 2-4 0,-2-1 3 0,-2 3-2 15,0-1-1-15,-3 1 1 0,0 0 0 0,-3 1 1 16,0 1-1-16,-1-1-4 0,-1 1-1 0,-1 0-4 0,-1-1 0 15,-1 1 0-15,-1 0-1 0,-2 0-2 0,-1 0 3 16,0-1-5-16,0-2 5 0,-1 0-5 0,-2-1 4 16,1-2-4-16,-1-1-1 0,-2-1 0 0,1-2-2 15,-2 1 0-15,13-3 1 0,-26-2-2 0,12-1 2 16,0-1-2-16,-1-1 1 0,3-3 0 0,0-1-1 0,1-2-1 16,1-2-2-16,2 0-14 0,0-1-2 0,3-2-8 15,2 1-11-15,1-2-13 0,3 0-19 0,2 1-5 16,3-1-11-16,2 0-6 0,2 1 2 0,2 1 3 15,1 2-1-15,0-1-5 0,3 3-20 0,-1 1-4 16,0 1-20-16,-1 1-6 0,2 1 1 0,-4 0 2 16,2 1 5-16,-1 0 15 0,-1 0 20 0,-1 1 16 0,-1 0 15 15,-1 2 14-15,1-2 11 0,-10 5 11 16,15-9 6-16,-15 9 4 0,15-8 6 0,-15 8 3 0,10-6 5 16,-10 6 3-16,9-7 3 0,-9 7 3 0,7-5 4 15,-7 5 6-15,0 0 3 0,9-8 6 0,-9 8 3 0,0 0 5 16,6-7 4-16,-6 7 5 0,0 0 3 15,0 0 10-15,0 0 8 0,5-8 2 0,-5 8 0 16,0 0-3-16,0 0-2 0,0 0-6 0,0 0 3 0,0 0-12 16,0 0-8-16,0 0-4 0,0 0 7 0,5-8-17 15,-5 8 28-15,0 0 13 0,0 0 26 0,0 0 3 16,5 9 10-16,-5-9 6 0,5 11 15 0,-5-11 13 16,5 15 5-16,-1-4-9 0,0-1-20 0,0 2-11 0,1 2-1 15,0 0 8-15,2 1-16 0,-2 1-15 16,2 3-12-16,0-1-9 0,0-1-12 0,2 1-7 0,-2-1-7 15,1 1-5-15,-2-3-5 0,2-1 0 0,-2 0-8 0,0-1 4 16,-1-1-5-16,-1-2 1 0,2 0-5 0,-2-1 1 16,-4-9-1-16,6 15-2 0,-6-15 0 0,6 11-1 15,-6-11-19-15,0 0-25 0,8 7-15 0,-8-7-5 16,0 0 5-16,12-5 5 0,-12 5-8 0,11-13 3 16,-5 4 8-16,1-3 7 0,1 0 9 0,0-1 8 15,1-3 5-15,1 3 8 0,1-2-1 0,-2 4 7 16,1 0 0-16,-2 1 5 0,-1 0 0 0,0 3 1 15,1 0 0-15,-1 2 4 0,-7 5-6 0,13-5 6 0,-13 5 6 16,0 0-2-16,19 1 4 0,-19-1 5 0,13 8 6 16,-6-1 1-16,-1 0-4 0,0 1 2 0,-1 0-3 15,1 3-1-15,-1-2-5 0,2 1-2 0,-3-1 0 0,1 1 1 16,-1 0-4-16,1-2 3 0,-2 2-3 16,-3-10 0-16,8 15-1 0,-8-15 3 0,5 13-5 0,-5-13 1 15,5 10-2-15,-5-10 3 0,4 8-2 0,-4-8 1 16,0 0-3-16,0 0 1 0,10 5-1 0,-10-5-2 15,9-7-3-15,-9 7-2 0,11-12-4 0,-3 1 0 0,1 0 0 16,0-1 1-16,1-3-2 0,1-2 4 16,0 2 1-16,-1 0 1 0,0 2-1 0,0 0 6 15,-1 3-4-15,-1 0 6 0,1 2-6 0,-3 1 7 0,1 1-3 16,-7 6 3-16,13-5 0 0,-13 5 2 0,0 0 1 16,15 2 10-16,-15-2-1 0,10 10 0 0,-10-10-4 15,8 14-2-15,-2-6 0 0,-3 3 10 0,4-1 5 16,0 1 0-16,1 0 1 0,1 1-2 0,0-2 0 15,3 0-6-15,-1 0-4 0,1-2-1 0,1-1-4 0,1 1-2 16,2-2-1-16,-1 0 4 0,1-2-6 16,0-1 1-16,1-1-2 0,-3-1-1 0,1-2 1 0,-1-1-2 15,1-2-2-15,0-1-3 0,0-2-2 0,1-4-5 16,0 0 2-16,-1-3-5 0,0-2 6 0,0-4-6 16,-1-2 3-16,-1-2 1 0,-2 0 5 0,0-1-3 0,-4 2 8 15,2 2-1-15,-5 1 5 0,1 3-2 0,-2 2-2 16,-3 2-3-16,0 1 2 0,-4 3-5 0,4 9 4 15,-10-14 1-15,10 14 0 0,-15 0 3 0,5 4 2 16,-1 3-1-16,-2 3 1 0,-3 5 5 0,0 4 1 16,0 1 6-16,1 4 9 0,0 0-1 0,2 1-1 15,1 0 4-15,3 0-2 0,2-4 1 0,2 2 0 16,2-4-5-16,0-1-2 0,3 1-7 0,3-3 2 0,0 0-6 16,4-1-4-16,-2-2-37 0,4-1-69 0,2-2-104 15,2-1-68-15,7-2-131 0,0-3-147 16,5 2-134-16,2-4-814 0,2-3-1128 0</inkml:trace>
  <inkml:trace contextRef="#ctx0" brushRef="#br0" timeOffset="569330.4376">11907 16518 197 0,'-14'-26'744'0,"1"2"-148"0,-1 2 9 0,4 3-54 16,0 4-52-16,1 1-57 0,2 2-68 0,-1 2-53 15,1 2-36-15,7 8-5 0,-12-6 1 0,12 6 12 16,-13 8-4-16,8 2 2 0,-1 3 6 0,1 7-15 16,0 4 24-16,1 1-32 0,2 8-7 0,-2 1-33 15,1 3-36-15,1 6-37 0,1 2-37 0,0 1-124 16,1 0 0-16,0 1 0 0,0-3 0 0,1-5 0 16,0 0 0-16,0-3 0 0,0 0 0 0,2-2 0 15,1-1 0-15,-2-6-35 0,-1-2-290 0,1-1-78 0,1-5-64 16,0-1-102-16,-3-1-70 0,4-3-45 0,-4-3-29 15,0-11-93-15,4 15-305 0,-4-15-727 0</inkml:trace>
  <inkml:trace contextRef="#ctx0" brushRef="#br0" timeOffset="569691.6412">11721 17121 713 0,'-6'-12'581'0,"2"0"-73"0,2 1 24 0,0-2-69 16,0 1-13-16,2 0-31 0,1 0-33 0,2-2-39 15,2 1-64-15,4-1-22 0,1-1-31 0,4 1-18 16,2 1-4-16,0 0-16 0,4 1-18 0,5 0-21 15,1 0-13-15,-1 5-21 0,0 1-14 0,2 1-11 16,0 4-14-16,2 0-16 0,-2 3-6 0,0 2-4 0,0 1-8 16,0 4-6-16,-1 1 2 0,0 1-10 0,-2 3-1 15,-3 0-7-15,-4 0-3 0,0-1-2 0,-4 4 1 16,-1-2 1-16,-2 2-4 0,-4-4-3 0,-1 2 0 0,-1 0 1 16,-1-3 2-16,-3 1 3 0,-1-2 1 0,-3 0-4 15,0 0 2-15,-2 0 6 0,-1-2 9 0,-2 1 5 16,-3-3 8-16,0-1 0 0,0 0-4 0,0-2-3 15,0-2-4-15,-1-1-3 0,13-1-5 0,-27-1-6 16,15-1-4-16,-2-3-1 0,1-1-4 0,2-1 0 16,1-3-4-16,1 2-1 0,0-5-3 0,3 1 9 15,0-3-14-15,2-1 0 0,2 0-13 0,2-1-2 0,0 1-30 16,3-1-21-16,0-1-32 0,5 1-44 0,-1-1-53 16,2 0-65-16,4 2-82 0,-2 0-82 0,3 2-76 15,2 1-69-15,2 2-57 0,-1 0-138 0,2 3-400 16,2 0-779-16</inkml:trace>
  <inkml:trace contextRef="#ctx0" brushRef="#br0" timeOffset="570206.5047">12511 16867 308 0,'0'0'843'16,"0"0"-91"-16,0 0-23 0,0 0-51 0,0 0-46 0,0 0-40 16,0 0-55-16,0 0-71 0,0 0-73 0,0 0-67 15,0 0-12-15,-7 6 12 0,7-6-39 16,0 0-16-16,-4 14-48 0,4-14-30 0,-5 14-6 0,5-14-53 15,-4 19-134-15,4-9 0 0,-2 2 0 0,-1 0 0 16,3 1 0-16,-2-1 0 0,2 2 0 0,0-2 0 16,0 1 0-16,2-1 0 0,-2 1 0 0,3-2 0 15,-1 0 0-15,0-1 0 0,-2-10 0 0,7 17 0 16,-7-17-113-16,9 14-136 0,-9-14-41 0,14 8 4 16,-14-8 3-16,17 4 6 0,-17-4 11 0,19-2 17 15,-9-2 26-15,4-2 39 0,-3-1 26 0,2 0 34 16,-1-2 24-16,-1 1 24 0,0 0 24 0,0-1 38 15,-2 3 40-15,-2-1 35 0,1 1 26 0,-8 6 7 0,12-12-8 16,-12 12-15-16,9-7-12 0,-9 7-7 16,12-3 20-16,-12 3 6 0,0 0 5 0,17 1 7 15,-17-1-14-15,12 5-10 0,-12-5-10 0,13 8-4 0,-4-2-6 16,1-1-7-16,-2 1-9 0,5 0-4 0,-1-1-9 16,1 1-2-16,-1-1-2 0,-1-1-2 0,0 1-2 15,1-3-3-15,-1 1-4 0,4-1 2 0,1-1 0 16,0-1 0-16,-1 0-2 0,2-2 0 15,-2-2 3-15,1 0 3 0,-1-1 17 0,-2-3 18 0,1-1 9 16,-3-3 7-16,1-1 7 0,-1-2-2 0,-2-2-6 16,0-2-7-16,-4 2-6 0,-1 0 11 0,-2-1-7 15,0 1-6-15,-2 0-9 0,0 4-4 0,0 0-8 16,-2 0-1-16,-2 2-8 0,4 11-5 0,-5-17-1 16,5 17-4-16,-7-13-6 0,7 13-31 0,-6-7-49 15,6 7-58-15,0 0-70 0,0 0-64 0,0 0-106 16,0 0-92-16,-9 6-63 0,9-6-34 0,0 0-92 15,6 14-595-15,-6-14-864 0</inkml:trace>
  <inkml:trace contextRef="#ctx0" brushRef="#br0" timeOffset="570610.548">13344 16872 503 0,'8'-7'814'0,"-8"7"-74"0,10-13-34 15,-10 13-58-15,9-12-21 0,-9 12-47 0,9-9-60 16,-9 9-58-16,5-8-66 0,-5 8-64 0,0 0-19 15,7-6-36-15,-7 6-34 0,0 0-29 16,0 0-7-16,8 6-29 0,-8-6-27 0,5 8-29 0,-5-8-21 16,4 16-44-16,-4-16-57 0,5 19 0 0,-2-9 0 15,-1 1 0-15,0 2 0 0,2-1 0 0,-2 1 0 16,1-1 0-16,-1 0 0 0,0 0 0 0,2 0 0 16,-2-4 0-16,2 3 0 0,-4-11 0 0,4 16 0 0,-4-16-45 15,2 13-50-15,-2-13-18 0,5 9-12 0,-5-9-7 16,0 0-6-16,12 1 5 0,-12-1 8 0,12-7 7 15,-3 1-4-15,0-1 10 0,3-5 4 0,-1 0 11 16,5-2 16-16,-3 0 12 0,2-2 19 0,1 2 7 0,-1 0 12 16,1 1 4-16,-3 1 8 0,0 3 1 0,-3 0 9 15,-1 1 2-15,1 2 5 0,0 2 11 0,-10 4 23 16,17-5 26-16,-17 5 9 0,17 3 34 0,-17-3-17 16,18 9-6-16,-11-4 34 0,2 2-17 0,1 0-13 15,-2 1-22-15,3 2-8 0,-1 0-12 0,0 0-7 16,-1 1-10-16,3 0-1 0,-1-1-6 0,-2 1-4 15,3-2-2-15,1 1-6 0,-1-1-36 0,1 0-88 16,2-2-110-16,1 0-88 0,4 0-166 0,2-1-161 0,1 0-80 16,2-1-78-16,2-1-462 0,2-1-874 0</inkml:trace>
  <inkml:trace contextRef="#ctx0" brushRef="#br0" timeOffset="571391.0324">15273 16950 227 0,'8'-20'772'15,"0"1"-108"-15,-1 0-18 0,-2 2-20 0,0 0-22 0,-2 2-18 16,0 1-61-16,-1 1-64 0,0 2-71 0,0 1-79 16,-2 10-60-16,2-14-45 0,-2 14-13 15,0 0-13-15,0 0-17 0,0 0-34 0,-6 8-14 0,6-8-19 16,-6 19-21-16,3-4-9 0,1-1-18 0,0 4-4 15,0 0-17-15,1 1-6 0,0 1-6 0,2-1-1 16,0 2-6-16,1 2-2 0,0-4-17 0,2 0-52 16,-1-1-78-16,0-1-86 0,0-3-109 0,0 1-94 15,-1-5-135-15,2 0-134 0,-4-10-175 0,3 12-433 0,-3-12-908 16</inkml:trace>
  <inkml:trace contextRef="#ctx0" brushRef="#br0" timeOffset="571576.638">15146 16524 89 0,'-8'-19'918'0,"0"0"-204"0,2 3-79 0,1 1-83 0,-1 0-64 16,3 2-84-16,-2 3-77 0,1 1-67 0,4 9-61 16,-2-12-41-16,2 12-31 0,0 0-24 0,11-4-21 15,-11 4-21-15,17 8-41 0,-4 0-89 0,2 4-125 16,3 2-114-16,3 3-130 0,3 3-90 0,4 1-72 15,2 1-341-15,3 0-517 0</inkml:trace>
  <inkml:trace contextRef="#ctx0" brushRef="#br0" timeOffset="571939.8093">15828 16717 93 0,'23'0'625'0,"-4"0"-74"0,1-2-39 0,-2-1 27 16,-2 2-49-16,-3-4-39 0,0 3-28 0,-3-1-34 15,0 0-40-15,-10 3-60 0,13-8-47 0,-13 8-41 16,0 0-42-16,0 0-27 0,0 0-26 0,0 0-19 15,-7-9-18-15,7 9-12 0,-14 2-17 0,14-2-2 0,-18 7-10 16,8-1-7-16,0 0 10 0,0 1-20 16,-1 2 11-16,3 2-12 0,0 0 8 0,2 0-20 0,0 1 16 15,2 2-31-15,2 0-2 0,1-1-2 0,3 1 2 16,-1 1-10-16,3 1-17 0,1 0 5 0,0-1-9 16,2 0-2-16,2 2-3 0,1 0-2 15,0-2-12-15,2 0 28 0,1 0-10 0,1-2 22 0,0 0-12 0,0-1 26 16,2-1-15-16,-3-3 23 0,2 2-13 15,-2-2 17-15,-1-1-12 0,1-1 17 0,-3 0-12 0,-1-1 15 16,1 1-7-16,-10-6 42 0,14 8 24 16,-14-8 21-16,11 6 7 0,-11-6 2 0,0 0-19 0,8 8-13 15,-8-8-16-15,0 0-5 0,-9 8-12 0,9-8-5 16,-19 6-3-16,4-3-16 0,-1 2 3 0,-5-2-8 16,-2 0-36-16,-3-1-63 0,-2 1-68 0,-2 0-107 0,-1-3-104 15,-1 0-116-15,-4-1-166 0,6-2-550 16,-5 0-820-16</inkml:trace>
  <inkml:trace contextRef="#ctx0" brushRef="#br0" timeOffset="573823.2393">17529 16659 513 0,'7'-28'632'0,"1"2"-62"16,-3 1 26-16,-1 0-64 0,-1 0-66 0,-1 1-10 15,0 5-52-15,-1 0-45 0,0 1-34 0,-1 2-38 16,0 3-55-16,0 13-51 0,1-19-35 0,-1 19-23 16,0 0-11-16,0 0-10 0,0 0 6 0,-2 11 7 15,1 2-5-15,1 4-15 0,0 4-13 0,0 5-15 16,0 2-11-16,1 6-7 0,0 1-5 0,1 4-7 16,1 5-11-16,-1 0-6 0,3 0-8 0,-1-1-1 15,-1-1-2-15,1-5-2 0,-1-2-10 0,1-2 6 0,0-1-9 16,-1-6 12-16,1-1-9 0,-1-2 8 15,-2-4-10-15,2-3 10 0,-2-1-4 0,1-2 13 0,0-1-2 16,-2-12 1-16,1 16-3 0,-1-16 1 0,0 0-4 16,-2 11-1-16,2-11-1 0,0 0-1 0,0 0-2 15,-7-8 2-15,7 8-2 0,-9-17 0 0,5 6 1 16,-2-1-2-16,-1-3-1 0,-2-1 4 0,-3-2-3 0,1 1 0 16,-2 0-2-16,0 0 5 0,-4 2-5 0,-2-2 2 15,-2 2-1-15,-2 2 0 0,-2 2-1 0,-2 1-1 16,-2 2 1-16,2 2-1 0,-2 4 3 0,-2 0-5 15,1 2 5-15,-6 2-5 0,0 4 1 0,-1 0 1 16,-3 5-3-16,3 2 0 0,3 2-1 0,3 3-3 16,7 0 2-16,3 1 0 0,5 1 1 0,4 1 1 15,5 0-4-15,4-2 1 0,4 0 1 0,4 1 0 0,6 2 1 16,3 0-3-16,6-1 3 0,4-1-4 0,6 0 3 16,4-3-3-16,3-2-8 0,2-2-7 0,3-2-1 15,3-3-12-15,-1-2-2 0,3 0-15 0,-1-3 1 16,-4-1-3-16,0-2-4 0,-1-2 2 0,7-2 5 0,-3-1 0 15,0-3-2-15,-2-3 11 0,-1-1-3 16,-3-2 16-16,-1-3-3 0,-2-2 16 0,-2-2 2 0,-2-2 9 16,-3-2 0-16,-3 0 2 0,-2-1 4 0,-4 3-2 15,-4 2 8-15,-1-3 0 0,-5 6 11 0,-1-1 18 16,-4 5 2-16,1-2 11 0,-4 2-8 0,0 2 3 0,-2 12-9 16,-2-20-2-16,2 20-11 0,-8-15 2 15,8 15-7-15,-14-9-1 0,14 9-5 0,-18-2 3 0,18 2-6 16,-20 2-1-16,8 3 4 0,1 1 2 0,-1 1 10 15,0 2 27-15,2 2 2 0,0 1 20 0,0 5-5 16,2-1 1-16,2 3 5 0,1 0 15 0,2 0 7 16,0 2 3-16,3-2-9 0,3 0-13 0,0 3-12 0,3-1-13 15,1 0-9-15,2 0-10 0,3-2-3 16,3 2-5-16,2-2-5 0,1-1-2 0,3-1-3 0,2-2-3 16,0-2-3-16,2-2 0 0,-2-3-3 0,2 0-11 15,1-3-13-15,0-1-19 0,0-3-8 0,1-1 1 16,-1-3 6-16,2-1 7 0,1-4 2 0,0-2 6 15,0-2 8-15,1-6-1 0,-1-3-13 0,-2-3 5 16,-1-3 2-16,-3-4 3 0,-1-4 3 0,-3 0 2 16,-4-3-5-16,0-2 11 0,-4 1 1 0,-3-3 6 0,-1 0-2 15,0-1 5-15,-4 6 0 0,-2-1 2 0,-1 3-4 16,-1-1 4-16,-1 3-3 0,-1 2 4 0,0 6 1 16,-2 2 1-16,1 2-1 0,-1 4-1 0,-1 3-3 15,0 2-1-15,-2 5 2 0,-1 3-3 0,9 4 4 16,-17 2-2-16,7 4 1 0,0 4 5 0,1 2 10 15,-1 6 13-15,2 1 18 0,1 4-5 0,3 2 5 16,2 2-8-16,0 1 5 0,3 1-8 0,1 5-6 16,1 0-4-16,3 0-7 0,2 4 0 0,3-2-6 15,-2-5 0-15,2-1-1 0,1-2-7 0,0-2 4 16,1-1-3-16,3-3 1 0,-2-1 0 0,1-5 0 0,0-1-3 16,3-3-3-16,1-2-4 0,0-1 3 0,3-3-19 15,1-2-13-15,-3-2-8 0,3-3-8 0,3-2-11 16,4-4 8-16,0-4-6 0,3-5 9 0,-1-2-1 0,-1-4 9 15,-2-3-3-15,-2-5 3 0,-1-1 7 16,-3-2 11-16,-2-3-1 0,-1-1 7 0,-4-1 2 16,-1-1 3-16,-4 0-1 0,-2 0 5 0,-1 0 4 0,-3 6 0 15,-3-2 3-15,-2 8 0 0,0-3 9 0,-3 5 3 16,0 1 0-16,-3 3 5 0,-1 2-4 0,-1 2-2 16,0 4 0-16,-3 3-3 0,0 3 2 0,0 3-1 15,11 4-2-15,-25 1 11 0,10 5 18 0,1 2 27 16,-2 6 13-16,3 3 0 0,-2 5 2 0,4 3 6 15,2 3 16-15,1 1-24 0,2 3-2 0,3 2-17 16,2 2 5-16,2 1-22 0,2 6-12 0,3-1-3 16,0-1-7-16,1 1-4 0,1-4-2 0,-2-5-1 15,2-2-4-15,-1 0-1 0,0-1 0 0,-1-5-2 16,0-2 1-16,-1-2-3 0,1-1 1 0,-2-2 0 0,0-2-2 16,1-2 1-16,-1-1 2 0,2-3 2 0,-1 0-3 15,2-4-1-15,1 1 2 0,2-3-2 0,-10-4 2 16,18 2-2-16,-5-3 3 0,0-3-3 0,3-2 0 15,2-4 0-15,1-2 0 0,3-5-6 0,1-2-9 0,3-3-5 16,1-1 5-16,-3-1 1 0,-5 4 9 16,1-1-3-16,-2 0 4 0,-4 6 1 0,-1-2 3 0,0 4-4 15,-4 1 8-15,-1 0-3 0,1 4 0 0,-3 0-10 16,-6 8 8-16,8-10-1 0,-8 10 2 0,0 0-8 16,0 0 11-16,0 0-6 0,0 0 7 0,0 0-10 15,5 12 1-15,-5-12-1 0,1 16 1 0,-1-16 1 16,1 22 1-16,1-10 1 0,0 0 0 0,-1 1 1 0,2 0 2 15,-1 0-1-15,2 1 0 0,-1-1-2 0,0-1 2 16,0-1-3-16,1 0 2 0,-1-1-1 16,2-1 1-16,0-1-4 0,0 0-4 0,1-1-3 0,1-1-21 15,-7-6-11-15,16 7-11 0,-16-7 3 0,15 2 6 16,-15-2 6-16,20-4 7 0,-10 0 9 0,4-3 3 16,-2-2 4-16,5-3 4 0,-2 1 0 0,1-3 3 15,-2 1 6-15,0 1 1 0,-1-2 2 0,-4 3 3 16,1 1 4-16,-1 0 8 0,-3 1 15 0,1 1 16 0,-2 1 7 15,2 1-9-15,-7 6-9 0,9-11-9 0,-9 11-6 16,0 0-2-16,8-6-1 0,-8 6-6 0,0 0 0 16,0 0-2-16,4 10 4 0,-4-10 2 0,2 13 0 15,-2-13-1-15,4 17-4 0,-4-17-1 0,3 21-1 16,0-9-2-16,-1-1-3 0,2 1 3 0,0 1-3 0,1 0-1 16,0-1-1-16,1 1-22 0,-2-4-70 15,2 2-77-15,-1-1-76 0,0-2-83 0,-5-8-102 0,10 14-156 16,-10-14-129-16,6 10-191 0,-6-10-374 0,6 6-888 15</inkml:trace>
  <inkml:trace contextRef="#ctx0" brushRef="#br0" timeOffset="574041.4964">19724 16747 494 0,'-10'-27'1016'0,"2"2"-75"0,1 3-33 16,-1 3-22-16,2-1-101 0,0 4-58 0,1 2-80 15,1 0-98-15,0 3-77 0,-1 0-106 0,2 3-59 16,3 8-214-16,-5-15-93 0,5 15 0 0,0 0 0 16,-2-11 0-16,2 11 0 0,0 0 0 0,0 0 0 15,10 8 0-15,-10-8 0 0,14 12 0 0,-7-4 0 16,2 3 0-16,2 1-339 0,0 3-175 0,0 0-125 16,1 3-149-16,-2 0-138 0,2 0-653 0,-3 3-1226 15</inkml:trace>
  <inkml:trace contextRef="#ctx0" brushRef="#br0" timeOffset="574614.7076">20300 17266 272 0,'0'0'742'0,"6"-10"-74"0,-6 10-3 15,8-9-87-15,-8 9-40 0,12-12-36 0,-12 12-32 0,13-12-63 16,-4 7-22-16,-2-1-32 0,1 0-53 0,0 2-41 16,2 0-42-16,-1-2-42 0,-1 2-31 0,-8 4-27 15,18-7-23-15,-18 7-15 0,15-2-19 0,-15 2-10 16,15-2-9-16,-15 2-11 0,14 2-4 0,-14-2-8 15,12 2-1-15,-12-2-7 0,10 6 0 0,-10-6-7 16,9 7 4-16,-9-7-6 0,8 10 4 0,-8-10-5 0,4 7 8 16,-4-7-9-16,0 0 7 0,2 13-8 0,-2-13 6 15,0 0-3-15,-3 12 4 0,3-12-2 0,0 0-2 16,-8 8 2-16,8-8 2 0,0 0-4 0,-10 7 4 16,10-7-1-16,0 0-2 0,-11 3-1 0,11-3 2 15,0 0-1-15,0 0 0 0,-13-3 0 0,13 3 1 16,0 0-2-16,0 0 0 0,-7-6 2 0,7 6-5 0,0 0 0 15,0 0-2-15,0 0 1 0,5-12-1 0,-5 12 1 16,0 0 0-16,12-8-3 0,-12 8 2 0,9-5 0 16,-9 5-5-16,12-3 5 0,-12 3-3 0,12-5 5 15,-12 5-8-15,0 0 8 0,14-1-9 0,-14 1 8 16,0 0-7-16,13 1 3 0,-13-1-8 0,0 0 7 16,0 0-8-16,8 6 9 0,-8-6-14 0,0 0 8 15,0 0-6-15,-1 11 9 0,1-11-7 0,0 0-2 16,-7 8-11-16,7-8 5 0,0 0-6 0,-10 8 0 0,10-8-22 15,0 0-21-15,-14 4-32 0,14-4-27 16,0 0-52-16,-17 1-44 0,17-1-91 0,-12-4-107 0,12 4-140 16,-14-7-194-16,7 1-534 0,0 2-898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5119828-1AFB-48B1-A3F6-478F1FD36017}"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271AFF-A2F5-4895-930B-C1B2AC510F20}" type="slidenum">
              <a:rPr lang="en-IN" smtClean="0"/>
              <a:t>‹#›</a:t>
            </a:fld>
            <a:endParaRPr lang="en-IN"/>
          </a:p>
        </p:txBody>
      </p:sp>
    </p:spTree>
    <p:extLst>
      <p:ext uri="{BB962C8B-B14F-4D97-AF65-F5344CB8AC3E}">
        <p14:creationId xmlns:p14="http://schemas.microsoft.com/office/powerpoint/2010/main" val="4141871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5119828-1AFB-48B1-A3F6-478F1FD36017}"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271AFF-A2F5-4895-930B-C1B2AC510F20}" type="slidenum">
              <a:rPr lang="en-IN" smtClean="0"/>
              <a:t>‹#›</a:t>
            </a:fld>
            <a:endParaRPr lang="en-IN"/>
          </a:p>
        </p:txBody>
      </p:sp>
    </p:spTree>
    <p:extLst>
      <p:ext uri="{BB962C8B-B14F-4D97-AF65-F5344CB8AC3E}">
        <p14:creationId xmlns:p14="http://schemas.microsoft.com/office/powerpoint/2010/main" val="4044385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5119828-1AFB-48B1-A3F6-478F1FD36017}"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271AFF-A2F5-4895-930B-C1B2AC510F20}" type="slidenum">
              <a:rPr lang="en-IN" smtClean="0"/>
              <a:t>‹#›</a:t>
            </a:fld>
            <a:endParaRPr lang="en-IN"/>
          </a:p>
        </p:txBody>
      </p:sp>
    </p:spTree>
    <p:extLst>
      <p:ext uri="{BB962C8B-B14F-4D97-AF65-F5344CB8AC3E}">
        <p14:creationId xmlns:p14="http://schemas.microsoft.com/office/powerpoint/2010/main" val="2790061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5119828-1AFB-48B1-A3F6-478F1FD36017}"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271AFF-A2F5-4895-930B-C1B2AC510F20}" type="slidenum">
              <a:rPr lang="en-IN" smtClean="0"/>
              <a:t>‹#›</a:t>
            </a:fld>
            <a:endParaRPr lang="en-IN"/>
          </a:p>
        </p:txBody>
      </p:sp>
    </p:spTree>
    <p:extLst>
      <p:ext uri="{BB962C8B-B14F-4D97-AF65-F5344CB8AC3E}">
        <p14:creationId xmlns:p14="http://schemas.microsoft.com/office/powerpoint/2010/main" val="1250403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5119828-1AFB-48B1-A3F6-478F1FD36017}" type="datetimeFigureOut">
              <a:rPr lang="en-IN" smtClean="0"/>
              <a:t>20-02-2026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271AFF-A2F5-4895-930B-C1B2AC510F20}" type="slidenum">
              <a:rPr lang="en-IN" smtClean="0"/>
              <a:t>‹#›</a:t>
            </a:fld>
            <a:endParaRPr lang="en-IN"/>
          </a:p>
        </p:txBody>
      </p:sp>
    </p:spTree>
    <p:extLst>
      <p:ext uri="{BB962C8B-B14F-4D97-AF65-F5344CB8AC3E}">
        <p14:creationId xmlns:p14="http://schemas.microsoft.com/office/powerpoint/2010/main" val="1572430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5119828-1AFB-48B1-A3F6-478F1FD36017}" type="datetimeFigureOut">
              <a:rPr lang="en-IN" smtClean="0"/>
              <a:t>20-02-2026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271AFF-A2F5-4895-930B-C1B2AC510F20}" type="slidenum">
              <a:rPr lang="en-IN" smtClean="0"/>
              <a:t>‹#›</a:t>
            </a:fld>
            <a:endParaRPr lang="en-IN"/>
          </a:p>
        </p:txBody>
      </p:sp>
    </p:spTree>
    <p:extLst>
      <p:ext uri="{BB962C8B-B14F-4D97-AF65-F5344CB8AC3E}">
        <p14:creationId xmlns:p14="http://schemas.microsoft.com/office/powerpoint/2010/main" val="3077675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119828-1AFB-48B1-A3F6-478F1FD36017}" type="datetimeFigureOut">
              <a:rPr lang="en-IN" smtClean="0"/>
              <a:t>20-02-2026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271AFF-A2F5-4895-930B-C1B2AC510F20}" type="slidenum">
              <a:rPr lang="en-IN" smtClean="0"/>
              <a:t>‹#›</a:t>
            </a:fld>
            <a:endParaRPr lang="en-IN"/>
          </a:p>
        </p:txBody>
      </p:sp>
    </p:spTree>
    <p:extLst>
      <p:ext uri="{BB962C8B-B14F-4D97-AF65-F5344CB8AC3E}">
        <p14:creationId xmlns:p14="http://schemas.microsoft.com/office/powerpoint/2010/main" val="3416517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5119828-1AFB-48B1-A3F6-478F1FD36017}"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271AFF-A2F5-4895-930B-C1B2AC510F20}" type="slidenum">
              <a:rPr lang="en-IN" smtClean="0"/>
              <a:t>‹#›</a:t>
            </a:fld>
            <a:endParaRPr lang="en-IN"/>
          </a:p>
        </p:txBody>
      </p:sp>
    </p:spTree>
    <p:extLst>
      <p:ext uri="{BB962C8B-B14F-4D97-AF65-F5344CB8AC3E}">
        <p14:creationId xmlns:p14="http://schemas.microsoft.com/office/powerpoint/2010/main" val="2436874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5119828-1AFB-48B1-A3F6-478F1FD36017}"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271AFF-A2F5-4895-930B-C1B2AC510F20}" type="slidenum">
              <a:rPr lang="en-IN" smtClean="0"/>
              <a:t>‹#›</a:t>
            </a:fld>
            <a:endParaRPr lang="en-IN"/>
          </a:p>
        </p:txBody>
      </p:sp>
    </p:spTree>
    <p:extLst>
      <p:ext uri="{BB962C8B-B14F-4D97-AF65-F5344CB8AC3E}">
        <p14:creationId xmlns:p14="http://schemas.microsoft.com/office/powerpoint/2010/main" val="3126047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5119828-1AFB-48B1-A3F6-478F1FD36017}"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271AFF-A2F5-4895-930B-C1B2AC510F20}" type="slidenum">
              <a:rPr lang="en-IN" smtClean="0"/>
              <a:t>‹#›</a:t>
            </a:fld>
            <a:endParaRPr lang="en-IN"/>
          </a:p>
        </p:txBody>
      </p:sp>
    </p:spTree>
    <p:extLst>
      <p:ext uri="{BB962C8B-B14F-4D97-AF65-F5344CB8AC3E}">
        <p14:creationId xmlns:p14="http://schemas.microsoft.com/office/powerpoint/2010/main" val="4190896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5119828-1AFB-48B1-A3F6-478F1FD36017}"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271AFF-A2F5-4895-930B-C1B2AC510F20}" type="slidenum">
              <a:rPr lang="en-IN" smtClean="0"/>
              <a:t>‹#›</a:t>
            </a:fld>
            <a:endParaRPr lang="en-IN"/>
          </a:p>
        </p:txBody>
      </p:sp>
    </p:spTree>
    <p:extLst>
      <p:ext uri="{BB962C8B-B14F-4D97-AF65-F5344CB8AC3E}">
        <p14:creationId xmlns:p14="http://schemas.microsoft.com/office/powerpoint/2010/main" val="3768550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119828-1AFB-48B1-A3F6-478F1FD36017}" type="datetimeFigureOut">
              <a:rPr lang="en-IN" smtClean="0"/>
              <a:t>20-02-2026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271AFF-A2F5-4895-930B-C1B2AC510F20}" type="slidenum">
              <a:rPr lang="en-IN" smtClean="0"/>
              <a:t>‹#›</a:t>
            </a:fld>
            <a:endParaRPr lang="en-IN"/>
          </a:p>
        </p:txBody>
      </p:sp>
    </p:spTree>
    <p:extLst>
      <p:ext uri="{BB962C8B-B14F-4D97-AF65-F5344CB8AC3E}">
        <p14:creationId xmlns:p14="http://schemas.microsoft.com/office/powerpoint/2010/main" val="651840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guru99.com/sql.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customXml" Target="../ink/ink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customXml" Target="../ink/ink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customXml" Target="../ink/ink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customXml" Target="../ink/ink7.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customXml" Target="../ink/ink8.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customXml" Target="../ink/ink9.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smtClean="0">
                <a:solidFill>
                  <a:schemeClr val="accent5">
                    <a:lumMod val="75000"/>
                  </a:schemeClr>
                </a:solidFill>
                <a:latin typeface="Times New Roman" panose="02020603050405020304" pitchFamily="18" charset="0"/>
                <a:cs typeface="Times New Roman" panose="02020603050405020304" pitchFamily="18" charset="0"/>
              </a:rPr>
              <a:t>Introduction to Relational model</a:t>
            </a:r>
            <a:endParaRPr lang="en-IN" sz="4000" dirty="0">
              <a:solidFill>
                <a:schemeClr val="accent5">
                  <a:lumMod val="75000"/>
                </a:schemeClr>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36545325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Syllabus</a:t>
            </a:r>
            <a:endParaRPr lang="en-IN" dirty="0"/>
          </a:p>
        </p:txBody>
      </p:sp>
      <p:sp>
        <p:nvSpPr>
          <p:cNvPr id="3" name="Content Placeholder 2"/>
          <p:cNvSpPr>
            <a:spLocks noGrp="1"/>
          </p:cNvSpPr>
          <p:nvPr>
            <p:ph idx="1"/>
          </p:nvPr>
        </p:nvSpPr>
        <p:spPr/>
        <p:txBody>
          <a:bodyPr/>
          <a:lstStyle/>
          <a:p>
            <a:pPr algn="just"/>
            <a:r>
              <a:rPr lang="en-US" b="1" dirty="0"/>
              <a:t>Introduction to the Relational Model and Relational Database </a:t>
            </a:r>
            <a:r>
              <a:rPr lang="en-US" b="1" dirty="0" smtClean="0"/>
              <a:t>Design:</a:t>
            </a:r>
            <a:r>
              <a:rPr lang="en-IN" dirty="0"/>
              <a:t> </a:t>
            </a:r>
            <a:endParaRPr lang="en-IN" dirty="0" smtClean="0"/>
          </a:p>
          <a:p>
            <a:pPr algn="just">
              <a:buFont typeface="Wingdings" panose="05000000000000000000" pitchFamily="2" charset="2"/>
              <a:buChar char="Ø"/>
            </a:pPr>
            <a:r>
              <a:rPr lang="en-US" b="1" dirty="0" smtClean="0"/>
              <a:t>Relational </a:t>
            </a:r>
            <a:r>
              <a:rPr lang="en-US" b="1" dirty="0"/>
              <a:t>Model: </a:t>
            </a:r>
            <a:r>
              <a:rPr lang="en-US" dirty="0"/>
              <a:t>Structure of Relational Databases, Database Schema, Keys, Schema Diagram, Relational Query Languages, Introduction to Relational Algebra Queries: Basic </a:t>
            </a:r>
            <a:r>
              <a:rPr lang="en-US" dirty="0" smtClean="0"/>
              <a:t>Relational</a:t>
            </a:r>
            <a:r>
              <a:rPr lang="en-IN" dirty="0"/>
              <a:t> </a:t>
            </a:r>
            <a:r>
              <a:rPr lang="en-US" dirty="0" smtClean="0"/>
              <a:t>Algebra </a:t>
            </a:r>
            <a:r>
              <a:rPr lang="en-US" dirty="0"/>
              <a:t>Operators, Introduction to </a:t>
            </a:r>
            <a:r>
              <a:rPr lang="en-US" dirty="0" smtClean="0"/>
              <a:t>Views</a:t>
            </a:r>
            <a:endParaRPr lang="en-IN" dirty="0"/>
          </a:p>
          <a:p>
            <a:pPr algn="just">
              <a:buFont typeface="Wingdings" panose="05000000000000000000" pitchFamily="2" charset="2"/>
              <a:buChar char="Ø"/>
            </a:pPr>
            <a:r>
              <a:rPr lang="en-US" b="1" dirty="0"/>
              <a:t>Relational Database Design: </a:t>
            </a:r>
            <a:r>
              <a:rPr lang="en-US" dirty="0"/>
              <a:t>Features of Good Relational Designs, Functional Dependencies, Normal Forms – 1NF, 2NF, 3NF and BCNF</a:t>
            </a:r>
            <a:endParaRPr lang="en-IN" dirty="0"/>
          </a:p>
        </p:txBody>
      </p:sp>
    </p:spTree>
    <p:extLst>
      <p:ext uri="{BB962C8B-B14F-4D97-AF65-F5344CB8AC3E}">
        <p14:creationId xmlns:p14="http://schemas.microsoft.com/office/powerpoint/2010/main" val="9128472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What is Relational Model?</a:t>
            </a:r>
          </a:p>
        </p:txBody>
      </p:sp>
      <p:sp>
        <p:nvSpPr>
          <p:cNvPr id="3" name="Content Placeholder 2"/>
          <p:cNvSpPr>
            <a:spLocks noGrp="1"/>
          </p:cNvSpPr>
          <p:nvPr>
            <p:ph idx="1"/>
          </p:nvPr>
        </p:nvSpPr>
        <p:spPr/>
        <p:txBody>
          <a:bodyPr/>
          <a:lstStyle/>
          <a:p>
            <a:r>
              <a:rPr lang="en-US" b="1" dirty="0" smtClean="0"/>
              <a:t>Relational </a:t>
            </a:r>
            <a:r>
              <a:rPr lang="en-US" b="1" dirty="0"/>
              <a:t>Model (RM)</a:t>
            </a:r>
            <a:r>
              <a:rPr lang="en-US" dirty="0"/>
              <a:t> represents the database as a collection of relations. A relation is nothing but a table of values. Every row in the table represents a collection of related data values. These rows in the table denote a real-world entity or relationship.</a:t>
            </a:r>
          </a:p>
          <a:p>
            <a:r>
              <a:rPr lang="en-US" dirty="0"/>
              <a:t>The table name and column names are helpful to interpret the meaning of values in each row. The data are represented as a set of relations. In the relational model, data are stored as tables. However, the physical storage of the data is independent of the way the data are logically organized.</a:t>
            </a:r>
          </a:p>
          <a:p>
            <a:endParaRPr lang="en-IN" dirty="0"/>
          </a:p>
        </p:txBody>
      </p:sp>
    </p:spTree>
    <p:extLst>
      <p:ext uri="{BB962C8B-B14F-4D97-AF65-F5344CB8AC3E}">
        <p14:creationId xmlns:p14="http://schemas.microsoft.com/office/powerpoint/2010/main" val="22188363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Relational Model Concepts</a:t>
            </a:r>
            <a:br>
              <a:rPr lang="en-IN" b="1" dirty="0"/>
            </a:br>
            <a:endParaRPr lang="en-IN" dirty="0"/>
          </a:p>
        </p:txBody>
      </p:sp>
      <p:sp>
        <p:nvSpPr>
          <p:cNvPr id="3" name="Content Placeholder 2"/>
          <p:cNvSpPr>
            <a:spLocks noGrp="1"/>
          </p:cNvSpPr>
          <p:nvPr>
            <p:ph idx="1"/>
          </p:nvPr>
        </p:nvSpPr>
        <p:spPr/>
        <p:txBody>
          <a:bodyPr>
            <a:normAutofit fontScale="92500" lnSpcReduction="10000"/>
          </a:bodyPr>
          <a:lstStyle/>
          <a:p>
            <a:r>
              <a:rPr lang="en-US" b="1" dirty="0"/>
              <a:t>Attribute:</a:t>
            </a:r>
            <a:r>
              <a:rPr lang="en-US" dirty="0"/>
              <a:t> Each column in a Table. Attributes are the properties which define a relation. e.g., </a:t>
            </a:r>
            <a:r>
              <a:rPr lang="en-US" dirty="0" err="1"/>
              <a:t>Student_Rollno</a:t>
            </a:r>
            <a:r>
              <a:rPr lang="en-US" dirty="0"/>
              <a:t>, </a:t>
            </a:r>
            <a:r>
              <a:rPr lang="en-US" dirty="0" err="1"/>
              <a:t>NAME,etc</a:t>
            </a:r>
            <a:r>
              <a:rPr lang="en-US" dirty="0"/>
              <a:t>.</a:t>
            </a:r>
          </a:p>
          <a:p>
            <a:r>
              <a:rPr lang="en-US" b="1" dirty="0"/>
              <a:t>Tables</a:t>
            </a:r>
            <a:r>
              <a:rPr lang="en-US" dirty="0"/>
              <a:t> – In the Relational model the, relations are saved in the table format. It is stored along with its entities. A table has two properties rows and columns. Rows represent records and columns represent attributes.</a:t>
            </a:r>
          </a:p>
          <a:p>
            <a:r>
              <a:rPr lang="en-US" b="1" dirty="0"/>
              <a:t>Tuple</a:t>
            </a:r>
            <a:r>
              <a:rPr lang="en-US" dirty="0"/>
              <a:t> – It is nothing but a single row of a table, which contains a single record.</a:t>
            </a:r>
          </a:p>
          <a:p>
            <a:r>
              <a:rPr lang="en-US" b="1" dirty="0"/>
              <a:t>Relation Schema:</a:t>
            </a:r>
            <a:r>
              <a:rPr lang="en-US" dirty="0"/>
              <a:t> A relation schema represents the name of the relation with its attributes.</a:t>
            </a:r>
          </a:p>
          <a:p>
            <a:r>
              <a:rPr lang="en-US" b="1" dirty="0"/>
              <a:t>Degree:</a:t>
            </a:r>
            <a:r>
              <a:rPr lang="en-US" dirty="0"/>
              <a:t> The total number of attributes which in the relation is called the degree of the relation.</a:t>
            </a:r>
          </a:p>
          <a:p>
            <a:endParaRPr lang="en-IN" dirty="0"/>
          </a:p>
        </p:txBody>
      </p:sp>
    </p:spTree>
    <p:extLst>
      <p:ext uri="{BB962C8B-B14F-4D97-AF65-F5344CB8AC3E}">
        <p14:creationId xmlns:p14="http://schemas.microsoft.com/office/powerpoint/2010/main" val="37113697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Cardinality: </a:t>
            </a:r>
            <a:r>
              <a:rPr lang="en-US" dirty="0"/>
              <a:t>Total number of rows present in the Table.</a:t>
            </a:r>
          </a:p>
          <a:p>
            <a:r>
              <a:rPr lang="en-US" b="1" dirty="0"/>
              <a:t>Column:</a:t>
            </a:r>
            <a:r>
              <a:rPr lang="en-US" dirty="0"/>
              <a:t> The column represents the set of values for a specific attribute.</a:t>
            </a:r>
          </a:p>
          <a:p>
            <a:r>
              <a:rPr lang="en-US" b="1" dirty="0"/>
              <a:t>Relation instance</a:t>
            </a:r>
            <a:r>
              <a:rPr lang="en-US" dirty="0"/>
              <a:t> – Relation instance is a finite set of tuples in the RDBMS system. Relation instances never have duplicate tuples.</a:t>
            </a:r>
          </a:p>
          <a:p>
            <a:r>
              <a:rPr lang="en-US" b="1" dirty="0"/>
              <a:t>Relation key</a:t>
            </a:r>
            <a:r>
              <a:rPr lang="en-US" dirty="0"/>
              <a:t> - Every row has one, two or multiple attributes, which is called relation key.</a:t>
            </a:r>
          </a:p>
          <a:p>
            <a:r>
              <a:rPr lang="en-US" b="1" dirty="0"/>
              <a:t>Attribute domain</a:t>
            </a:r>
            <a:r>
              <a:rPr lang="en-US" dirty="0"/>
              <a:t> – Every attribute has some pre-defined value and scope which is known as attribute domain</a:t>
            </a:r>
          </a:p>
          <a:p>
            <a:endParaRPr lang="en-IN" dirty="0"/>
          </a:p>
        </p:txBody>
      </p:sp>
    </p:spTree>
    <p:extLst>
      <p:ext uri="{BB962C8B-B14F-4D97-AF65-F5344CB8AC3E}">
        <p14:creationId xmlns:p14="http://schemas.microsoft.com/office/powerpoint/2010/main" val="850737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https://cdn.guru99.com/images/1/091318_0803_RelationalD1.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2125" y="1967706"/>
            <a:ext cx="8667750" cy="4067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94220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Relational Integrity Constraints</a:t>
            </a:r>
            <a:br>
              <a:rPr lang="en-IN" b="1" dirty="0"/>
            </a:br>
            <a:endParaRPr lang="en-IN" dirty="0"/>
          </a:p>
        </p:txBody>
      </p:sp>
      <p:sp>
        <p:nvSpPr>
          <p:cNvPr id="3" name="Content Placeholder 2"/>
          <p:cNvSpPr>
            <a:spLocks noGrp="1"/>
          </p:cNvSpPr>
          <p:nvPr>
            <p:ph idx="1"/>
          </p:nvPr>
        </p:nvSpPr>
        <p:spPr/>
        <p:txBody>
          <a:bodyPr>
            <a:normAutofit lnSpcReduction="10000"/>
          </a:bodyPr>
          <a:lstStyle/>
          <a:p>
            <a:r>
              <a:rPr lang="en-US" dirty="0"/>
              <a:t>Relational Integrity constraints in DBMS are referred to conditions which must be present for a valid relation. These Relational constraints in DBMS are derived from the rules in the mini-world that the database represents.</a:t>
            </a:r>
          </a:p>
          <a:p>
            <a:r>
              <a:rPr lang="en-US" dirty="0"/>
              <a:t>There are many types of Integrity Constraints in DBMS. Constraints on the Relational database management system is mostly divided into three main categories are:</a:t>
            </a:r>
          </a:p>
          <a:p>
            <a:r>
              <a:rPr lang="en-US" dirty="0"/>
              <a:t>Domain Constraints</a:t>
            </a:r>
          </a:p>
          <a:p>
            <a:r>
              <a:rPr lang="en-US" dirty="0"/>
              <a:t>Key Constraints</a:t>
            </a:r>
          </a:p>
          <a:p>
            <a:r>
              <a:rPr lang="en-US" dirty="0"/>
              <a:t>Referential Integrity Constraints</a:t>
            </a:r>
          </a:p>
          <a:p>
            <a:endParaRPr lang="en-IN" dirty="0"/>
          </a:p>
        </p:txBody>
      </p:sp>
    </p:spTree>
    <p:extLst>
      <p:ext uri="{BB962C8B-B14F-4D97-AF65-F5344CB8AC3E}">
        <p14:creationId xmlns:p14="http://schemas.microsoft.com/office/powerpoint/2010/main" val="9328798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Domain Constraints</a:t>
            </a:r>
            <a:br>
              <a:rPr lang="en-IN" b="1" dirty="0"/>
            </a:br>
            <a:endParaRPr lang="en-IN" dirty="0"/>
          </a:p>
        </p:txBody>
      </p:sp>
      <p:sp>
        <p:nvSpPr>
          <p:cNvPr id="3" name="Content Placeholder 2"/>
          <p:cNvSpPr>
            <a:spLocks noGrp="1"/>
          </p:cNvSpPr>
          <p:nvPr>
            <p:ph idx="1"/>
          </p:nvPr>
        </p:nvSpPr>
        <p:spPr>
          <a:xfrm>
            <a:off x="838200" y="1097280"/>
            <a:ext cx="10515600" cy="5079683"/>
          </a:xfrm>
        </p:spPr>
        <p:txBody>
          <a:bodyPr>
            <a:normAutofit/>
          </a:bodyPr>
          <a:lstStyle/>
          <a:p>
            <a:pPr algn="just">
              <a:buFont typeface="Wingdings" panose="05000000000000000000" pitchFamily="2" charset="2"/>
              <a:buChar char="Ø"/>
            </a:pPr>
            <a:r>
              <a:rPr lang="en-US" dirty="0"/>
              <a:t>Domain constraints can be violated if an attribute value is not appearing in the corresponding domain or it is not of the appropriate data type.</a:t>
            </a:r>
          </a:p>
          <a:p>
            <a:pPr algn="just">
              <a:buFont typeface="Wingdings" panose="05000000000000000000" pitchFamily="2" charset="2"/>
              <a:buChar char="Ø"/>
            </a:pPr>
            <a:r>
              <a:rPr lang="en-US" dirty="0"/>
              <a:t>Domain constraints specify that within each tuple, and the value of each attribute must be unique. This is specified as data types which include standard data types integers, real numbers, characters, Booleans, variable length strings, etc.</a:t>
            </a:r>
          </a:p>
          <a:p>
            <a:r>
              <a:rPr lang="en-IN" b="1" dirty="0"/>
              <a:t>Example</a:t>
            </a:r>
            <a:r>
              <a:rPr lang="en-IN" b="1" dirty="0" smtClean="0"/>
              <a:t>:</a:t>
            </a:r>
          </a:p>
          <a:p>
            <a:pPr marL="0" indent="0">
              <a:buNone/>
            </a:pPr>
            <a:r>
              <a:rPr lang="en-US" dirty="0" smtClean="0"/>
              <a:t>Create Domain  </a:t>
            </a:r>
            <a:r>
              <a:rPr lang="en-US" dirty="0" err="1" smtClean="0"/>
              <a:t>CustomerName</a:t>
            </a:r>
            <a:endParaRPr lang="en-US" dirty="0" smtClean="0"/>
          </a:p>
          <a:p>
            <a:pPr marL="0" indent="0">
              <a:buNone/>
            </a:pPr>
            <a:r>
              <a:rPr lang="en-US" dirty="0" smtClean="0"/>
              <a:t>Check(value not null)</a:t>
            </a:r>
            <a:endParaRPr lang="en-IN" dirty="0"/>
          </a:p>
        </p:txBody>
      </p:sp>
    </p:spTree>
    <p:extLst>
      <p:ext uri="{BB962C8B-B14F-4D97-AF65-F5344CB8AC3E}">
        <p14:creationId xmlns:p14="http://schemas.microsoft.com/office/powerpoint/2010/main" val="24895270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97321"/>
          </a:xfrm>
        </p:spPr>
        <p:txBody>
          <a:bodyPr>
            <a:normAutofit fontScale="90000"/>
          </a:bodyPr>
          <a:lstStyle/>
          <a:p>
            <a:r>
              <a:rPr lang="en-IN" b="1" dirty="0"/>
              <a:t>Key Constraints</a:t>
            </a:r>
            <a:br>
              <a:rPr lang="en-IN" b="1" dirty="0"/>
            </a:br>
            <a:endParaRPr lang="en-IN" dirty="0"/>
          </a:p>
        </p:txBody>
      </p:sp>
      <p:sp>
        <p:nvSpPr>
          <p:cNvPr id="3" name="Content Placeholder 2"/>
          <p:cNvSpPr>
            <a:spLocks noGrp="1"/>
          </p:cNvSpPr>
          <p:nvPr>
            <p:ph idx="1"/>
          </p:nvPr>
        </p:nvSpPr>
        <p:spPr>
          <a:xfrm>
            <a:off x="838200" y="844731"/>
            <a:ext cx="10515600" cy="5332232"/>
          </a:xfrm>
        </p:spPr>
        <p:txBody>
          <a:bodyPr/>
          <a:lstStyle/>
          <a:p>
            <a:pPr algn="just">
              <a:buFont typeface="Wingdings" panose="05000000000000000000" pitchFamily="2" charset="2"/>
              <a:buChar char="Ø"/>
            </a:pPr>
            <a:r>
              <a:rPr lang="en-US" sz="2400" dirty="0"/>
              <a:t>An attribute that can uniquely identify a tuple in a relation is called the key of the table. The value of the attribute for different tuples in the relation has to be unique.</a:t>
            </a:r>
          </a:p>
          <a:p>
            <a:pPr algn="just"/>
            <a:r>
              <a:rPr lang="en-US" sz="2400" b="1" dirty="0"/>
              <a:t>Example:</a:t>
            </a:r>
            <a:endParaRPr lang="en-US" sz="2400" dirty="0"/>
          </a:p>
          <a:p>
            <a:pPr marL="0" indent="0" algn="just">
              <a:buNone/>
            </a:pPr>
            <a:r>
              <a:rPr lang="en-US" sz="2400" dirty="0" smtClean="0"/>
              <a:t>In </a:t>
            </a:r>
            <a:r>
              <a:rPr lang="en-US" sz="2400" dirty="0"/>
              <a:t>the given table, </a:t>
            </a:r>
            <a:r>
              <a:rPr lang="en-US" sz="2400" dirty="0" err="1"/>
              <a:t>CustomerID</a:t>
            </a:r>
            <a:r>
              <a:rPr lang="en-US" sz="2400" dirty="0"/>
              <a:t> is a key attribute of Customer Table. It is most likely to have a single key for one customer, </a:t>
            </a:r>
            <a:r>
              <a:rPr lang="en-US" sz="2400" dirty="0" err="1"/>
              <a:t>CustomerID</a:t>
            </a:r>
            <a:r>
              <a:rPr lang="en-US" sz="2400" dirty="0"/>
              <a:t> =1 is only for the </a:t>
            </a:r>
            <a:r>
              <a:rPr lang="en-US" sz="2400" dirty="0" err="1"/>
              <a:t>CustomerName</a:t>
            </a:r>
            <a:r>
              <a:rPr lang="en-US" sz="2400" dirty="0"/>
              <a:t> =" Google".</a:t>
            </a:r>
          </a:p>
          <a:p>
            <a:endParaRPr lang="en-IN" dirty="0"/>
          </a:p>
        </p:txBody>
      </p:sp>
      <p:pic>
        <p:nvPicPr>
          <p:cNvPr id="6" name="Picture 5"/>
          <p:cNvPicPr>
            <a:picLocks noChangeAspect="1"/>
          </p:cNvPicPr>
          <p:nvPr/>
        </p:nvPicPr>
        <p:blipFill>
          <a:blip r:embed="rId2"/>
          <a:stretch>
            <a:fillRect/>
          </a:stretch>
        </p:blipFill>
        <p:spPr>
          <a:xfrm>
            <a:off x="1343569" y="4174807"/>
            <a:ext cx="9086850" cy="1800225"/>
          </a:xfrm>
          <a:prstGeom prst="rect">
            <a:avLst/>
          </a:prstGeom>
        </p:spPr>
      </p:pic>
    </p:spTree>
    <p:extLst>
      <p:ext uri="{BB962C8B-B14F-4D97-AF65-F5344CB8AC3E}">
        <p14:creationId xmlns:p14="http://schemas.microsoft.com/office/powerpoint/2010/main" val="22076907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Referential Integrity Constraints</a:t>
            </a:r>
            <a:br>
              <a:rPr lang="en-IN" b="1" dirty="0"/>
            </a:br>
            <a:endParaRPr lang="en-IN" dirty="0"/>
          </a:p>
        </p:txBody>
      </p:sp>
      <p:sp>
        <p:nvSpPr>
          <p:cNvPr id="3" name="Content Placeholder 2"/>
          <p:cNvSpPr>
            <a:spLocks noGrp="1"/>
          </p:cNvSpPr>
          <p:nvPr>
            <p:ph idx="1"/>
          </p:nvPr>
        </p:nvSpPr>
        <p:spPr/>
        <p:txBody>
          <a:bodyPr/>
          <a:lstStyle/>
          <a:p>
            <a:pPr algn="just">
              <a:buFont typeface="Wingdings" panose="05000000000000000000" pitchFamily="2" charset="2"/>
              <a:buChar char="Ø"/>
            </a:pPr>
            <a:r>
              <a:rPr lang="en-US" dirty="0"/>
              <a:t>Referential Integrity constraints in DBMS are based on the concept of Foreign Keys. </a:t>
            </a:r>
            <a:endParaRPr lang="en-US" dirty="0" smtClean="0"/>
          </a:p>
          <a:p>
            <a:pPr algn="just">
              <a:buFont typeface="Wingdings" panose="05000000000000000000" pitchFamily="2" charset="2"/>
              <a:buChar char="Ø"/>
            </a:pPr>
            <a:r>
              <a:rPr lang="en-US" dirty="0" smtClean="0"/>
              <a:t>A </a:t>
            </a:r>
            <a:r>
              <a:rPr lang="en-US" dirty="0"/>
              <a:t>foreign key is an important attribute of a relation which should be referred to in other relationships. </a:t>
            </a:r>
            <a:endParaRPr lang="en-US" dirty="0" smtClean="0"/>
          </a:p>
          <a:p>
            <a:pPr algn="just">
              <a:buFont typeface="Wingdings" panose="05000000000000000000" pitchFamily="2" charset="2"/>
              <a:buChar char="Ø"/>
            </a:pPr>
            <a:r>
              <a:rPr lang="en-US" dirty="0" smtClean="0"/>
              <a:t>Referential </a:t>
            </a:r>
            <a:r>
              <a:rPr lang="en-US" dirty="0"/>
              <a:t>integrity constraint state happens where relation refers to a key attribute of a different or same relation. </a:t>
            </a:r>
            <a:endParaRPr lang="en-US" dirty="0" smtClean="0"/>
          </a:p>
          <a:p>
            <a:pPr algn="just">
              <a:buFont typeface="Wingdings" panose="05000000000000000000" pitchFamily="2" charset="2"/>
              <a:buChar char="Ø"/>
            </a:pPr>
            <a:r>
              <a:rPr lang="en-US" dirty="0" smtClean="0"/>
              <a:t>However</a:t>
            </a:r>
            <a:r>
              <a:rPr lang="en-US" dirty="0"/>
              <a:t>, that key element must exist in the table.</a:t>
            </a:r>
            <a:endParaRPr lang="en-IN" dirty="0"/>
          </a:p>
        </p:txBody>
      </p:sp>
    </p:spTree>
    <p:extLst>
      <p:ext uri="{BB962C8B-B14F-4D97-AF65-F5344CB8AC3E}">
        <p14:creationId xmlns:p14="http://schemas.microsoft.com/office/powerpoint/2010/main" val="22538938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IN" sz="2200" b="1" dirty="0" smtClean="0"/>
              <a:t/>
            </a:r>
            <a:br>
              <a:rPr lang="en-IN" sz="2200" b="1" dirty="0" smtClean="0"/>
            </a:br>
            <a:r>
              <a:rPr lang="en-IN" sz="2200" b="1" dirty="0" smtClean="0"/>
              <a:t>Example:</a:t>
            </a:r>
            <a:br>
              <a:rPr lang="en-IN" sz="2200" b="1" dirty="0" smtClean="0"/>
            </a:br>
            <a:r>
              <a:rPr lang="en-US" sz="2200" dirty="0" smtClean="0"/>
              <a:t>In </a:t>
            </a:r>
            <a:r>
              <a:rPr lang="en-US" sz="2200" dirty="0"/>
              <a:t>the </a:t>
            </a:r>
            <a:r>
              <a:rPr lang="en-US" sz="2200" dirty="0" smtClean="0"/>
              <a:t>below </a:t>
            </a:r>
            <a:r>
              <a:rPr lang="en-US" sz="2200" dirty="0"/>
              <a:t>example, we have 2 relations, Customer and </a:t>
            </a:r>
            <a:r>
              <a:rPr lang="en-US" sz="2200" dirty="0" smtClean="0"/>
              <a:t>Billing. Tuple </a:t>
            </a:r>
            <a:r>
              <a:rPr lang="en-US" sz="2200" dirty="0"/>
              <a:t>for </a:t>
            </a:r>
            <a:r>
              <a:rPr lang="en-US" sz="2200" dirty="0" err="1"/>
              <a:t>CustomerID</a:t>
            </a:r>
            <a:r>
              <a:rPr lang="en-US" sz="2200" dirty="0"/>
              <a:t> =1 is referenced twice in the relation Billing. </a:t>
            </a:r>
            <a:r>
              <a:rPr lang="en-US" sz="2200" dirty="0" smtClean="0"/>
              <a:t>So </a:t>
            </a:r>
            <a:r>
              <a:rPr lang="en-US" sz="2200" dirty="0"/>
              <a:t>we know </a:t>
            </a:r>
            <a:r>
              <a:rPr lang="en-US" sz="2200" dirty="0" err="1"/>
              <a:t>CustomerName</a:t>
            </a:r>
            <a:r>
              <a:rPr lang="en-US" sz="2200" dirty="0"/>
              <a:t>=Google has billing amount $300</a:t>
            </a:r>
            <a:r>
              <a:rPr lang="en-US" dirty="0"/>
              <a:t/>
            </a:r>
            <a:br>
              <a:rPr lang="en-US" dirty="0"/>
            </a:br>
            <a:endParaRPr lang="en-IN" dirty="0"/>
          </a:p>
        </p:txBody>
      </p:sp>
      <p:pic>
        <p:nvPicPr>
          <p:cNvPr id="4098" name="Picture 2" descr="https://cdn.guru99.com/images/1/091318_0803_RelationalD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71937" y="2139156"/>
            <a:ext cx="4048125" cy="3724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2626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Operations in Relational Model</a:t>
            </a:r>
            <a:br>
              <a:rPr lang="en-IN" b="1" dirty="0"/>
            </a:br>
            <a:endParaRPr lang="en-IN" dirty="0"/>
          </a:p>
        </p:txBody>
      </p:sp>
      <p:sp>
        <p:nvSpPr>
          <p:cNvPr id="3" name="Content Placeholder 2"/>
          <p:cNvSpPr>
            <a:spLocks noGrp="1"/>
          </p:cNvSpPr>
          <p:nvPr>
            <p:ph idx="1"/>
          </p:nvPr>
        </p:nvSpPr>
        <p:spPr>
          <a:xfrm>
            <a:off x="838200" y="1262743"/>
            <a:ext cx="10515600" cy="4914220"/>
          </a:xfrm>
        </p:spPr>
        <p:txBody>
          <a:bodyPr>
            <a:normAutofit/>
          </a:bodyPr>
          <a:lstStyle/>
          <a:p>
            <a:pPr>
              <a:buFont typeface="Wingdings" panose="05000000000000000000" pitchFamily="2" charset="2"/>
              <a:buChar char="Ø"/>
            </a:pPr>
            <a:r>
              <a:rPr lang="en-US" dirty="0" smtClean="0"/>
              <a:t>Our </a:t>
            </a:r>
            <a:r>
              <a:rPr lang="en-US" dirty="0"/>
              <a:t>basic update operations performed on relational database model are</a:t>
            </a:r>
          </a:p>
          <a:p>
            <a:pPr>
              <a:buFont typeface="Wingdings" panose="05000000000000000000" pitchFamily="2" charset="2"/>
              <a:buChar char="Ø"/>
            </a:pPr>
            <a:r>
              <a:rPr lang="en-US" dirty="0"/>
              <a:t>Insert, update, delete and select.</a:t>
            </a:r>
          </a:p>
          <a:p>
            <a:pPr marL="514350" indent="-514350">
              <a:buFont typeface="+mj-lt"/>
              <a:buAutoNum type="arabicPeriod"/>
            </a:pPr>
            <a:r>
              <a:rPr lang="en-US" sz="2400" dirty="0"/>
              <a:t>Insert is used to insert data into the relation</a:t>
            </a:r>
          </a:p>
          <a:p>
            <a:pPr marL="514350" indent="-514350">
              <a:buFont typeface="+mj-lt"/>
              <a:buAutoNum type="arabicPeriod"/>
            </a:pPr>
            <a:r>
              <a:rPr lang="en-US" sz="2400" dirty="0"/>
              <a:t>Delete is used to delete tuples from the table.</a:t>
            </a:r>
          </a:p>
          <a:p>
            <a:pPr marL="514350" indent="-514350">
              <a:buFont typeface="+mj-lt"/>
              <a:buAutoNum type="arabicPeriod"/>
            </a:pPr>
            <a:r>
              <a:rPr lang="en-US" sz="2400" dirty="0"/>
              <a:t>Modify allows you to change the values of some attributes in existing tuples.</a:t>
            </a:r>
          </a:p>
          <a:p>
            <a:pPr marL="514350" indent="-514350">
              <a:buFont typeface="+mj-lt"/>
              <a:buAutoNum type="arabicPeriod"/>
            </a:pPr>
            <a:r>
              <a:rPr lang="en-US" sz="2400" dirty="0"/>
              <a:t>Select allows you to choose a specific range of data</a:t>
            </a:r>
            <a:r>
              <a:rPr lang="en-US" sz="2400" dirty="0" smtClean="0"/>
              <a:t>.</a:t>
            </a:r>
          </a:p>
          <a:p>
            <a:pPr marL="0" indent="0">
              <a:buNone/>
            </a:pPr>
            <a:endParaRPr lang="en-US" sz="2400" dirty="0"/>
          </a:p>
          <a:p>
            <a:pPr>
              <a:buFont typeface="Wingdings" panose="05000000000000000000" pitchFamily="2" charset="2"/>
              <a:buChar char="Ø"/>
            </a:pPr>
            <a:r>
              <a:rPr lang="en-US" dirty="0"/>
              <a:t>Whenever one of these operations are applied, integrity constraints specified on the relational database schema must never be violated.</a:t>
            </a:r>
          </a:p>
          <a:p>
            <a:endParaRPr lang="en-IN" dirty="0"/>
          </a:p>
        </p:txBody>
      </p:sp>
    </p:spTree>
    <p:extLst>
      <p:ext uri="{BB962C8B-B14F-4D97-AF65-F5344CB8AC3E}">
        <p14:creationId xmlns:p14="http://schemas.microsoft.com/office/powerpoint/2010/main" val="39191510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100" b="1" dirty="0" smtClean="0"/>
              <a:t/>
            </a:r>
            <a:br>
              <a:rPr lang="en-IN" sz="3100" b="1" dirty="0" smtClean="0"/>
            </a:br>
            <a:r>
              <a:rPr lang="en-IN" sz="3100" b="1" dirty="0"/>
              <a:t/>
            </a:r>
            <a:br>
              <a:rPr lang="en-IN" sz="3100" b="1" dirty="0"/>
            </a:br>
            <a:r>
              <a:rPr lang="en-IN" sz="3100" b="1" dirty="0" smtClean="0"/>
              <a:t/>
            </a:r>
            <a:br>
              <a:rPr lang="en-IN" sz="3100" b="1" dirty="0" smtClean="0"/>
            </a:br>
            <a:r>
              <a:rPr lang="en-IN" sz="3100" b="1" dirty="0"/>
              <a:t/>
            </a:r>
            <a:br>
              <a:rPr lang="en-IN" sz="3100" b="1" dirty="0"/>
            </a:br>
            <a:r>
              <a:rPr lang="en-IN" sz="2700" b="1" dirty="0" smtClean="0">
                <a:latin typeface="Times New Roman" panose="02020603050405020304" pitchFamily="18" charset="0"/>
                <a:cs typeface="Times New Roman" panose="02020603050405020304" pitchFamily="18" charset="0"/>
              </a:rPr>
              <a:t>Insert Operation:</a:t>
            </a:r>
            <a:br>
              <a:rPr lang="en-IN" sz="2700" b="1" dirty="0" smtClean="0">
                <a:latin typeface="Times New Roman" panose="02020603050405020304" pitchFamily="18" charset="0"/>
                <a:cs typeface="Times New Roman" panose="02020603050405020304" pitchFamily="18" charset="0"/>
              </a:rPr>
            </a:br>
            <a:r>
              <a:rPr lang="en-IN" sz="2700" b="1" dirty="0" smtClean="0">
                <a:latin typeface="Times New Roman" panose="02020603050405020304" pitchFamily="18" charset="0"/>
                <a:cs typeface="Times New Roman" panose="02020603050405020304" pitchFamily="18" charset="0"/>
              </a:rPr>
              <a:t>T</a:t>
            </a:r>
            <a:r>
              <a:rPr lang="en-US" sz="2700" dirty="0" smtClean="0">
                <a:latin typeface="Times New Roman" panose="02020603050405020304" pitchFamily="18" charset="0"/>
                <a:cs typeface="Times New Roman" panose="02020603050405020304" pitchFamily="18" charset="0"/>
              </a:rPr>
              <a:t>he </a:t>
            </a:r>
            <a:r>
              <a:rPr lang="en-US" sz="2700" dirty="0">
                <a:latin typeface="Times New Roman" panose="02020603050405020304" pitchFamily="18" charset="0"/>
                <a:cs typeface="Times New Roman" panose="02020603050405020304" pitchFamily="18" charset="0"/>
              </a:rPr>
              <a:t>insert operation gives values of the attribute for a new tuple which should be inserted into a relation.</a:t>
            </a:r>
            <a:r>
              <a:rPr lang="en-US" dirty="0"/>
              <a:t/>
            </a:r>
            <a:br>
              <a:rPr lang="en-US" dirty="0"/>
            </a:br>
            <a:r>
              <a:rPr lang="en-US" dirty="0" smtClean="0"/>
              <a:t/>
            </a:r>
            <a:br>
              <a:rPr lang="en-US" dirty="0" smtClean="0"/>
            </a:br>
            <a:r>
              <a:rPr lang="en-IN" b="1" dirty="0"/>
              <a:t/>
            </a:r>
            <a:br>
              <a:rPr lang="en-IN" b="1" dirty="0"/>
            </a:br>
            <a:endParaRPr lang="en-IN" dirty="0"/>
          </a:p>
        </p:txBody>
      </p:sp>
      <p:pic>
        <p:nvPicPr>
          <p:cNvPr id="5122" name="Picture 2" descr="https://cdn.guru99.com/images/1/091318_0803_RelationalD3.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000" y="3210719"/>
            <a:ext cx="9906000" cy="1581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66039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2700" b="1" dirty="0" smtClean="0">
                <a:latin typeface="Times New Roman" panose="02020603050405020304" pitchFamily="18" charset="0"/>
                <a:cs typeface="Times New Roman" panose="02020603050405020304" pitchFamily="18" charset="0"/>
              </a:rPr>
              <a:t/>
            </a:r>
            <a:br>
              <a:rPr lang="en-IN" sz="2700" b="1" dirty="0" smtClean="0">
                <a:latin typeface="Times New Roman" panose="02020603050405020304" pitchFamily="18" charset="0"/>
                <a:cs typeface="Times New Roman" panose="02020603050405020304" pitchFamily="18" charset="0"/>
              </a:rPr>
            </a:br>
            <a:r>
              <a:rPr lang="en-IN" sz="2700" b="1" dirty="0" smtClean="0">
                <a:latin typeface="Times New Roman" panose="02020603050405020304" pitchFamily="18" charset="0"/>
                <a:cs typeface="Times New Roman" panose="02020603050405020304" pitchFamily="18" charset="0"/>
              </a:rPr>
              <a:t>Update Operation:</a:t>
            </a:r>
            <a:br>
              <a:rPr lang="en-IN" sz="2700" b="1" dirty="0" smtClean="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You can see that in the below-given relation table </a:t>
            </a:r>
            <a:r>
              <a:rPr lang="en-US" sz="2700" dirty="0" err="1">
                <a:latin typeface="Times New Roman" panose="02020603050405020304" pitchFamily="18" charset="0"/>
                <a:cs typeface="Times New Roman" panose="02020603050405020304" pitchFamily="18" charset="0"/>
              </a:rPr>
              <a:t>CustomerName</a:t>
            </a:r>
            <a:r>
              <a:rPr lang="en-US" sz="2700" dirty="0">
                <a:latin typeface="Times New Roman" panose="02020603050405020304" pitchFamily="18" charset="0"/>
                <a:cs typeface="Times New Roman" panose="02020603050405020304" pitchFamily="18" charset="0"/>
              </a:rPr>
              <a:t>= 'Apple' is updated from Inactive to Active.</a:t>
            </a:r>
            <a:r>
              <a:rPr lang="en-IN" b="1" dirty="0"/>
              <a:t/>
            </a:r>
            <a:br>
              <a:rPr lang="en-IN" b="1" dirty="0"/>
            </a:br>
            <a:endParaRPr lang="en-IN" dirty="0"/>
          </a:p>
        </p:txBody>
      </p:sp>
      <p:pic>
        <p:nvPicPr>
          <p:cNvPr id="6146" name="Picture 2" descr="https://cdn.guru99.com/images/1/091318_0803_RelationalD4.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2987" y="3205956"/>
            <a:ext cx="10106025"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37755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4"/>
            <a:ext cx="10515600" cy="3597276"/>
          </a:xfrm>
        </p:spPr>
        <p:txBody>
          <a:bodyPr>
            <a:normAutofit fontScale="90000"/>
          </a:bodyPr>
          <a:lstStyle/>
          <a:p>
            <a:r>
              <a:rPr lang="en-IN" sz="2700" b="1" dirty="0" smtClean="0">
                <a:latin typeface="Times New Roman" panose="02020603050405020304" pitchFamily="18" charset="0"/>
                <a:cs typeface="Times New Roman" panose="02020603050405020304" pitchFamily="18" charset="0"/>
              </a:rPr>
              <a:t/>
            </a:r>
            <a:br>
              <a:rPr lang="en-IN" sz="2700" b="1" dirty="0" smtClean="0">
                <a:latin typeface="Times New Roman" panose="02020603050405020304" pitchFamily="18" charset="0"/>
                <a:cs typeface="Times New Roman" panose="02020603050405020304" pitchFamily="18" charset="0"/>
              </a:rPr>
            </a:br>
            <a:r>
              <a:rPr lang="en-IN" sz="2700" b="1" dirty="0" smtClean="0">
                <a:latin typeface="Times New Roman" panose="02020603050405020304" pitchFamily="18" charset="0"/>
                <a:cs typeface="Times New Roman" panose="02020603050405020304" pitchFamily="18" charset="0"/>
              </a:rPr>
              <a:t>Delete Operation:</a:t>
            </a:r>
            <a:br>
              <a:rPr lang="en-IN" sz="2700" b="1" dirty="0" smtClean="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To specify deletion, a condition on the attributes of the relation selects the tuple to be deleted</a:t>
            </a:r>
            <a:r>
              <a:rPr lang="en-US" sz="2700" dirty="0" smtClean="0">
                <a:latin typeface="Times New Roman" panose="02020603050405020304" pitchFamily="18" charset="0"/>
                <a:cs typeface="Times New Roman" panose="02020603050405020304" pitchFamily="18" charset="0"/>
              </a:rPr>
              <a:t>.</a:t>
            </a:r>
            <a:br>
              <a:rPr lang="en-US" sz="2700" dirty="0" smtClean="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
            </a:r>
            <a:br>
              <a:rPr lang="en-US" sz="27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In the </a:t>
            </a:r>
            <a:r>
              <a:rPr lang="en-US" sz="2700" dirty="0" smtClean="0">
                <a:latin typeface="Times New Roman" panose="02020603050405020304" pitchFamily="18" charset="0"/>
                <a:cs typeface="Times New Roman" panose="02020603050405020304" pitchFamily="18" charset="0"/>
              </a:rPr>
              <a:t>below-given </a:t>
            </a:r>
            <a:r>
              <a:rPr lang="en-US" sz="2700" dirty="0">
                <a:latin typeface="Times New Roman" panose="02020603050405020304" pitchFamily="18" charset="0"/>
                <a:cs typeface="Times New Roman" panose="02020603050405020304" pitchFamily="18" charset="0"/>
              </a:rPr>
              <a:t>example, </a:t>
            </a:r>
            <a:r>
              <a:rPr lang="en-US" sz="2700" dirty="0" smtClean="0">
                <a:latin typeface="Times New Roman" panose="02020603050405020304" pitchFamily="18" charset="0"/>
                <a:cs typeface="Times New Roman" panose="02020603050405020304" pitchFamily="18" charset="0"/>
              </a:rPr>
              <a:t/>
            </a:r>
            <a:br>
              <a:rPr lang="en-US" sz="2700" dirty="0" smtClean="0">
                <a:latin typeface="Times New Roman" panose="02020603050405020304" pitchFamily="18" charset="0"/>
                <a:cs typeface="Times New Roman" panose="02020603050405020304" pitchFamily="18" charset="0"/>
              </a:rPr>
            </a:br>
            <a:r>
              <a:rPr lang="en-US" sz="2700" dirty="0" err="1" smtClean="0">
                <a:latin typeface="Times New Roman" panose="02020603050405020304" pitchFamily="18" charset="0"/>
                <a:cs typeface="Times New Roman" panose="02020603050405020304" pitchFamily="18" charset="0"/>
              </a:rPr>
              <a:t>CustomerName</a:t>
            </a:r>
            <a:r>
              <a:rPr lang="en-US" sz="2700" dirty="0">
                <a:latin typeface="Times New Roman" panose="02020603050405020304" pitchFamily="18" charset="0"/>
                <a:cs typeface="Times New Roman" panose="02020603050405020304" pitchFamily="18" charset="0"/>
              </a:rPr>
              <a:t>= "Apple" is deleted from the table.</a:t>
            </a:r>
            <a:br>
              <a:rPr lang="en-US" sz="27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The Delete operation could violate referential integrity if the tuple which is deleted is referenced by foreign keys from other tuples in the same database.</a:t>
            </a:r>
            <a:r>
              <a:rPr lang="en-US" dirty="0"/>
              <a:t/>
            </a:r>
            <a:br>
              <a:rPr lang="en-US" dirty="0"/>
            </a:br>
            <a:r>
              <a:rPr lang="en-IN" b="1" dirty="0"/>
              <a:t/>
            </a:r>
            <a:br>
              <a:rPr lang="en-IN" b="1" dirty="0"/>
            </a:br>
            <a:endParaRPr lang="en-IN" dirty="0"/>
          </a:p>
        </p:txBody>
      </p:sp>
      <p:pic>
        <p:nvPicPr>
          <p:cNvPr id="7170" name="Picture 2" descr="https://cdn.guru99.com/images/1/091318_0803_RelationalD5.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33722" y="4359434"/>
            <a:ext cx="1011555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1928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Select Operation</a:t>
            </a:r>
            <a:br>
              <a:rPr lang="en-IN" sz="2400" b="1"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In the </a:t>
            </a:r>
            <a:r>
              <a:rPr lang="en-US" sz="2400" dirty="0" smtClean="0">
                <a:latin typeface="Times New Roman" panose="02020603050405020304" pitchFamily="18" charset="0"/>
                <a:cs typeface="Times New Roman" panose="02020603050405020304" pitchFamily="18" charset="0"/>
              </a:rPr>
              <a:t>below-given </a:t>
            </a:r>
            <a:r>
              <a:rPr lang="en-US" sz="2400" dirty="0">
                <a:latin typeface="Times New Roman" panose="02020603050405020304" pitchFamily="18" charset="0"/>
                <a:cs typeface="Times New Roman" panose="02020603050405020304" pitchFamily="18" charset="0"/>
              </a:rPr>
              <a:t>example, </a:t>
            </a:r>
            <a:r>
              <a:rPr lang="en-US" sz="2400" dirty="0" err="1">
                <a:latin typeface="Times New Roman" panose="02020603050405020304" pitchFamily="18" charset="0"/>
                <a:cs typeface="Times New Roman" panose="02020603050405020304" pitchFamily="18" charset="0"/>
              </a:rPr>
              <a:t>CustomerName</a:t>
            </a:r>
            <a:r>
              <a:rPr lang="en-US" sz="2400" dirty="0">
                <a:latin typeface="Times New Roman" panose="02020603050405020304" pitchFamily="18" charset="0"/>
                <a:cs typeface="Times New Roman" panose="02020603050405020304" pitchFamily="18" charset="0"/>
              </a:rPr>
              <a:t>="Amazon" is selected</a:t>
            </a:r>
            <a:endParaRPr lang="en-IN" sz="2400" dirty="0">
              <a:latin typeface="Times New Roman" panose="02020603050405020304" pitchFamily="18" charset="0"/>
              <a:cs typeface="Times New Roman" panose="02020603050405020304" pitchFamily="18" charset="0"/>
            </a:endParaRPr>
          </a:p>
        </p:txBody>
      </p:sp>
      <p:pic>
        <p:nvPicPr>
          <p:cNvPr id="8194" name="Picture 2" descr="https://cdn.guru99.com/images/1/091318_0803_RelationalD6.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3391694"/>
            <a:ext cx="100584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349184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Best Practices for creating a Relational Model</a:t>
            </a:r>
            <a:br>
              <a:rPr lang="en-US" b="1" dirty="0"/>
            </a:br>
            <a:endParaRPr lang="en-IN" dirty="0"/>
          </a:p>
        </p:txBody>
      </p:sp>
      <p:sp>
        <p:nvSpPr>
          <p:cNvPr id="3" name="Content Placeholder 2"/>
          <p:cNvSpPr>
            <a:spLocks noGrp="1"/>
          </p:cNvSpPr>
          <p:nvPr>
            <p:ph idx="1"/>
          </p:nvPr>
        </p:nvSpPr>
        <p:spPr>
          <a:xfrm>
            <a:off x="838200" y="1323703"/>
            <a:ext cx="10515600" cy="4853260"/>
          </a:xfrm>
        </p:spPr>
        <p:txBody>
          <a:bodyPr/>
          <a:lstStyle/>
          <a:p>
            <a:r>
              <a:rPr lang="en-US" dirty="0"/>
              <a:t>Data need to be represented as a collection of relations</a:t>
            </a:r>
          </a:p>
          <a:p>
            <a:r>
              <a:rPr lang="en-US" dirty="0"/>
              <a:t>Each relation should be depicted clearly in the table</a:t>
            </a:r>
          </a:p>
          <a:p>
            <a:r>
              <a:rPr lang="en-US" dirty="0"/>
              <a:t>Rows should contain data about instances of an entity</a:t>
            </a:r>
          </a:p>
          <a:p>
            <a:r>
              <a:rPr lang="en-US" dirty="0"/>
              <a:t>Columns must contain data about attributes of the entity</a:t>
            </a:r>
          </a:p>
          <a:p>
            <a:r>
              <a:rPr lang="en-US" dirty="0"/>
              <a:t>Cells of the table should hold a single value</a:t>
            </a:r>
          </a:p>
          <a:p>
            <a:r>
              <a:rPr lang="en-US" dirty="0"/>
              <a:t>Each column should be given a unique name</a:t>
            </a:r>
          </a:p>
          <a:p>
            <a:r>
              <a:rPr lang="en-US" dirty="0"/>
              <a:t>No two rows can be identical</a:t>
            </a:r>
          </a:p>
          <a:p>
            <a:r>
              <a:rPr lang="en-US" dirty="0"/>
              <a:t>The values of an attribute should be from the same domain</a:t>
            </a:r>
          </a:p>
          <a:p>
            <a:endParaRPr lang="en-IN" dirty="0"/>
          </a:p>
        </p:txBody>
      </p:sp>
    </p:spTree>
    <p:extLst>
      <p:ext uri="{BB962C8B-B14F-4D97-AF65-F5344CB8AC3E}">
        <p14:creationId xmlns:p14="http://schemas.microsoft.com/office/powerpoint/2010/main" val="29471023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using Relational Model</a:t>
            </a:r>
            <a:br>
              <a:rPr lang="en-US" b="1" dirty="0"/>
            </a:br>
            <a:endParaRPr lang="en-IN" dirty="0"/>
          </a:p>
        </p:txBody>
      </p:sp>
      <p:sp>
        <p:nvSpPr>
          <p:cNvPr id="3" name="Content Placeholder 2"/>
          <p:cNvSpPr>
            <a:spLocks noGrp="1"/>
          </p:cNvSpPr>
          <p:nvPr>
            <p:ph idx="1"/>
          </p:nvPr>
        </p:nvSpPr>
        <p:spPr/>
        <p:txBody>
          <a:bodyPr>
            <a:normAutofit fontScale="92500" lnSpcReduction="20000"/>
          </a:bodyPr>
          <a:lstStyle/>
          <a:p>
            <a:r>
              <a:rPr lang="en-US" b="1" dirty="0"/>
              <a:t>Simplicity</a:t>
            </a:r>
            <a:r>
              <a:rPr lang="en-US" dirty="0"/>
              <a:t>: A Relational data model in DBMS is simpler than the hierarchical and network model.</a:t>
            </a:r>
          </a:p>
          <a:p>
            <a:r>
              <a:rPr lang="en-US" b="1" dirty="0"/>
              <a:t>Structural Independence</a:t>
            </a:r>
            <a:r>
              <a:rPr lang="en-US" dirty="0"/>
              <a:t>: The relational database is only concerned with data and not with a structure. This can improve the performance of the model.</a:t>
            </a:r>
          </a:p>
          <a:p>
            <a:r>
              <a:rPr lang="en-US" b="1" dirty="0"/>
              <a:t>Easy to use</a:t>
            </a:r>
            <a:r>
              <a:rPr lang="en-US" dirty="0"/>
              <a:t>: The Relational model in DBMS is easy as tables consisting of rows and columns are quite natural and simple to understand</a:t>
            </a:r>
          </a:p>
          <a:p>
            <a:r>
              <a:rPr lang="en-US" b="1" dirty="0"/>
              <a:t>Query capability</a:t>
            </a:r>
            <a:r>
              <a:rPr lang="en-US" dirty="0"/>
              <a:t>: It makes possible for a high-level query language like </a:t>
            </a:r>
            <a:r>
              <a:rPr lang="en-US" dirty="0">
                <a:hlinkClick r:id="rId2"/>
              </a:rPr>
              <a:t>SQL</a:t>
            </a:r>
            <a:r>
              <a:rPr lang="en-US" dirty="0"/>
              <a:t> to avoid complex database navigation.</a:t>
            </a:r>
          </a:p>
          <a:p>
            <a:r>
              <a:rPr lang="en-US" b="1" dirty="0"/>
              <a:t>Data independence</a:t>
            </a:r>
            <a:r>
              <a:rPr lang="en-US" dirty="0"/>
              <a:t>: The Structure of Relational database can be changed without having to change any application.</a:t>
            </a:r>
          </a:p>
          <a:p>
            <a:r>
              <a:rPr lang="en-US" b="1" dirty="0"/>
              <a:t>Scalable</a:t>
            </a:r>
            <a:r>
              <a:rPr lang="en-US" dirty="0"/>
              <a:t>: Regarding a number of records, or rows, and the number of fields, a database should be enlarged to enhance its usability.</a:t>
            </a:r>
          </a:p>
          <a:p>
            <a:endParaRPr lang="en-IN" dirty="0"/>
          </a:p>
        </p:txBody>
      </p:sp>
    </p:spTree>
    <p:extLst>
      <p:ext uri="{BB962C8B-B14F-4D97-AF65-F5344CB8AC3E}">
        <p14:creationId xmlns:p14="http://schemas.microsoft.com/office/powerpoint/2010/main" val="36263522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Disadvantages of using Relational Model</a:t>
            </a:r>
            <a:br>
              <a:rPr lang="en-US" b="1" dirty="0"/>
            </a:br>
            <a:endParaRPr lang="en-IN" dirty="0"/>
          </a:p>
        </p:txBody>
      </p:sp>
      <p:sp>
        <p:nvSpPr>
          <p:cNvPr id="3" name="Content Placeholder 2"/>
          <p:cNvSpPr>
            <a:spLocks noGrp="1"/>
          </p:cNvSpPr>
          <p:nvPr>
            <p:ph idx="1"/>
          </p:nvPr>
        </p:nvSpPr>
        <p:spPr/>
        <p:txBody>
          <a:bodyPr/>
          <a:lstStyle/>
          <a:p>
            <a:r>
              <a:rPr lang="en-US" dirty="0"/>
              <a:t>Few relational databases have limits on field lengths which can't be exceeded.</a:t>
            </a:r>
          </a:p>
          <a:p>
            <a:r>
              <a:rPr lang="en-US" dirty="0"/>
              <a:t>Relational databases can sometimes become complex as the amount of data grows, and the relations between pieces of data become more complicated.</a:t>
            </a:r>
          </a:p>
          <a:p>
            <a:r>
              <a:rPr lang="en-US" dirty="0"/>
              <a:t>Complex relational database systems may lead to isolated databases where the information cannot be shared from one system to another.</a:t>
            </a:r>
          </a:p>
          <a:p>
            <a:endParaRPr lang="en-IN" dirty="0"/>
          </a:p>
        </p:txBody>
      </p:sp>
    </p:spTree>
    <p:extLst>
      <p:ext uri="{BB962C8B-B14F-4D97-AF65-F5344CB8AC3E}">
        <p14:creationId xmlns:p14="http://schemas.microsoft.com/office/powerpoint/2010/main" val="35541908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ANOMALIES</a:t>
            </a:r>
            <a:endParaRPr lang="en-IN" dirty="0"/>
          </a:p>
        </p:txBody>
      </p:sp>
      <p:sp>
        <p:nvSpPr>
          <p:cNvPr id="3" name="Content Placeholder 2"/>
          <p:cNvSpPr>
            <a:spLocks noGrp="1"/>
          </p:cNvSpPr>
          <p:nvPr>
            <p:ph idx="1"/>
          </p:nvPr>
        </p:nvSpPr>
        <p:spPr/>
        <p:txBody>
          <a:bodyPr/>
          <a:lstStyle/>
          <a:p>
            <a:r>
              <a:rPr lang="en-US" dirty="0"/>
              <a:t>An anomaly is an irregularity, or something which deviates from the expected or normal state. When designing databases, we identify three types of anomalies: Insert, Update and Delete. </a:t>
            </a:r>
            <a:endParaRPr lang="en-IN" dirty="0"/>
          </a:p>
        </p:txBody>
      </p:sp>
    </p:spTree>
    <p:extLst>
      <p:ext uri="{BB962C8B-B14F-4D97-AF65-F5344CB8AC3E}">
        <p14:creationId xmlns:p14="http://schemas.microsoft.com/office/powerpoint/2010/main" val="24263466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687240" y="0"/>
              <a:ext cx="11354040" cy="6720480"/>
            </p14:xfrm>
          </p:contentPart>
        </mc:Choice>
        <mc:Fallback xmlns="">
          <p:pic>
            <p:nvPicPr>
              <p:cNvPr id="4" name="Ink 3"/>
              <p:cNvPicPr/>
              <p:nvPr/>
            </p:nvPicPr>
            <p:blipFill>
              <a:blip r:embed="rId3"/>
              <a:stretch>
                <a:fillRect/>
              </a:stretch>
            </p:blipFill>
            <p:spPr>
              <a:xfrm>
                <a:off x="680400" y="-7920"/>
                <a:ext cx="11368080" cy="6735600"/>
              </a:xfrm>
              <a:prstGeom prst="rect">
                <a:avLst/>
              </a:prstGeom>
            </p:spPr>
          </p:pic>
        </mc:Fallback>
      </mc:AlternateContent>
    </p:spTree>
    <p:extLst>
      <p:ext uri="{BB962C8B-B14F-4D97-AF65-F5344CB8AC3E}">
        <p14:creationId xmlns:p14="http://schemas.microsoft.com/office/powerpoint/2010/main" val="38637663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136160" y="127800"/>
              <a:ext cx="10835640" cy="6106680"/>
            </p14:xfrm>
          </p:contentPart>
        </mc:Choice>
        <mc:Fallback xmlns="">
          <p:pic>
            <p:nvPicPr>
              <p:cNvPr id="4" name="Ink 3"/>
              <p:cNvPicPr/>
              <p:nvPr/>
            </p:nvPicPr>
            <p:blipFill>
              <a:blip r:embed="rId3"/>
              <a:stretch>
                <a:fillRect/>
              </a:stretch>
            </p:blipFill>
            <p:spPr>
              <a:xfrm>
                <a:off x="1125720" y="119520"/>
                <a:ext cx="10850760" cy="6126840"/>
              </a:xfrm>
              <a:prstGeom prst="rect">
                <a:avLst/>
              </a:prstGeom>
            </p:spPr>
          </p:pic>
        </mc:Fallback>
      </mc:AlternateContent>
    </p:spTree>
    <p:extLst>
      <p:ext uri="{BB962C8B-B14F-4D97-AF65-F5344CB8AC3E}">
        <p14:creationId xmlns:p14="http://schemas.microsoft.com/office/powerpoint/2010/main" val="41938243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Insertion Anomaly in Referencing Relation:</a:t>
            </a:r>
            <a:endParaRPr lang="en-IN" dirty="0"/>
          </a:p>
        </p:txBody>
      </p:sp>
      <p:sp>
        <p:nvSpPr>
          <p:cNvPr id="3" name="Content Placeholder 2"/>
          <p:cNvSpPr>
            <a:spLocks noGrp="1"/>
          </p:cNvSpPr>
          <p:nvPr>
            <p:ph idx="1"/>
          </p:nvPr>
        </p:nvSpPr>
        <p:spPr/>
        <p:txBody>
          <a:bodyPr/>
          <a:lstStyle/>
          <a:p>
            <a:r>
              <a:rPr lang="en-US" dirty="0"/>
              <a:t>We can’t insert a row in REFERENCING RELATION if referencing attribute’s value is not present in referenced attribute value. e.g.; Insertion of a student with BRANCH_CODE ‘ME’ in STUDENT relation will result in error because ‘ME’ is not present in BRANCH_CODE of BRANCH. </a:t>
            </a:r>
            <a:endParaRPr lang="en-IN" dirty="0"/>
          </a:p>
        </p:txBody>
      </p:sp>
    </p:spTree>
    <p:extLst>
      <p:ext uri="{BB962C8B-B14F-4D97-AF65-F5344CB8AC3E}">
        <p14:creationId xmlns:p14="http://schemas.microsoft.com/office/powerpoint/2010/main" val="42768966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Deletion/ </a:t>
            </a:r>
            <a:r>
              <a:rPr lang="en-US" b="1" dirty="0" err="1"/>
              <a:t>Updation</a:t>
            </a:r>
            <a:r>
              <a:rPr lang="en-US" b="1" dirty="0"/>
              <a:t> Anomaly in Referenced Relation:</a:t>
            </a:r>
            <a:r>
              <a:rPr lang="en-US" dirty="0"/>
              <a:t> </a:t>
            </a:r>
            <a:endParaRPr lang="en-IN" dirty="0"/>
          </a:p>
        </p:txBody>
      </p:sp>
      <p:sp>
        <p:nvSpPr>
          <p:cNvPr id="3" name="Content Placeholder 2"/>
          <p:cNvSpPr>
            <a:spLocks noGrp="1"/>
          </p:cNvSpPr>
          <p:nvPr>
            <p:ph idx="1"/>
          </p:nvPr>
        </p:nvSpPr>
        <p:spPr/>
        <p:txBody>
          <a:bodyPr/>
          <a:lstStyle/>
          <a:p>
            <a:r>
              <a:rPr lang="en-US" dirty="0"/>
              <a:t>We can’t delete or update a row from REFERENCED RELATION if value of REFERENCED ATTRIBUTE is used in value of REFERENCING ATTRIBUTE. </a:t>
            </a:r>
            <a:r>
              <a:rPr lang="en-US" dirty="0" err="1"/>
              <a:t>e.g</a:t>
            </a:r>
            <a:r>
              <a:rPr lang="en-US" dirty="0"/>
              <a:t>; if we try to delete tuple from BRANCH having BRANCH_CODE ‘CS’, it will result in error because ‘CS’ is referenced by BRANCH_CODE of STUDENT, but if we try to delete the row from BRANCH with BRANCH_CODE CV, it will be deleted as the value is not been used by referencing relation.</a:t>
            </a:r>
            <a:endParaRPr lang="en-IN" dirty="0"/>
          </a:p>
        </p:txBody>
      </p:sp>
    </p:spTree>
    <p:extLst>
      <p:ext uri="{BB962C8B-B14F-4D97-AF65-F5344CB8AC3E}">
        <p14:creationId xmlns:p14="http://schemas.microsoft.com/office/powerpoint/2010/main" val="26308007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ON DELETE CASCADE</a:t>
            </a:r>
            <a:endParaRPr lang="en-IN" dirty="0"/>
          </a:p>
        </p:txBody>
      </p:sp>
      <p:sp>
        <p:nvSpPr>
          <p:cNvPr id="3" name="Content Placeholder 2"/>
          <p:cNvSpPr>
            <a:spLocks noGrp="1"/>
          </p:cNvSpPr>
          <p:nvPr>
            <p:ph idx="1"/>
          </p:nvPr>
        </p:nvSpPr>
        <p:spPr/>
        <p:txBody>
          <a:bodyPr/>
          <a:lstStyle/>
          <a:p>
            <a:r>
              <a:rPr lang="en-US" dirty="0"/>
              <a:t> It will delete the tuples from REFERENCING RELATION if  value used by REFERENCING ATTRIBUTE is deleted from REFERENCED RELATION. </a:t>
            </a:r>
            <a:r>
              <a:rPr lang="en-US" dirty="0" err="1"/>
              <a:t>e.g</a:t>
            </a:r>
            <a:r>
              <a:rPr lang="en-US" dirty="0"/>
              <a:t>;, if we delete a row from BRANCH with BRANCH_CODE ‘CS’, the rows in STUDENT relation with BRANCH_CODE CS (ROLL_NO 1 and 2 in this case) will be deleted. </a:t>
            </a:r>
            <a:endParaRPr lang="en-IN" dirty="0"/>
          </a:p>
        </p:txBody>
      </p:sp>
    </p:spTree>
    <p:extLst>
      <p:ext uri="{BB962C8B-B14F-4D97-AF65-F5344CB8AC3E}">
        <p14:creationId xmlns:p14="http://schemas.microsoft.com/office/powerpoint/2010/main" val="14850111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ON UPDATE CASCADE:</a:t>
            </a:r>
            <a:endParaRPr lang="en-IN" dirty="0"/>
          </a:p>
        </p:txBody>
      </p:sp>
      <p:sp>
        <p:nvSpPr>
          <p:cNvPr id="3" name="Content Placeholder 2"/>
          <p:cNvSpPr>
            <a:spLocks noGrp="1"/>
          </p:cNvSpPr>
          <p:nvPr>
            <p:ph idx="1"/>
          </p:nvPr>
        </p:nvSpPr>
        <p:spPr/>
        <p:txBody>
          <a:bodyPr/>
          <a:lstStyle/>
          <a:p>
            <a:r>
              <a:rPr lang="en-US" dirty="0"/>
              <a:t> It will update the REFERENCING ATTRIBUTE in REFERENCING RELATION if attribute value used by REFERENCING ATTRIBUTE is updated in REFERENCED RELATION. </a:t>
            </a:r>
            <a:r>
              <a:rPr lang="en-US" dirty="0" err="1"/>
              <a:t>e.g</a:t>
            </a:r>
            <a:r>
              <a:rPr lang="en-US" dirty="0"/>
              <a:t>;, if we update a row from BRANCH with BRANCH_CODE ‘CS’ to ‘CSE’, the rows in STUDENT relation with BRANCH_CODE CS (ROLL_NO 1 and 2 in this case) will be updated with BRANCH_CODE ‘CSE’. </a:t>
            </a:r>
            <a:endParaRPr lang="en-IN" dirty="0"/>
          </a:p>
        </p:txBody>
      </p:sp>
    </p:spTree>
    <p:extLst>
      <p:ext uri="{BB962C8B-B14F-4D97-AF65-F5344CB8AC3E}">
        <p14:creationId xmlns:p14="http://schemas.microsoft.com/office/powerpoint/2010/main" val="29112292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SUPER KEYS:</a:t>
            </a:r>
            <a:r>
              <a:rPr lang="en-IN" dirty="0"/>
              <a:t> </a:t>
            </a:r>
          </a:p>
        </p:txBody>
      </p:sp>
      <p:sp>
        <p:nvSpPr>
          <p:cNvPr id="3" name="Content Placeholder 2"/>
          <p:cNvSpPr>
            <a:spLocks noGrp="1"/>
          </p:cNvSpPr>
          <p:nvPr>
            <p:ph idx="1"/>
          </p:nvPr>
        </p:nvSpPr>
        <p:spPr/>
        <p:txBody>
          <a:bodyPr/>
          <a:lstStyle/>
          <a:p>
            <a:r>
              <a:rPr lang="en-US" dirty="0"/>
              <a:t>Any set of attributes that allows us to identify unique rows (tuples) in a given relation are known as super keys. Out of these super keys we can always choose a proper subset among these which can be used as a primary key. Such keys are known as Candidate keys. If there is a combination of two or more attributes which is being used as the primary key then we call it as a Composite key. </a:t>
            </a:r>
            <a:r>
              <a:rPr lang="en-US" dirty="0" smtClean="0"/>
              <a:t> </a:t>
            </a:r>
            <a:endParaRPr lang="en-IN" dirty="0"/>
          </a:p>
        </p:txBody>
      </p:sp>
    </p:spTree>
    <p:extLst>
      <p:ext uri="{BB962C8B-B14F-4D97-AF65-F5344CB8AC3E}">
        <p14:creationId xmlns:p14="http://schemas.microsoft.com/office/powerpoint/2010/main" val="195231758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Relational Algebra</a:t>
            </a:r>
            <a:br>
              <a:rPr lang="en-IN" dirty="0"/>
            </a:br>
            <a:endParaRPr lang="en-IN" dirty="0"/>
          </a:p>
        </p:txBody>
      </p:sp>
      <p:sp>
        <p:nvSpPr>
          <p:cNvPr id="3" name="Content Placeholder 2"/>
          <p:cNvSpPr>
            <a:spLocks noGrp="1"/>
          </p:cNvSpPr>
          <p:nvPr>
            <p:ph idx="1"/>
          </p:nvPr>
        </p:nvSpPr>
        <p:spPr/>
        <p:txBody>
          <a:bodyPr/>
          <a:lstStyle/>
          <a:p>
            <a:r>
              <a:rPr lang="en-US" dirty="0"/>
              <a:t>Relational algebra is a </a:t>
            </a:r>
            <a:r>
              <a:rPr lang="en-US" b="1" dirty="0"/>
              <a:t>procedural</a:t>
            </a:r>
            <a:r>
              <a:rPr lang="en-US" dirty="0"/>
              <a:t> query language that works on relational model. The purpose of a query language is to retrieve data from database or perform various operations such as insert, update, delete on the data. When I say that relational algebra is a procedural query language, it means that it tells what data to be retrieved and how to be retrieved.</a:t>
            </a:r>
          </a:p>
          <a:p>
            <a:r>
              <a:rPr lang="en-US" dirty="0"/>
              <a:t>On the other hand relational calculus is a non-procedural query language, which means it tells what data to be retrieved but doesn’t tell how to retrieve it. We will discuss relational calculus in a separate tutorial.</a:t>
            </a:r>
          </a:p>
        </p:txBody>
      </p:sp>
    </p:spTree>
    <p:extLst>
      <p:ext uri="{BB962C8B-B14F-4D97-AF65-F5344CB8AC3E}">
        <p14:creationId xmlns:p14="http://schemas.microsoft.com/office/powerpoint/2010/main" val="28999720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Relational operation</a:t>
            </a:r>
            <a:br>
              <a:rPr lang="en-IN" dirty="0"/>
            </a:br>
            <a:endParaRPr lang="en-IN" dirty="0"/>
          </a:p>
        </p:txBody>
      </p:sp>
      <p:pic>
        <p:nvPicPr>
          <p:cNvPr id="1026" name="Picture 2" descr="DBMS Relational Algebr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88571" y="1872344"/>
            <a:ext cx="9309463" cy="3248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15179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operations in relational algebra</a:t>
            </a:r>
            <a:br>
              <a:rPr lang="en-US" b="1" dirty="0"/>
            </a:br>
            <a:r>
              <a:rPr lang="en-IN" dirty="0"/>
              <a:t/>
            </a:r>
            <a:br>
              <a:rPr lang="en-IN" dirty="0"/>
            </a:br>
            <a:endParaRPr lang="en-IN" dirty="0"/>
          </a:p>
        </p:txBody>
      </p:sp>
      <p:sp>
        <p:nvSpPr>
          <p:cNvPr id="4" name="Content Placeholder 3"/>
          <p:cNvSpPr>
            <a:spLocks noGrp="1"/>
          </p:cNvSpPr>
          <p:nvPr>
            <p:ph sz="half" idx="1"/>
          </p:nvPr>
        </p:nvSpPr>
        <p:spPr>
          <a:xfrm>
            <a:off x="838199" y="1825625"/>
            <a:ext cx="10665823" cy="4351338"/>
          </a:xfrm>
        </p:spPr>
        <p:txBody>
          <a:bodyPr>
            <a:normAutofit/>
          </a:bodyPr>
          <a:lstStyle/>
          <a:p>
            <a:r>
              <a:rPr lang="en-US" dirty="0"/>
              <a:t>We have divided these operations in two categories:</a:t>
            </a:r>
            <a:br>
              <a:rPr lang="en-US" dirty="0"/>
            </a:br>
            <a:r>
              <a:rPr lang="en-US" dirty="0"/>
              <a:t>1. Basic Operations</a:t>
            </a:r>
            <a:br>
              <a:rPr lang="en-US" dirty="0"/>
            </a:br>
            <a:r>
              <a:rPr lang="en-US" dirty="0"/>
              <a:t>2. Derived Operations</a:t>
            </a:r>
            <a:endParaRPr lang="en-IN" dirty="0"/>
          </a:p>
        </p:txBody>
      </p:sp>
    </p:spTree>
    <p:extLst>
      <p:ext uri="{BB962C8B-B14F-4D97-AF65-F5344CB8AC3E}">
        <p14:creationId xmlns:p14="http://schemas.microsoft.com/office/powerpoint/2010/main" val="69306188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Basic/Fundamental Operations:</a:t>
            </a:r>
            <a:br>
              <a:rPr lang="en-IN" b="1" dirty="0"/>
            </a:br>
            <a:endParaRPr lang="en-IN" dirty="0"/>
          </a:p>
        </p:txBody>
      </p:sp>
      <p:sp>
        <p:nvSpPr>
          <p:cNvPr id="5" name="Content Placeholder 4"/>
          <p:cNvSpPr>
            <a:spLocks noGrp="1"/>
          </p:cNvSpPr>
          <p:nvPr>
            <p:ph idx="1"/>
          </p:nvPr>
        </p:nvSpPr>
        <p:spPr/>
        <p:txBody>
          <a:bodyPr/>
          <a:lstStyle/>
          <a:p>
            <a:r>
              <a:rPr lang="en-US" dirty="0"/>
              <a:t>1. Select (σ)</a:t>
            </a:r>
            <a:br>
              <a:rPr lang="en-US" dirty="0"/>
            </a:br>
            <a:r>
              <a:rPr lang="en-US" dirty="0"/>
              <a:t>2. Project (∏)</a:t>
            </a:r>
            <a:br>
              <a:rPr lang="en-US" dirty="0"/>
            </a:br>
            <a:r>
              <a:rPr lang="en-US" dirty="0"/>
              <a:t>3. Union (∪)</a:t>
            </a:r>
            <a:br>
              <a:rPr lang="en-US" dirty="0"/>
            </a:br>
            <a:r>
              <a:rPr lang="en-US" dirty="0"/>
              <a:t>4. Set Difference (-)</a:t>
            </a:r>
            <a:br>
              <a:rPr lang="en-US" dirty="0"/>
            </a:br>
            <a:r>
              <a:rPr lang="en-US" dirty="0"/>
              <a:t>5. Cartesian product (X)</a:t>
            </a:r>
            <a:br>
              <a:rPr lang="en-US" dirty="0"/>
            </a:br>
            <a:r>
              <a:rPr lang="en-US" dirty="0"/>
              <a:t>6. Rename (ρ)</a:t>
            </a:r>
            <a:endParaRPr lang="en-IN" dirty="0"/>
          </a:p>
        </p:txBody>
      </p:sp>
    </p:spTree>
    <p:extLst>
      <p:ext uri="{BB962C8B-B14F-4D97-AF65-F5344CB8AC3E}">
        <p14:creationId xmlns:p14="http://schemas.microsoft.com/office/powerpoint/2010/main" val="19688059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Derived Operations:</a:t>
            </a:r>
            <a:br>
              <a:rPr lang="en-IN" b="1" dirty="0"/>
            </a:br>
            <a:endParaRPr lang="en-IN" dirty="0"/>
          </a:p>
        </p:txBody>
      </p:sp>
      <p:sp>
        <p:nvSpPr>
          <p:cNvPr id="3" name="Content Placeholder 2"/>
          <p:cNvSpPr>
            <a:spLocks noGrp="1"/>
          </p:cNvSpPr>
          <p:nvPr>
            <p:ph idx="1"/>
          </p:nvPr>
        </p:nvSpPr>
        <p:spPr/>
        <p:txBody>
          <a:bodyPr/>
          <a:lstStyle/>
          <a:p>
            <a:r>
              <a:rPr lang="en-US" dirty="0"/>
              <a:t>1. Natural Join (⋈)</a:t>
            </a:r>
            <a:br>
              <a:rPr lang="en-US" dirty="0"/>
            </a:br>
            <a:r>
              <a:rPr lang="en-US" dirty="0"/>
              <a:t>2. Left, Right, Full outer join (⟕, ⟖, ⟗)</a:t>
            </a:r>
            <a:br>
              <a:rPr lang="en-US" dirty="0"/>
            </a:br>
            <a:r>
              <a:rPr lang="en-US" dirty="0"/>
              <a:t>3. Intersection (∩)</a:t>
            </a:r>
            <a:br>
              <a:rPr lang="en-US" dirty="0"/>
            </a:br>
            <a:r>
              <a:rPr lang="en-US" dirty="0"/>
              <a:t>4. Division (÷)</a:t>
            </a:r>
            <a:endParaRPr lang="en-IN" dirty="0"/>
          </a:p>
        </p:txBody>
      </p:sp>
    </p:spTree>
    <p:extLst>
      <p:ext uri="{BB962C8B-B14F-4D97-AF65-F5344CB8AC3E}">
        <p14:creationId xmlns:p14="http://schemas.microsoft.com/office/powerpoint/2010/main" val="211802597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Select Operator (</a:t>
            </a:r>
            <a:r>
              <a:rPr lang="el-GR" b="1" dirty="0"/>
              <a:t>σ)</a:t>
            </a:r>
            <a:br>
              <a:rPr lang="el-GR" b="1" dirty="0"/>
            </a:br>
            <a:endParaRPr lang="en-IN" dirty="0"/>
          </a:p>
        </p:txBody>
      </p:sp>
      <p:sp>
        <p:nvSpPr>
          <p:cNvPr id="3" name="Content Placeholder 2"/>
          <p:cNvSpPr>
            <a:spLocks noGrp="1"/>
          </p:cNvSpPr>
          <p:nvPr>
            <p:ph idx="1"/>
          </p:nvPr>
        </p:nvSpPr>
        <p:spPr/>
        <p:txBody>
          <a:bodyPr>
            <a:normAutofit/>
          </a:bodyPr>
          <a:lstStyle/>
          <a:p>
            <a:r>
              <a:rPr lang="en-US" dirty="0" smtClean="0"/>
              <a:t>The </a:t>
            </a:r>
            <a:r>
              <a:rPr lang="en-US" dirty="0"/>
              <a:t>select operation selects tuples that satisfy a given predicate.</a:t>
            </a:r>
          </a:p>
          <a:p>
            <a:r>
              <a:rPr lang="en-US" dirty="0"/>
              <a:t>It is denoted by sigma (σ).</a:t>
            </a:r>
          </a:p>
          <a:p>
            <a:r>
              <a:rPr lang="en-US" dirty="0"/>
              <a:t>Notation:  σ p(r)  </a:t>
            </a:r>
          </a:p>
          <a:p>
            <a:r>
              <a:rPr lang="en-US" b="1" dirty="0"/>
              <a:t>Where:</a:t>
            </a:r>
            <a:endParaRPr lang="en-US" dirty="0"/>
          </a:p>
          <a:p>
            <a:r>
              <a:rPr lang="en-US" b="1" dirty="0"/>
              <a:t>σ</a:t>
            </a:r>
            <a:r>
              <a:rPr lang="en-US" dirty="0"/>
              <a:t> is used for selection prediction</a:t>
            </a:r>
            <a:br>
              <a:rPr lang="en-US" dirty="0"/>
            </a:br>
            <a:r>
              <a:rPr lang="en-US" b="1" dirty="0"/>
              <a:t>r</a:t>
            </a:r>
            <a:r>
              <a:rPr lang="en-US" dirty="0"/>
              <a:t> is used for relation</a:t>
            </a:r>
            <a:br>
              <a:rPr lang="en-US" dirty="0"/>
            </a:br>
            <a:r>
              <a:rPr lang="en-US" b="1" dirty="0"/>
              <a:t>p</a:t>
            </a:r>
            <a:r>
              <a:rPr lang="en-US" dirty="0"/>
              <a:t> is used as a propositional logic formula which may use connectors like: AND OR and NOT. These relational can use as relational operators like =, ≠, ≥, &lt;, &gt;, ≤.</a:t>
            </a:r>
          </a:p>
          <a:p>
            <a:endParaRPr lang="en-IN" dirty="0"/>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1734840" y="2698200"/>
              <a:ext cx="6238080" cy="3314880"/>
            </p14:xfrm>
          </p:contentPart>
        </mc:Choice>
        <mc:Fallback xmlns="">
          <p:pic>
            <p:nvPicPr>
              <p:cNvPr id="5" name="Ink 4"/>
              <p:cNvPicPr/>
              <p:nvPr/>
            </p:nvPicPr>
            <p:blipFill>
              <a:blip r:embed="rId3"/>
              <a:stretch>
                <a:fillRect/>
              </a:stretch>
            </p:blipFill>
            <p:spPr>
              <a:xfrm>
                <a:off x="1728360" y="2690640"/>
                <a:ext cx="6255720" cy="3330000"/>
              </a:xfrm>
              <a:prstGeom prst="rect">
                <a:avLst/>
              </a:prstGeom>
            </p:spPr>
          </p:pic>
        </mc:Fallback>
      </mc:AlternateContent>
    </p:spTree>
    <p:extLst>
      <p:ext uri="{BB962C8B-B14F-4D97-AF65-F5344CB8AC3E}">
        <p14:creationId xmlns:p14="http://schemas.microsoft.com/office/powerpoint/2010/main" val="256708713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For example: LOAN Relation</a:t>
            </a:r>
            <a:endParaRPr lang="en-IN" dirty="0"/>
          </a:p>
        </p:txBody>
      </p:sp>
      <p:graphicFrame>
        <p:nvGraphicFramePr>
          <p:cNvPr id="4" name="Content Placeholder 3"/>
          <p:cNvGraphicFramePr>
            <a:graphicFrameLocks noGrp="1"/>
          </p:cNvGraphicFramePr>
          <p:nvPr>
            <p:ph sz="half" idx="1"/>
            <p:extLst>
              <p:ext uri="{D42A27DB-BD31-4B8C-83A1-F6EECF244321}">
                <p14:modId xmlns:p14="http://schemas.microsoft.com/office/powerpoint/2010/main" val="1564938213"/>
              </p:ext>
            </p:extLst>
          </p:nvPr>
        </p:nvGraphicFramePr>
        <p:xfrm>
          <a:off x="838200" y="1825627"/>
          <a:ext cx="5181600" cy="4122326"/>
        </p:xfrm>
        <a:graphic>
          <a:graphicData uri="http://schemas.openxmlformats.org/drawingml/2006/table">
            <a:tbl>
              <a:tblPr/>
              <a:tblGrid>
                <a:gridCol w="1727200">
                  <a:extLst>
                    <a:ext uri="{9D8B030D-6E8A-4147-A177-3AD203B41FA5}">
                      <a16:colId xmlns:a16="http://schemas.microsoft.com/office/drawing/2014/main" val="2226054639"/>
                    </a:ext>
                  </a:extLst>
                </a:gridCol>
                <a:gridCol w="1727200">
                  <a:extLst>
                    <a:ext uri="{9D8B030D-6E8A-4147-A177-3AD203B41FA5}">
                      <a16:colId xmlns:a16="http://schemas.microsoft.com/office/drawing/2014/main" val="3649897611"/>
                    </a:ext>
                  </a:extLst>
                </a:gridCol>
                <a:gridCol w="1727200">
                  <a:extLst>
                    <a:ext uri="{9D8B030D-6E8A-4147-A177-3AD203B41FA5}">
                      <a16:colId xmlns:a16="http://schemas.microsoft.com/office/drawing/2014/main" val="1711886201"/>
                    </a:ext>
                  </a:extLst>
                </a:gridCol>
              </a:tblGrid>
              <a:tr h="860312">
                <a:tc>
                  <a:txBody>
                    <a:bodyPr/>
                    <a:lstStyle/>
                    <a:p>
                      <a:pPr algn="l" fontAlgn="t"/>
                      <a:r>
                        <a:rPr lang="en-IN">
                          <a:solidFill>
                            <a:srgbClr val="000000"/>
                          </a:solidFill>
                          <a:effectLst/>
                          <a:latin typeface="times new roman" panose="02020603050405020304" pitchFamily="18" charset="0"/>
                        </a:rPr>
                        <a:t>BRANCH_NAME</a:t>
                      </a:r>
                    </a:p>
                  </a:txBody>
                  <a:tcPr marL="73260" marR="73260" marT="91440" marB="91440">
                    <a:lnL w="7620" cap="flat" cmpd="sng" algn="ctr">
                      <a:solidFill>
                        <a:srgbClr val="F0B3DF"/>
                      </a:solidFill>
                      <a:prstDash val="solid"/>
                      <a:round/>
                      <a:headEnd type="none" w="med" len="med"/>
                      <a:tailEnd type="none" w="med" len="med"/>
                    </a:lnL>
                    <a:lnR w="7620" cap="flat" cmpd="sng" algn="ctr">
                      <a:solidFill>
                        <a:srgbClr val="F0B3DF"/>
                      </a:solidFill>
                      <a:prstDash val="solid"/>
                      <a:round/>
                      <a:headEnd type="none" w="med" len="med"/>
                      <a:tailEnd type="none" w="med" len="med"/>
                    </a:lnR>
                    <a:lnT w="7620" cap="flat" cmpd="sng" algn="ctr">
                      <a:solidFill>
                        <a:srgbClr val="F0B3DF"/>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LOAN_NO</a:t>
                      </a:r>
                    </a:p>
                  </a:txBody>
                  <a:tcPr marL="73260" marR="73260" marT="91440" marB="91440">
                    <a:lnL w="7620" cap="flat" cmpd="sng" algn="ctr">
                      <a:solidFill>
                        <a:srgbClr val="F0B3DF"/>
                      </a:solidFill>
                      <a:prstDash val="solid"/>
                      <a:round/>
                      <a:headEnd type="none" w="med" len="med"/>
                      <a:tailEnd type="none" w="med" len="med"/>
                    </a:lnL>
                    <a:lnR w="7620" cap="flat" cmpd="sng" algn="ctr">
                      <a:solidFill>
                        <a:srgbClr val="F0B3DF"/>
                      </a:solidFill>
                      <a:prstDash val="solid"/>
                      <a:round/>
                      <a:headEnd type="none" w="med" len="med"/>
                      <a:tailEnd type="none" w="med" len="med"/>
                    </a:lnR>
                    <a:lnT w="7620" cap="flat" cmpd="sng" algn="ctr">
                      <a:solidFill>
                        <a:srgbClr val="F0B3DF"/>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AMOUNT</a:t>
                      </a:r>
                    </a:p>
                  </a:txBody>
                  <a:tcPr marL="73260" marR="73260" marT="91440" marB="91440">
                    <a:lnL w="7620" cap="flat" cmpd="sng" algn="ctr">
                      <a:solidFill>
                        <a:srgbClr val="F0B3DF"/>
                      </a:solidFill>
                      <a:prstDash val="solid"/>
                      <a:round/>
                      <a:headEnd type="none" w="med" len="med"/>
                      <a:tailEnd type="none" w="med" len="med"/>
                    </a:lnL>
                    <a:lnR w="7620" cap="flat" cmpd="sng" algn="ctr">
                      <a:solidFill>
                        <a:srgbClr val="F0B3DF"/>
                      </a:solidFill>
                      <a:prstDash val="solid"/>
                      <a:round/>
                      <a:headEnd type="none" w="med" len="med"/>
                      <a:tailEnd type="none" w="med" len="med"/>
                    </a:lnR>
                    <a:lnT w="7620" cap="flat" cmpd="sng" algn="ctr">
                      <a:solidFill>
                        <a:srgbClr val="F0B3DF"/>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841704217"/>
                  </a:ext>
                </a:extLst>
              </a:tr>
              <a:tr h="466002">
                <a:tc>
                  <a:txBody>
                    <a:bodyPr/>
                    <a:lstStyle/>
                    <a:p>
                      <a:pPr algn="just" fontAlgn="t"/>
                      <a:r>
                        <a:rPr lang="en-IN">
                          <a:solidFill>
                            <a:srgbClr val="333333"/>
                          </a:solidFill>
                          <a:effectLst/>
                          <a:latin typeface="inter-regular"/>
                        </a:rPr>
                        <a:t>Downtown</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L-17</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1000</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040617657"/>
                  </a:ext>
                </a:extLst>
              </a:tr>
              <a:tr h="466002">
                <a:tc>
                  <a:txBody>
                    <a:bodyPr/>
                    <a:lstStyle/>
                    <a:p>
                      <a:pPr algn="just" fontAlgn="t"/>
                      <a:r>
                        <a:rPr lang="en-IN">
                          <a:solidFill>
                            <a:srgbClr val="333333"/>
                          </a:solidFill>
                          <a:effectLst/>
                          <a:latin typeface="inter-regular"/>
                        </a:rPr>
                        <a:t>Redwood</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L-23</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2000</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888638499"/>
                  </a:ext>
                </a:extLst>
              </a:tr>
              <a:tr h="466002">
                <a:tc>
                  <a:txBody>
                    <a:bodyPr/>
                    <a:lstStyle/>
                    <a:p>
                      <a:pPr algn="just" fontAlgn="t"/>
                      <a:r>
                        <a:rPr lang="en-IN">
                          <a:solidFill>
                            <a:srgbClr val="333333"/>
                          </a:solidFill>
                          <a:effectLst/>
                          <a:latin typeface="inter-regular"/>
                        </a:rPr>
                        <a:t>Perryride</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L-15</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1500</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160777761"/>
                  </a:ext>
                </a:extLst>
              </a:tr>
              <a:tr h="466002">
                <a:tc>
                  <a:txBody>
                    <a:bodyPr/>
                    <a:lstStyle/>
                    <a:p>
                      <a:pPr algn="just" fontAlgn="t"/>
                      <a:r>
                        <a:rPr lang="en-IN">
                          <a:solidFill>
                            <a:srgbClr val="333333"/>
                          </a:solidFill>
                          <a:effectLst/>
                          <a:latin typeface="inter-regular"/>
                        </a:rPr>
                        <a:t>Downtown</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L-14</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1500</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461245476"/>
                  </a:ext>
                </a:extLst>
              </a:tr>
              <a:tr h="466002">
                <a:tc>
                  <a:txBody>
                    <a:bodyPr/>
                    <a:lstStyle/>
                    <a:p>
                      <a:pPr algn="just" fontAlgn="t"/>
                      <a:r>
                        <a:rPr lang="en-IN">
                          <a:solidFill>
                            <a:srgbClr val="333333"/>
                          </a:solidFill>
                          <a:effectLst/>
                          <a:latin typeface="inter-regular"/>
                        </a:rPr>
                        <a:t>Mianus</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L-13</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500</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790050595"/>
                  </a:ext>
                </a:extLst>
              </a:tr>
              <a:tr h="466002">
                <a:tc>
                  <a:txBody>
                    <a:bodyPr/>
                    <a:lstStyle/>
                    <a:p>
                      <a:pPr algn="just" fontAlgn="t"/>
                      <a:r>
                        <a:rPr lang="en-IN">
                          <a:solidFill>
                            <a:srgbClr val="333333"/>
                          </a:solidFill>
                          <a:effectLst/>
                          <a:latin typeface="inter-regular"/>
                        </a:rPr>
                        <a:t>Roundhill</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L-11</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900</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891988502"/>
                  </a:ext>
                </a:extLst>
              </a:tr>
              <a:tr h="466002">
                <a:tc>
                  <a:txBody>
                    <a:bodyPr/>
                    <a:lstStyle/>
                    <a:p>
                      <a:pPr algn="just" fontAlgn="t"/>
                      <a:r>
                        <a:rPr lang="en-IN">
                          <a:solidFill>
                            <a:srgbClr val="333333"/>
                          </a:solidFill>
                          <a:effectLst/>
                          <a:latin typeface="inter-regular"/>
                        </a:rPr>
                        <a:t>Perryride</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L-16</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1300</a:t>
                      </a:r>
                    </a:p>
                  </a:txBody>
                  <a:tcPr marL="48840" marR="4884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61484507"/>
                  </a:ext>
                </a:extLst>
              </a:tr>
            </a:tbl>
          </a:graphicData>
        </a:graphic>
      </p:graphicFrame>
      <p:sp>
        <p:nvSpPr>
          <p:cNvPr id="5" name="Content Placeholder 4"/>
          <p:cNvSpPr>
            <a:spLocks noGrp="1"/>
          </p:cNvSpPr>
          <p:nvPr>
            <p:ph sz="half" idx="2"/>
          </p:nvPr>
        </p:nvSpPr>
        <p:spPr/>
        <p:txBody>
          <a:bodyPr/>
          <a:lstStyle/>
          <a:p>
            <a:r>
              <a:rPr lang="en-US" b="1" dirty="0"/>
              <a:t>Input:</a:t>
            </a:r>
            <a:endParaRPr lang="en-US" dirty="0"/>
          </a:p>
          <a:p>
            <a:pPr marL="0" indent="0">
              <a:buNone/>
            </a:pPr>
            <a:r>
              <a:rPr lang="en-US" sz="2400" dirty="0"/>
              <a:t>σ BRANCH_NAME="</a:t>
            </a:r>
            <a:r>
              <a:rPr lang="en-US" sz="2400" dirty="0" err="1"/>
              <a:t>perryride</a:t>
            </a:r>
            <a:r>
              <a:rPr lang="en-US" sz="2400" dirty="0"/>
              <a:t>" (LOAN)  </a:t>
            </a:r>
          </a:p>
          <a:p>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2166967190"/>
              </p:ext>
            </p:extLst>
          </p:nvPr>
        </p:nvGraphicFramePr>
        <p:xfrm>
          <a:off x="7010399" y="3324203"/>
          <a:ext cx="3886881" cy="1524000"/>
        </p:xfrm>
        <a:graphic>
          <a:graphicData uri="http://schemas.openxmlformats.org/drawingml/2006/table">
            <a:tbl>
              <a:tblPr/>
              <a:tblGrid>
                <a:gridCol w="1295627">
                  <a:extLst>
                    <a:ext uri="{9D8B030D-6E8A-4147-A177-3AD203B41FA5}">
                      <a16:colId xmlns:a16="http://schemas.microsoft.com/office/drawing/2014/main" val="1323016402"/>
                    </a:ext>
                  </a:extLst>
                </a:gridCol>
                <a:gridCol w="1295627">
                  <a:extLst>
                    <a:ext uri="{9D8B030D-6E8A-4147-A177-3AD203B41FA5}">
                      <a16:colId xmlns:a16="http://schemas.microsoft.com/office/drawing/2014/main" val="580842252"/>
                    </a:ext>
                  </a:extLst>
                </a:gridCol>
                <a:gridCol w="1295627">
                  <a:extLst>
                    <a:ext uri="{9D8B030D-6E8A-4147-A177-3AD203B41FA5}">
                      <a16:colId xmlns:a16="http://schemas.microsoft.com/office/drawing/2014/main" val="3704317571"/>
                    </a:ext>
                  </a:extLst>
                </a:gridCol>
              </a:tblGrid>
              <a:tr h="0">
                <a:tc>
                  <a:txBody>
                    <a:bodyPr/>
                    <a:lstStyle/>
                    <a:p>
                      <a:pPr algn="l" fontAlgn="t"/>
                      <a:r>
                        <a:rPr lang="en-IN">
                          <a:solidFill>
                            <a:srgbClr val="000000"/>
                          </a:solidFill>
                          <a:effectLst/>
                          <a:latin typeface="times new roman" panose="02020603050405020304" pitchFamily="18" charset="0"/>
                        </a:rPr>
                        <a:t>BRANCH_NAME</a:t>
                      </a:r>
                    </a:p>
                  </a:txBody>
                  <a:tcPr marT="91440" marB="91440">
                    <a:lnL w="7620" cap="flat" cmpd="sng" algn="ctr">
                      <a:solidFill>
                        <a:srgbClr val="C0DB36"/>
                      </a:solidFill>
                      <a:prstDash val="solid"/>
                      <a:round/>
                      <a:headEnd type="none" w="med" len="med"/>
                      <a:tailEnd type="none" w="med" len="med"/>
                    </a:lnL>
                    <a:lnR w="7620" cap="flat" cmpd="sng" algn="ctr">
                      <a:solidFill>
                        <a:srgbClr val="C0DB36"/>
                      </a:solidFill>
                      <a:prstDash val="solid"/>
                      <a:round/>
                      <a:headEnd type="none" w="med" len="med"/>
                      <a:tailEnd type="none" w="med" len="med"/>
                    </a:lnR>
                    <a:lnT w="7620" cap="flat" cmpd="sng" algn="ctr">
                      <a:solidFill>
                        <a:srgbClr val="C0DB3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LOAN_NO</a:t>
                      </a:r>
                    </a:p>
                  </a:txBody>
                  <a:tcPr marT="91440" marB="91440">
                    <a:lnL w="7620" cap="flat" cmpd="sng" algn="ctr">
                      <a:solidFill>
                        <a:srgbClr val="C0DB36"/>
                      </a:solidFill>
                      <a:prstDash val="solid"/>
                      <a:round/>
                      <a:headEnd type="none" w="med" len="med"/>
                      <a:tailEnd type="none" w="med" len="med"/>
                    </a:lnL>
                    <a:lnR w="7620" cap="flat" cmpd="sng" algn="ctr">
                      <a:solidFill>
                        <a:srgbClr val="C0DB36"/>
                      </a:solidFill>
                      <a:prstDash val="solid"/>
                      <a:round/>
                      <a:headEnd type="none" w="med" len="med"/>
                      <a:tailEnd type="none" w="med" len="med"/>
                    </a:lnR>
                    <a:lnT w="7620" cap="flat" cmpd="sng" algn="ctr">
                      <a:solidFill>
                        <a:srgbClr val="C0DB3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AMOUNT</a:t>
                      </a:r>
                    </a:p>
                  </a:txBody>
                  <a:tcPr marT="91440" marB="91440">
                    <a:lnL w="7620" cap="flat" cmpd="sng" algn="ctr">
                      <a:solidFill>
                        <a:srgbClr val="C0DB36"/>
                      </a:solidFill>
                      <a:prstDash val="solid"/>
                      <a:round/>
                      <a:headEnd type="none" w="med" len="med"/>
                      <a:tailEnd type="none" w="med" len="med"/>
                    </a:lnL>
                    <a:lnR w="7620" cap="flat" cmpd="sng" algn="ctr">
                      <a:solidFill>
                        <a:srgbClr val="C0DB36"/>
                      </a:solidFill>
                      <a:prstDash val="solid"/>
                      <a:round/>
                      <a:headEnd type="none" w="med" len="med"/>
                      <a:tailEnd type="none" w="med" len="med"/>
                    </a:lnR>
                    <a:lnT w="7620" cap="flat" cmpd="sng" algn="ctr">
                      <a:solidFill>
                        <a:srgbClr val="C0DB3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916608737"/>
                  </a:ext>
                </a:extLst>
              </a:tr>
              <a:tr h="0">
                <a:tc>
                  <a:txBody>
                    <a:bodyPr/>
                    <a:lstStyle/>
                    <a:p>
                      <a:pPr algn="just" fontAlgn="t"/>
                      <a:r>
                        <a:rPr lang="en-IN">
                          <a:solidFill>
                            <a:srgbClr val="333333"/>
                          </a:solidFill>
                          <a:effectLst/>
                          <a:latin typeface="inter-regular"/>
                        </a:rPr>
                        <a:t>Perryride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L-15</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1500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669176882"/>
                  </a:ext>
                </a:extLst>
              </a:tr>
              <a:tr h="0">
                <a:tc>
                  <a:txBody>
                    <a:bodyPr/>
                    <a:lstStyle/>
                    <a:p>
                      <a:pPr algn="just" fontAlgn="t"/>
                      <a:r>
                        <a:rPr lang="en-IN">
                          <a:solidFill>
                            <a:srgbClr val="333333"/>
                          </a:solidFill>
                          <a:effectLst/>
                          <a:latin typeface="inter-regular"/>
                        </a:rPr>
                        <a:t>Perryride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L-16</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1300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69805919"/>
                  </a:ext>
                </a:extLst>
              </a:tr>
            </a:tbl>
          </a:graphicData>
        </a:graphic>
      </p:graphicFrame>
      <mc:AlternateContent xmlns:mc="http://schemas.openxmlformats.org/markup-compatibility/2006" xmlns:p14="http://schemas.microsoft.com/office/powerpoint/2010/main">
        <mc:Choice Requires="p14">
          <p:contentPart p14:bwMode="auto" r:id="rId2">
            <p14:nvContentPartPr>
              <p14:cNvPr id="7" name="Ink 6"/>
              <p14:cNvContentPartPr/>
              <p14:nvPr/>
            </p14:nvContentPartPr>
            <p14:xfrm>
              <a:off x="6488640" y="1481760"/>
              <a:ext cx="5076360" cy="1620360"/>
            </p14:xfrm>
          </p:contentPart>
        </mc:Choice>
        <mc:Fallback xmlns="">
          <p:pic>
            <p:nvPicPr>
              <p:cNvPr id="7" name="Ink 6"/>
              <p:cNvPicPr/>
              <p:nvPr/>
            </p:nvPicPr>
            <p:blipFill>
              <a:blip r:embed="rId3"/>
              <a:stretch>
                <a:fillRect/>
              </a:stretch>
            </p:blipFill>
            <p:spPr>
              <a:xfrm>
                <a:off x="6480720" y="1476360"/>
                <a:ext cx="5087880" cy="1637280"/>
              </a:xfrm>
              <a:prstGeom prst="rect">
                <a:avLst/>
              </a:prstGeom>
            </p:spPr>
          </p:pic>
        </mc:Fallback>
      </mc:AlternateContent>
    </p:spTree>
    <p:extLst>
      <p:ext uri="{BB962C8B-B14F-4D97-AF65-F5344CB8AC3E}">
        <p14:creationId xmlns:p14="http://schemas.microsoft.com/office/powerpoint/2010/main" val="2656879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 Project Operation:</a:t>
            </a:r>
            <a:br>
              <a:rPr lang="en-IN" dirty="0"/>
            </a:br>
            <a:endParaRPr lang="en-IN" dirty="0"/>
          </a:p>
        </p:txBody>
      </p:sp>
      <p:sp>
        <p:nvSpPr>
          <p:cNvPr id="5" name="Content Placeholder 4"/>
          <p:cNvSpPr>
            <a:spLocks noGrp="1"/>
          </p:cNvSpPr>
          <p:nvPr>
            <p:ph idx="1"/>
          </p:nvPr>
        </p:nvSpPr>
        <p:spPr/>
        <p:txBody>
          <a:bodyPr/>
          <a:lstStyle/>
          <a:p>
            <a:r>
              <a:rPr lang="en-US" dirty="0"/>
              <a:t>This operation shows the list of those attributes that we wish to appear in the result. Rest of the attributes are eliminated from the table.</a:t>
            </a:r>
          </a:p>
          <a:p>
            <a:r>
              <a:rPr lang="en-US" dirty="0"/>
              <a:t>It is denoted by ∏.</a:t>
            </a:r>
          </a:p>
          <a:p>
            <a:r>
              <a:rPr lang="en-US" dirty="0"/>
              <a:t>Notation: ∏ A1, A2, An (r)   </a:t>
            </a:r>
            <a:endParaRPr lang="en-US" dirty="0" smtClean="0"/>
          </a:p>
          <a:p>
            <a:pPr marL="0" indent="0">
              <a:buNone/>
            </a:pPr>
            <a:r>
              <a:rPr lang="en-US" b="1" dirty="0" smtClean="0"/>
              <a:t>Where</a:t>
            </a:r>
            <a:endParaRPr lang="en-US" dirty="0"/>
          </a:p>
          <a:p>
            <a:pPr marL="0" indent="0">
              <a:buNone/>
            </a:pPr>
            <a:r>
              <a:rPr lang="en-US" b="1" dirty="0"/>
              <a:t>A1</a:t>
            </a:r>
            <a:r>
              <a:rPr lang="en-US" dirty="0"/>
              <a:t>, </a:t>
            </a:r>
            <a:r>
              <a:rPr lang="en-US" b="1" dirty="0"/>
              <a:t>A2</a:t>
            </a:r>
            <a:r>
              <a:rPr lang="en-US" dirty="0"/>
              <a:t>, </a:t>
            </a:r>
            <a:r>
              <a:rPr lang="en-US" b="1" dirty="0"/>
              <a:t>A3</a:t>
            </a:r>
            <a:r>
              <a:rPr lang="en-US" dirty="0"/>
              <a:t> is used as an attribute name of relation </a:t>
            </a:r>
            <a:r>
              <a:rPr lang="en-US" b="1" dirty="0"/>
              <a:t>r</a:t>
            </a:r>
            <a:r>
              <a:rPr lang="en-US" dirty="0"/>
              <a:t>.</a:t>
            </a:r>
          </a:p>
          <a:p>
            <a:endParaRPr lang="en-IN" dirty="0"/>
          </a:p>
        </p:txBody>
      </p:sp>
      <mc:AlternateContent xmlns:mc="http://schemas.openxmlformats.org/markup-compatibility/2006" xmlns:p14="http://schemas.microsoft.com/office/powerpoint/2010/main">
        <mc:Choice Requires="p14">
          <p:contentPart p14:bwMode="auto" r:id="rId2">
            <p14:nvContentPartPr>
              <p14:cNvPr id="6" name="Ink 5"/>
              <p14:cNvContentPartPr/>
              <p14:nvPr/>
            </p14:nvContentPartPr>
            <p14:xfrm>
              <a:off x="3207240" y="3144600"/>
              <a:ext cx="8981280" cy="1182240"/>
            </p14:xfrm>
          </p:contentPart>
        </mc:Choice>
        <mc:Fallback xmlns="">
          <p:pic>
            <p:nvPicPr>
              <p:cNvPr id="6" name="Ink 5"/>
              <p:cNvPicPr/>
              <p:nvPr/>
            </p:nvPicPr>
            <p:blipFill>
              <a:blip r:embed="rId3"/>
              <a:stretch>
                <a:fillRect/>
              </a:stretch>
            </p:blipFill>
            <p:spPr>
              <a:xfrm>
                <a:off x="3199680" y="3137040"/>
                <a:ext cx="8993160" cy="1196280"/>
              </a:xfrm>
              <a:prstGeom prst="rect">
                <a:avLst/>
              </a:prstGeom>
            </p:spPr>
          </p:pic>
        </mc:Fallback>
      </mc:AlternateContent>
    </p:spTree>
    <p:extLst>
      <p:ext uri="{BB962C8B-B14F-4D97-AF65-F5344CB8AC3E}">
        <p14:creationId xmlns:p14="http://schemas.microsoft.com/office/powerpoint/2010/main" val="25347927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Example: CUSTOMER RELATION</a:t>
            </a:r>
            <a:r>
              <a:rPr lang="en-IN" dirty="0"/>
              <a:t/>
            </a:r>
            <a:br>
              <a:rPr lang="en-IN" dirty="0"/>
            </a:br>
            <a:r>
              <a:rPr lang="en-IN" dirty="0"/>
              <a:t/>
            </a:r>
            <a:br>
              <a:rPr lang="en-IN" dirty="0"/>
            </a:br>
            <a:endParaRPr lang="en-IN" dirty="0"/>
          </a:p>
        </p:txBody>
      </p:sp>
      <p:graphicFrame>
        <p:nvGraphicFramePr>
          <p:cNvPr id="6" name="Content Placeholder 5"/>
          <p:cNvGraphicFramePr>
            <a:graphicFrameLocks noGrp="1"/>
          </p:cNvGraphicFramePr>
          <p:nvPr>
            <p:ph sz="half" idx="1"/>
          </p:nvPr>
        </p:nvGraphicFramePr>
        <p:xfrm>
          <a:off x="838200" y="2471274"/>
          <a:ext cx="5181600" cy="2271053"/>
        </p:xfrm>
        <a:graphic>
          <a:graphicData uri="http://schemas.openxmlformats.org/drawingml/2006/table">
            <a:tbl>
              <a:tblPr/>
              <a:tblGrid>
                <a:gridCol w="1727200">
                  <a:extLst>
                    <a:ext uri="{9D8B030D-6E8A-4147-A177-3AD203B41FA5}">
                      <a16:colId xmlns:a16="http://schemas.microsoft.com/office/drawing/2014/main" val="1624665953"/>
                    </a:ext>
                  </a:extLst>
                </a:gridCol>
                <a:gridCol w="1727200">
                  <a:extLst>
                    <a:ext uri="{9D8B030D-6E8A-4147-A177-3AD203B41FA5}">
                      <a16:colId xmlns:a16="http://schemas.microsoft.com/office/drawing/2014/main" val="2886626844"/>
                    </a:ext>
                  </a:extLst>
                </a:gridCol>
                <a:gridCol w="1727200">
                  <a:extLst>
                    <a:ext uri="{9D8B030D-6E8A-4147-A177-3AD203B41FA5}">
                      <a16:colId xmlns:a16="http://schemas.microsoft.com/office/drawing/2014/main" val="2245670721"/>
                    </a:ext>
                  </a:extLst>
                </a:gridCol>
              </a:tblGrid>
              <a:tr h="366299">
                <a:tc>
                  <a:txBody>
                    <a:bodyPr/>
                    <a:lstStyle/>
                    <a:p>
                      <a:pPr algn="l" fontAlgn="t"/>
                      <a:r>
                        <a:rPr lang="en-IN" sz="1400">
                          <a:solidFill>
                            <a:srgbClr val="000000"/>
                          </a:solidFill>
                          <a:effectLst/>
                          <a:latin typeface="times new roman" panose="02020603050405020304" pitchFamily="18" charset="0"/>
                        </a:rPr>
                        <a:t>NAME</a:t>
                      </a:r>
                    </a:p>
                  </a:txBody>
                  <a:tcPr marL="73260" marR="73260" marT="73260" marB="73260">
                    <a:lnL w="7620" cap="flat" cmpd="sng" algn="ctr">
                      <a:solidFill>
                        <a:srgbClr val="00C22E"/>
                      </a:solidFill>
                      <a:prstDash val="solid"/>
                      <a:round/>
                      <a:headEnd type="none" w="med" len="med"/>
                      <a:tailEnd type="none" w="med" len="med"/>
                    </a:lnL>
                    <a:lnR w="7620" cap="flat" cmpd="sng" algn="ctr">
                      <a:solidFill>
                        <a:srgbClr val="00C22E"/>
                      </a:solidFill>
                      <a:prstDash val="solid"/>
                      <a:round/>
                      <a:headEnd type="none" w="med" len="med"/>
                      <a:tailEnd type="none" w="med" len="med"/>
                    </a:lnR>
                    <a:lnT w="7620" cap="flat" cmpd="sng" algn="ctr">
                      <a:solidFill>
                        <a:srgbClr val="00C22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STREET</a:t>
                      </a:r>
                    </a:p>
                  </a:txBody>
                  <a:tcPr marL="73260" marR="73260" marT="73260" marB="73260">
                    <a:lnL w="7620" cap="flat" cmpd="sng" algn="ctr">
                      <a:solidFill>
                        <a:srgbClr val="00C22E"/>
                      </a:solidFill>
                      <a:prstDash val="solid"/>
                      <a:round/>
                      <a:headEnd type="none" w="med" len="med"/>
                      <a:tailEnd type="none" w="med" len="med"/>
                    </a:lnL>
                    <a:lnR w="7620" cap="flat" cmpd="sng" algn="ctr">
                      <a:solidFill>
                        <a:srgbClr val="00C22E"/>
                      </a:solidFill>
                      <a:prstDash val="solid"/>
                      <a:round/>
                      <a:headEnd type="none" w="med" len="med"/>
                      <a:tailEnd type="none" w="med" len="med"/>
                    </a:lnR>
                    <a:lnT w="7620" cap="flat" cmpd="sng" algn="ctr">
                      <a:solidFill>
                        <a:srgbClr val="00C22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CITY</a:t>
                      </a:r>
                    </a:p>
                  </a:txBody>
                  <a:tcPr marL="73260" marR="73260" marT="73260" marB="73260">
                    <a:lnL w="7620" cap="flat" cmpd="sng" algn="ctr">
                      <a:solidFill>
                        <a:srgbClr val="00C22E"/>
                      </a:solidFill>
                      <a:prstDash val="solid"/>
                      <a:round/>
                      <a:headEnd type="none" w="med" len="med"/>
                      <a:tailEnd type="none" w="med" len="med"/>
                    </a:lnL>
                    <a:lnR w="7620" cap="flat" cmpd="sng" algn="ctr">
                      <a:solidFill>
                        <a:srgbClr val="00C22E"/>
                      </a:solidFill>
                      <a:prstDash val="solid"/>
                      <a:round/>
                      <a:headEnd type="none" w="med" len="med"/>
                      <a:tailEnd type="none" w="med" len="med"/>
                    </a:lnR>
                    <a:lnT w="7620" cap="flat" cmpd="sng" algn="ctr">
                      <a:solidFill>
                        <a:srgbClr val="00C22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873458147"/>
                  </a:ext>
                </a:extLst>
              </a:tr>
              <a:tr h="317459">
                <a:tc>
                  <a:txBody>
                    <a:bodyPr/>
                    <a:lstStyle/>
                    <a:p>
                      <a:pPr algn="just" fontAlgn="t"/>
                      <a:r>
                        <a:rPr lang="en-IN" sz="1400">
                          <a:solidFill>
                            <a:srgbClr val="333333"/>
                          </a:solidFill>
                          <a:effectLst/>
                          <a:latin typeface="inter-regular"/>
                        </a:rPr>
                        <a:t>Jones</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Main</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Harrison</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660616720"/>
                  </a:ext>
                </a:extLst>
              </a:tr>
              <a:tr h="317459">
                <a:tc>
                  <a:txBody>
                    <a:bodyPr/>
                    <a:lstStyle/>
                    <a:p>
                      <a:pPr algn="just" fontAlgn="t"/>
                      <a:r>
                        <a:rPr lang="en-IN" sz="1400">
                          <a:solidFill>
                            <a:srgbClr val="333333"/>
                          </a:solidFill>
                          <a:effectLst/>
                          <a:latin typeface="inter-regular"/>
                        </a:rPr>
                        <a:t>Smith</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North</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Rye</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083549767"/>
                  </a:ext>
                </a:extLst>
              </a:tr>
              <a:tr h="317459">
                <a:tc>
                  <a:txBody>
                    <a:bodyPr/>
                    <a:lstStyle/>
                    <a:p>
                      <a:pPr algn="just" fontAlgn="t"/>
                      <a:r>
                        <a:rPr lang="en-IN" sz="1400">
                          <a:solidFill>
                            <a:srgbClr val="333333"/>
                          </a:solidFill>
                          <a:effectLst/>
                          <a:latin typeface="inter-regular"/>
                        </a:rPr>
                        <a:t>Hays</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Main</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Harrison</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583405115"/>
                  </a:ext>
                </a:extLst>
              </a:tr>
              <a:tr h="317459">
                <a:tc>
                  <a:txBody>
                    <a:bodyPr/>
                    <a:lstStyle/>
                    <a:p>
                      <a:pPr algn="just" fontAlgn="t"/>
                      <a:r>
                        <a:rPr lang="en-IN" sz="1400">
                          <a:solidFill>
                            <a:srgbClr val="333333"/>
                          </a:solidFill>
                          <a:effectLst/>
                          <a:latin typeface="inter-regular"/>
                        </a:rPr>
                        <a:t>Curry</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North</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Rye</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71395145"/>
                  </a:ext>
                </a:extLst>
              </a:tr>
              <a:tr h="317459">
                <a:tc>
                  <a:txBody>
                    <a:bodyPr/>
                    <a:lstStyle/>
                    <a:p>
                      <a:pPr algn="just" fontAlgn="t"/>
                      <a:r>
                        <a:rPr lang="en-IN" sz="1400">
                          <a:solidFill>
                            <a:srgbClr val="333333"/>
                          </a:solidFill>
                          <a:effectLst/>
                          <a:latin typeface="inter-regular"/>
                        </a:rPr>
                        <a:t>Johnson</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Alma</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Brooklyn</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672135680"/>
                  </a:ext>
                </a:extLst>
              </a:tr>
              <a:tr h="317459">
                <a:tc>
                  <a:txBody>
                    <a:bodyPr/>
                    <a:lstStyle/>
                    <a:p>
                      <a:pPr algn="just" fontAlgn="t"/>
                      <a:r>
                        <a:rPr lang="en-IN" sz="1400">
                          <a:solidFill>
                            <a:srgbClr val="333333"/>
                          </a:solidFill>
                          <a:effectLst/>
                          <a:latin typeface="inter-regular"/>
                        </a:rPr>
                        <a:t>Brooks</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Senator</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dirty="0">
                          <a:solidFill>
                            <a:srgbClr val="333333"/>
                          </a:solidFill>
                          <a:effectLst/>
                          <a:latin typeface="inter-regular"/>
                        </a:rPr>
                        <a:t>Brooklyn</a:t>
                      </a:r>
                    </a:p>
                  </a:txBody>
                  <a:tcPr marL="48840" marR="48840" marT="48840" marB="4884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896026615"/>
                  </a:ext>
                </a:extLst>
              </a:tr>
            </a:tbl>
          </a:graphicData>
        </a:graphic>
      </p:graphicFrame>
      <p:sp>
        <p:nvSpPr>
          <p:cNvPr id="5" name="Content Placeholder 4"/>
          <p:cNvSpPr>
            <a:spLocks noGrp="1"/>
          </p:cNvSpPr>
          <p:nvPr>
            <p:ph sz="half" idx="2"/>
          </p:nvPr>
        </p:nvSpPr>
        <p:spPr>
          <a:xfrm>
            <a:off x="6172200" y="1036320"/>
            <a:ext cx="5181600" cy="5140643"/>
          </a:xfrm>
        </p:spPr>
        <p:txBody>
          <a:bodyPr/>
          <a:lstStyle/>
          <a:p>
            <a:r>
              <a:rPr lang="en-IN" b="1" dirty="0"/>
              <a:t>Input:</a:t>
            </a:r>
            <a:endParaRPr lang="en-IN" dirty="0"/>
          </a:p>
          <a:p>
            <a:pPr marL="0" indent="0">
              <a:buNone/>
            </a:pPr>
            <a:r>
              <a:rPr lang="en-IN" dirty="0"/>
              <a:t>∏ NAME, CITY (CUSTOMER) </a:t>
            </a:r>
            <a:endParaRPr lang="en-IN" dirty="0" smtClean="0"/>
          </a:p>
          <a:p>
            <a:r>
              <a:rPr lang="en-IN" dirty="0" smtClean="0"/>
              <a:t>Output</a:t>
            </a:r>
          </a:p>
          <a:p>
            <a:pPr marL="0" indent="0">
              <a:buNone/>
            </a:pPr>
            <a:r>
              <a:rPr lang="en-IN" dirty="0"/>
              <a:t> </a:t>
            </a:r>
          </a:p>
          <a:p>
            <a:endParaRPr lang="en-IN" dirty="0"/>
          </a:p>
        </p:txBody>
      </p:sp>
      <p:graphicFrame>
        <p:nvGraphicFramePr>
          <p:cNvPr id="9" name="Table 8"/>
          <p:cNvGraphicFramePr>
            <a:graphicFrameLocks noGrp="1"/>
          </p:cNvGraphicFramePr>
          <p:nvPr>
            <p:extLst>
              <p:ext uri="{D42A27DB-BD31-4B8C-83A1-F6EECF244321}">
                <p14:modId xmlns:p14="http://schemas.microsoft.com/office/powerpoint/2010/main" val="44571205"/>
              </p:ext>
            </p:extLst>
          </p:nvPr>
        </p:nvGraphicFramePr>
        <p:xfrm>
          <a:off x="7010398" y="2952204"/>
          <a:ext cx="3834630" cy="2840878"/>
        </p:xfrm>
        <a:graphic>
          <a:graphicData uri="http://schemas.openxmlformats.org/drawingml/2006/table">
            <a:tbl>
              <a:tblPr/>
              <a:tblGrid>
                <a:gridCol w="1917315">
                  <a:extLst>
                    <a:ext uri="{9D8B030D-6E8A-4147-A177-3AD203B41FA5}">
                      <a16:colId xmlns:a16="http://schemas.microsoft.com/office/drawing/2014/main" val="300884148"/>
                    </a:ext>
                  </a:extLst>
                </a:gridCol>
                <a:gridCol w="1917315">
                  <a:extLst>
                    <a:ext uri="{9D8B030D-6E8A-4147-A177-3AD203B41FA5}">
                      <a16:colId xmlns:a16="http://schemas.microsoft.com/office/drawing/2014/main" val="455701363"/>
                    </a:ext>
                  </a:extLst>
                </a:gridCol>
              </a:tblGrid>
              <a:tr h="458206">
                <a:tc>
                  <a:txBody>
                    <a:bodyPr/>
                    <a:lstStyle/>
                    <a:p>
                      <a:pPr algn="l" fontAlgn="t"/>
                      <a:r>
                        <a:rPr lang="en-IN">
                          <a:solidFill>
                            <a:srgbClr val="000000"/>
                          </a:solidFill>
                          <a:effectLst/>
                          <a:latin typeface="times new roman" panose="02020603050405020304" pitchFamily="18" charset="0"/>
                        </a:rPr>
                        <a:t>NAME</a:t>
                      </a:r>
                    </a:p>
                  </a:txBody>
                  <a:tcPr marT="91440" marB="91440">
                    <a:lnL w="7620" cap="flat" cmpd="sng" algn="ctr">
                      <a:solidFill>
                        <a:srgbClr val="8057B9"/>
                      </a:solidFill>
                      <a:prstDash val="solid"/>
                      <a:round/>
                      <a:headEnd type="none" w="med" len="med"/>
                      <a:tailEnd type="none" w="med" len="med"/>
                    </a:lnL>
                    <a:lnR w="7620" cap="flat" cmpd="sng" algn="ctr">
                      <a:solidFill>
                        <a:srgbClr val="8057B9"/>
                      </a:solidFill>
                      <a:prstDash val="solid"/>
                      <a:round/>
                      <a:headEnd type="none" w="med" len="med"/>
                      <a:tailEnd type="none" w="med" len="med"/>
                    </a:lnR>
                    <a:lnT w="7620" cap="flat" cmpd="sng" algn="ctr">
                      <a:solidFill>
                        <a:srgbClr val="8057B9"/>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CITY</a:t>
                      </a:r>
                    </a:p>
                  </a:txBody>
                  <a:tcPr marT="91440" marB="91440">
                    <a:lnL w="7620" cap="flat" cmpd="sng" algn="ctr">
                      <a:solidFill>
                        <a:srgbClr val="8057B9"/>
                      </a:solidFill>
                      <a:prstDash val="solid"/>
                      <a:round/>
                      <a:headEnd type="none" w="med" len="med"/>
                      <a:tailEnd type="none" w="med" len="med"/>
                    </a:lnL>
                    <a:lnR w="7620" cap="flat" cmpd="sng" algn="ctr">
                      <a:solidFill>
                        <a:srgbClr val="8057B9"/>
                      </a:solidFill>
                      <a:prstDash val="solid"/>
                      <a:round/>
                      <a:headEnd type="none" w="med" len="med"/>
                      <a:tailEnd type="none" w="med" len="med"/>
                    </a:lnR>
                    <a:lnT w="7620" cap="flat" cmpd="sng" algn="ctr">
                      <a:solidFill>
                        <a:srgbClr val="8057B9"/>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406270305"/>
                  </a:ext>
                </a:extLst>
              </a:tr>
              <a:tr h="397112">
                <a:tc>
                  <a:txBody>
                    <a:bodyPr/>
                    <a:lstStyle/>
                    <a:p>
                      <a:pPr algn="just" fontAlgn="t"/>
                      <a:r>
                        <a:rPr lang="en-IN">
                          <a:solidFill>
                            <a:srgbClr val="333333"/>
                          </a:solidFill>
                          <a:effectLst/>
                          <a:latin typeface="inter-regular"/>
                        </a:rPr>
                        <a:t>Jones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Harrison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577486150"/>
                  </a:ext>
                </a:extLst>
              </a:tr>
              <a:tr h="397112">
                <a:tc>
                  <a:txBody>
                    <a:bodyPr/>
                    <a:lstStyle/>
                    <a:p>
                      <a:pPr algn="just" fontAlgn="t"/>
                      <a:r>
                        <a:rPr lang="en-IN">
                          <a:solidFill>
                            <a:srgbClr val="333333"/>
                          </a:solidFill>
                          <a:effectLst/>
                          <a:latin typeface="inter-regular"/>
                        </a:rPr>
                        <a:t>Smith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Rye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317476072"/>
                  </a:ext>
                </a:extLst>
              </a:tr>
              <a:tr h="397112">
                <a:tc>
                  <a:txBody>
                    <a:bodyPr/>
                    <a:lstStyle/>
                    <a:p>
                      <a:pPr algn="just" fontAlgn="t"/>
                      <a:r>
                        <a:rPr lang="en-IN">
                          <a:solidFill>
                            <a:srgbClr val="333333"/>
                          </a:solidFill>
                          <a:effectLst/>
                          <a:latin typeface="inter-regular"/>
                        </a:rPr>
                        <a:t>Hays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Harrison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005777961"/>
                  </a:ext>
                </a:extLst>
              </a:tr>
              <a:tr h="397112">
                <a:tc>
                  <a:txBody>
                    <a:bodyPr/>
                    <a:lstStyle/>
                    <a:p>
                      <a:pPr algn="just" fontAlgn="t"/>
                      <a:r>
                        <a:rPr lang="en-IN">
                          <a:solidFill>
                            <a:srgbClr val="333333"/>
                          </a:solidFill>
                          <a:effectLst/>
                          <a:latin typeface="inter-regular"/>
                        </a:rPr>
                        <a:t>Curry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Rye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829131474"/>
                  </a:ext>
                </a:extLst>
              </a:tr>
              <a:tr h="397112">
                <a:tc>
                  <a:txBody>
                    <a:bodyPr/>
                    <a:lstStyle/>
                    <a:p>
                      <a:pPr algn="just" fontAlgn="t"/>
                      <a:r>
                        <a:rPr lang="en-IN">
                          <a:solidFill>
                            <a:srgbClr val="333333"/>
                          </a:solidFill>
                          <a:effectLst/>
                          <a:latin typeface="inter-regular"/>
                        </a:rPr>
                        <a:t>Johnson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Brooklyn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029717808"/>
                  </a:ext>
                </a:extLst>
              </a:tr>
              <a:tr h="397112">
                <a:tc>
                  <a:txBody>
                    <a:bodyPr/>
                    <a:lstStyle/>
                    <a:p>
                      <a:pPr algn="just" fontAlgn="t"/>
                      <a:r>
                        <a:rPr lang="en-IN">
                          <a:solidFill>
                            <a:srgbClr val="333333"/>
                          </a:solidFill>
                          <a:effectLst/>
                          <a:latin typeface="inter-regular"/>
                        </a:rPr>
                        <a:t>Brooks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Brooklyn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69485558"/>
                  </a:ext>
                </a:extLst>
              </a:tr>
            </a:tbl>
          </a:graphicData>
        </a:graphic>
      </p:graphicFrame>
      <mc:AlternateContent xmlns:mc="http://schemas.openxmlformats.org/markup-compatibility/2006" xmlns:p14="http://schemas.microsoft.com/office/powerpoint/2010/main">
        <mc:Choice Requires="p14">
          <p:contentPart p14:bwMode="auto" r:id="rId2">
            <p14:nvContentPartPr>
              <p14:cNvPr id="10" name="Ink 9"/>
              <p14:cNvContentPartPr/>
              <p14:nvPr/>
            </p14:nvContentPartPr>
            <p14:xfrm>
              <a:off x="6323040" y="493200"/>
              <a:ext cx="4061880" cy="1719720"/>
            </p14:xfrm>
          </p:contentPart>
        </mc:Choice>
        <mc:Fallback xmlns="">
          <p:pic>
            <p:nvPicPr>
              <p:cNvPr id="10" name="Ink 9"/>
              <p:cNvPicPr/>
              <p:nvPr/>
            </p:nvPicPr>
            <p:blipFill>
              <a:blip r:embed="rId3"/>
              <a:stretch>
                <a:fillRect/>
              </a:stretch>
            </p:blipFill>
            <p:spPr>
              <a:xfrm>
                <a:off x="6317640" y="487080"/>
                <a:ext cx="4070880" cy="1728360"/>
              </a:xfrm>
              <a:prstGeom prst="rect">
                <a:avLst/>
              </a:prstGeom>
            </p:spPr>
          </p:pic>
        </mc:Fallback>
      </mc:AlternateContent>
    </p:spTree>
    <p:extLst>
      <p:ext uri="{BB962C8B-B14F-4D97-AF65-F5344CB8AC3E}">
        <p14:creationId xmlns:p14="http://schemas.microsoft.com/office/powerpoint/2010/main" val="74844471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dirty="0"/>
              <a:t>3. Union Operation:</a:t>
            </a:r>
            <a:br>
              <a:rPr lang="en-IN" dirty="0"/>
            </a:br>
            <a:endParaRPr lang="en-IN" dirty="0"/>
          </a:p>
        </p:txBody>
      </p:sp>
      <p:sp>
        <p:nvSpPr>
          <p:cNvPr id="6" name="Content Placeholder 5"/>
          <p:cNvSpPr>
            <a:spLocks noGrp="1"/>
          </p:cNvSpPr>
          <p:nvPr>
            <p:ph idx="1"/>
          </p:nvPr>
        </p:nvSpPr>
        <p:spPr/>
        <p:txBody>
          <a:bodyPr/>
          <a:lstStyle/>
          <a:p>
            <a:r>
              <a:rPr lang="en-US" dirty="0"/>
              <a:t>Suppose there are two tuples R and S. The union operation contains all the tuples that are either in R or S or both in R &amp; S.</a:t>
            </a:r>
          </a:p>
          <a:p>
            <a:r>
              <a:rPr lang="en-US" dirty="0"/>
              <a:t>It eliminates the duplicate tuples. It is denoted by ∪.</a:t>
            </a:r>
          </a:p>
          <a:p>
            <a:r>
              <a:rPr lang="en-US" dirty="0"/>
              <a:t>Notation: R ∪ S   </a:t>
            </a:r>
          </a:p>
          <a:p>
            <a:r>
              <a:rPr lang="en-US" dirty="0"/>
              <a:t>A union operation must hold the following condition:</a:t>
            </a:r>
          </a:p>
          <a:p>
            <a:r>
              <a:rPr lang="en-US" dirty="0"/>
              <a:t>R and S must have the attribute of the same number.</a:t>
            </a:r>
          </a:p>
          <a:p>
            <a:r>
              <a:rPr lang="en-US" dirty="0"/>
              <a:t>Duplicate tuples are eliminated automatically.</a:t>
            </a:r>
          </a:p>
          <a:p>
            <a:endParaRPr lang="en-IN" dirty="0"/>
          </a:p>
        </p:txBody>
      </p:sp>
    </p:spTree>
    <p:extLst>
      <p:ext uri="{BB962C8B-B14F-4D97-AF65-F5344CB8AC3E}">
        <p14:creationId xmlns:p14="http://schemas.microsoft.com/office/powerpoint/2010/main" val="140654937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br>
              <a:rPr lang="en-IN" dirty="0"/>
            </a:br>
            <a:endParaRPr lang="en-IN" dirty="0"/>
          </a:p>
        </p:txBody>
      </p:sp>
      <p:sp>
        <p:nvSpPr>
          <p:cNvPr id="6" name="Text Placeholder 5"/>
          <p:cNvSpPr>
            <a:spLocks noGrp="1"/>
          </p:cNvSpPr>
          <p:nvPr>
            <p:ph type="body" idx="1"/>
          </p:nvPr>
        </p:nvSpPr>
        <p:spPr/>
        <p:txBody>
          <a:bodyPr/>
          <a:lstStyle/>
          <a:p>
            <a:r>
              <a:rPr lang="en-IN" dirty="0"/>
              <a:t>DEPOSITOR RELATION</a:t>
            </a:r>
          </a:p>
        </p:txBody>
      </p:sp>
      <p:graphicFrame>
        <p:nvGraphicFramePr>
          <p:cNvPr id="10" name="Content Placeholder 9"/>
          <p:cNvGraphicFramePr>
            <a:graphicFrameLocks noGrp="1"/>
          </p:cNvGraphicFramePr>
          <p:nvPr>
            <p:ph sz="half" idx="2"/>
          </p:nvPr>
        </p:nvGraphicFramePr>
        <p:xfrm>
          <a:off x="839788" y="3059061"/>
          <a:ext cx="5157786" cy="2576615"/>
        </p:xfrm>
        <a:graphic>
          <a:graphicData uri="http://schemas.openxmlformats.org/drawingml/2006/table">
            <a:tbl>
              <a:tblPr/>
              <a:tblGrid>
                <a:gridCol w="2578893">
                  <a:extLst>
                    <a:ext uri="{9D8B030D-6E8A-4147-A177-3AD203B41FA5}">
                      <a16:colId xmlns:a16="http://schemas.microsoft.com/office/drawing/2014/main" val="4251484412"/>
                    </a:ext>
                  </a:extLst>
                </a:gridCol>
                <a:gridCol w="2578893">
                  <a:extLst>
                    <a:ext uri="{9D8B030D-6E8A-4147-A177-3AD203B41FA5}">
                      <a16:colId xmlns:a16="http://schemas.microsoft.com/office/drawing/2014/main" val="851066186"/>
                    </a:ext>
                  </a:extLst>
                </a:gridCol>
              </a:tblGrid>
              <a:tr h="364615">
                <a:tc>
                  <a:txBody>
                    <a:bodyPr/>
                    <a:lstStyle/>
                    <a:p>
                      <a:pPr algn="l" fontAlgn="t"/>
                      <a:r>
                        <a:rPr lang="en-IN" sz="1400">
                          <a:solidFill>
                            <a:srgbClr val="000000"/>
                          </a:solidFill>
                          <a:effectLst/>
                          <a:latin typeface="times new roman" panose="02020603050405020304" pitchFamily="18" charset="0"/>
                        </a:rPr>
                        <a:t>CUSTOMER_NAME</a:t>
                      </a:r>
                    </a:p>
                  </a:txBody>
                  <a:tcPr marL="72923" marR="72923" marT="72923" marB="72923">
                    <a:lnL w="7620" cap="flat" cmpd="sng" algn="ctr">
                      <a:solidFill>
                        <a:srgbClr val="B08538"/>
                      </a:solidFill>
                      <a:prstDash val="solid"/>
                      <a:round/>
                      <a:headEnd type="none" w="med" len="med"/>
                      <a:tailEnd type="none" w="med" len="med"/>
                    </a:lnL>
                    <a:lnR w="7620" cap="flat" cmpd="sng" algn="ctr">
                      <a:solidFill>
                        <a:srgbClr val="B08538"/>
                      </a:solidFill>
                      <a:prstDash val="solid"/>
                      <a:round/>
                      <a:headEnd type="none" w="med" len="med"/>
                      <a:tailEnd type="none" w="med" len="med"/>
                    </a:lnR>
                    <a:lnT w="7620" cap="flat" cmpd="sng" algn="ctr">
                      <a:solidFill>
                        <a:srgbClr val="B08538"/>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ACCOUNT_NO</a:t>
                      </a:r>
                    </a:p>
                  </a:txBody>
                  <a:tcPr marL="72923" marR="72923" marT="72923" marB="72923">
                    <a:lnL w="7620" cap="flat" cmpd="sng" algn="ctr">
                      <a:solidFill>
                        <a:srgbClr val="B08538"/>
                      </a:solidFill>
                      <a:prstDash val="solid"/>
                      <a:round/>
                      <a:headEnd type="none" w="med" len="med"/>
                      <a:tailEnd type="none" w="med" len="med"/>
                    </a:lnL>
                    <a:lnR w="7620" cap="flat" cmpd="sng" algn="ctr">
                      <a:solidFill>
                        <a:srgbClr val="B08538"/>
                      </a:solidFill>
                      <a:prstDash val="solid"/>
                      <a:round/>
                      <a:headEnd type="none" w="med" len="med"/>
                      <a:tailEnd type="none" w="med" len="med"/>
                    </a:lnR>
                    <a:lnT w="7620" cap="flat" cmpd="sng" algn="ctr">
                      <a:solidFill>
                        <a:srgbClr val="B08538"/>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635664608"/>
                  </a:ext>
                </a:extLst>
              </a:tr>
              <a:tr h="316000">
                <a:tc>
                  <a:txBody>
                    <a:bodyPr/>
                    <a:lstStyle/>
                    <a:p>
                      <a:pPr algn="just" fontAlgn="t"/>
                      <a:r>
                        <a:rPr lang="en-IN" sz="1400">
                          <a:solidFill>
                            <a:srgbClr val="333333"/>
                          </a:solidFill>
                          <a:effectLst/>
                          <a:latin typeface="inter-regular"/>
                        </a:rPr>
                        <a:t>Johnson</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A-101</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561455730"/>
                  </a:ext>
                </a:extLst>
              </a:tr>
              <a:tr h="316000">
                <a:tc>
                  <a:txBody>
                    <a:bodyPr/>
                    <a:lstStyle/>
                    <a:p>
                      <a:pPr algn="just" fontAlgn="t"/>
                      <a:r>
                        <a:rPr lang="en-IN" sz="1400">
                          <a:solidFill>
                            <a:srgbClr val="333333"/>
                          </a:solidFill>
                          <a:effectLst/>
                          <a:latin typeface="inter-regular"/>
                        </a:rPr>
                        <a:t>Smith</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A-121</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402639454"/>
                  </a:ext>
                </a:extLst>
              </a:tr>
              <a:tr h="316000">
                <a:tc>
                  <a:txBody>
                    <a:bodyPr/>
                    <a:lstStyle/>
                    <a:p>
                      <a:pPr algn="just" fontAlgn="t"/>
                      <a:r>
                        <a:rPr lang="en-IN" sz="1400">
                          <a:solidFill>
                            <a:srgbClr val="333333"/>
                          </a:solidFill>
                          <a:effectLst/>
                          <a:latin typeface="inter-regular"/>
                        </a:rPr>
                        <a:t>Mayes</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A-321</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6878602"/>
                  </a:ext>
                </a:extLst>
              </a:tr>
              <a:tr h="316000">
                <a:tc>
                  <a:txBody>
                    <a:bodyPr/>
                    <a:lstStyle/>
                    <a:p>
                      <a:pPr algn="just" fontAlgn="t"/>
                      <a:r>
                        <a:rPr lang="en-IN" sz="1400">
                          <a:solidFill>
                            <a:srgbClr val="333333"/>
                          </a:solidFill>
                          <a:effectLst/>
                          <a:latin typeface="inter-regular"/>
                        </a:rPr>
                        <a:t>Turner</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A-176</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209256836"/>
                  </a:ext>
                </a:extLst>
              </a:tr>
              <a:tr h="316000">
                <a:tc>
                  <a:txBody>
                    <a:bodyPr/>
                    <a:lstStyle/>
                    <a:p>
                      <a:pPr algn="just" fontAlgn="t"/>
                      <a:r>
                        <a:rPr lang="en-IN" sz="1400">
                          <a:solidFill>
                            <a:srgbClr val="333333"/>
                          </a:solidFill>
                          <a:effectLst/>
                          <a:latin typeface="inter-regular"/>
                        </a:rPr>
                        <a:t>Johnson</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A-273</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789585141"/>
                  </a:ext>
                </a:extLst>
              </a:tr>
              <a:tr h="316000">
                <a:tc>
                  <a:txBody>
                    <a:bodyPr/>
                    <a:lstStyle/>
                    <a:p>
                      <a:pPr algn="just" fontAlgn="t"/>
                      <a:r>
                        <a:rPr lang="en-IN" sz="1400">
                          <a:solidFill>
                            <a:srgbClr val="333333"/>
                          </a:solidFill>
                          <a:effectLst/>
                          <a:latin typeface="inter-regular"/>
                        </a:rPr>
                        <a:t>Jones</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A-472</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314594793"/>
                  </a:ext>
                </a:extLst>
              </a:tr>
              <a:tr h="316000">
                <a:tc>
                  <a:txBody>
                    <a:bodyPr/>
                    <a:lstStyle/>
                    <a:p>
                      <a:pPr algn="just" fontAlgn="t"/>
                      <a:r>
                        <a:rPr lang="en-IN" sz="1400">
                          <a:solidFill>
                            <a:srgbClr val="333333"/>
                          </a:solidFill>
                          <a:effectLst/>
                          <a:latin typeface="inter-regular"/>
                        </a:rPr>
                        <a:t>Lindsay</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dirty="0">
                          <a:solidFill>
                            <a:srgbClr val="333333"/>
                          </a:solidFill>
                          <a:effectLst/>
                          <a:latin typeface="inter-regular"/>
                        </a:rPr>
                        <a:t>A-284</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351489215"/>
                  </a:ext>
                </a:extLst>
              </a:tr>
            </a:tbl>
          </a:graphicData>
        </a:graphic>
      </p:graphicFrame>
      <p:sp>
        <p:nvSpPr>
          <p:cNvPr id="8" name="Text Placeholder 7"/>
          <p:cNvSpPr>
            <a:spLocks noGrp="1"/>
          </p:cNvSpPr>
          <p:nvPr>
            <p:ph type="body" sz="quarter" idx="3"/>
          </p:nvPr>
        </p:nvSpPr>
        <p:spPr/>
        <p:txBody>
          <a:bodyPr/>
          <a:lstStyle/>
          <a:p>
            <a:r>
              <a:rPr lang="en-IN" dirty="0"/>
              <a:t>BORROW RELATION</a:t>
            </a:r>
          </a:p>
        </p:txBody>
      </p:sp>
      <p:graphicFrame>
        <p:nvGraphicFramePr>
          <p:cNvPr id="11" name="Content Placeholder 10"/>
          <p:cNvGraphicFramePr>
            <a:graphicFrameLocks noGrp="1"/>
          </p:cNvGraphicFramePr>
          <p:nvPr>
            <p:ph sz="quarter" idx="4"/>
          </p:nvPr>
        </p:nvGraphicFramePr>
        <p:xfrm>
          <a:off x="6172200" y="3052717"/>
          <a:ext cx="5183188" cy="2589303"/>
        </p:xfrm>
        <a:graphic>
          <a:graphicData uri="http://schemas.openxmlformats.org/drawingml/2006/table">
            <a:tbl>
              <a:tblPr/>
              <a:tblGrid>
                <a:gridCol w="2591594">
                  <a:extLst>
                    <a:ext uri="{9D8B030D-6E8A-4147-A177-3AD203B41FA5}">
                      <a16:colId xmlns:a16="http://schemas.microsoft.com/office/drawing/2014/main" val="2303607428"/>
                    </a:ext>
                  </a:extLst>
                </a:gridCol>
                <a:gridCol w="2591594">
                  <a:extLst>
                    <a:ext uri="{9D8B030D-6E8A-4147-A177-3AD203B41FA5}">
                      <a16:colId xmlns:a16="http://schemas.microsoft.com/office/drawing/2014/main" val="2500574694"/>
                    </a:ext>
                  </a:extLst>
                </a:gridCol>
              </a:tblGrid>
              <a:tr h="366411">
                <a:tc>
                  <a:txBody>
                    <a:bodyPr/>
                    <a:lstStyle/>
                    <a:p>
                      <a:pPr algn="l" fontAlgn="t"/>
                      <a:r>
                        <a:rPr lang="en-IN" sz="1400">
                          <a:solidFill>
                            <a:srgbClr val="000000"/>
                          </a:solidFill>
                          <a:effectLst/>
                          <a:latin typeface="times new roman" panose="02020603050405020304" pitchFamily="18" charset="0"/>
                        </a:rPr>
                        <a:t>CUSTOMER_NAME</a:t>
                      </a:r>
                    </a:p>
                  </a:txBody>
                  <a:tcPr marL="73282" marR="73282" marT="73282" marB="73282">
                    <a:lnL w="7620" cap="flat" cmpd="sng" algn="ctr">
                      <a:solidFill>
                        <a:srgbClr val="802D78"/>
                      </a:solidFill>
                      <a:prstDash val="solid"/>
                      <a:round/>
                      <a:headEnd type="none" w="med" len="med"/>
                      <a:tailEnd type="none" w="med" len="med"/>
                    </a:lnL>
                    <a:lnR w="7620" cap="flat" cmpd="sng" algn="ctr">
                      <a:solidFill>
                        <a:srgbClr val="802D78"/>
                      </a:solidFill>
                      <a:prstDash val="solid"/>
                      <a:round/>
                      <a:headEnd type="none" w="med" len="med"/>
                      <a:tailEnd type="none" w="med" len="med"/>
                    </a:lnR>
                    <a:lnT w="7620" cap="flat" cmpd="sng" algn="ctr">
                      <a:solidFill>
                        <a:srgbClr val="802D78"/>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LOAN_NO</a:t>
                      </a:r>
                    </a:p>
                  </a:txBody>
                  <a:tcPr marL="73282" marR="73282" marT="73282" marB="73282">
                    <a:lnL w="7620" cap="flat" cmpd="sng" algn="ctr">
                      <a:solidFill>
                        <a:srgbClr val="802D78"/>
                      </a:solidFill>
                      <a:prstDash val="solid"/>
                      <a:round/>
                      <a:headEnd type="none" w="med" len="med"/>
                      <a:tailEnd type="none" w="med" len="med"/>
                    </a:lnL>
                    <a:lnR w="7620" cap="flat" cmpd="sng" algn="ctr">
                      <a:solidFill>
                        <a:srgbClr val="802D78"/>
                      </a:solidFill>
                      <a:prstDash val="solid"/>
                      <a:round/>
                      <a:headEnd type="none" w="med" len="med"/>
                      <a:tailEnd type="none" w="med" len="med"/>
                    </a:lnR>
                    <a:lnT w="7620" cap="flat" cmpd="sng" algn="ctr">
                      <a:solidFill>
                        <a:srgbClr val="802D78"/>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83971229"/>
                  </a:ext>
                </a:extLst>
              </a:tr>
              <a:tr h="317556">
                <a:tc>
                  <a:txBody>
                    <a:bodyPr/>
                    <a:lstStyle/>
                    <a:p>
                      <a:pPr algn="just" fontAlgn="t"/>
                      <a:r>
                        <a:rPr lang="en-IN" sz="1400">
                          <a:solidFill>
                            <a:srgbClr val="333333"/>
                          </a:solidFill>
                          <a:effectLst/>
                          <a:latin typeface="inter-regular"/>
                        </a:rPr>
                        <a:t>Jones</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L-17</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603208800"/>
                  </a:ext>
                </a:extLst>
              </a:tr>
              <a:tr h="317556">
                <a:tc>
                  <a:txBody>
                    <a:bodyPr/>
                    <a:lstStyle/>
                    <a:p>
                      <a:pPr algn="just" fontAlgn="t"/>
                      <a:r>
                        <a:rPr lang="en-IN" sz="1400">
                          <a:solidFill>
                            <a:srgbClr val="333333"/>
                          </a:solidFill>
                          <a:effectLst/>
                          <a:latin typeface="inter-regular"/>
                        </a:rPr>
                        <a:t>Smith</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L-23</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057900516"/>
                  </a:ext>
                </a:extLst>
              </a:tr>
              <a:tr h="317556">
                <a:tc>
                  <a:txBody>
                    <a:bodyPr/>
                    <a:lstStyle/>
                    <a:p>
                      <a:pPr algn="just" fontAlgn="t"/>
                      <a:r>
                        <a:rPr lang="en-IN" sz="1400">
                          <a:solidFill>
                            <a:srgbClr val="333333"/>
                          </a:solidFill>
                          <a:effectLst/>
                          <a:latin typeface="inter-regular"/>
                        </a:rPr>
                        <a:t>Hayes</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L-15</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008672398"/>
                  </a:ext>
                </a:extLst>
              </a:tr>
              <a:tr h="317556">
                <a:tc>
                  <a:txBody>
                    <a:bodyPr/>
                    <a:lstStyle/>
                    <a:p>
                      <a:pPr algn="just" fontAlgn="t"/>
                      <a:r>
                        <a:rPr lang="en-IN" sz="1400">
                          <a:solidFill>
                            <a:srgbClr val="333333"/>
                          </a:solidFill>
                          <a:effectLst/>
                          <a:latin typeface="inter-regular"/>
                        </a:rPr>
                        <a:t>Jackson</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L-14</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255533352"/>
                  </a:ext>
                </a:extLst>
              </a:tr>
              <a:tr h="317556">
                <a:tc>
                  <a:txBody>
                    <a:bodyPr/>
                    <a:lstStyle/>
                    <a:p>
                      <a:pPr algn="just" fontAlgn="t"/>
                      <a:r>
                        <a:rPr lang="en-IN" sz="1400">
                          <a:solidFill>
                            <a:srgbClr val="333333"/>
                          </a:solidFill>
                          <a:effectLst/>
                          <a:latin typeface="inter-regular"/>
                        </a:rPr>
                        <a:t>Curry</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L-93</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650321903"/>
                  </a:ext>
                </a:extLst>
              </a:tr>
              <a:tr h="317556">
                <a:tc>
                  <a:txBody>
                    <a:bodyPr/>
                    <a:lstStyle/>
                    <a:p>
                      <a:pPr algn="just" fontAlgn="t"/>
                      <a:r>
                        <a:rPr lang="en-IN" sz="1400">
                          <a:solidFill>
                            <a:srgbClr val="333333"/>
                          </a:solidFill>
                          <a:effectLst/>
                          <a:latin typeface="inter-regular"/>
                        </a:rPr>
                        <a:t>Smith</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L-11</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878960137"/>
                  </a:ext>
                </a:extLst>
              </a:tr>
              <a:tr h="317556">
                <a:tc>
                  <a:txBody>
                    <a:bodyPr/>
                    <a:lstStyle/>
                    <a:p>
                      <a:pPr algn="just" fontAlgn="t"/>
                      <a:r>
                        <a:rPr lang="en-IN" sz="1400">
                          <a:solidFill>
                            <a:srgbClr val="333333"/>
                          </a:solidFill>
                          <a:effectLst/>
                          <a:latin typeface="inter-regular"/>
                        </a:rPr>
                        <a:t>Williams</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dirty="0">
                          <a:solidFill>
                            <a:srgbClr val="333333"/>
                          </a:solidFill>
                          <a:effectLst/>
                          <a:latin typeface="inter-regular"/>
                        </a:rPr>
                        <a:t>L-17</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661205161"/>
                  </a:ext>
                </a:extLst>
              </a:tr>
            </a:tbl>
          </a:graphicData>
        </a:graphic>
      </p:graphicFrame>
      <mc:AlternateContent xmlns:mc="http://schemas.openxmlformats.org/markup-compatibility/2006" xmlns:p14="http://schemas.microsoft.com/office/powerpoint/2010/main">
        <mc:Choice Requires="p14">
          <p:contentPart p14:bwMode="auto" r:id="rId2">
            <p14:nvContentPartPr>
              <p14:cNvPr id="12" name="Ink 11"/>
              <p14:cNvContentPartPr/>
              <p14:nvPr/>
            </p14:nvContentPartPr>
            <p14:xfrm>
              <a:off x="2383200" y="1034280"/>
              <a:ext cx="4971240" cy="3894840"/>
            </p14:xfrm>
          </p:contentPart>
        </mc:Choice>
        <mc:Fallback xmlns="">
          <p:pic>
            <p:nvPicPr>
              <p:cNvPr id="12" name="Ink 11"/>
              <p:cNvPicPr/>
              <p:nvPr/>
            </p:nvPicPr>
            <p:blipFill>
              <a:blip r:embed="rId3"/>
              <a:stretch>
                <a:fillRect/>
              </a:stretch>
            </p:blipFill>
            <p:spPr>
              <a:xfrm>
                <a:off x="2376360" y="1027080"/>
                <a:ext cx="4985640" cy="3908880"/>
              </a:xfrm>
              <a:prstGeom prst="rect">
                <a:avLst/>
              </a:prstGeom>
            </p:spPr>
          </p:pic>
        </mc:Fallback>
      </mc:AlternateContent>
    </p:spTree>
    <p:extLst>
      <p:ext uri="{BB962C8B-B14F-4D97-AF65-F5344CB8AC3E}">
        <p14:creationId xmlns:p14="http://schemas.microsoft.com/office/powerpoint/2010/main" val="144398586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2139950"/>
          </a:xfrm>
        </p:spPr>
        <p:txBody>
          <a:bodyPr>
            <a:normAutofit fontScale="90000"/>
          </a:bodyPr>
          <a:lstStyle/>
          <a:p>
            <a:r>
              <a:rPr lang="en-IN" b="1" dirty="0"/>
              <a:t>Input</a:t>
            </a:r>
            <a:r>
              <a:rPr lang="en-IN" b="1" dirty="0" smtClean="0"/>
              <a:t>:</a:t>
            </a:r>
            <a:r>
              <a:rPr lang="en-IN" dirty="0" smtClean="0"/>
              <a:t/>
            </a:r>
            <a:br>
              <a:rPr lang="en-IN" dirty="0" smtClean="0"/>
            </a:br>
            <a:r>
              <a:rPr lang="en-IN" sz="3100" dirty="0"/>
              <a:t>∏ CUSTOMER_NAME (BORROW) ∪ ∏ CUSTOMER_NAME (DEPOSITOR) </a:t>
            </a:r>
            <a:r>
              <a:rPr lang="en-IN" dirty="0"/>
              <a:t> </a:t>
            </a:r>
            <a:br>
              <a:rPr lang="en-IN" dirty="0"/>
            </a:br>
            <a:r>
              <a:rPr lang="en-IN" dirty="0"/>
              <a:t/>
            </a:r>
            <a:br>
              <a:rPr lang="en-IN" dirty="0"/>
            </a:br>
            <a:endParaRPr lang="en-IN" dirty="0"/>
          </a:p>
        </p:txBody>
      </p:sp>
      <p:sp>
        <p:nvSpPr>
          <p:cNvPr id="5" name="Text Placeholder 4"/>
          <p:cNvSpPr>
            <a:spLocks noGrp="1"/>
          </p:cNvSpPr>
          <p:nvPr>
            <p:ph type="body" sz="quarter" idx="3"/>
          </p:nvPr>
        </p:nvSpPr>
        <p:spPr/>
        <p:txBody>
          <a:bodyPr/>
          <a:lstStyle/>
          <a:p>
            <a:r>
              <a:rPr lang="en-IN" dirty="0"/>
              <a:t>Output:</a:t>
            </a:r>
          </a:p>
        </p:txBody>
      </p:sp>
      <p:graphicFrame>
        <p:nvGraphicFramePr>
          <p:cNvPr id="7" name="Content Placeholder 6"/>
          <p:cNvGraphicFramePr>
            <a:graphicFrameLocks noGrp="1"/>
          </p:cNvGraphicFramePr>
          <p:nvPr>
            <p:ph sz="quarter" idx="4"/>
          </p:nvPr>
        </p:nvGraphicFramePr>
        <p:xfrm>
          <a:off x="6172200" y="2576383"/>
          <a:ext cx="5183188" cy="3541971"/>
        </p:xfrm>
        <a:graphic>
          <a:graphicData uri="http://schemas.openxmlformats.org/drawingml/2006/table">
            <a:tbl>
              <a:tblPr/>
              <a:tblGrid>
                <a:gridCol w="5183188">
                  <a:extLst>
                    <a:ext uri="{9D8B030D-6E8A-4147-A177-3AD203B41FA5}">
                      <a16:colId xmlns:a16="http://schemas.microsoft.com/office/drawing/2014/main" val="2667717527"/>
                    </a:ext>
                  </a:extLst>
                </a:gridCol>
              </a:tblGrid>
              <a:tr h="366411">
                <a:tc>
                  <a:txBody>
                    <a:bodyPr/>
                    <a:lstStyle/>
                    <a:p>
                      <a:pPr algn="l" fontAlgn="t"/>
                      <a:r>
                        <a:rPr lang="en-IN" sz="1400">
                          <a:solidFill>
                            <a:srgbClr val="000000"/>
                          </a:solidFill>
                          <a:effectLst/>
                          <a:latin typeface="times new roman" panose="02020603050405020304" pitchFamily="18" charset="0"/>
                        </a:rPr>
                        <a:t>CUSTOMER_NAME</a:t>
                      </a:r>
                    </a:p>
                  </a:txBody>
                  <a:tcPr marL="73282" marR="73282" marT="73282" marB="73282">
                    <a:lnL w="7620" cap="flat" cmpd="sng" algn="ctr">
                      <a:solidFill>
                        <a:srgbClr val="E0CEBD"/>
                      </a:solidFill>
                      <a:prstDash val="solid"/>
                      <a:round/>
                      <a:headEnd type="none" w="med" len="med"/>
                      <a:tailEnd type="none" w="med" len="med"/>
                    </a:lnL>
                    <a:lnR w="7620" cap="flat" cmpd="sng" algn="ctr">
                      <a:solidFill>
                        <a:srgbClr val="E0CEBD"/>
                      </a:solidFill>
                      <a:prstDash val="solid"/>
                      <a:round/>
                      <a:headEnd type="none" w="med" len="med"/>
                      <a:tailEnd type="none" w="med" len="med"/>
                    </a:lnR>
                    <a:lnT w="7620" cap="flat" cmpd="sng" algn="ctr">
                      <a:solidFill>
                        <a:srgbClr val="E0CEBD"/>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24481103"/>
                  </a:ext>
                </a:extLst>
              </a:tr>
              <a:tr h="317556">
                <a:tc>
                  <a:txBody>
                    <a:bodyPr/>
                    <a:lstStyle/>
                    <a:p>
                      <a:pPr algn="just" fontAlgn="t"/>
                      <a:r>
                        <a:rPr lang="en-IN" sz="1400">
                          <a:solidFill>
                            <a:srgbClr val="333333"/>
                          </a:solidFill>
                          <a:effectLst/>
                          <a:latin typeface="inter-regular"/>
                        </a:rPr>
                        <a:t>Johnson</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96781348"/>
                  </a:ext>
                </a:extLst>
              </a:tr>
              <a:tr h="317556">
                <a:tc>
                  <a:txBody>
                    <a:bodyPr/>
                    <a:lstStyle/>
                    <a:p>
                      <a:pPr algn="just" fontAlgn="t"/>
                      <a:r>
                        <a:rPr lang="en-IN" sz="1400">
                          <a:solidFill>
                            <a:srgbClr val="333333"/>
                          </a:solidFill>
                          <a:effectLst/>
                          <a:latin typeface="inter-regular"/>
                        </a:rPr>
                        <a:t>Smith</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35526182"/>
                  </a:ext>
                </a:extLst>
              </a:tr>
              <a:tr h="317556">
                <a:tc>
                  <a:txBody>
                    <a:bodyPr/>
                    <a:lstStyle/>
                    <a:p>
                      <a:pPr algn="just" fontAlgn="t"/>
                      <a:r>
                        <a:rPr lang="en-IN" sz="1400">
                          <a:solidFill>
                            <a:srgbClr val="333333"/>
                          </a:solidFill>
                          <a:effectLst/>
                          <a:latin typeface="inter-regular"/>
                        </a:rPr>
                        <a:t>Hayes</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242756091"/>
                  </a:ext>
                </a:extLst>
              </a:tr>
              <a:tr h="317556">
                <a:tc>
                  <a:txBody>
                    <a:bodyPr/>
                    <a:lstStyle/>
                    <a:p>
                      <a:pPr algn="just" fontAlgn="t"/>
                      <a:r>
                        <a:rPr lang="en-IN" sz="1400">
                          <a:solidFill>
                            <a:srgbClr val="333333"/>
                          </a:solidFill>
                          <a:effectLst/>
                          <a:latin typeface="inter-regular"/>
                        </a:rPr>
                        <a:t>Turner</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21808313"/>
                  </a:ext>
                </a:extLst>
              </a:tr>
              <a:tr h="317556">
                <a:tc>
                  <a:txBody>
                    <a:bodyPr/>
                    <a:lstStyle/>
                    <a:p>
                      <a:pPr algn="just" fontAlgn="t"/>
                      <a:r>
                        <a:rPr lang="en-IN" sz="1400">
                          <a:solidFill>
                            <a:srgbClr val="333333"/>
                          </a:solidFill>
                          <a:effectLst/>
                          <a:latin typeface="inter-regular"/>
                        </a:rPr>
                        <a:t>Jones</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841746643"/>
                  </a:ext>
                </a:extLst>
              </a:tr>
              <a:tr h="317556">
                <a:tc>
                  <a:txBody>
                    <a:bodyPr/>
                    <a:lstStyle/>
                    <a:p>
                      <a:pPr algn="just" fontAlgn="t"/>
                      <a:r>
                        <a:rPr lang="en-IN" sz="1400">
                          <a:solidFill>
                            <a:srgbClr val="333333"/>
                          </a:solidFill>
                          <a:effectLst/>
                          <a:latin typeface="inter-regular"/>
                        </a:rPr>
                        <a:t>Lindsay</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340103332"/>
                  </a:ext>
                </a:extLst>
              </a:tr>
              <a:tr h="317556">
                <a:tc>
                  <a:txBody>
                    <a:bodyPr/>
                    <a:lstStyle/>
                    <a:p>
                      <a:pPr algn="just" fontAlgn="t"/>
                      <a:r>
                        <a:rPr lang="en-IN" sz="1400">
                          <a:solidFill>
                            <a:srgbClr val="333333"/>
                          </a:solidFill>
                          <a:effectLst/>
                          <a:latin typeface="inter-regular"/>
                        </a:rPr>
                        <a:t>Jackson</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61964417"/>
                  </a:ext>
                </a:extLst>
              </a:tr>
              <a:tr h="317556">
                <a:tc>
                  <a:txBody>
                    <a:bodyPr/>
                    <a:lstStyle/>
                    <a:p>
                      <a:pPr algn="just" fontAlgn="t"/>
                      <a:r>
                        <a:rPr lang="en-IN" sz="1400">
                          <a:solidFill>
                            <a:srgbClr val="333333"/>
                          </a:solidFill>
                          <a:effectLst/>
                          <a:latin typeface="inter-regular"/>
                        </a:rPr>
                        <a:t>Curry</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576371422"/>
                  </a:ext>
                </a:extLst>
              </a:tr>
              <a:tr h="317556">
                <a:tc>
                  <a:txBody>
                    <a:bodyPr/>
                    <a:lstStyle/>
                    <a:p>
                      <a:pPr algn="just" fontAlgn="t"/>
                      <a:r>
                        <a:rPr lang="en-IN" sz="1400">
                          <a:solidFill>
                            <a:srgbClr val="333333"/>
                          </a:solidFill>
                          <a:effectLst/>
                          <a:latin typeface="inter-regular"/>
                        </a:rPr>
                        <a:t>Williams</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678774688"/>
                  </a:ext>
                </a:extLst>
              </a:tr>
              <a:tr h="317556">
                <a:tc>
                  <a:txBody>
                    <a:bodyPr/>
                    <a:lstStyle/>
                    <a:p>
                      <a:pPr algn="just" fontAlgn="t"/>
                      <a:r>
                        <a:rPr lang="en-IN" sz="1400" dirty="0">
                          <a:solidFill>
                            <a:srgbClr val="333333"/>
                          </a:solidFill>
                          <a:effectLst/>
                          <a:latin typeface="inter-regular"/>
                        </a:rPr>
                        <a:t>Mayes</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544901278"/>
                  </a:ext>
                </a:extLst>
              </a:tr>
            </a:tbl>
          </a:graphicData>
        </a:graphic>
      </p:graphicFrame>
    </p:spTree>
    <p:extLst>
      <p:ext uri="{BB962C8B-B14F-4D97-AF65-F5344CB8AC3E}">
        <p14:creationId xmlns:p14="http://schemas.microsoft.com/office/powerpoint/2010/main" val="345211814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4. Set Intersection:</a:t>
            </a:r>
            <a:br>
              <a:rPr lang="en-IN" dirty="0"/>
            </a:br>
            <a:endParaRPr lang="en-IN" dirty="0"/>
          </a:p>
        </p:txBody>
      </p:sp>
      <p:sp>
        <p:nvSpPr>
          <p:cNvPr id="7" name="Content Placeholder 6"/>
          <p:cNvSpPr>
            <a:spLocks noGrp="1"/>
          </p:cNvSpPr>
          <p:nvPr>
            <p:ph idx="1"/>
          </p:nvPr>
        </p:nvSpPr>
        <p:spPr/>
        <p:txBody>
          <a:bodyPr/>
          <a:lstStyle/>
          <a:p>
            <a:r>
              <a:rPr lang="en-US" dirty="0"/>
              <a:t>Suppose there are two tuples R and S. The set intersection operation contains all tuples that are in both R &amp; S.</a:t>
            </a:r>
          </a:p>
          <a:p>
            <a:r>
              <a:rPr lang="en-US" dirty="0"/>
              <a:t>It is denoted by intersection ∩.</a:t>
            </a:r>
          </a:p>
          <a:p>
            <a:r>
              <a:rPr lang="en-US" dirty="0"/>
              <a:t>Notation: R ∩ S   </a:t>
            </a:r>
          </a:p>
          <a:p>
            <a:r>
              <a:rPr lang="en-US" b="1" dirty="0"/>
              <a:t>Example:</a:t>
            </a:r>
            <a:r>
              <a:rPr lang="en-US" dirty="0"/>
              <a:t> Using the above DEPOSITOR table and BORROW table</a:t>
            </a:r>
          </a:p>
          <a:p>
            <a:endParaRPr lang="en-IN" dirty="0"/>
          </a:p>
        </p:txBody>
      </p:sp>
    </p:spTree>
    <p:extLst>
      <p:ext uri="{BB962C8B-B14F-4D97-AF65-F5344CB8AC3E}">
        <p14:creationId xmlns:p14="http://schemas.microsoft.com/office/powerpoint/2010/main" val="369768907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Input:</a:t>
            </a:r>
            <a:r>
              <a:rPr lang="en-US" dirty="0"/>
              <a:t/>
            </a:r>
            <a:br>
              <a:rPr lang="en-US" dirty="0"/>
            </a:br>
            <a:r>
              <a:rPr lang="en-US" sz="3100" dirty="0"/>
              <a:t>∏ CUSTOMER_NAME (BORROW) ∩ ∏ CUSTOMER_NAME (DEPOSITOR) </a:t>
            </a:r>
            <a:r>
              <a:rPr lang="en-US" dirty="0"/>
              <a:t> </a:t>
            </a:r>
            <a:br>
              <a:rPr lang="en-US" dirty="0"/>
            </a:br>
            <a:endParaRPr lang="en-IN" dirty="0"/>
          </a:p>
        </p:txBody>
      </p:sp>
      <p:sp>
        <p:nvSpPr>
          <p:cNvPr id="3" name="Content Placeholder 2"/>
          <p:cNvSpPr>
            <a:spLocks noGrp="1"/>
          </p:cNvSpPr>
          <p:nvPr>
            <p:ph idx="1"/>
          </p:nvPr>
        </p:nvSpPr>
        <p:spPr/>
        <p:txBody>
          <a:bodyPr/>
          <a:lstStyle/>
          <a:p>
            <a:r>
              <a:rPr lang="en-IN" b="1" dirty="0"/>
              <a:t>Output</a:t>
            </a:r>
            <a:r>
              <a:rPr lang="en-IN" b="1" dirty="0" smtClean="0"/>
              <a:t>:</a:t>
            </a:r>
          </a:p>
          <a:p>
            <a:endParaRPr lang="en-US" b="1" dirty="0"/>
          </a:p>
          <a:p>
            <a:endParaRPr lang="en-IN" dirty="0"/>
          </a:p>
        </p:txBody>
      </p:sp>
      <p:graphicFrame>
        <p:nvGraphicFramePr>
          <p:cNvPr id="6" name="Table 5"/>
          <p:cNvGraphicFramePr>
            <a:graphicFrameLocks noGrp="1"/>
          </p:cNvGraphicFramePr>
          <p:nvPr/>
        </p:nvGraphicFramePr>
        <p:xfrm>
          <a:off x="2862262" y="3376454"/>
          <a:ext cx="6467475" cy="1249680"/>
        </p:xfrm>
        <a:graphic>
          <a:graphicData uri="http://schemas.openxmlformats.org/drawingml/2006/table">
            <a:tbl>
              <a:tblPr/>
              <a:tblGrid>
                <a:gridCol w="6467475">
                  <a:extLst>
                    <a:ext uri="{9D8B030D-6E8A-4147-A177-3AD203B41FA5}">
                      <a16:colId xmlns:a16="http://schemas.microsoft.com/office/drawing/2014/main" val="3328707011"/>
                    </a:ext>
                  </a:extLst>
                </a:gridCol>
              </a:tblGrid>
              <a:tr h="0">
                <a:tc>
                  <a:txBody>
                    <a:bodyPr/>
                    <a:lstStyle/>
                    <a:p>
                      <a:pPr algn="l" fontAlgn="t"/>
                      <a:r>
                        <a:rPr lang="en-IN">
                          <a:solidFill>
                            <a:srgbClr val="000000"/>
                          </a:solidFill>
                          <a:effectLst/>
                          <a:latin typeface="times new roman" panose="02020603050405020304" pitchFamily="18" charset="0"/>
                        </a:rPr>
                        <a:t>CUSTOMER_NAME</a:t>
                      </a:r>
                    </a:p>
                  </a:txBody>
                  <a:tcPr marT="91440" marB="91440">
                    <a:lnL w="7620" cap="flat" cmpd="sng" algn="ctr">
                      <a:solidFill>
                        <a:srgbClr val="10F4CC"/>
                      </a:solidFill>
                      <a:prstDash val="solid"/>
                      <a:round/>
                      <a:headEnd type="none" w="med" len="med"/>
                      <a:tailEnd type="none" w="med" len="med"/>
                    </a:lnL>
                    <a:lnR w="7620" cap="flat" cmpd="sng" algn="ctr">
                      <a:solidFill>
                        <a:srgbClr val="10F4CC"/>
                      </a:solidFill>
                      <a:prstDash val="solid"/>
                      <a:round/>
                      <a:headEnd type="none" w="med" len="med"/>
                      <a:tailEnd type="none" w="med" len="med"/>
                    </a:lnR>
                    <a:lnT w="7620" cap="flat" cmpd="sng" algn="ctr">
                      <a:solidFill>
                        <a:srgbClr val="10F4CC"/>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951418303"/>
                  </a:ext>
                </a:extLst>
              </a:tr>
              <a:tr h="0">
                <a:tc>
                  <a:txBody>
                    <a:bodyPr/>
                    <a:lstStyle/>
                    <a:p>
                      <a:pPr algn="just" fontAlgn="t"/>
                      <a:r>
                        <a:rPr lang="en-IN">
                          <a:solidFill>
                            <a:srgbClr val="333333"/>
                          </a:solidFill>
                          <a:effectLst/>
                          <a:latin typeface="inter-regular"/>
                        </a:rPr>
                        <a:t>Smith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296642107"/>
                  </a:ext>
                </a:extLst>
              </a:tr>
              <a:tr h="0">
                <a:tc>
                  <a:txBody>
                    <a:bodyPr/>
                    <a:lstStyle/>
                    <a:p>
                      <a:pPr algn="just" fontAlgn="t"/>
                      <a:r>
                        <a:rPr lang="en-IN" dirty="0">
                          <a:solidFill>
                            <a:srgbClr val="333333"/>
                          </a:solidFill>
                          <a:effectLst/>
                          <a:latin typeface="inter-regular"/>
                        </a:rPr>
                        <a:t>Jones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261452687"/>
                  </a:ext>
                </a:extLst>
              </a:tr>
            </a:tbl>
          </a:graphicData>
        </a:graphic>
      </p:graphicFrame>
    </p:spTree>
    <p:extLst>
      <p:ext uri="{BB962C8B-B14F-4D97-AF65-F5344CB8AC3E}">
        <p14:creationId xmlns:p14="http://schemas.microsoft.com/office/powerpoint/2010/main" val="124923519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5. Set Difference:</a:t>
            </a:r>
            <a:br>
              <a:rPr lang="en-IN" dirty="0"/>
            </a:br>
            <a:endParaRPr lang="en-IN" dirty="0"/>
          </a:p>
        </p:txBody>
      </p:sp>
      <p:sp>
        <p:nvSpPr>
          <p:cNvPr id="3" name="Content Placeholder 2"/>
          <p:cNvSpPr>
            <a:spLocks noGrp="1"/>
          </p:cNvSpPr>
          <p:nvPr>
            <p:ph idx="1"/>
          </p:nvPr>
        </p:nvSpPr>
        <p:spPr/>
        <p:txBody>
          <a:bodyPr/>
          <a:lstStyle/>
          <a:p>
            <a:r>
              <a:rPr lang="en-US" dirty="0"/>
              <a:t>Suppose there are two tuples R and S. The set intersection operation contains all tuples that are in R but not in S.</a:t>
            </a:r>
          </a:p>
          <a:p>
            <a:r>
              <a:rPr lang="en-US" dirty="0"/>
              <a:t>It is denoted by intersection minus (-).</a:t>
            </a:r>
          </a:p>
          <a:p>
            <a:r>
              <a:rPr lang="en-US" dirty="0"/>
              <a:t>Notation: R - S  </a:t>
            </a:r>
          </a:p>
          <a:p>
            <a:r>
              <a:rPr lang="en-US" b="1" dirty="0"/>
              <a:t>Example:</a:t>
            </a:r>
            <a:r>
              <a:rPr lang="en-US" dirty="0"/>
              <a:t> Using the above DEPOSITOR table and BORROW table</a:t>
            </a:r>
          </a:p>
          <a:p>
            <a:endParaRPr lang="en-IN" dirty="0"/>
          </a:p>
        </p:txBody>
      </p:sp>
    </p:spTree>
    <p:extLst>
      <p:ext uri="{BB962C8B-B14F-4D97-AF65-F5344CB8AC3E}">
        <p14:creationId xmlns:p14="http://schemas.microsoft.com/office/powerpoint/2010/main" val="257594390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Input:</a:t>
            </a:r>
            <a:r>
              <a:rPr lang="en-US" dirty="0"/>
              <a:t/>
            </a:r>
            <a:br>
              <a:rPr lang="en-US" dirty="0"/>
            </a:br>
            <a:r>
              <a:rPr lang="en-US" sz="3100" dirty="0"/>
              <a:t>∏ CUSTOMER_NAME (BORROW) - ∏ CUSTOMER_NAME (DEPOSITOR)</a:t>
            </a:r>
            <a:r>
              <a:rPr lang="en-US" dirty="0"/>
              <a:t>  </a:t>
            </a:r>
            <a:br>
              <a:rPr lang="en-US" dirty="0"/>
            </a:br>
            <a:endParaRPr lang="en-IN" dirty="0"/>
          </a:p>
        </p:txBody>
      </p:sp>
      <p:sp>
        <p:nvSpPr>
          <p:cNvPr id="3" name="Content Placeholder 2"/>
          <p:cNvSpPr>
            <a:spLocks noGrp="1"/>
          </p:cNvSpPr>
          <p:nvPr>
            <p:ph idx="1"/>
          </p:nvPr>
        </p:nvSpPr>
        <p:spPr/>
        <p:txBody>
          <a:bodyPr/>
          <a:lstStyle/>
          <a:p>
            <a:r>
              <a:rPr lang="en-IN" b="1" dirty="0"/>
              <a:t>Output</a:t>
            </a:r>
            <a:r>
              <a:rPr lang="en-IN" b="1" dirty="0" smtClean="0"/>
              <a:t>:</a:t>
            </a:r>
          </a:p>
          <a:p>
            <a:endParaRPr lang="en-IN" dirty="0"/>
          </a:p>
        </p:txBody>
      </p:sp>
      <p:graphicFrame>
        <p:nvGraphicFramePr>
          <p:cNvPr id="4" name="Table 3"/>
          <p:cNvGraphicFramePr>
            <a:graphicFrameLocks noGrp="1"/>
          </p:cNvGraphicFramePr>
          <p:nvPr/>
        </p:nvGraphicFramePr>
        <p:xfrm>
          <a:off x="2862262" y="2980214"/>
          <a:ext cx="6467475" cy="2042160"/>
        </p:xfrm>
        <a:graphic>
          <a:graphicData uri="http://schemas.openxmlformats.org/drawingml/2006/table">
            <a:tbl>
              <a:tblPr/>
              <a:tblGrid>
                <a:gridCol w="6467475">
                  <a:extLst>
                    <a:ext uri="{9D8B030D-6E8A-4147-A177-3AD203B41FA5}">
                      <a16:colId xmlns:a16="http://schemas.microsoft.com/office/drawing/2014/main" val="3581465058"/>
                    </a:ext>
                  </a:extLst>
                </a:gridCol>
              </a:tblGrid>
              <a:tr h="0">
                <a:tc>
                  <a:txBody>
                    <a:bodyPr/>
                    <a:lstStyle/>
                    <a:p>
                      <a:pPr algn="l" fontAlgn="t"/>
                      <a:r>
                        <a:rPr lang="en-IN">
                          <a:solidFill>
                            <a:srgbClr val="000000"/>
                          </a:solidFill>
                          <a:effectLst/>
                          <a:latin typeface="times new roman" panose="02020603050405020304" pitchFamily="18" charset="0"/>
                        </a:rPr>
                        <a:t>CUSTOMER_NAME</a:t>
                      </a:r>
                    </a:p>
                  </a:txBody>
                  <a:tcPr marT="91440" marB="91440">
                    <a:lnL w="7620" cap="flat" cmpd="sng" algn="ctr">
                      <a:solidFill>
                        <a:srgbClr val="40EDE1"/>
                      </a:solidFill>
                      <a:prstDash val="solid"/>
                      <a:round/>
                      <a:headEnd type="none" w="med" len="med"/>
                      <a:tailEnd type="none" w="med" len="med"/>
                    </a:lnL>
                    <a:lnR w="7620" cap="flat" cmpd="sng" algn="ctr">
                      <a:solidFill>
                        <a:srgbClr val="40EDE1"/>
                      </a:solidFill>
                      <a:prstDash val="solid"/>
                      <a:round/>
                      <a:headEnd type="none" w="med" len="med"/>
                      <a:tailEnd type="none" w="med" len="med"/>
                    </a:lnR>
                    <a:lnT w="7620" cap="flat" cmpd="sng" algn="ctr">
                      <a:solidFill>
                        <a:srgbClr val="40EDE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021139646"/>
                  </a:ext>
                </a:extLst>
              </a:tr>
              <a:tr h="0">
                <a:tc>
                  <a:txBody>
                    <a:bodyPr/>
                    <a:lstStyle/>
                    <a:p>
                      <a:pPr algn="just" fontAlgn="t"/>
                      <a:r>
                        <a:rPr lang="en-IN">
                          <a:solidFill>
                            <a:srgbClr val="333333"/>
                          </a:solidFill>
                          <a:effectLst/>
                          <a:latin typeface="inter-regular"/>
                        </a:rPr>
                        <a:t>Jackson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858264138"/>
                  </a:ext>
                </a:extLst>
              </a:tr>
              <a:tr h="0">
                <a:tc>
                  <a:txBody>
                    <a:bodyPr/>
                    <a:lstStyle/>
                    <a:p>
                      <a:pPr algn="just" fontAlgn="t"/>
                      <a:r>
                        <a:rPr lang="en-IN">
                          <a:solidFill>
                            <a:srgbClr val="333333"/>
                          </a:solidFill>
                          <a:effectLst/>
                          <a:latin typeface="inter-regular"/>
                        </a:rPr>
                        <a:t>Hayes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45809451"/>
                  </a:ext>
                </a:extLst>
              </a:tr>
              <a:tr h="0">
                <a:tc>
                  <a:txBody>
                    <a:bodyPr/>
                    <a:lstStyle/>
                    <a:p>
                      <a:pPr algn="just" fontAlgn="t"/>
                      <a:r>
                        <a:rPr lang="en-IN">
                          <a:solidFill>
                            <a:srgbClr val="333333"/>
                          </a:solidFill>
                          <a:effectLst/>
                          <a:latin typeface="inter-regular"/>
                        </a:rPr>
                        <a:t>Willians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272613781"/>
                  </a:ext>
                </a:extLst>
              </a:tr>
              <a:tr h="0">
                <a:tc>
                  <a:txBody>
                    <a:bodyPr/>
                    <a:lstStyle/>
                    <a:p>
                      <a:pPr algn="just" fontAlgn="t"/>
                      <a:r>
                        <a:rPr lang="en-IN" dirty="0">
                          <a:solidFill>
                            <a:srgbClr val="333333"/>
                          </a:solidFill>
                          <a:effectLst/>
                          <a:latin typeface="inter-regular"/>
                        </a:rPr>
                        <a:t>Curry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496191913"/>
                  </a:ext>
                </a:extLst>
              </a:tr>
            </a:tbl>
          </a:graphicData>
        </a:graphic>
      </p:graphicFrame>
    </p:spTree>
    <p:extLst>
      <p:ext uri="{BB962C8B-B14F-4D97-AF65-F5344CB8AC3E}">
        <p14:creationId xmlns:p14="http://schemas.microsoft.com/office/powerpoint/2010/main" val="371971590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6. Cartesian product</a:t>
            </a:r>
            <a:br>
              <a:rPr lang="en-IN" dirty="0"/>
            </a:br>
            <a:endParaRPr lang="en-IN" dirty="0"/>
          </a:p>
        </p:txBody>
      </p:sp>
      <p:sp>
        <p:nvSpPr>
          <p:cNvPr id="3" name="Content Placeholder 2"/>
          <p:cNvSpPr>
            <a:spLocks noGrp="1"/>
          </p:cNvSpPr>
          <p:nvPr>
            <p:ph idx="1"/>
          </p:nvPr>
        </p:nvSpPr>
        <p:spPr/>
        <p:txBody>
          <a:bodyPr/>
          <a:lstStyle/>
          <a:p>
            <a:r>
              <a:rPr lang="en-US" dirty="0"/>
              <a:t>The Cartesian product is used to combine each row in one table with each row in the other table. It is also known as a cross product.</a:t>
            </a:r>
          </a:p>
          <a:p>
            <a:r>
              <a:rPr lang="en-US" dirty="0"/>
              <a:t>It is denoted by X.</a:t>
            </a:r>
          </a:p>
          <a:p>
            <a:r>
              <a:rPr lang="en-US" dirty="0"/>
              <a:t>Notation: E X D  </a:t>
            </a:r>
          </a:p>
          <a:p>
            <a:endParaRPr lang="en-IN" dirty="0"/>
          </a:p>
        </p:txBody>
      </p:sp>
    </p:spTree>
    <p:extLst>
      <p:ext uri="{BB962C8B-B14F-4D97-AF65-F5344CB8AC3E}">
        <p14:creationId xmlns:p14="http://schemas.microsoft.com/office/powerpoint/2010/main" val="53686574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Example:</a:t>
            </a:r>
            <a:br>
              <a:rPr lang="en-IN" dirty="0"/>
            </a:br>
            <a:endParaRPr lang="en-IN" dirty="0"/>
          </a:p>
        </p:txBody>
      </p:sp>
      <p:sp>
        <p:nvSpPr>
          <p:cNvPr id="5" name="Text Placeholder 4"/>
          <p:cNvSpPr>
            <a:spLocks noGrp="1"/>
          </p:cNvSpPr>
          <p:nvPr>
            <p:ph type="body" idx="1"/>
          </p:nvPr>
        </p:nvSpPr>
        <p:spPr/>
        <p:txBody>
          <a:bodyPr/>
          <a:lstStyle/>
          <a:p>
            <a:r>
              <a:rPr lang="en-IN" dirty="0" smtClean="0"/>
              <a:t>EMPLOYEE 	</a:t>
            </a:r>
            <a:endParaRPr lang="en-IN" dirty="0"/>
          </a:p>
        </p:txBody>
      </p:sp>
      <p:graphicFrame>
        <p:nvGraphicFramePr>
          <p:cNvPr id="9" name="Content Placeholder 8"/>
          <p:cNvGraphicFramePr>
            <a:graphicFrameLocks noGrp="1"/>
          </p:cNvGraphicFramePr>
          <p:nvPr>
            <p:ph sz="half" idx="2"/>
          </p:nvPr>
        </p:nvGraphicFramePr>
        <p:xfrm>
          <a:off x="839788" y="3691061"/>
          <a:ext cx="5157786" cy="1312615"/>
        </p:xfrm>
        <a:graphic>
          <a:graphicData uri="http://schemas.openxmlformats.org/drawingml/2006/table">
            <a:tbl>
              <a:tblPr/>
              <a:tblGrid>
                <a:gridCol w="1719262">
                  <a:extLst>
                    <a:ext uri="{9D8B030D-6E8A-4147-A177-3AD203B41FA5}">
                      <a16:colId xmlns:a16="http://schemas.microsoft.com/office/drawing/2014/main" val="1773667072"/>
                    </a:ext>
                  </a:extLst>
                </a:gridCol>
                <a:gridCol w="1719262">
                  <a:extLst>
                    <a:ext uri="{9D8B030D-6E8A-4147-A177-3AD203B41FA5}">
                      <a16:colId xmlns:a16="http://schemas.microsoft.com/office/drawing/2014/main" val="719448402"/>
                    </a:ext>
                  </a:extLst>
                </a:gridCol>
                <a:gridCol w="1719262">
                  <a:extLst>
                    <a:ext uri="{9D8B030D-6E8A-4147-A177-3AD203B41FA5}">
                      <a16:colId xmlns:a16="http://schemas.microsoft.com/office/drawing/2014/main" val="3694951241"/>
                    </a:ext>
                  </a:extLst>
                </a:gridCol>
              </a:tblGrid>
              <a:tr h="364615">
                <a:tc>
                  <a:txBody>
                    <a:bodyPr/>
                    <a:lstStyle/>
                    <a:p>
                      <a:pPr algn="l" fontAlgn="t"/>
                      <a:r>
                        <a:rPr lang="en-IN" sz="1400">
                          <a:solidFill>
                            <a:srgbClr val="000000"/>
                          </a:solidFill>
                          <a:effectLst/>
                          <a:latin typeface="times new roman" panose="02020603050405020304" pitchFamily="18" charset="0"/>
                        </a:rPr>
                        <a:t>EMP_ID</a:t>
                      </a:r>
                    </a:p>
                  </a:txBody>
                  <a:tcPr marL="72923" marR="72923" marT="72923" marB="72923">
                    <a:lnL w="7620" cap="flat" cmpd="sng" algn="ctr">
                      <a:solidFill>
                        <a:srgbClr val="C0BED0"/>
                      </a:solidFill>
                      <a:prstDash val="solid"/>
                      <a:round/>
                      <a:headEnd type="none" w="med" len="med"/>
                      <a:tailEnd type="none" w="med" len="med"/>
                    </a:lnL>
                    <a:lnR w="7620" cap="flat" cmpd="sng" algn="ctr">
                      <a:solidFill>
                        <a:srgbClr val="C0BED0"/>
                      </a:solidFill>
                      <a:prstDash val="solid"/>
                      <a:round/>
                      <a:headEnd type="none" w="med" len="med"/>
                      <a:tailEnd type="none" w="med" len="med"/>
                    </a:lnR>
                    <a:lnT w="7620" cap="flat" cmpd="sng" algn="ctr">
                      <a:solidFill>
                        <a:srgbClr val="C0BED0"/>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EMP_NAME</a:t>
                      </a:r>
                    </a:p>
                  </a:txBody>
                  <a:tcPr marL="72923" marR="72923" marT="72923" marB="72923">
                    <a:lnL w="7620" cap="flat" cmpd="sng" algn="ctr">
                      <a:solidFill>
                        <a:srgbClr val="C0BED0"/>
                      </a:solidFill>
                      <a:prstDash val="solid"/>
                      <a:round/>
                      <a:headEnd type="none" w="med" len="med"/>
                      <a:tailEnd type="none" w="med" len="med"/>
                    </a:lnL>
                    <a:lnR w="7620" cap="flat" cmpd="sng" algn="ctr">
                      <a:solidFill>
                        <a:srgbClr val="C0BED0"/>
                      </a:solidFill>
                      <a:prstDash val="solid"/>
                      <a:round/>
                      <a:headEnd type="none" w="med" len="med"/>
                      <a:tailEnd type="none" w="med" len="med"/>
                    </a:lnR>
                    <a:lnT w="7620" cap="flat" cmpd="sng" algn="ctr">
                      <a:solidFill>
                        <a:srgbClr val="C0BED0"/>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EMP_DEPT</a:t>
                      </a:r>
                    </a:p>
                  </a:txBody>
                  <a:tcPr marL="72923" marR="72923" marT="72923" marB="72923">
                    <a:lnL w="7620" cap="flat" cmpd="sng" algn="ctr">
                      <a:solidFill>
                        <a:srgbClr val="C0BED0"/>
                      </a:solidFill>
                      <a:prstDash val="solid"/>
                      <a:round/>
                      <a:headEnd type="none" w="med" len="med"/>
                      <a:tailEnd type="none" w="med" len="med"/>
                    </a:lnL>
                    <a:lnR w="7620" cap="flat" cmpd="sng" algn="ctr">
                      <a:solidFill>
                        <a:srgbClr val="C0BED0"/>
                      </a:solidFill>
                      <a:prstDash val="solid"/>
                      <a:round/>
                      <a:headEnd type="none" w="med" len="med"/>
                      <a:tailEnd type="none" w="med" len="med"/>
                    </a:lnR>
                    <a:lnT w="7620" cap="flat" cmpd="sng" algn="ctr">
                      <a:solidFill>
                        <a:srgbClr val="C0BED0"/>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805872550"/>
                  </a:ext>
                </a:extLst>
              </a:tr>
              <a:tr h="316000">
                <a:tc>
                  <a:txBody>
                    <a:bodyPr/>
                    <a:lstStyle/>
                    <a:p>
                      <a:pPr algn="just" fontAlgn="t"/>
                      <a:r>
                        <a:rPr lang="en-IN" sz="1400">
                          <a:solidFill>
                            <a:srgbClr val="333333"/>
                          </a:solidFill>
                          <a:effectLst/>
                          <a:latin typeface="inter-regular"/>
                        </a:rPr>
                        <a:t>1</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Smith</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A</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21425516"/>
                  </a:ext>
                </a:extLst>
              </a:tr>
              <a:tr h="316000">
                <a:tc>
                  <a:txBody>
                    <a:bodyPr/>
                    <a:lstStyle/>
                    <a:p>
                      <a:pPr algn="just" fontAlgn="t"/>
                      <a:r>
                        <a:rPr lang="en-IN" sz="1400">
                          <a:solidFill>
                            <a:srgbClr val="333333"/>
                          </a:solidFill>
                          <a:effectLst/>
                          <a:latin typeface="inter-regular"/>
                        </a:rPr>
                        <a:t>2</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Harry</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C</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511464257"/>
                  </a:ext>
                </a:extLst>
              </a:tr>
              <a:tr h="316000">
                <a:tc>
                  <a:txBody>
                    <a:bodyPr/>
                    <a:lstStyle/>
                    <a:p>
                      <a:pPr algn="just" fontAlgn="t"/>
                      <a:r>
                        <a:rPr lang="en-IN" sz="1400">
                          <a:solidFill>
                            <a:srgbClr val="333333"/>
                          </a:solidFill>
                          <a:effectLst/>
                          <a:latin typeface="inter-regular"/>
                        </a:rPr>
                        <a:t>3</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John</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dirty="0">
                          <a:solidFill>
                            <a:srgbClr val="333333"/>
                          </a:solidFill>
                          <a:effectLst/>
                          <a:latin typeface="inter-regular"/>
                        </a:rPr>
                        <a:t>B</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431528977"/>
                  </a:ext>
                </a:extLst>
              </a:tr>
            </a:tbl>
          </a:graphicData>
        </a:graphic>
      </p:graphicFrame>
      <p:sp>
        <p:nvSpPr>
          <p:cNvPr id="7" name="Text Placeholder 6"/>
          <p:cNvSpPr>
            <a:spLocks noGrp="1"/>
          </p:cNvSpPr>
          <p:nvPr>
            <p:ph type="body" sz="quarter" idx="3"/>
          </p:nvPr>
        </p:nvSpPr>
        <p:spPr/>
        <p:txBody>
          <a:bodyPr/>
          <a:lstStyle/>
          <a:p>
            <a:r>
              <a:rPr lang="en-IN" dirty="0"/>
              <a:t>DEPARTMENT</a:t>
            </a:r>
          </a:p>
        </p:txBody>
      </p:sp>
      <p:graphicFrame>
        <p:nvGraphicFramePr>
          <p:cNvPr id="10" name="Content Placeholder 9"/>
          <p:cNvGraphicFramePr>
            <a:graphicFrameLocks noGrp="1"/>
          </p:cNvGraphicFramePr>
          <p:nvPr>
            <p:ph sz="quarter" idx="4"/>
          </p:nvPr>
        </p:nvGraphicFramePr>
        <p:xfrm>
          <a:off x="6172200" y="3687829"/>
          <a:ext cx="5183188" cy="1319079"/>
        </p:xfrm>
        <a:graphic>
          <a:graphicData uri="http://schemas.openxmlformats.org/drawingml/2006/table">
            <a:tbl>
              <a:tblPr/>
              <a:tblGrid>
                <a:gridCol w="2591594">
                  <a:extLst>
                    <a:ext uri="{9D8B030D-6E8A-4147-A177-3AD203B41FA5}">
                      <a16:colId xmlns:a16="http://schemas.microsoft.com/office/drawing/2014/main" val="3218661484"/>
                    </a:ext>
                  </a:extLst>
                </a:gridCol>
                <a:gridCol w="2591594">
                  <a:extLst>
                    <a:ext uri="{9D8B030D-6E8A-4147-A177-3AD203B41FA5}">
                      <a16:colId xmlns:a16="http://schemas.microsoft.com/office/drawing/2014/main" val="2622198489"/>
                    </a:ext>
                  </a:extLst>
                </a:gridCol>
              </a:tblGrid>
              <a:tr h="366411">
                <a:tc>
                  <a:txBody>
                    <a:bodyPr/>
                    <a:lstStyle/>
                    <a:p>
                      <a:pPr algn="l" fontAlgn="t"/>
                      <a:r>
                        <a:rPr lang="en-IN" sz="1400">
                          <a:solidFill>
                            <a:srgbClr val="000000"/>
                          </a:solidFill>
                          <a:effectLst/>
                          <a:latin typeface="times new roman" panose="02020603050405020304" pitchFamily="18" charset="0"/>
                        </a:rPr>
                        <a:t>DEPT_NO</a:t>
                      </a:r>
                    </a:p>
                  </a:txBody>
                  <a:tcPr marL="73282" marR="73282" marT="73282" marB="73282">
                    <a:lnL w="7620" cap="flat" cmpd="sng" algn="ctr">
                      <a:solidFill>
                        <a:srgbClr val="006D86"/>
                      </a:solidFill>
                      <a:prstDash val="solid"/>
                      <a:round/>
                      <a:headEnd type="none" w="med" len="med"/>
                      <a:tailEnd type="none" w="med" len="med"/>
                    </a:lnL>
                    <a:lnR w="7620" cap="flat" cmpd="sng" algn="ctr">
                      <a:solidFill>
                        <a:srgbClr val="006D86"/>
                      </a:solidFill>
                      <a:prstDash val="solid"/>
                      <a:round/>
                      <a:headEnd type="none" w="med" len="med"/>
                      <a:tailEnd type="none" w="med" len="med"/>
                    </a:lnR>
                    <a:lnT w="7620" cap="flat" cmpd="sng" algn="ctr">
                      <a:solidFill>
                        <a:srgbClr val="006D8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DEPT_NAME</a:t>
                      </a:r>
                    </a:p>
                  </a:txBody>
                  <a:tcPr marL="73282" marR="73282" marT="73282" marB="73282">
                    <a:lnL w="7620" cap="flat" cmpd="sng" algn="ctr">
                      <a:solidFill>
                        <a:srgbClr val="006D86"/>
                      </a:solidFill>
                      <a:prstDash val="solid"/>
                      <a:round/>
                      <a:headEnd type="none" w="med" len="med"/>
                      <a:tailEnd type="none" w="med" len="med"/>
                    </a:lnL>
                    <a:lnR w="7620" cap="flat" cmpd="sng" algn="ctr">
                      <a:solidFill>
                        <a:srgbClr val="006D86"/>
                      </a:solidFill>
                      <a:prstDash val="solid"/>
                      <a:round/>
                      <a:headEnd type="none" w="med" len="med"/>
                      <a:tailEnd type="none" w="med" len="med"/>
                    </a:lnR>
                    <a:lnT w="7620" cap="flat" cmpd="sng" algn="ctr">
                      <a:solidFill>
                        <a:srgbClr val="006D8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656880348"/>
                  </a:ext>
                </a:extLst>
              </a:tr>
              <a:tr h="317556">
                <a:tc>
                  <a:txBody>
                    <a:bodyPr/>
                    <a:lstStyle/>
                    <a:p>
                      <a:pPr algn="just" fontAlgn="t"/>
                      <a:r>
                        <a:rPr lang="en-IN" sz="1400">
                          <a:solidFill>
                            <a:srgbClr val="333333"/>
                          </a:solidFill>
                          <a:effectLst/>
                          <a:latin typeface="inter-regular"/>
                        </a:rPr>
                        <a:t>A</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Marketing</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405917559"/>
                  </a:ext>
                </a:extLst>
              </a:tr>
              <a:tr h="317556">
                <a:tc>
                  <a:txBody>
                    <a:bodyPr/>
                    <a:lstStyle/>
                    <a:p>
                      <a:pPr algn="just" fontAlgn="t"/>
                      <a:r>
                        <a:rPr lang="en-IN" sz="1400">
                          <a:solidFill>
                            <a:srgbClr val="333333"/>
                          </a:solidFill>
                          <a:effectLst/>
                          <a:latin typeface="inter-regular"/>
                        </a:rPr>
                        <a:t>B</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Sales</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678910533"/>
                  </a:ext>
                </a:extLst>
              </a:tr>
              <a:tr h="317556">
                <a:tc>
                  <a:txBody>
                    <a:bodyPr/>
                    <a:lstStyle/>
                    <a:p>
                      <a:pPr algn="just" fontAlgn="t"/>
                      <a:r>
                        <a:rPr lang="en-IN" sz="1400">
                          <a:solidFill>
                            <a:srgbClr val="333333"/>
                          </a:solidFill>
                          <a:effectLst/>
                          <a:latin typeface="inter-regular"/>
                        </a:rPr>
                        <a:t>C</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dirty="0">
                          <a:solidFill>
                            <a:srgbClr val="333333"/>
                          </a:solidFill>
                          <a:effectLst/>
                          <a:latin typeface="inter-regular"/>
                        </a:rPr>
                        <a:t>Legal</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056224628"/>
                  </a:ext>
                </a:extLst>
              </a:tr>
            </a:tbl>
          </a:graphicData>
        </a:graphic>
      </p:graphicFrame>
    </p:spTree>
    <p:extLst>
      <p:ext uri="{BB962C8B-B14F-4D97-AF65-F5344CB8AC3E}">
        <p14:creationId xmlns:p14="http://schemas.microsoft.com/office/powerpoint/2010/main" val="129680102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IN" b="1" dirty="0"/>
              <a:t>Input:</a:t>
            </a:r>
            <a:r>
              <a:rPr lang="en-IN" dirty="0"/>
              <a:t/>
            </a:r>
            <a:br>
              <a:rPr lang="en-IN" dirty="0"/>
            </a:br>
            <a:r>
              <a:rPr lang="en-IN" dirty="0"/>
              <a:t>EMPLOYEE X DEPARTMENT  </a:t>
            </a:r>
            <a:br>
              <a:rPr lang="en-IN" dirty="0"/>
            </a:br>
            <a:endParaRPr lang="en-IN" dirty="0"/>
          </a:p>
        </p:txBody>
      </p:sp>
      <p:sp>
        <p:nvSpPr>
          <p:cNvPr id="8" name="Content Placeholder 7"/>
          <p:cNvSpPr>
            <a:spLocks noGrp="1"/>
          </p:cNvSpPr>
          <p:nvPr>
            <p:ph idx="1"/>
          </p:nvPr>
        </p:nvSpPr>
        <p:spPr/>
        <p:txBody>
          <a:bodyPr/>
          <a:lstStyle/>
          <a:p>
            <a:r>
              <a:rPr lang="en-IN" b="1" dirty="0"/>
              <a:t>Output</a:t>
            </a:r>
            <a:r>
              <a:rPr lang="en-IN" b="1" dirty="0" smtClean="0"/>
              <a:t>:</a:t>
            </a:r>
          </a:p>
          <a:p>
            <a:endParaRPr lang="en-IN" dirty="0"/>
          </a:p>
        </p:txBody>
      </p:sp>
      <p:graphicFrame>
        <p:nvGraphicFramePr>
          <p:cNvPr id="9" name="Table 8"/>
          <p:cNvGraphicFramePr>
            <a:graphicFrameLocks noGrp="1"/>
          </p:cNvGraphicFramePr>
          <p:nvPr/>
        </p:nvGraphicFramePr>
        <p:xfrm>
          <a:off x="2862262" y="1852454"/>
          <a:ext cx="6467475" cy="4297680"/>
        </p:xfrm>
        <a:graphic>
          <a:graphicData uri="http://schemas.openxmlformats.org/drawingml/2006/table">
            <a:tbl>
              <a:tblPr/>
              <a:tblGrid>
                <a:gridCol w="1293495">
                  <a:extLst>
                    <a:ext uri="{9D8B030D-6E8A-4147-A177-3AD203B41FA5}">
                      <a16:colId xmlns:a16="http://schemas.microsoft.com/office/drawing/2014/main" val="1918168159"/>
                    </a:ext>
                  </a:extLst>
                </a:gridCol>
                <a:gridCol w="1293495">
                  <a:extLst>
                    <a:ext uri="{9D8B030D-6E8A-4147-A177-3AD203B41FA5}">
                      <a16:colId xmlns:a16="http://schemas.microsoft.com/office/drawing/2014/main" val="1242094809"/>
                    </a:ext>
                  </a:extLst>
                </a:gridCol>
                <a:gridCol w="1293495">
                  <a:extLst>
                    <a:ext uri="{9D8B030D-6E8A-4147-A177-3AD203B41FA5}">
                      <a16:colId xmlns:a16="http://schemas.microsoft.com/office/drawing/2014/main" val="3716684898"/>
                    </a:ext>
                  </a:extLst>
                </a:gridCol>
                <a:gridCol w="1293495">
                  <a:extLst>
                    <a:ext uri="{9D8B030D-6E8A-4147-A177-3AD203B41FA5}">
                      <a16:colId xmlns:a16="http://schemas.microsoft.com/office/drawing/2014/main" val="2615907019"/>
                    </a:ext>
                  </a:extLst>
                </a:gridCol>
                <a:gridCol w="1293495">
                  <a:extLst>
                    <a:ext uri="{9D8B030D-6E8A-4147-A177-3AD203B41FA5}">
                      <a16:colId xmlns:a16="http://schemas.microsoft.com/office/drawing/2014/main" val="3065669937"/>
                    </a:ext>
                  </a:extLst>
                </a:gridCol>
              </a:tblGrid>
              <a:tr h="0">
                <a:tc>
                  <a:txBody>
                    <a:bodyPr/>
                    <a:lstStyle/>
                    <a:p>
                      <a:pPr algn="l" fontAlgn="t"/>
                      <a:r>
                        <a:rPr lang="en-IN">
                          <a:solidFill>
                            <a:srgbClr val="000000"/>
                          </a:solidFill>
                          <a:effectLst/>
                          <a:latin typeface="times new roman" panose="02020603050405020304" pitchFamily="18" charset="0"/>
                        </a:rPr>
                        <a:t>EMP_ID</a:t>
                      </a:r>
                    </a:p>
                  </a:txBody>
                  <a:tcPr marT="91440" marB="91440">
                    <a:lnL w="7620" cap="flat" cmpd="sng" algn="ctr">
                      <a:solidFill>
                        <a:srgbClr val="608BB1"/>
                      </a:solidFill>
                      <a:prstDash val="solid"/>
                      <a:round/>
                      <a:headEnd type="none" w="med" len="med"/>
                      <a:tailEnd type="none" w="med" len="med"/>
                    </a:lnL>
                    <a:lnR w="7620" cap="flat" cmpd="sng" algn="ctr">
                      <a:solidFill>
                        <a:srgbClr val="608BB1"/>
                      </a:solidFill>
                      <a:prstDash val="solid"/>
                      <a:round/>
                      <a:headEnd type="none" w="med" len="med"/>
                      <a:tailEnd type="none" w="med" len="med"/>
                    </a:lnR>
                    <a:lnT w="7620" cap="flat" cmpd="sng" algn="ctr">
                      <a:solidFill>
                        <a:srgbClr val="608BB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EMP_NAME</a:t>
                      </a:r>
                    </a:p>
                  </a:txBody>
                  <a:tcPr marT="91440" marB="91440">
                    <a:lnL w="7620" cap="flat" cmpd="sng" algn="ctr">
                      <a:solidFill>
                        <a:srgbClr val="608BB1"/>
                      </a:solidFill>
                      <a:prstDash val="solid"/>
                      <a:round/>
                      <a:headEnd type="none" w="med" len="med"/>
                      <a:tailEnd type="none" w="med" len="med"/>
                    </a:lnL>
                    <a:lnR w="7620" cap="flat" cmpd="sng" algn="ctr">
                      <a:solidFill>
                        <a:srgbClr val="608BB1"/>
                      </a:solidFill>
                      <a:prstDash val="solid"/>
                      <a:round/>
                      <a:headEnd type="none" w="med" len="med"/>
                      <a:tailEnd type="none" w="med" len="med"/>
                    </a:lnR>
                    <a:lnT w="7620" cap="flat" cmpd="sng" algn="ctr">
                      <a:solidFill>
                        <a:srgbClr val="608BB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EMP_DEPT</a:t>
                      </a:r>
                    </a:p>
                  </a:txBody>
                  <a:tcPr marT="91440" marB="91440">
                    <a:lnL w="7620" cap="flat" cmpd="sng" algn="ctr">
                      <a:solidFill>
                        <a:srgbClr val="608BB1"/>
                      </a:solidFill>
                      <a:prstDash val="solid"/>
                      <a:round/>
                      <a:headEnd type="none" w="med" len="med"/>
                      <a:tailEnd type="none" w="med" len="med"/>
                    </a:lnL>
                    <a:lnR w="7620" cap="flat" cmpd="sng" algn="ctr">
                      <a:solidFill>
                        <a:srgbClr val="608BB1"/>
                      </a:solidFill>
                      <a:prstDash val="solid"/>
                      <a:round/>
                      <a:headEnd type="none" w="med" len="med"/>
                      <a:tailEnd type="none" w="med" len="med"/>
                    </a:lnR>
                    <a:lnT w="7620" cap="flat" cmpd="sng" algn="ctr">
                      <a:solidFill>
                        <a:srgbClr val="608BB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DEPT_NO</a:t>
                      </a:r>
                    </a:p>
                  </a:txBody>
                  <a:tcPr marT="91440" marB="91440">
                    <a:lnL w="7620" cap="flat" cmpd="sng" algn="ctr">
                      <a:solidFill>
                        <a:srgbClr val="608BB1"/>
                      </a:solidFill>
                      <a:prstDash val="solid"/>
                      <a:round/>
                      <a:headEnd type="none" w="med" len="med"/>
                      <a:tailEnd type="none" w="med" len="med"/>
                    </a:lnL>
                    <a:lnR w="7620" cap="flat" cmpd="sng" algn="ctr">
                      <a:solidFill>
                        <a:srgbClr val="608BB1"/>
                      </a:solidFill>
                      <a:prstDash val="solid"/>
                      <a:round/>
                      <a:headEnd type="none" w="med" len="med"/>
                      <a:tailEnd type="none" w="med" len="med"/>
                    </a:lnR>
                    <a:lnT w="7620" cap="flat" cmpd="sng" algn="ctr">
                      <a:solidFill>
                        <a:srgbClr val="608BB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DEPT_NAME</a:t>
                      </a:r>
                    </a:p>
                  </a:txBody>
                  <a:tcPr marT="91440" marB="91440">
                    <a:lnL w="7620" cap="flat" cmpd="sng" algn="ctr">
                      <a:solidFill>
                        <a:srgbClr val="608BB1"/>
                      </a:solidFill>
                      <a:prstDash val="solid"/>
                      <a:round/>
                      <a:headEnd type="none" w="med" len="med"/>
                      <a:tailEnd type="none" w="med" len="med"/>
                    </a:lnL>
                    <a:lnR w="7620" cap="flat" cmpd="sng" algn="ctr">
                      <a:solidFill>
                        <a:srgbClr val="608BB1"/>
                      </a:solidFill>
                      <a:prstDash val="solid"/>
                      <a:round/>
                      <a:headEnd type="none" w="med" len="med"/>
                      <a:tailEnd type="none" w="med" len="med"/>
                    </a:lnR>
                    <a:lnT w="7620" cap="flat" cmpd="sng" algn="ctr">
                      <a:solidFill>
                        <a:srgbClr val="608BB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4239686197"/>
                  </a:ext>
                </a:extLst>
              </a:tr>
              <a:tr h="0">
                <a:tc>
                  <a:txBody>
                    <a:bodyPr/>
                    <a:lstStyle/>
                    <a:p>
                      <a:pPr algn="just" fontAlgn="t"/>
                      <a:r>
                        <a:rPr lang="en-IN">
                          <a:solidFill>
                            <a:srgbClr val="333333"/>
                          </a:solidFill>
                          <a:effectLst/>
                          <a:latin typeface="inter-regular"/>
                        </a:rPr>
                        <a:t>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Smith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Marketing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215398933"/>
                  </a:ext>
                </a:extLst>
              </a:tr>
              <a:tr h="0">
                <a:tc>
                  <a:txBody>
                    <a:bodyPr/>
                    <a:lstStyle/>
                    <a:p>
                      <a:pPr algn="just" fontAlgn="t"/>
                      <a:r>
                        <a:rPr lang="en-IN">
                          <a:solidFill>
                            <a:srgbClr val="333333"/>
                          </a:solidFill>
                          <a:effectLst/>
                          <a:latin typeface="inter-regular"/>
                        </a:rPr>
                        <a:t>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Smith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B</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Sales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987968234"/>
                  </a:ext>
                </a:extLst>
              </a:tr>
              <a:tr h="0">
                <a:tc>
                  <a:txBody>
                    <a:bodyPr/>
                    <a:lstStyle/>
                    <a:p>
                      <a:pPr algn="just" fontAlgn="t"/>
                      <a:r>
                        <a:rPr lang="en-IN">
                          <a:solidFill>
                            <a:srgbClr val="333333"/>
                          </a:solidFill>
                          <a:effectLst/>
                          <a:latin typeface="inter-regular"/>
                        </a:rPr>
                        <a:t>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Smith</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Legal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382123457"/>
                  </a:ext>
                </a:extLst>
              </a:tr>
              <a:tr h="0">
                <a:tc>
                  <a:txBody>
                    <a:bodyPr/>
                    <a:lstStyle/>
                    <a:p>
                      <a:pPr algn="just" fontAlgn="t"/>
                      <a:r>
                        <a:rPr lang="en-IN">
                          <a:solidFill>
                            <a:srgbClr val="333333"/>
                          </a:solidFill>
                          <a:effectLst/>
                          <a:latin typeface="inter-regular"/>
                        </a:rPr>
                        <a:t>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Harry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C</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Marketing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97198425"/>
                  </a:ext>
                </a:extLst>
              </a:tr>
              <a:tr h="0">
                <a:tc>
                  <a:txBody>
                    <a:bodyPr/>
                    <a:lstStyle/>
                    <a:p>
                      <a:pPr algn="just" fontAlgn="t"/>
                      <a:r>
                        <a:rPr lang="en-IN">
                          <a:solidFill>
                            <a:srgbClr val="333333"/>
                          </a:solidFill>
                          <a:effectLst/>
                          <a:latin typeface="inter-regular"/>
                        </a:rPr>
                        <a:t>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Harry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B</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Sales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02102785"/>
                  </a:ext>
                </a:extLst>
              </a:tr>
              <a:tr h="0">
                <a:tc>
                  <a:txBody>
                    <a:bodyPr/>
                    <a:lstStyle/>
                    <a:p>
                      <a:pPr algn="just" fontAlgn="t"/>
                      <a:r>
                        <a:rPr lang="en-IN">
                          <a:solidFill>
                            <a:srgbClr val="333333"/>
                          </a:solidFill>
                          <a:effectLst/>
                          <a:latin typeface="inter-regular"/>
                        </a:rPr>
                        <a:t>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Harry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C</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C</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Legal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016159670"/>
                  </a:ext>
                </a:extLst>
              </a:tr>
              <a:tr h="0">
                <a:tc>
                  <a:txBody>
                    <a:bodyPr/>
                    <a:lstStyle/>
                    <a:p>
                      <a:pPr algn="just" fontAlgn="t"/>
                      <a:r>
                        <a:rPr lang="en-IN">
                          <a:solidFill>
                            <a:srgbClr val="333333"/>
                          </a:solidFill>
                          <a:effectLst/>
                          <a:latin typeface="inter-regular"/>
                        </a:rPr>
                        <a:t>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John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B</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Marketing</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149132538"/>
                  </a:ext>
                </a:extLst>
              </a:tr>
              <a:tr h="0">
                <a:tc>
                  <a:txBody>
                    <a:bodyPr/>
                    <a:lstStyle/>
                    <a:p>
                      <a:pPr algn="just" fontAlgn="t"/>
                      <a:r>
                        <a:rPr lang="en-IN">
                          <a:solidFill>
                            <a:srgbClr val="333333"/>
                          </a:solidFill>
                          <a:effectLst/>
                          <a:latin typeface="inter-regular"/>
                        </a:rPr>
                        <a:t>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John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B</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B</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Sales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044100747"/>
                  </a:ext>
                </a:extLst>
              </a:tr>
              <a:tr h="0">
                <a:tc>
                  <a:txBody>
                    <a:bodyPr/>
                    <a:lstStyle/>
                    <a:p>
                      <a:pPr algn="just" fontAlgn="t"/>
                      <a:r>
                        <a:rPr lang="en-IN">
                          <a:solidFill>
                            <a:srgbClr val="333333"/>
                          </a:solidFill>
                          <a:effectLst/>
                          <a:latin typeface="inter-regular"/>
                        </a:rPr>
                        <a:t>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John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B</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Legal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164219698"/>
                  </a:ext>
                </a:extLst>
              </a:tr>
            </a:tbl>
          </a:graphicData>
        </a:graphic>
      </p:graphicFrame>
    </p:spTree>
    <p:extLst>
      <p:ext uri="{BB962C8B-B14F-4D97-AF65-F5344CB8AC3E}">
        <p14:creationId xmlns:p14="http://schemas.microsoft.com/office/powerpoint/2010/main" val="256551065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7. Rename Operation:</a:t>
            </a:r>
            <a:br>
              <a:rPr lang="en-IN" dirty="0"/>
            </a:br>
            <a:endParaRPr lang="en-IN" dirty="0"/>
          </a:p>
        </p:txBody>
      </p:sp>
      <p:sp>
        <p:nvSpPr>
          <p:cNvPr id="3" name="Content Placeholder 2"/>
          <p:cNvSpPr>
            <a:spLocks noGrp="1"/>
          </p:cNvSpPr>
          <p:nvPr>
            <p:ph idx="1"/>
          </p:nvPr>
        </p:nvSpPr>
        <p:spPr/>
        <p:txBody>
          <a:bodyPr/>
          <a:lstStyle/>
          <a:p>
            <a:r>
              <a:rPr lang="en-US" dirty="0"/>
              <a:t>The rename operation is used to rename the output relation. It is denoted by </a:t>
            </a:r>
            <a:r>
              <a:rPr lang="en-US" b="1" dirty="0"/>
              <a:t>rho</a:t>
            </a:r>
            <a:r>
              <a:rPr lang="en-US" dirty="0"/>
              <a:t> (ρ).</a:t>
            </a:r>
          </a:p>
          <a:p>
            <a:r>
              <a:rPr lang="en-US" b="1" dirty="0"/>
              <a:t>Example:</a:t>
            </a:r>
            <a:r>
              <a:rPr lang="en-US" dirty="0"/>
              <a:t> We can use the rename operator to rename STUDENT relation to STUDENT1.</a:t>
            </a:r>
          </a:p>
          <a:p>
            <a:r>
              <a:rPr lang="en-US" dirty="0"/>
              <a:t>ρ(STUDENT1, STUDENT)  </a:t>
            </a:r>
          </a:p>
          <a:p>
            <a:endParaRPr lang="en-IN" dirty="0"/>
          </a:p>
        </p:txBody>
      </p:sp>
    </p:spTree>
    <p:extLst>
      <p:ext uri="{BB962C8B-B14F-4D97-AF65-F5344CB8AC3E}">
        <p14:creationId xmlns:p14="http://schemas.microsoft.com/office/powerpoint/2010/main" val="136162023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Join Operations:</a:t>
            </a:r>
            <a:br>
              <a:rPr lang="en-IN" dirty="0"/>
            </a:br>
            <a:endParaRPr lang="en-IN" dirty="0"/>
          </a:p>
        </p:txBody>
      </p:sp>
      <p:sp>
        <p:nvSpPr>
          <p:cNvPr id="3" name="Content Placeholder 2"/>
          <p:cNvSpPr>
            <a:spLocks noGrp="1"/>
          </p:cNvSpPr>
          <p:nvPr>
            <p:ph idx="1"/>
          </p:nvPr>
        </p:nvSpPr>
        <p:spPr/>
        <p:txBody>
          <a:bodyPr/>
          <a:lstStyle/>
          <a:p>
            <a:r>
              <a:rPr lang="en-US" dirty="0"/>
              <a:t>A Join operation combines related tuples from different relations, if and only if a given join condition is satisfied. It is denoted by ⋈.</a:t>
            </a:r>
            <a:endParaRPr lang="en-IN" dirty="0"/>
          </a:p>
        </p:txBody>
      </p:sp>
    </p:spTree>
    <p:extLst>
      <p:ext uri="{BB962C8B-B14F-4D97-AF65-F5344CB8AC3E}">
        <p14:creationId xmlns:p14="http://schemas.microsoft.com/office/powerpoint/2010/main" val="232238336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Example:</a:t>
            </a:r>
            <a:br>
              <a:rPr lang="en-IN" dirty="0"/>
            </a:br>
            <a:endParaRPr lang="en-IN" dirty="0"/>
          </a:p>
        </p:txBody>
      </p:sp>
      <p:sp>
        <p:nvSpPr>
          <p:cNvPr id="5" name="Text Placeholder 4"/>
          <p:cNvSpPr>
            <a:spLocks noGrp="1"/>
          </p:cNvSpPr>
          <p:nvPr>
            <p:ph type="body" idx="1"/>
          </p:nvPr>
        </p:nvSpPr>
        <p:spPr/>
        <p:txBody>
          <a:bodyPr/>
          <a:lstStyle/>
          <a:p>
            <a:r>
              <a:rPr lang="en-IN" dirty="0"/>
              <a:t>EMPLOYEE</a:t>
            </a:r>
          </a:p>
        </p:txBody>
      </p:sp>
      <p:graphicFrame>
        <p:nvGraphicFramePr>
          <p:cNvPr id="9" name="Content Placeholder 8"/>
          <p:cNvGraphicFramePr>
            <a:graphicFrameLocks noGrp="1"/>
          </p:cNvGraphicFramePr>
          <p:nvPr>
            <p:ph sz="half" idx="2"/>
          </p:nvPr>
        </p:nvGraphicFramePr>
        <p:xfrm>
          <a:off x="839788" y="3691061"/>
          <a:ext cx="5157786" cy="1312615"/>
        </p:xfrm>
        <a:graphic>
          <a:graphicData uri="http://schemas.openxmlformats.org/drawingml/2006/table">
            <a:tbl>
              <a:tblPr/>
              <a:tblGrid>
                <a:gridCol w="2578893">
                  <a:extLst>
                    <a:ext uri="{9D8B030D-6E8A-4147-A177-3AD203B41FA5}">
                      <a16:colId xmlns:a16="http://schemas.microsoft.com/office/drawing/2014/main" val="306822177"/>
                    </a:ext>
                  </a:extLst>
                </a:gridCol>
                <a:gridCol w="2578893">
                  <a:extLst>
                    <a:ext uri="{9D8B030D-6E8A-4147-A177-3AD203B41FA5}">
                      <a16:colId xmlns:a16="http://schemas.microsoft.com/office/drawing/2014/main" val="3655113641"/>
                    </a:ext>
                  </a:extLst>
                </a:gridCol>
              </a:tblGrid>
              <a:tr h="364615">
                <a:tc>
                  <a:txBody>
                    <a:bodyPr/>
                    <a:lstStyle/>
                    <a:p>
                      <a:pPr algn="l" fontAlgn="t"/>
                      <a:r>
                        <a:rPr lang="en-IN" sz="1400">
                          <a:solidFill>
                            <a:srgbClr val="000000"/>
                          </a:solidFill>
                          <a:effectLst/>
                          <a:latin typeface="times new roman" panose="02020603050405020304" pitchFamily="18" charset="0"/>
                        </a:rPr>
                        <a:t>EMP_CODE</a:t>
                      </a:r>
                    </a:p>
                  </a:txBody>
                  <a:tcPr marL="72923" marR="72923" marT="72923" marB="72923">
                    <a:lnL w="7620" cap="flat" cmpd="sng" algn="ctr">
                      <a:solidFill>
                        <a:srgbClr val="704436"/>
                      </a:solidFill>
                      <a:prstDash val="solid"/>
                      <a:round/>
                      <a:headEnd type="none" w="med" len="med"/>
                      <a:tailEnd type="none" w="med" len="med"/>
                    </a:lnL>
                    <a:lnR w="7620" cap="flat" cmpd="sng" algn="ctr">
                      <a:solidFill>
                        <a:srgbClr val="704436"/>
                      </a:solidFill>
                      <a:prstDash val="solid"/>
                      <a:round/>
                      <a:headEnd type="none" w="med" len="med"/>
                      <a:tailEnd type="none" w="med" len="med"/>
                    </a:lnR>
                    <a:lnT w="7620" cap="flat" cmpd="sng" algn="ctr">
                      <a:solidFill>
                        <a:srgbClr val="70443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EMP_NAME</a:t>
                      </a:r>
                    </a:p>
                  </a:txBody>
                  <a:tcPr marL="72923" marR="72923" marT="72923" marB="72923">
                    <a:lnL w="7620" cap="flat" cmpd="sng" algn="ctr">
                      <a:solidFill>
                        <a:srgbClr val="704436"/>
                      </a:solidFill>
                      <a:prstDash val="solid"/>
                      <a:round/>
                      <a:headEnd type="none" w="med" len="med"/>
                      <a:tailEnd type="none" w="med" len="med"/>
                    </a:lnL>
                    <a:lnR w="7620" cap="flat" cmpd="sng" algn="ctr">
                      <a:solidFill>
                        <a:srgbClr val="704436"/>
                      </a:solidFill>
                      <a:prstDash val="solid"/>
                      <a:round/>
                      <a:headEnd type="none" w="med" len="med"/>
                      <a:tailEnd type="none" w="med" len="med"/>
                    </a:lnR>
                    <a:lnT w="7620" cap="flat" cmpd="sng" algn="ctr">
                      <a:solidFill>
                        <a:srgbClr val="70443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97668912"/>
                  </a:ext>
                </a:extLst>
              </a:tr>
              <a:tr h="316000">
                <a:tc>
                  <a:txBody>
                    <a:bodyPr/>
                    <a:lstStyle/>
                    <a:p>
                      <a:pPr algn="just" fontAlgn="t"/>
                      <a:r>
                        <a:rPr lang="en-IN" sz="1400">
                          <a:solidFill>
                            <a:srgbClr val="333333"/>
                          </a:solidFill>
                          <a:effectLst/>
                          <a:latin typeface="inter-regular"/>
                        </a:rPr>
                        <a:t>101</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Stephan</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804000477"/>
                  </a:ext>
                </a:extLst>
              </a:tr>
              <a:tr h="316000">
                <a:tc>
                  <a:txBody>
                    <a:bodyPr/>
                    <a:lstStyle/>
                    <a:p>
                      <a:pPr algn="just" fontAlgn="t"/>
                      <a:r>
                        <a:rPr lang="en-IN" sz="1400">
                          <a:solidFill>
                            <a:srgbClr val="333333"/>
                          </a:solidFill>
                          <a:effectLst/>
                          <a:latin typeface="inter-regular"/>
                        </a:rPr>
                        <a:t>102</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Jack</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816062402"/>
                  </a:ext>
                </a:extLst>
              </a:tr>
              <a:tr h="316000">
                <a:tc>
                  <a:txBody>
                    <a:bodyPr/>
                    <a:lstStyle/>
                    <a:p>
                      <a:pPr algn="just" fontAlgn="t"/>
                      <a:r>
                        <a:rPr lang="en-IN" sz="1400">
                          <a:solidFill>
                            <a:srgbClr val="333333"/>
                          </a:solidFill>
                          <a:effectLst/>
                          <a:latin typeface="inter-regular"/>
                        </a:rPr>
                        <a:t>103</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dirty="0">
                          <a:solidFill>
                            <a:srgbClr val="333333"/>
                          </a:solidFill>
                          <a:effectLst/>
                          <a:latin typeface="inter-regular"/>
                        </a:rPr>
                        <a:t>Harry</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750559479"/>
                  </a:ext>
                </a:extLst>
              </a:tr>
            </a:tbl>
          </a:graphicData>
        </a:graphic>
      </p:graphicFrame>
      <p:sp>
        <p:nvSpPr>
          <p:cNvPr id="7" name="Text Placeholder 6"/>
          <p:cNvSpPr>
            <a:spLocks noGrp="1"/>
          </p:cNvSpPr>
          <p:nvPr>
            <p:ph type="body" sz="quarter" idx="3"/>
          </p:nvPr>
        </p:nvSpPr>
        <p:spPr/>
        <p:txBody>
          <a:bodyPr/>
          <a:lstStyle/>
          <a:p>
            <a:r>
              <a:rPr lang="en-IN" dirty="0" smtClean="0"/>
              <a:t>SALARY 	</a:t>
            </a:r>
            <a:endParaRPr lang="en-IN" dirty="0"/>
          </a:p>
        </p:txBody>
      </p:sp>
      <p:graphicFrame>
        <p:nvGraphicFramePr>
          <p:cNvPr id="10" name="Content Placeholder 9"/>
          <p:cNvGraphicFramePr>
            <a:graphicFrameLocks noGrp="1"/>
          </p:cNvGraphicFramePr>
          <p:nvPr>
            <p:ph sz="quarter" idx="4"/>
          </p:nvPr>
        </p:nvGraphicFramePr>
        <p:xfrm>
          <a:off x="6172200" y="3687829"/>
          <a:ext cx="5183188" cy="1319079"/>
        </p:xfrm>
        <a:graphic>
          <a:graphicData uri="http://schemas.openxmlformats.org/drawingml/2006/table">
            <a:tbl>
              <a:tblPr/>
              <a:tblGrid>
                <a:gridCol w="2591594">
                  <a:extLst>
                    <a:ext uri="{9D8B030D-6E8A-4147-A177-3AD203B41FA5}">
                      <a16:colId xmlns:a16="http://schemas.microsoft.com/office/drawing/2014/main" val="906835416"/>
                    </a:ext>
                  </a:extLst>
                </a:gridCol>
                <a:gridCol w="2591594">
                  <a:extLst>
                    <a:ext uri="{9D8B030D-6E8A-4147-A177-3AD203B41FA5}">
                      <a16:colId xmlns:a16="http://schemas.microsoft.com/office/drawing/2014/main" val="201815421"/>
                    </a:ext>
                  </a:extLst>
                </a:gridCol>
              </a:tblGrid>
              <a:tr h="366411">
                <a:tc>
                  <a:txBody>
                    <a:bodyPr/>
                    <a:lstStyle/>
                    <a:p>
                      <a:pPr algn="l" fontAlgn="t"/>
                      <a:r>
                        <a:rPr lang="en-IN" sz="1400">
                          <a:solidFill>
                            <a:srgbClr val="000000"/>
                          </a:solidFill>
                          <a:effectLst/>
                          <a:latin typeface="times new roman" panose="02020603050405020304" pitchFamily="18" charset="0"/>
                        </a:rPr>
                        <a:t>EMP_CODE</a:t>
                      </a:r>
                    </a:p>
                  </a:txBody>
                  <a:tcPr marL="73282" marR="73282" marT="73282" marB="73282">
                    <a:lnL w="7620" cap="flat" cmpd="sng" algn="ctr">
                      <a:solidFill>
                        <a:srgbClr val="D0A00A"/>
                      </a:solidFill>
                      <a:prstDash val="solid"/>
                      <a:round/>
                      <a:headEnd type="none" w="med" len="med"/>
                      <a:tailEnd type="none" w="med" len="med"/>
                    </a:lnL>
                    <a:lnR w="7620" cap="flat" cmpd="sng" algn="ctr">
                      <a:solidFill>
                        <a:srgbClr val="D0A00A"/>
                      </a:solidFill>
                      <a:prstDash val="solid"/>
                      <a:round/>
                      <a:headEnd type="none" w="med" len="med"/>
                      <a:tailEnd type="none" w="med" len="med"/>
                    </a:lnR>
                    <a:lnT w="7620" cap="flat" cmpd="sng" algn="ctr">
                      <a:solidFill>
                        <a:srgbClr val="D0A00A"/>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SALARY</a:t>
                      </a:r>
                    </a:p>
                  </a:txBody>
                  <a:tcPr marL="73282" marR="73282" marT="73282" marB="73282">
                    <a:lnL w="7620" cap="flat" cmpd="sng" algn="ctr">
                      <a:solidFill>
                        <a:srgbClr val="D0A00A"/>
                      </a:solidFill>
                      <a:prstDash val="solid"/>
                      <a:round/>
                      <a:headEnd type="none" w="med" len="med"/>
                      <a:tailEnd type="none" w="med" len="med"/>
                    </a:lnL>
                    <a:lnR w="7620" cap="flat" cmpd="sng" algn="ctr">
                      <a:solidFill>
                        <a:srgbClr val="D0A00A"/>
                      </a:solidFill>
                      <a:prstDash val="solid"/>
                      <a:round/>
                      <a:headEnd type="none" w="med" len="med"/>
                      <a:tailEnd type="none" w="med" len="med"/>
                    </a:lnR>
                    <a:lnT w="7620" cap="flat" cmpd="sng" algn="ctr">
                      <a:solidFill>
                        <a:srgbClr val="D0A00A"/>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277204626"/>
                  </a:ext>
                </a:extLst>
              </a:tr>
              <a:tr h="317556">
                <a:tc>
                  <a:txBody>
                    <a:bodyPr/>
                    <a:lstStyle/>
                    <a:p>
                      <a:pPr algn="just" fontAlgn="t"/>
                      <a:r>
                        <a:rPr lang="en-IN" sz="1400">
                          <a:solidFill>
                            <a:srgbClr val="333333"/>
                          </a:solidFill>
                          <a:effectLst/>
                          <a:latin typeface="inter-regular"/>
                        </a:rPr>
                        <a:t>101</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50000</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496156331"/>
                  </a:ext>
                </a:extLst>
              </a:tr>
              <a:tr h="317556">
                <a:tc>
                  <a:txBody>
                    <a:bodyPr/>
                    <a:lstStyle/>
                    <a:p>
                      <a:pPr algn="just" fontAlgn="t"/>
                      <a:r>
                        <a:rPr lang="en-IN" sz="1400">
                          <a:solidFill>
                            <a:srgbClr val="333333"/>
                          </a:solidFill>
                          <a:effectLst/>
                          <a:latin typeface="inter-regular"/>
                        </a:rPr>
                        <a:t>102</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30000</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305222856"/>
                  </a:ext>
                </a:extLst>
              </a:tr>
              <a:tr h="317556">
                <a:tc>
                  <a:txBody>
                    <a:bodyPr/>
                    <a:lstStyle/>
                    <a:p>
                      <a:pPr algn="just" fontAlgn="t"/>
                      <a:r>
                        <a:rPr lang="en-IN" sz="1400">
                          <a:solidFill>
                            <a:srgbClr val="333333"/>
                          </a:solidFill>
                          <a:effectLst/>
                          <a:latin typeface="inter-regular"/>
                        </a:rPr>
                        <a:t>103</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dirty="0">
                          <a:solidFill>
                            <a:srgbClr val="333333"/>
                          </a:solidFill>
                          <a:effectLst/>
                          <a:latin typeface="inter-regular"/>
                        </a:rPr>
                        <a:t>25000</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194786079"/>
                  </a:ext>
                </a:extLst>
              </a:tr>
            </a:tbl>
          </a:graphicData>
        </a:graphic>
      </p:graphicFrame>
    </p:spTree>
    <p:extLst>
      <p:ext uri="{BB962C8B-B14F-4D97-AF65-F5344CB8AC3E}">
        <p14:creationId xmlns:p14="http://schemas.microsoft.com/office/powerpoint/2010/main" val="173586210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Operation: (EMPLOYEE ⋈ SALARY)   </a:t>
            </a:r>
            <a:br>
              <a:rPr lang="en-IN" dirty="0"/>
            </a:br>
            <a:endParaRPr lang="en-IN" dirty="0"/>
          </a:p>
        </p:txBody>
      </p:sp>
      <p:sp>
        <p:nvSpPr>
          <p:cNvPr id="7" name="Content Placeholder 6"/>
          <p:cNvSpPr>
            <a:spLocks noGrp="1"/>
          </p:cNvSpPr>
          <p:nvPr>
            <p:ph idx="1"/>
          </p:nvPr>
        </p:nvSpPr>
        <p:spPr/>
        <p:txBody>
          <a:bodyPr/>
          <a:lstStyle/>
          <a:p>
            <a:r>
              <a:rPr lang="en-IN" b="1" dirty="0"/>
              <a:t>Result</a:t>
            </a:r>
            <a:r>
              <a:rPr lang="en-IN" b="1" dirty="0" smtClean="0"/>
              <a:t>:</a:t>
            </a:r>
          </a:p>
          <a:p>
            <a:endParaRPr lang="en-IN" dirty="0"/>
          </a:p>
        </p:txBody>
      </p:sp>
      <p:graphicFrame>
        <p:nvGraphicFramePr>
          <p:cNvPr id="8" name="Table 7"/>
          <p:cNvGraphicFramePr>
            <a:graphicFrameLocks noGrp="1"/>
          </p:cNvGraphicFramePr>
          <p:nvPr/>
        </p:nvGraphicFramePr>
        <p:xfrm>
          <a:off x="2862262" y="3178334"/>
          <a:ext cx="6467475" cy="1645920"/>
        </p:xfrm>
        <a:graphic>
          <a:graphicData uri="http://schemas.openxmlformats.org/drawingml/2006/table">
            <a:tbl>
              <a:tblPr/>
              <a:tblGrid>
                <a:gridCol w="2155825">
                  <a:extLst>
                    <a:ext uri="{9D8B030D-6E8A-4147-A177-3AD203B41FA5}">
                      <a16:colId xmlns:a16="http://schemas.microsoft.com/office/drawing/2014/main" val="2596299948"/>
                    </a:ext>
                  </a:extLst>
                </a:gridCol>
                <a:gridCol w="2155825">
                  <a:extLst>
                    <a:ext uri="{9D8B030D-6E8A-4147-A177-3AD203B41FA5}">
                      <a16:colId xmlns:a16="http://schemas.microsoft.com/office/drawing/2014/main" val="517009837"/>
                    </a:ext>
                  </a:extLst>
                </a:gridCol>
                <a:gridCol w="2155825">
                  <a:extLst>
                    <a:ext uri="{9D8B030D-6E8A-4147-A177-3AD203B41FA5}">
                      <a16:colId xmlns:a16="http://schemas.microsoft.com/office/drawing/2014/main" val="630419335"/>
                    </a:ext>
                  </a:extLst>
                </a:gridCol>
              </a:tblGrid>
              <a:tr h="0">
                <a:tc>
                  <a:txBody>
                    <a:bodyPr/>
                    <a:lstStyle/>
                    <a:p>
                      <a:pPr algn="l" fontAlgn="t"/>
                      <a:r>
                        <a:rPr lang="en-IN">
                          <a:solidFill>
                            <a:srgbClr val="000000"/>
                          </a:solidFill>
                          <a:effectLst/>
                          <a:latin typeface="times new roman" panose="02020603050405020304" pitchFamily="18" charset="0"/>
                        </a:rPr>
                        <a:t>EMP_CODE</a:t>
                      </a:r>
                    </a:p>
                  </a:txBody>
                  <a:tcPr marT="91440" marB="91440">
                    <a:lnL w="7620" cap="flat" cmpd="sng" algn="ctr">
                      <a:solidFill>
                        <a:srgbClr val="D0E997"/>
                      </a:solidFill>
                      <a:prstDash val="solid"/>
                      <a:round/>
                      <a:headEnd type="none" w="med" len="med"/>
                      <a:tailEnd type="none" w="med" len="med"/>
                    </a:lnL>
                    <a:lnR w="7620" cap="flat" cmpd="sng" algn="ctr">
                      <a:solidFill>
                        <a:srgbClr val="D0E997"/>
                      </a:solidFill>
                      <a:prstDash val="solid"/>
                      <a:round/>
                      <a:headEnd type="none" w="med" len="med"/>
                      <a:tailEnd type="none" w="med" len="med"/>
                    </a:lnR>
                    <a:lnT w="7620" cap="flat" cmpd="sng" algn="ctr">
                      <a:solidFill>
                        <a:srgbClr val="D0E997"/>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EMP_NAME</a:t>
                      </a:r>
                    </a:p>
                  </a:txBody>
                  <a:tcPr marT="91440" marB="91440">
                    <a:lnL w="7620" cap="flat" cmpd="sng" algn="ctr">
                      <a:solidFill>
                        <a:srgbClr val="D0E997"/>
                      </a:solidFill>
                      <a:prstDash val="solid"/>
                      <a:round/>
                      <a:headEnd type="none" w="med" len="med"/>
                      <a:tailEnd type="none" w="med" len="med"/>
                    </a:lnL>
                    <a:lnR w="7620" cap="flat" cmpd="sng" algn="ctr">
                      <a:solidFill>
                        <a:srgbClr val="D0E997"/>
                      </a:solidFill>
                      <a:prstDash val="solid"/>
                      <a:round/>
                      <a:headEnd type="none" w="med" len="med"/>
                      <a:tailEnd type="none" w="med" len="med"/>
                    </a:lnR>
                    <a:lnT w="7620" cap="flat" cmpd="sng" algn="ctr">
                      <a:solidFill>
                        <a:srgbClr val="D0E997"/>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SALARY</a:t>
                      </a:r>
                    </a:p>
                  </a:txBody>
                  <a:tcPr marT="91440" marB="91440">
                    <a:lnL w="7620" cap="flat" cmpd="sng" algn="ctr">
                      <a:solidFill>
                        <a:srgbClr val="D0E997"/>
                      </a:solidFill>
                      <a:prstDash val="solid"/>
                      <a:round/>
                      <a:headEnd type="none" w="med" len="med"/>
                      <a:tailEnd type="none" w="med" len="med"/>
                    </a:lnL>
                    <a:lnR w="7620" cap="flat" cmpd="sng" algn="ctr">
                      <a:solidFill>
                        <a:srgbClr val="D0E997"/>
                      </a:solidFill>
                      <a:prstDash val="solid"/>
                      <a:round/>
                      <a:headEnd type="none" w="med" len="med"/>
                      <a:tailEnd type="none" w="med" len="med"/>
                    </a:lnR>
                    <a:lnT w="7620" cap="flat" cmpd="sng" algn="ctr">
                      <a:solidFill>
                        <a:srgbClr val="D0E997"/>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661241468"/>
                  </a:ext>
                </a:extLst>
              </a:tr>
              <a:tr h="0">
                <a:tc>
                  <a:txBody>
                    <a:bodyPr/>
                    <a:lstStyle/>
                    <a:p>
                      <a:pPr algn="just" fontAlgn="t"/>
                      <a:r>
                        <a:rPr lang="en-IN">
                          <a:solidFill>
                            <a:srgbClr val="333333"/>
                          </a:solidFill>
                          <a:effectLst/>
                          <a:latin typeface="inter-regular"/>
                        </a:rPr>
                        <a:t>101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Stephan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50000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362028232"/>
                  </a:ext>
                </a:extLst>
              </a:tr>
              <a:tr h="0">
                <a:tc>
                  <a:txBody>
                    <a:bodyPr/>
                    <a:lstStyle/>
                    <a:p>
                      <a:pPr algn="just" fontAlgn="t"/>
                      <a:r>
                        <a:rPr lang="en-IN">
                          <a:solidFill>
                            <a:srgbClr val="333333"/>
                          </a:solidFill>
                          <a:effectLst/>
                          <a:latin typeface="inter-regular"/>
                        </a:rPr>
                        <a:t>102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Jack</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30000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449166464"/>
                  </a:ext>
                </a:extLst>
              </a:tr>
              <a:tr h="0">
                <a:tc>
                  <a:txBody>
                    <a:bodyPr/>
                    <a:lstStyle/>
                    <a:p>
                      <a:pPr algn="just" fontAlgn="t"/>
                      <a:r>
                        <a:rPr lang="en-IN">
                          <a:solidFill>
                            <a:srgbClr val="333333"/>
                          </a:solidFill>
                          <a:effectLst/>
                          <a:latin typeface="inter-regular"/>
                        </a:rPr>
                        <a:t>103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Harry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25000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34744221"/>
                  </a:ext>
                </a:extLst>
              </a:tr>
            </a:tbl>
          </a:graphicData>
        </a:graphic>
      </p:graphicFrame>
    </p:spTree>
    <p:extLst>
      <p:ext uri="{BB962C8B-B14F-4D97-AF65-F5344CB8AC3E}">
        <p14:creationId xmlns:p14="http://schemas.microsoft.com/office/powerpoint/2010/main" val="283973583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Join operations:</a:t>
            </a:r>
            <a:br>
              <a:rPr lang="en-IN" dirty="0"/>
            </a:br>
            <a:endParaRPr lang="en-IN" dirty="0"/>
          </a:p>
        </p:txBody>
      </p:sp>
      <p:pic>
        <p:nvPicPr>
          <p:cNvPr id="13314" name="Picture 2" descr="DBMS Join Opera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33787" y="1877219"/>
            <a:ext cx="4924425" cy="4248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34490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 Natural Join:</a:t>
            </a:r>
            <a:br>
              <a:rPr lang="en-IN" dirty="0"/>
            </a:br>
            <a:endParaRPr lang="en-IN" dirty="0"/>
          </a:p>
        </p:txBody>
      </p:sp>
      <p:sp>
        <p:nvSpPr>
          <p:cNvPr id="4" name="Content Placeholder 3"/>
          <p:cNvSpPr>
            <a:spLocks noGrp="1"/>
          </p:cNvSpPr>
          <p:nvPr>
            <p:ph sz="half" idx="1"/>
          </p:nvPr>
        </p:nvSpPr>
        <p:spPr/>
        <p:txBody>
          <a:bodyPr>
            <a:normAutofit/>
          </a:bodyPr>
          <a:lstStyle/>
          <a:p>
            <a:r>
              <a:rPr lang="en-US" dirty="0" smtClean="0"/>
              <a:t>A </a:t>
            </a:r>
            <a:r>
              <a:rPr lang="en-US" dirty="0"/>
              <a:t>natural join is the set of tuples of all combinations in R and S that are equal on their common attribute names.</a:t>
            </a:r>
          </a:p>
          <a:p>
            <a:r>
              <a:rPr lang="en-US" dirty="0"/>
              <a:t>It is denoted by ⋈.</a:t>
            </a:r>
          </a:p>
          <a:p>
            <a:r>
              <a:rPr lang="en-US" b="1" dirty="0"/>
              <a:t>Example:</a:t>
            </a:r>
            <a:r>
              <a:rPr lang="en-US" dirty="0"/>
              <a:t> Let's use the above EMPLOYEE table and SALARY table:</a:t>
            </a:r>
          </a:p>
          <a:p>
            <a:r>
              <a:rPr lang="en-US" b="1" dirty="0"/>
              <a:t>Input:</a:t>
            </a:r>
            <a:endParaRPr lang="en-US" dirty="0"/>
          </a:p>
          <a:p>
            <a:r>
              <a:rPr lang="en-US" sz="1800" dirty="0">
                <a:cs typeface="Times New Roman" panose="02020603050405020304" pitchFamily="18" charset="0"/>
              </a:rPr>
              <a:t>∏EMP_NAME, SALARY (EMPLOYEE ⋈ SALARY)  </a:t>
            </a:r>
          </a:p>
          <a:p>
            <a:endParaRPr lang="en-IN" dirty="0"/>
          </a:p>
        </p:txBody>
      </p:sp>
      <p:sp>
        <p:nvSpPr>
          <p:cNvPr id="5" name="Content Placeholder 4"/>
          <p:cNvSpPr>
            <a:spLocks noGrp="1"/>
          </p:cNvSpPr>
          <p:nvPr>
            <p:ph sz="half" idx="2"/>
          </p:nvPr>
        </p:nvSpPr>
        <p:spPr/>
        <p:txBody>
          <a:bodyPr>
            <a:normAutofit/>
          </a:bodyPr>
          <a:lstStyle/>
          <a:p>
            <a:r>
              <a:rPr lang="en-IN" b="1" dirty="0"/>
              <a:t>Output</a:t>
            </a:r>
            <a:r>
              <a:rPr lang="en-IN" b="1" dirty="0" smtClean="0"/>
              <a:t>:</a:t>
            </a:r>
          </a:p>
          <a:p>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1455901756"/>
              </p:ext>
            </p:extLst>
          </p:nvPr>
        </p:nvGraphicFramePr>
        <p:xfrm>
          <a:off x="6783976" y="2629694"/>
          <a:ext cx="3564664" cy="1645920"/>
        </p:xfrm>
        <a:graphic>
          <a:graphicData uri="http://schemas.openxmlformats.org/drawingml/2006/table">
            <a:tbl>
              <a:tblPr/>
              <a:tblGrid>
                <a:gridCol w="1782332">
                  <a:extLst>
                    <a:ext uri="{9D8B030D-6E8A-4147-A177-3AD203B41FA5}">
                      <a16:colId xmlns:a16="http://schemas.microsoft.com/office/drawing/2014/main" val="3742318499"/>
                    </a:ext>
                  </a:extLst>
                </a:gridCol>
                <a:gridCol w="1782332">
                  <a:extLst>
                    <a:ext uri="{9D8B030D-6E8A-4147-A177-3AD203B41FA5}">
                      <a16:colId xmlns:a16="http://schemas.microsoft.com/office/drawing/2014/main" val="802734260"/>
                    </a:ext>
                  </a:extLst>
                </a:gridCol>
              </a:tblGrid>
              <a:tr h="0">
                <a:tc>
                  <a:txBody>
                    <a:bodyPr/>
                    <a:lstStyle/>
                    <a:p>
                      <a:pPr algn="l" fontAlgn="t"/>
                      <a:r>
                        <a:rPr lang="en-IN">
                          <a:solidFill>
                            <a:srgbClr val="000000"/>
                          </a:solidFill>
                          <a:effectLst/>
                          <a:latin typeface="times new roman" panose="02020603050405020304" pitchFamily="18" charset="0"/>
                        </a:rPr>
                        <a:t>EMP_NAME</a:t>
                      </a:r>
                    </a:p>
                  </a:txBody>
                  <a:tcPr marT="91440" marB="91440">
                    <a:lnL w="7620" cap="flat" cmpd="sng" algn="ctr">
                      <a:solidFill>
                        <a:srgbClr val="D0B8E8"/>
                      </a:solidFill>
                      <a:prstDash val="solid"/>
                      <a:round/>
                      <a:headEnd type="none" w="med" len="med"/>
                      <a:tailEnd type="none" w="med" len="med"/>
                    </a:lnL>
                    <a:lnR w="7620" cap="flat" cmpd="sng" algn="ctr">
                      <a:solidFill>
                        <a:srgbClr val="D0B8E8"/>
                      </a:solidFill>
                      <a:prstDash val="solid"/>
                      <a:round/>
                      <a:headEnd type="none" w="med" len="med"/>
                      <a:tailEnd type="none" w="med" len="med"/>
                    </a:lnR>
                    <a:lnT w="7620" cap="flat" cmpd="sng" algn="ctr">
                      <a:solidFill>
                        <a:srgbClr val="D0B8E8"/>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SALARY</a:t>
                      </a:r>
                    </a:p>
                  </a:txBody>
                  <a:tcPr marT="91440" marB="91440">
                    <a:lnL w="7620" cap="flat" cmpd="sng" algn="ctr">
                      <a:solidFill>
                        <a:srgbClr val="D0B8E8"/>
                      </a:solidFill>
                      <a:prstDash val="solid"/>
                      <a:round/>
                      <a:headEnd type="none" w="med" len="med"/>
                      <a:tailEnd type="none" w="med" len="med"/>
                    </a:lnL>
                    <a:lnR w="7620" cap="flat" cmpd="sng" algn="ctr">
                      <a:solidFill>
                        <a:srgbClr val="D0B8E8"/>
                      </a:solidFill>
                      <a:prstDash val="solid"/>
                      <a:round/>
                      <a:headEnd type="none" w="med" len="med"/>
                      <a:tailEnd type="none" w="med" len="med"/>
                    </a:lnR>
                    <a:lnT w="7620" cap="flat" cmpd="sng" algn="ctr">
                      <a:solidFill>
                        <a:srgbClr val="D0B8E8"/>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563959396"/>
                  </a:ext>
                </a:extLst>
              </a:tr>
              <a:tr h="0">
                <a:tc>
                  <a:txBody>
                    <a:bodyPr/>
                    <a:lstStyle/>
                    <a:p>
                      <a:pPr algn="just" fontAlgn="t"/>
                      <a:r>
                        <a:rPr lang="en-IN">
                          <a:solidFill>
                            <a:srgbClr val="333333"/>
                          </a:solidFill>
                          <a:effectLst/>
                          <a:latin typeface="inter-regular"/>
                        </a:rPr>
                        <a:t>Stephan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50000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308153076"/>
                  </a:ext>
                </a:extLst>
              </a:tr>
              <a:tr h="0">
                <a:tc>
                  <a:txBody>
                    <a:bodyPr/>
                    <a:lstStyle/>
                    <a:p>
                      <a:pPr algn="just" fontAlgn="t"/>
                      <a:r>
                        <a:rPr lang="en-IN">
                          <a:solidFill>
                            <a:srgbClr val="333333"/>
                          </a:solidFill>
                          <a:effectLst/>
                          <a:latin typeface="inter-regular"/>
                        </a:rPr>
                        <a:t>Jack</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30000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646875437"/>
                  </a:ext>
                </a:extLst>
              </a:tr>
              <a:tr h="0">
                <a:tc>
                  <a:txBody>
                    <a:bodyPr/>
                    <a:lstStyle/>
                    <a:p>
                      <a:pPr algn="just" fontAlgn="t"/>
                      <a:r>
                        <a:rPr lang="en-IN">
                          <a:solidFill>
                            <a:srgbClr val="333333"/>
                          </a:solidFill>
                          <a:effectLst/>
                          <a:latin typeface="inter-regular"/>
                        </a:rPr>
                        <a:t>Harry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25000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793711035"/>
                  </a:ext>
                </a:extLst>
              </a:tr>
            </a:tbl>
          </a:graphicData>
        </a:graphic>
      </p:graphicFrame>
      <mc:AlternateContent xmlns:mc="http://schemas.openxmlformats.org/markup-compatibility/2006" xmlns:p14="http://schemas.microsoft.com/office/powerpoint/2010/main">
        <mc:Choice Requires="p14">
          <p:contentPart p14:bwMode="auto" r:id="rId2">
            <p14:nvContentPartPr>
              <p14:cNvPr id="7" name="Ink 6"/>
              <p14:cNvContentPartPr/>
              <p14:nvPr/>
            </p14:nvContentPartPr>
            <p14:xfrm>
              <a:off x="7208640" y="4556160"/>
              <a:ext cx="3570480" cy="1472760"/>
            </p14:xfrm>
          </p:contentPart>
        </mc:Choice>
        <mc:Fallback xmlns="">
          <p:pic>
            <p:nvPicPr>
              <p:cNvPr id="7" name="Ink 6"/>
              <p:cNvPicPr/>
              <p:nvPr/>
            </p:nvPicPr>
            <p:blipFill>
              <a:blip r:embed="rId3"/>
              <a:stretch>
                <a:fillRect/>
              </a:stretch>
            </p:blipFill>
            <p:spPr>
              <a:xfrm>
                <a:off x="7200000" y="4548600"/>
                <a:ext cx="3587760" cy="1488960"/>
              </a:xfrm>
              <a:prstGeom prst="rect">
                <a:avLst/>
              </a:prstGeom>
            </p:spPr>
          </p:pic>
        </mc:Fallback>
      </mc:AlternateContent>
    </p:spTree>
    <p:extLst>
      <p:ext uri="{BB962C8B-B14F-4D97-AF65-F5344CB8AC3E}">
        <p14:creationId xmlns:p14="http://schemas.microsoft.com/office/powerpoint/2010/main" val="217323309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2700" b="1" dirty="0"/>
              <a:t>2. Outer </a:t>
            </a:r>
            <a:r>
              <a:rPr lang="en-IN" sz="2700" b="1" dirty="0" smtClean="0"/>
              <a:t>Join:</a:t>
            </a:r>
            <a:r>
              <a:rPr lang="en-IN" sz="2700" dirty="0" smtClean="0"/>
              <a:t/>
            </a:r>
            <a:br>
              <a:rPr lang="en-IN" sz="2700" dirty="0" smtClean="0"/>
            </a:br>
            <a:r>
              <a:rPr lang="en-US" sz="2700" dirty="0" smtClean="0"/>
              <a:t>The </a:t>
            </a:r>
            <a:r>
              <a:rPr lang="en-US" sz="2700" dirty="0"/>
              <a:t>outer join operation is an extension of the join operation. It is used to deal with missing information.</a:t>
            </a:r>
            <a:r>
              <a:rPr lang="en-IN" dirty="0"/>
              <a:t/>
            </a:r>
            <a:br>
              <a:rPr lang="en-IN" dirty="0"/>
            </a:br>
            <a:endParaRPr lang="en-IN" dirty="0"/>
          </a:p>
        </p:txBody>
      </p:sp>
      <p:sp>
        <p:nvSpPr>
          <p:cNvPr id="5" name="Text Placeholder 4"/>
          <p:cNvSpPr>
            <a:spLocks noGrp="1"/>
          </p:cNvSpPr>
          <p:nvPr>
            <p:ph type="body" idx="1"/>
          </p:nvPr>
        </p:nvSpPr>
        <p:spPr/>
        <p:txBody>
          <a:bodyPr/>
          <a:lstStyle/>
          <a:p>
            <a:r>
              <a:rPr lang="en-IN" dirty="0"/>
              <a:t>EMPLOYEE</a:t>
            </a:r>
          </a:p>
        </p:txBody>
      </p:sp>
      <p:graphicFrame>
        <p:nvGraphicFramePr>
          <p:cNvPr id="9" name="Content Placeholder 8"/>
          <p:cNvGraphicFramePr>
            <a:graphicFrameLocks noGrp="1"/>
          </p:cNvGraphicFramePr>
          <p:nvPr>
            <p:ph sz="half" idx="2"/>
          </p:nvPr>
        </p:nvGraphicFramePr>
        <p:xfrm>
          <a:off x="839788" y="3533061"/>
          <a:ext cx="5157786" cy="1628615"/>
        </p:xfrm>
        <a:graphic>
          <a:graphicData uri="http://schemas.openxmlformats.org/drawingml/2006/table">
            <a:tbl>
              <a:tblPr/>
              <a:tblGrid>
                <a:gridCol w="1719262">
                  <a:extLst>
                    <a:ext uri="{9D8B030D-6E8A-4147-A177-3AD203B41FA5}">
                      <a16:colId xmlns:a16="http://schemas.microsoft.com/office/drawing/2014/main" val="1732769783"/>
                    </a:ext>
                  </a:extLst>
                </a:gridCol>
                <a:gridCol w="1719262">
                  <a:extLst>
                    <a:ext uri="{9D8B030D-6E8A-4147-A177-3AD203B41FA5}">
                      <a16:colId xmlns:a16="http://schemas.microsoft.com/office/drawing/2014/main" val="3372695355"/>
                    </a:ext>
                  </a:extLst>
                </a:gridCol>
                <a:gridCol w="1719262">
                  <a:extLst>
                    <a:ext uri="{9D8B030D-6E8A-4147-A177-3AD203B41FA5}">
                      <a16:colId xmlns:a16="http://schemas.microsoft.com/office/drawing/2014/main" val="2173999622"/>
                    </a:ext>
                  </a:extLst>
                </a:gridCol>
              </a:tblGrid>
              <a:tr h="364615">
                <a:tc>
                  <a:txBody>
                    <a:bodyPr/>
                    <a:lstStyle/>
                    <a:p>
                      <a:pPr algn="l" fontAlgn="t"/>
                      <a:r>
                        <a:rPr lang="en-IN" sz="1400">
                          <a:solidFill>
                            <a:srgbClr val="000000"/>
                          </a:solidFill>
                          <a:effectLst/>
                          <a:latin typeface="times new roman" panose="02020603050405020304" pitchFamily="18" charset="0"/>
                        </a:rPr>
                        <a:t>EMP_NAME</a:t>
                      </a:r>
                    </a:p>
                  </a:txBody>
                  <a:tcPr marL="72923" marR="72923" marT="72923" marB="72923">
                    <a:lnL w="7620" cap="flat" cmpd="sng" algn="ctr">
                      <a:solidFill>
                        <a:srgbClr val="7005D6"/>
                      </a:solidFill>
                      <a:prstDash val="solid"/>
                      <a:round/>
                      <a:headEnd type="none" w="med" len="med"/>
                      <a:tailEnd type="none" w="med" len="med"/>
                    </a:lnL>
                    <a:lnR w="7620" cap="flat" cmpd="sng" algn="ctr">
                      <a:solidFill>
                        <a:srgbClr val="7005D6"/>
                      </a:solidFill>
                      <a:prstDash val="solid"/>
                      <a:round/>
                      <a:headEnd type="none" w="med" len="med"/>
                      <a:tailEnd type="none" w="med" len="med"/>
                    </a:lnR>
                    <a:lnT w="7620" cap="flat" cmpd="sng" algn="ctr">
                      <a:solidFill>
                        <a:srgbClr val="7005D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STREET</a:t>
                      </a:r>
                    </a:p>
                  </a:txBody>
                  <a:tcPr marL="72923" marR="72923" marT="72923" marB="72923">
                    <a:lnL w="7620" cap="flat" cmpd="sng" algn="ctr">
                      <a:solidFill>
                        <a:srgbClr val="7005D6"/>
                      </a:solidFill>
                      <a:prstDash val="solid"/>
                      <a:round/>
                      <a:headEnd type="none" w="med" len="med"/>
                      <a:tailEnd type="none" w="med" len="med"/>
                    </a:lnL>
                    <a:lnR w="7620" cap="flat" cmpd="sng" algn="ctr">
                      <a:solidFill>
                        <a:srgbClr val="7005D6"/>
                      </a:solidFill>
                      <a:prstDash val="solid"/>
                      <a:round/>
                      <a:headEnd type="none" w="med" len="med"/>
                      <a:tailEnd type="none" w="med" len="med"/>
                    </a:lnR>
                    <a:lnT w="7620" cap="flat" cmpd="sng" algn="ctr">
                      <a:solidFill>
                        <a:srgbClr val="7005D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CITY</a:t>
                      </a:r>
                    </a:p>
                  </a:txBody>
                  <a:tcPr marL="72923" marR="72923" marT="72923" marB="72923">
                    <a:lnL w="7620" cap="flat" cmpd="sng" algn="ctr">
                      <a:solidFill>
                        <a:srgbClr val="7005D6"/>
                      </a:solidFill>
                      <a:prstDash val="solid"/>
                      <a:round/>
                      <a:headEnd type="none" w="med" len="med"/>
                      <a:tailEnd type="none" w="med" len="med"/>
                    </a:lnL>
                    <a:lnR w="7620" cap="flat" cmpd="sng" algn="ctr">
                      <a:solidFill>
                        <a:srgbClr val="7005D6"/>
                      </a:solidFill>
                      <a:prstDash val="solid"/>
                      <a:round/>
                      <a:headEnd type="none" w="med" len="med"/>
                      <a:tailEnd type="none" w="med" len="med"/>
                    </a:lnR>
                    <a:lnT w="7620" cap="flat" cmpd="sng" algn="ctr">
                      <a:solidFill>
                        <a:srgbClr val="7005D6"/>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75496160"/>
                  </a:ext>
                </a:extLst>
              </a:tr>
              <a:tr h="316000">
                <a:tc>
                  <a:txBody>
                    <a:bodyPr/>
                    <a:lstStyle/>
                    <a:p>
                      <a:pPr algn="just" fontAlgn="t"/>
                      <a:r>
                        <a:rPr lang="en-IN" sz="1400">
                          <a:solidFill>
                            <a:srgbClr val="333333"/>
                          </a:solidFill>
                          <a:effectLst/>
                          <a:latin typeface="inter-regular"/>
                        </a:rPr>
                        <a:t>Ram</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Civil line</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Mumbai</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467558162"/>
                  </a:ext>
                </a:extLst>
              </a:tr>
              <a:tr h="316000">
                <a:tc>
                  <a:txBody>
                    <a:bodyPr/>
                    <a:lstStyle/>
                    <a:p>
                      <a:pPr algn="just" fontAlgn="t"/>
                      <a:r>
                        <a:rPr lang="en-IN" sz="1400">
                          <a:solidFill>
                            <a:srgbClr val="333333"/>
                          </a:solidFill>
                          <a:effectLst/>
                          <a:latin typeface="inter-regular"/>
                        </a:rPr>
                        <a:t>Shyam</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Park street</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Kolkata</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941023966"/>
                  </a:ext>
                </a:extLst>
              </a:tr>
              <a:tr h="316000">
                <a:tc>
                  <a:txBody>
                    <a:bodyPr/>
                    <a:lstStyle/>
                    <a:p>
                      <a:pPr algn="just" fontAlgn="t"/>
                      <a:r>
                        <a:rPr lang="en-IN" sz="1400">
                          <a:solidFill>
                            <a:srgbClr val="333333"/>
                          </a:solidFill>
                          <a:effectLst/>
                          <a:latin typeface="inter-regular"/>
                        </a:rPr>
                        <a:t>Ravi</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M.G. Street</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Delhi</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089528356"/>
                  </a:ext>
                </a:extLst>
              </a:tr>
              <a:tr h="316000">
                <a:tc>
                  <a:txBody>
                    <a:bodyPr/>
                    <a:lstStyle/>
                    <a:p>
                      <a:pPr algn="just" fontAlgn="t"/>
                      <a:r>
                        <a:rPr lang="en-IN" sz="1400">
                          <a:solidFill>
                            <a:srgbClr val="333333"/>
                          </a:solidFill>
                          <a:effectLst/>
                          <a:latin typeface="inter-regular"/>
                        </a:rPr>
                        <a:t>Hari</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Nehru nagar</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dirty="0">
                          <a:solidFill>
                            <a:srgbClr val="333333"/>
                          </a:solidFill>
                          <a:effectLst/>
                          <a:latin typeface="inter-regular"/>
                        </a:rPr>
                        <a:t>Hyderabad</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137210037"/>
                  </a:ext>
                </a:extLst>
              </a:tr>
            </a:tbl>
          </a:graphicData>
        </a:graphic>
      </p:graphicFrame>
      <p:sp>
        <p:nvSpPr>
          <p:cNvPr id="7" name="Text Placeholder 6"/>
          <p:cNvSpPr>
            <a:spLocks noGrp="1"/>
          </p:cNvSpPr>
          <p:nvPr>
            <p:ph type="body" sz="quarter" idx="3"/>
          </p:nvPr>
        </p:nvSpPr>
        <p:spPr/>
        <p:txBody>
          <a:bodyPr/>
          <a:lstStyle/>
          <a:p>
            <a:r>
              <a:rPr lang="en-IN" dirty="0"/>
              <a:t>FACT_WORKERS</a:t>
            </a:r>
          </a:p>
        </p:txBody>
      </p:sp>
      <p:graphicFrame>
        <p:nvGraphicFramePr>
          <p:cNvPr id="10" name="Content Placeholder 9"/>
          <p:cNvGraphicFramePr>
            <a:graphicFrameLocks noGrp="1"/>
          </p:cNvGraphicFramePr>
          <p:nvPr>
            <p:ph sz="quarter" idx="4"/>
          </p:nvPr>
        </p:nvGraphicFramePr>
        <p:xfrm>
          <a:off x="6172200" y="3529051"/>
          <a:ext cx="5183187" cy="1636635"/>
        </p:xfrm>
        <a:graphic>
          <a:graphicData uri="http://schemas.openxmlformats.org/drawingml/2006/table">
            <a:tbl>
              <a:tblPr/>
              <a:tblGrid>
                <a:gridCol w="1727729">
                  <a:extLst>
                    <a:ext uri="{9D8B030D-6E8A-4147-A177-3AD203B41FA5}">
                      <a16:colId xmlns:a16="http://schemas.microsoft.com/office/drawing/2014/main" val="2019324512"/>
                    </a:ext>
                  </a:extLst>
                </a:gridCol>
                <a:gridCol w="1727729">
                  <a:extLst>
                    <a:ext uri="{9D8B030D-6E8A-4147-A177-3AD203B41FA5}">
                      <a16:colId xmlns:a16="http://schemas.microsoft.com/office/drawing/2014/main" val="1234431112"/>
                    </a:ext>
                  </a:extLst>
                </a:gridCol>
                <a:gridCol w="1727729">
                  <a:extLst>
                    <a:ext uri="{9D8B030D-6E8A-4147-A177-3AD203B41FA5}">
                      <a16:colId xmlns:a16="http://schemas.microsoft.com/office/drawing/2014/main" val="3059509369"/>
                    </a:ext>
                  </a:extLst>
                </a:gridCol>
              </a:tblGrid>
              <a:tr h="366411">
                <a:tc>
                  <a:txBody>
                    <a:bodyPr/>
                    <a:lstStyle/>
                    <a:p>
                      <a:pPr algn="l" fontAlgn="t"/>
                      <a:r>
                        <a:rPr lang="en-IN" sz="1400">
                          <a:solidFill>
                            <a:srgbClr val="000000"/>
                          </a:solidFill>
                          <a:effectLst/>
                          <a:latin typeface="times new roman" panose="02020603050405020304" pitchFamily="18" charset="0"/>
                        </a:rPr>
                        <a:t>EMP_NAME</a:t>
                      </a:r>
                    </a:p>
                  </a:txBody>
                  <a:tcPr marL="73282" marR="73282" marT="73282" marB="73282">
                    <a:lnL w="7620" cap="flat" cmpd="sng" algn="ctr">
                      <a:solidFill>
                        <a:srgbClr val="E0FAA4"/>
                      </a:solidFill>
                      <a:prstDash val="solid"/>
                      <a:round/>
                      <a:headEnd type="none" w="med" len="med"/>
                      <a:tailEnd type="none" w="med" len="med"/>
                    </a:lnL>
                    <a:lnR w="7620" cap="flat" cmpd="sng" algn="ctr">
                      <a:solidFill>
                        <a:srgbClr val="E0FAA4"/>
                      </a:solidFill>
                      <a:prstDash val="solid"/>
                      <a:round/>
                      <a:headEnd type="none" w="med" len="med"/>
                      <a:tailEnd type="none" w="med" len="med"/>
                    </a:lnR>
                    <a:lnT w="7620" cap="flat" cmpd="sng" algn="ctr">
                      <a:solidFill>
                        <a:srgbClr val="E0FAA4"/>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BRANCH</a:t>
                      </a:r>
                    </a:p>
                  </a:txBody>
                  <a:tcPr marL="73282" marR="73282" marT="73282" marB="73282">
                    <a:lnL w="7620" cap="flat" cmpd="sng" algn="ctr">
                      <a:solidFill>
                        <a:srgbClr val="E0FAA4"/>
                      </a:solidFill>
                      <a:prstDash val="solid"/>
                      <a:round/>
                      <a:headEnd type="none" w="med" len="med"/>
                      <a:tailEnd type="none" w="med" len="med"/>
                    </a:lnL>
                    <a:lnR w="7620" cap="flat" cmpd="sng" algn="ctr">
                      <a:solidFill>
                        <a:srgbClr val="E0FAA4"/>
                      </a:solidFill>
                      <a:prstDash val="solid"/>
                      <a:round/>
                      <a:headEnd type="none" w="med" len="med"/>
                      <a:tailEnd type="none" w="med" len="med"/>
                    </a:lnR>
                    <a:lnT w="7620" cap="flat" cmpd="sng" algn="ctr">
                      <a:solidFill>
                        <a:srgbClr val="E0FAA4"/>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SALARY</a:t>
                      </a:r>
                    </a:p>
                  </a:txBody>
                  <a:tcPr marL="73282" marR="73282" marT="73282" marB="73282">
                    <a:lnL w="7620" cap="flat" cmpd="sng" algn="ctr">
                      <a:solidFill>
                        <a:srgbClr val="E0FAA4"/>
                      </a:solidFill>
                      <a:prstDash val="solid"/>
                      <a:round/>
                      <a:headEnd type="none" w="med" len="med"/>
                      <a:tailEnd type="none" w="med" len="med"/>
                    </a:lnL>
                    <a:lnR w="7620" cap="flat" cmpd="sng" algn="ctr">
                      <a:solidFill>
                        <a:srgbClr val="E0FAA4"/>
                      </a:solidFill>
                      <a:prstDash val="solid"/>
                      <a:round/>
                      <a:headEnd type="none" w="med" len="med"/>
                      <a:tailEnd type="none" w="med" len="med"/>
                    </a:lnR>
                    <a:lnT w="7620" cap="flat" cmpd="sng" algn="ctr">
                      <a:solidFill>
                        <a:srgbClr val="E0FAA4"/>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963476456"/>
                  </a:ext>
                </a:extLst>
              </a:tr>
              <a:tr h="317556">
                <a:tc>
                  <a:txBody>
                    <a:bodyPr/>
                    <a:lstStyle/>
                    <a:p>
                      <a:pPr algn="just" fontAlgn="t"/>
                      <a:r>
                        <a:rPr lang="en-IN" sz="1400">
                          <a:solidFill>
                            <a:srgbClr val="333333"/>
                          </a:solidFill>
                          <a:effectLst/>
                          <a:latin typeface="inter-regular"/>
                        </a:rPr>
                        <a:t>Ram</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Infosys</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10000</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822798967"/>
                  </a:ext>
                </a:extLst>
              </a:tr>
              <a:tr h="317556">
                <a:tc>
                  <a:txBody>
                    <a:bodyPr/>
                    <a:lstStyle/>
                    <a:p>
                      <a:pPr algn="just" fontAlgn="t"/>
                      <a:r>
                        <a:rPr lang="en-IN" sz="1400">
                          <a:solidFill>
                            <a:srgbClr val="333333"/>
                          </a:solidFill>
                          <a:effectLst/>
                          <a:latin typeface="inter-regular"/>
                        </a:rPr>
                        <a:t>Shyam</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Wipro</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20000</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586166219"/>
                  </a:ext>
                </a:extLst>
              </a:tr>
              <a:tr h="317556">
                <a:tc>
                  <a:txBody>
                    <a:bodyPr/>
                    <a:lstStyle/>
                    <a:p>
                      <a:pPr algn="just" fontAlgn="t"/>
                      <a:r>
                        <a:rPr lang="en-IN" sz="1400">
                          <a:solidFill>
                            <a:srgbClr val="333333"/>
                          </a:solidFill>
                          <a:effectLst/>
                          <a:latin typeface="inter-regular"/>
                        </a:rPr>
                        <a:t>Kuber</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HCL</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30000</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368603235"/>
                  </a:ext>
                </a:extLst>
              </a:tr>
              <a:tr h="317556">
                <a:tc>
                  <a:txBody>
                    <a:bodyPr/>
                    <a:lstStyle/>
                    <a:p>
                      <a:pPr algn="just" fontAlgn="t"/>
                      <a:r>
                        <a:rPr lang="en-IN" sz="1400">
                          <a:solidFill>
                            <a:srgbClr val="333333"/>
                          </a:solidFill>
                          <a:effectLst/>
                          <a:latin typeface="inter-regular"/>
                        </a:rPr>
                        <a:t>Hari</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TCS</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dirty="0">
                          <a:solidFill>
                            <a:srgbClr val="333333"/>
                          </a:solidFill>
                          <a:effectLst/>
                          <a:latin typeface="inter-regular"/>
                        </a:rPr>
                        <a:t>50000</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213592954"/>
                  </a:ext>
                </a:extLst>
              </a:tr>
            </a:tbl>
          </a:graphicData>
        </a:graphic>
      </p:graphicFrame>
    </p:spTree>
    <p:extLst>
      <p:ext uri="{BB962C8B-B14F-4D97-AF65-F5344CB8AC3E}">
        <p14:creationId xmlns:p14="http://schemas.microsoft.com/office/powerpoint/2010/main" val="91538236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Input</a:t>
            </a:r>
            <a:r>
              <a:rPr lang="en-IN" b="1" dirty="0" smtClean="0"/>
              <a:t>: </a:t>
            </a:r>
            <a:r>
              <a:rPr lang="en-IN" dirty="0"/>
              <a:t>(EMPLOYEE ⋈ FACT_WORKERS)  </a:t>
            </a:r>
            <a:br>
              <a:rPr lang="en-IN" dirty="0"/>
            </a:br>
            <a:endParaRPr lang="en-IN" dirty="0"/>
          </a:p>
        </p:txBody>
      </p:sp>
      <p:sp>
        <p:nvSpPr>
          <p:cNvPr id="7" name="Content Placeholder 6"/>
          <p:cNvSpPr>
            <a:spLocks noGrp="1"/>
          </p:cNvSpPr>
          <p:nvPr>
            <p:ph idx="1"/>
          </p:nvPr>
        </p:nvSpPr>
        <p:spPr/>
        <p:txBody>
          <a:bodyPr/>
          <a:lstStyle/>
          <a:p>
            <a:r>
              <a:rPr lang="en-IN" b="1" dirty="0"/>
              <a:t>Output</a:t>
            </a:r>
            <a:r>
              <a:rPr lang="en-IN" b="1" dirty="0" smtClean="0"/>
              <a:t>:</a:t>
            </a:r>
          </a:p>
          <a:p>
            <a:endParaRPr lang="en-IN" dirty="0"/>
          </a:p>
        </p:txBody>
      </p:sp>
      <p:graphicFrame>
        <p:nvGraphicFramePr>
          <p:cNvPr id="8" name="Table 7"/>
          <p:cNvGraphicFramePr>
            <a:graphicFrameLocks noGrp="1"/>
          </p:cNvGraphicFramePr>
          <p:nvPr/>
        </p:nvGraphicFramePr>
        <p:xfrm>
          <a:off x="2862262" y="2904014"/>
          <a:ext cx="6467475" cy="2194560"/>
        </p:xfrm>
        <a:graphic>
          <a:graphicData uri="http://schemas.openxmlformats.org/drawingml/2006/table">
            <a:tbl>
              <a:tblPr/>
              <a:tblGrid>
                <a:gridCol w="1293495">
                  <a:extLst>
                    <a:ext uri="{9D8B030D-6E8A-4147-A177-3AD203B41FA5}">
                      <a16:colId xmlns:a16="http://schemas.microsoft.com/office/drawing/2014/main" val="3633648302"/>
                    </a:ext>
                  </a:extLst>
                </a:gridCol>
                <a:gridCol w="1293495">
                  <a:extLst>
                    <a:ext uri="{9D8B030D-6E8A-4147-A177-3AD203B41FA5}">
                      <a16:colId xmlns:a16="http://schemas.microsoft.com/office/drawing/2014/main" val="691879856"/>
                    </a:ext>
                  </a:extLst>
                </a:gridCol>
                <a:gridCol w="1293495">
                  <a:extLst>
                    <a:ext uri="{9D8B030D-6E8A-4147-A177-3AD203B41FA5}">
                      <a16:colId xmlns:a16="http://schemas.microsoft.com/office/drawing/2014/main" val="2980149812"/>
                    </a:ext>
                  </a:extLst>
                </a:gridCol>
                <a:gridCol w="1293495">
                  <a:extLst>
                    <a:ext uri="{9D8B030D-6E8A-4147-A177-3AD203B41FA5}">
                      <a16:colId xmlns:a16="http://schemas.microsoft.com/office/drawing/2014/main" val="2806225319"/>
                    </a:ext>
                  </a:extLst>
                </a:gridCol>
                <a:gridCol w="1293495">
                  <a:extLst>
                    <a:ext uri="{9D8B030D-6E8A-4147-A177-3AD203B41FA5}">
                      <a16:colId xmlns:a16="http://schemas.microsoft.com/office/drawing/2014/main" val="2540370678"/>
                    </a:ext>
                  </a:extLst>
                </a:gridCol>
              </a:tblGrid>
              <a:tr h="0">
                <a:tc>
                  <a:txBody>
                    <a:bodyPr/>
                    <a:lstStyle/>
                    <a:p>
                      <a:pPr algn="l" fontAlgn="t"/>
                      <a:r>
                        <a:rPr lang="en-IN">
                          <a:solidFill>
                            <a:srgbClr val="000000"/>
                          </a:solidFill>
                          <a:effectLst/>
                          <a:latin typeface="times new roman" panose="02020603050405020304" pitchFamily="18" charset="0"/>
                        </a:rPr>
                        <a:t>EMP_NAME</a:t>
                      </a:r>
                    </a:p>
                  </a:txBody>
                  <a:tcPr marT="91440" marB="91440">
                    <a:lnL w="7620" cap="flat" cmpd="sng" algn="ctr">
                      <a:solidFill>
                        <a:srgbClr val="30F301"/>
                      </a:solidFill>
                      <a:prstDash val="solid"/>
                      <a:round/>
                      <a:headEnd type="none" w="med" len="med"/>
                      <a:tailEnd type="none" w="med" len="med"/>
                    </a:lnL>
                    <a:lnR w="7620" cap="flat" cmpd="sng" algn="ctr">
                      <a:solidFill>
                        <a:srgbClr val="30F301"/>
                      </a:solidFill>
                      <a:prstDash val="solid"/>
                      <a:round/>
                      <a:headEnd type="none" w="med" len="med"/>
                      <a:tailEnd type="none" w="med" len="med"/>
                    </a:lnR>
                    <a:lnT w="7620" cap="flat" cmpd="sng" algn="ctr">
                      <a:solidFill>
                        <a:srgbClr val="30F30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STREET</a:t>
                      </a:r>
                    </a:p>
                  </a:txBody>
                  <a:tcPr marT="91440" marB="91440">
                    <a:lnL w="7620" cap="flat" cmpd="sng" algn="ctr">
                      <a:solidFill>
                        <a:srgbClr val="30F301"/>
                      </a:solidFill>
                      <a:prstDash val="solid"/>
                      <a:round/>
                      <a:headEnd type="none" w="med" len="med"/>
                      <a:tailEnd type="none" w="med" len="med"/>
                    </a:lnL>
                    <a:lnR w="7620" cap="flat" cmpd="sng" algn="ctr">
                      <a:solidFill>
                        <a:srgbClr val="30F301"/>
                      </a:solidFill>
                      <a:prstDash val="solid"/>
                      <a:round/>
                      <a:headEnd type="none" w="med" len="med"/>
                      <a:tailEnd type="none" w="med" len="med"/>
                    </a:lnR>
                    <a:lnT w="7620" cap="flat" cmpd="sng" algn="ctr">
                      <a:solidFill>
                        <a:srgbClr val="30F30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CITY</a:t>
                      </a:r>
                    </a:p>
                  </a:txBody>
                  <a:tcPr marT="91440" marB="91440">
                    <a:lnL w="7620" cap="flat" cmpd="sng" algn="ctr">
                      <a:solidFill>
                        <a:srgbClr val="30F301"/>
                      </a:solidFill>
                      <a:prstDash val="solid"/>
                      <a:round/>
                      <a:headEnd type="none" w="med" len="med"/>
                      <a:tailEnd type="none" w="med" len="med"/>
                    </a:lnL>
                    <a:lnR w="7620" cap="flat" cmpd="sng" algn="ctr">
                      <a:solidFill>
                        <a:srgbClr val="30F301"/>
                      </a:solidFill>
                      <a:prstDash val="solid"/>
                      <a:round/>
                      <a:headEnd type="none" w="med" len="med"/>
                      <a:tailEnd type="none" w="med" len="med"/>
                    </a:lnR>
                    <a:lnT w="7620" cap="flat" cmpd="sng" algn="ctr">
                      <a:solidFill>
                        <a:srgbClr val="30F30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BRANCH</a:t>
                      </a:r>
                    </a:p>
                  </a:txBody>
                  <a:tcPr marT="91440" marB="91440">
                    <a:lnL w="7620" cap="flat" cmpd="sng" algn="ctr">
                      <a:solidFill>
                        <a:srgbClr val="30F301"/>
                      </a:solidFill>
                      <a:prstDash val="solid"/>
                      <a:round/>
                      <a:headEnd type="none" w="med" len="med"/>
                      <a:tailEnd type="none" w="med" len="med"/>
                    </a:lnL>
                    <a:lnR w="7620" cap="flat" cmpd="sng" algn="ctr">
                      <a:solidFill>
                        <a:srgbClr val="30F301"/>
                      </a:solidFill>
                      <a:prstDash val="solid"/>
                      <a:round/>
                      <a:headEnd type="none" w="med" len="med"/>
                      <a:tailEnd type="none" w="med" len="med"/>
                    </a:lnR>
                    <a:lnT w="7620" cap="flat" cmpd="sng" algn="ctr">
                      <a:solidFill>
                        <a:srgbClr val="30F30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SALARY</a:t>
                      </a:r>
                    </a:p>
                  </a:txBody>
                  <a:tcPr marT="91440" marB="91440">
                    <a:lnL w="7620" cap="flat" cmpd="sng" algn="ctr">
                      <a:solidFill>
                        <a:srgbClr val="30F301"/>
                      </a:solidFill>
                      <a:prstDash val="solid"/>
                      <a:round/>
                      <a:headEnd type="none" w="med" len="med"/>
                      <a:tailEnd type="none" w="med" len="med"/>
                    </a:lnL>
                    <a:lnR w="7620" cap="flat" cmpd="sng" algn="ctr">
                      <a:solidFill>
                        <a:srgbClr val="30F301"/>
                      </a:solidFill>
                      <a:prstDash val="solid"/>
                      <a:round/>
                      <a:headEnd type="none" w="med" len="med"/>
                      <a:tailEnd type="none" w="med" len="med"/>
                    </a:lnR>
                    <a:lnT w="7620" cap="flat" cmpd="sng" algn="ctr">
                      <a:solidFill>
                        <a:srgbClr val="30F301"/>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025002442"/>
                  </a:ext>
                </a:extLst>
              </a:tr>
              <a:tr h="0">
                <a:tc>
                  <a:txBody>
                    <a:bodyPr/>
                    <a:lstStyle/>
                    <a:p>
                      <a:pPr algn="just" fontAlgn="t"/>
                      <a:r>
                        <a:rPr lang="en-IN">
                          <a:solidFill>
                            <a:srgbClr val="333333"/>
                          </a:solidFill>
                          <a:effectLst/>
                          <a:latin typeface="inter-regular"/>
                        </a:rPr>
                        <a:t>Ram</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Civil line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Mumbai</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Infosys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10000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476179284"/>
                  </a:ext>
                </a:extLst>
              </a:tr>
              <a:tr h="0">
                <a:tc>
                  <a:txBody>
                    <a:bodyPr/>
                    <a:lstStyle/>
                    <a:p>
                      <a:pPr algn="just" fontAlgn="t"/>
                      <a:r>
                        <a:rPr lang="en-IN">
                          <a:solidFill>
                            <a:srgbClr val="333333"/>
                          </a:solidFill>
                          <a:effectLst/>
                          <a:latin typeface="inter-regular"/>
                        </a:rPr>
                        <a:t>Shyam</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Park street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Kolkata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Wipro</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20000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840900322"/>
                  </a:ext>
                </a:extLst>
              </a:tr>
              <a:tr h="0">
                <a:tc>
                  <a:txBody>
                    <a:bodyPr/>
                    <a:lstStyle/>
                    <a:p>
                      <a:pPr algn="just" fontAlgn="t"/>
                      <a:r>
                        <a:rPr lang="en-IN">
                          <a:solidFill>
                            <a:srgbClr val="333333"/>
                          </a:solidFill>
                          <a:effectLst/>
                          <a:latin typeface="inter-regular"/>
                        </a:rPr>
                        <a:t>Hari</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Nehru nagar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Hyderabad</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TCS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50000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010726649"/>
                  </a:ext>
                </a:extLst>
              </a:tr>
            </a:tbl>
          </a:graphicData>
        </a:graphic>
      </p:graphicFrame>
    </p:spTree>
    <p:extLst>
      <p:ext uri="{BB962C8B-B14F-4D97-AF65-F5344CB8AC3E}">
        <p14:creationId xmlns:p14="http://schemas.microsoft.com/office/powerpoint/2010/main" val="216938158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dirty="0"/>
              <a:t>An outer join is basically of three types:</a:t>
            </a:r>
          </a:p>
          <a:p>
            <a:r>
              <a:rPr lang="en-US" dirty="0"/>
              <a:t>Left outer join</a:t>
            </a:r>
          </a:p>
          <a:p>
            <a:r>
              <a:rPr lang="en-US" dirty="0"/>
              <a:t>Right outer join</a:t>
            </a:r>
          </a:p>
          <a:p>
            <a:r>
              <a:rPr lang="en-US" dirty="0"/>
              <a:t>Full outer join</a:t>
            </a:r>
          </a:p>
          <a:p>
            <a:endParaRPr lang="en-IN" dirty="0"/>
          </a:p>
        </p:txBody>
      </p:sp>
    </p:spTree>
    <p:extLst>
      <p:ext uri="{BB962C8B-B14F-4D97-AF65-F5344CB8AC3E}">
        <p14:creationId xmlns:p14="http://schemas.microsoft.com/office/powerpoint/2010/main" val="206810677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 Left outer join:</a:t>
            </a:r>
            <a:br>
              <a:rPr lang="en-IN" dirty="0"/>
            </a:br>
            <a:endParaRPr lang="en-IN" dirty="0"/>
          </a:p>
        </p:txBody>
      </p:sp>
      <p:sp>
        <p:nvSpPr>
          <p:cNvPr id="3" name="Content Placeholder 2"/>
          <p:cNvSpPr>
            <a:spLocks noGrp="1"/>
          </p:cNvSpPr>
          <p:nvPr>
            <p:ph idx="1"/>
          </p:nvPr>
        </p:nvSpPr>
        <p:spPr/>
        <p:txBody>
          <a:bodyPr/>
          <a:lstStyle/>
          <a:p>
            <a:r>
              <a:rPr lang="en-US" dirty="0"/>
              <a:t>Left outer join contains the set of tuples of all combinations in R and S that are equal on their common attribute names.</a:t>
            </a:r>
          </a:p>
          <a:p>
            <a:r>
              <a:rPr lang="en-US" dirty="0"/>
              <a:t>In the left outer join, tuples in R have no matching tuples in S.</a:t>
            </a:r>
          </a:p>
          <a:p>
            <a:r>
              <a:rPr lang="en-US" dirty="0"/>
              <a:t>It is denoted by ⟕.</a:t>
            </a:r>
          </a:p>
          <a:p>
            <a:r>
              <a:rPr lang="en-US" b="1" dirty="0"/>
              <a:t>Example:</a:t>
            </a:r>
            <a:r>
              <a:rPr lang="en-US" dirty="0"/>
              <a:t> Using the above EMPLOYEE table and FACT_WORKERS table</a:t>
            </a:r>
          </a:p>
          <a:p>
            <a:endParaRPr lang="en-IN" dirty="0"/>
          </a:p>
        </p:txBody>
      </p:sp>
    </p:spTree>
    <p:extLst>
      <p:ext uri="{BB962C8B-B14F-4D97-AF65-F5344CB8AC3E}">
        <p14:creationId xmlns:p14="http://schemas.microsoft.com/office/powerpoint/2010/main" val="293264940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Input:</a:t>
            </a:r>
            <a:r>
              <a:rPr lang="en-IN" dirty="0"/>
              <a:t/>
            </a:r>
            <a:br>
              <a:rPr lang="en-IN" dirty="0"/>
            </a:br>
            <a:r>
              <a:rPr lang="en-IN" dirty="0"/>
              <a:t>EMPLOYEE ⟕ FACT_WORKERS   </a:t>
            </a:r>
            <a:br>
              <a:rPr lang="en-IN" dirty="0"/>
            </a:br>
            <a:endParaRPr lang="en-IN" dirty="0"/>
          </a:p>
        </p:txBody>
      </p:sp>
      <p:graphicFrame>
        <p:nvGraphicFramePr>
          <p:cNvPr id="4" name="Content Placeholder 3"/>
          <p:cNvGraphicFramePr>
            <a:graphicFrameLocks noGrp="1"/>
          </p:cNvGraphicFramePr>
          <p:nvPr>
            <p:ph idx="1"/>
          </p:nvPr>
        </p:nvGraphicFramePr>
        <p:xfrm>
          <a:off x="2862262" y="2705894"/>
          <a:ext cx="6467475" cy="2590800"/>
        </p:xfrm>
        <a:graphic>
          <a:graphicData uri="http://schemas.openxmlformats.org/drawingml/2006/table">
            <a:tbl>
              <a:tblPr/>
              <a:tblGrid>
                <a:gridCol w="1293495">
                  <a:extLst>
                    <a:ext uri="{9D8B030D-6E8A-4147-A177-3AD203B41FA5}">
                      <a16:colId xmlns:a16="http://schemas.microsoft.com/office/drawing/2014/main" val="98147149"/>
                    </a:ext>
                  </a:extLst>
                </a:gridCol>
                <a:gridCol w="1293495">
                  <a:extLst>
                    <a:ext uri="{9D8B030D-6E8A-4147-A177-3AD203B41FA5}">
                      <a16:colId xmlns:a16="http://schemas.microsoft.com/office/drawing/2014/main" val="1254270604"/>
                    </a:ext>
                  </a:extLst>
                </a:gridCol>
                <a:gridCol w="1293495">
                  <a:extLst>
                    <a:ext uri="{9D8B030D-6E8A-4147-A177-3AD203B41FA5}">
                      <a16:colId xmlns:a16="http://schemas.microsoft.com/office/drawing/2014/main" val="3991358088"/>
                    </a:ext>
                  </a:extLst>
                </a:gridCol>
                <a:gridCol w="1293495">
                  <a:extLst>
                    <a:ext uri="{9D8B030D-6E8A-4147-A177-3AD203B41FA5}">
                      <a16:colId xmlns:a16="http://schemas.microsoft.com/office/drawing/2014/main" val="2131388634"/>
                    </a:ext>
                  </a:extLst>
                </a:gridCol>
                <a:gridCol w="1293495">
                  <a:extLst>
                    <a:ext uri="{9D8B030D-6E8A-4147-A177-3AD203B41FA5}">
                      <a16:colId xmlns:a16="http://schemas.microsoft.com/office/drawing/2014/main" val="3014155527"/>
                    </a:ext>
                  </a:extLst>
                </a:gridCol>
              </a:tblGrid>
              <a:tr h="0">
                <a:tc>
                  <a:txBody>
                    <a:bodyPr/>
                    <a:lstStyle/>
                    <a:p>
                      <a:pPr algn="l" fontAlgn="t"/>
                      <a:r>
                        <a:rPr lang="en-IN">
                          <a:solidFill>
                            <a:srgbClr val="000000"/>
                          </a:solidFill>
                          <a:effectLst/>
                          <a:latin typeface="times new roman" panose="02020603050405020304" pitchFamily="18" charset="0"/>
                        </a:rPr>
                        <a:t>EMP_NAME</a:t>
                      </a:r>
                    </a:p>
                  </a:txBody>
                  <a:tcPr marT="91440" marB="91440">
                    <a:lnL w="7620" cap="flat" cmpd="sng" algn="ctr">
                      <a:solidFill>
                        <a:srgbClr val="F09248"/>
                      </a:solidFill>
                      <a:prstDash val="solid"/>
                      <a:round/>
                      <a:headEnd type="none" w="med" len="med"/>
                      <a:tailEnd type="none" w="med" len="med"/>
                    </a:lnL>
                    <a:lnR w="7620" cap="flat" cmpd="sng" algn="ctr">
                      <a:solidFill>
                        <a:srgbClr val="F09248"/>
                      </a:solidFill>
                      <a:prstDash val="solid"/>
                      <a:round/>
                      <a:headEnd type="none" w="med" len="med"/>
                      <a:tailEnd type="none" w="med" len="med"/>
                    </a:lnR>
                    <a:lnT w="7620" cap="flat" cmpd="sng" algn="ctr">
                      <a:solidFill>
                        <a:srgbClr val="F09248"/>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STREET</a:t>
                      </a:r>
                    </a:p>
                  </a:txBody>
                  <a:tcPr marT="91440" marB="91440">
                    <a:lnL w="7620" cap="flat" cmpd="sng" algn="ctr">
                      <a:solidFill>
                        <a:srgbClr val="F09248"/>
                      </a:solidFill>
                      <a:prstDash val="solid"/>
                      <a:round/>
                      <a:headEnd type="none" w="med" len="med"/>
                      <a:tailEnd type="none" w="med" len="med"/>
                    </a:lnL>
                    <a:lnR w="7620" cap="flat" cmpd="sng" algn="ctr">
                      <a:solidFill>
                        <a:srgbClr val="F09248"/>
                      </a:solidFill>
                      <a:prstDash val="solid"/>
                      <a:round/>
                      <a:headEnd type="none" w="med" len="med"/>
                      <a:tailEnd type="none" w="med" len="med"/>
                    </a:lnR>
                    <a:lnT w="7620" cap="flat" cmpd="sng" algn="ctr">
                      <a:solidFill>
                        <a:srgbClr val="F09248"/>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CITY</a:t>
                      </a:r>
                    </a:p>
                  </a:txBody>
                  <a:tcPr marT="91440" marB="91440">
                    <a:lnL w="7620" cap="flat" cmpd="sng" algn="ctr">
                      <a:solidFill>
                        <a:srgbClr val="F09248"/>
                      </a:solidFill>
                      <a:prstDash val="solid"/>
                      <a:round/>
                      <a:headEnd type="none" w="med" len="med"/>
                      <a:tailEnd type="none" w="med" len="med"/>
                    </a:lnL>
                    <a:lnR w="7620" cap="flat" cmpd="sng" algn="ctr">
                      <a:solidFill>
                        <a:srgbClr val="F09248"/>
                      </a:solidFill>
                      <a:prstDash val="solid"/>
                      <a:round/>
                      <a:headEnd type="none" w="med" len="med"/>
                      <a:tailEnd type="none" w="med" len="med"/>
                    </a:lnR>
                    <a:lnT w="7620" cap="flat" cmpd="sng" algn="ctr">
                      <a:solidFill>
                        <a:srgbClr val="F09248"/>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BRANCH</a:t>
                      </a:r>
                    </a:p>
                  </a:txBody>
                  <a:tcPr marT="91440" marB="91440">
                    <a:lnL w="7620" cap="flat" cmpd="sng" algn="ctr">
                      <a:solidFill>
                        <a:srgbClr val="F09248"/>
                      </a:solidFill>
                      <a:prstDash val="solid"/>
                      <a:round/>
                      <a:headEnd type="none" w="med" len="med"/>
                      <a:tailEnd type="none" w="med" len="med"/>
                    </a:lnL>
                    <a:lnR w="7620" cap="flat" cmpd="sng" algn="ctr">
                      <a:solidFill>
                        <a:srgbClr val="F09248"/>
                      </a:solidFill>
                      <a:prstDash val="solid"/>
                      <a:round/>
                      <a:headEnd type="none" w="med" len="med"/>
                      <a:tailEnd type="none" w="med" len="med"/>
                    </a:lnR>
                    <a:lnT w="7620" cap="flat" cmpd="sng" algn="ctr">
                      <a:solidFill>
                        <a:srgbClr val="F09248"/>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SALARY</a:t>
                      </a:r>
                    </a:p>
                  </a:txBody>
                  <a:tcPr marT="91440" marB="91440">
                    <a:lnL w="7620" cap="flat" cmpd="sng" algn="ctr">
                      <a:solidFill>
                        <a:srgbClr val="F09248"/>
                      </a:solidFill>
                      <a:prstDash val="solid"/>
                      <a:round/>
                      <a:headEnd type="none" w="med" len="med"/>
                      <a:tailEnd type="none" w="med" len="med"/>
                    </a:lnL>
                    <a:lnR w="7620" cap="flat" cmpd="sng" algn="ctr">
                      <a:solidFill>
                        <a:srgbClr val="F09248"/>
                      </a:solidFill>
                      <a:prstDash val="solid"/>
                      <a:round/>
                      <a:headEnd type="none" w="med" len="med"/>
                      <a:tailEnd type="none" w="med" len="med"/>
                    </a:lnR>
                    <a:lnT w="7620" cap="flat" cmpd="sng" algn="ctr">
                      <a:solidFill>
                        <a:srgbClr val="F09248"/>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459204648"/>
                  </a:ext>
                </a:extLst>
              </a:tr>
              <a:tr h="0">
                <a:tc>
                  <a:txBody>
                    <a:bodyPr/>
                    <a:lstStyle/>
                    <a:p>
                      <a:pPr algn="just" fontAlgn="t"/>
                      <a:r>
                        <a:rPr lang="en-IN">
                          <a:solidFill>
                            <a:srgbClr val="333333"/>
                          </a:solidFill>
                          <a:effectLst/>
                          <a:latin typeface="inter-regular"/>
                        </a:rPr>
                        <a:t>Ram</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Civil line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Mumbai</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Infosys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10000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669879767"/>
                  </a:ext>
                </a:extLst>
              </a:tr>
              <a:tr h="0">
                <a:tc>
                  <a:txBody>
                    <a:bodyPr/>
                    <a:lstStyle/>
                    <a:p>
                      <a:pPr algn="just" fontAlgn="t"/>
                      <a:r>
                        <a:rPr lang="en-IN">
                          <a:solidFill>
                            <a:srgbClr val="333333"/>
                          </a:solidFill>
                          <a:effectLst/>
                          <a:latin typeface="inter-regular"/>
                        </a:rPr>
                        <a:t>Shyam</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Park street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Kolkata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Wipro</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20000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589926827"/>
                  </a:ext>
                </a:extLst>
              </a:tr>
              <a:tr h="0">
                <a:tc>
                  <a:txBody>
                    <a:bodyPr/>
                    <a:lstStyle/>
                    <a:p>
                      <a:pPr algn="just" fontAlgn="t"/>
                      <a:r>
                        <a:rPr lang="en-IN">
                          <a:solidFill>
                            <a:srgbClr val="333333"/>
                          </a:solidFill>
                          <a:effectLst/>
                          <a:latin typeface="inter-regular"/>
                        </a:rPr>
                        <a:t>Hari</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Nehru street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Hyderabad</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TCS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50000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347443416"/>
                  </a:ext>
                </a:extLst>
              </a:tr>
              <a:tr h="0">
                <a:tc>
                  <a:txBody>
                    <a:bodyPr/>
                    <a:lstStyle/>
                    <a:p>
                      <a:pPr algn="just" fontAlgn="t"/>
                      <a:r>
                        <a:rPr lang="en-IN">
                          <a:solidFill>
                            <a:srgbClr val="333333"/>
                          </a:solidFill>
                          <a:effectLst/>
                          <a:latin typeface="inter-regular"/>
                        </a:rPr>
                        <a:t>Ravi</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M.G. Street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Delhi</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NULL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NULL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416196056"/>
                  </a:ext>
                </a:extLst>
              </a:tr>
            </a:tbl>
          </a:graphicData>
        </a:graphic>
      </p:graphicFrame>
    </p:spTree>
    <p:extLst>
      <p:ext uri="{BB962C8B-B14F-4D97-AF65-F5344CB8AC3E}">
        <p14:creationId xmlns:p14="http://schemas.microsoft.com/office/powerpoint/2010/main" val="411896252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 Right outer join:</a:t>
            </a:r>
            <a:br>
              <a:rPr lang="en-IN" dirty="0"/>
            </a:br>
            <a:endParaRPr lang="en-IN" dirty="0"/>
          </a:p>
        </p:txBody>
      </p:sp>
      <p:sp>
        <p:nvSpPr>
          <p:cNvPr id="3" name="Content Placeholder 2"/>
          <p:cNvSpPr>
            <a:spLocks noGrp="1"/>
          </p:cNvSpPr>
          <p:nvPr>
            <p:ph idx="1"/>
          </p:nvPr>
        </p:nvSpPr>
        <p:spPr/>
        <p:txBody>
          <a:bodyPr/>
          <a:lstStyle/>
          <a:p>
            <a:r>
              <a:rPr lang="en-US" dirty="0"/>
              <a:t>Right outer join contains the set of tuples of all combinations in R and S that are equal on their common attribute names.</a:t>
            </a:r>
          </a:p>
          <a:p>
            <a:r>
              <a:rPr lang="en-US" dirty="0"/>
              <a:t>In right outer join, tuples in S have no matching tuples in R.</a:t>
            </a:r>
          </a:p>
          <a:p>
            <a:r>
              <a:rPr lang="en-US" dirty="0"/>
              <a:t>It is denoted by ⟖.</a:t>
            </a:r>
          </a:p>
          <a:p>
            <a:r>
              <a:rPr lang="en-US" b="1" dirty="0"/>
              <a:t>Example:</a:t>
            </a:r>
            <a:r>
              <a:rPr lang="en-US" dirty="0"/>
              <a:t> Using the above EMPLOYEE table and FACT_WORKERS Relation</a:t>
            </a:r>
          </a:p>
          <a:p>
            <a:r>
              <a:rPr lang="en-US" dirty="0" smtClean="0"/>
              <a:t> </a:t>
            </a:r>
            <a:endParaRPr lang="en-IN" dirty="0"/>
          </a:p>
        </p:txBody>
      </p:sp>
    </p:spTree>
    <p:extLst>
      <p:ext uri="{BB962C8B-B14F-4D97-AF65-F5344CB8AC3E}">
        <p14:creationId xmlns:p14="http://schemas.microsoft.com/office/powerpoint/2010/main" val="158021428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Input:</a:t>
            </a:r>
            <a:r>
              <a:rPr lang="en-IN" dirty="0"/>
              <a:t/>
            </a:r>
            <a:br>
              <a:rPr lang="en-IN" dirty="0"/>
            </a:br>
            <a:r>
              <a:rPr lang="en-IN" dirty="0"/>
              <a:t>EMPLOYEE ⟖ FACT_WORKERS  </a:t>
            </a:r>
            <a:br>
              <a:rPr lang="en-IN" dirty="0"/>
            </a:br>
            <a:endParaRPr lang="en-IN" dirty="0"/>
          </a:p>
        </p:txBody>
      </p:sp>
      <p:sp>
        <p:nvSpPr>
          <p:cNvPr id="3" name="Content Placeholder 2"/>
          <p:cNvSpPr>
            <a:spLocks noGrp="1"/>
          </p:cNvSpPr>
          <p:nvPr>
            <p:ph idx="1"/>
          </p:nvPr>
        </p:nvSpPr>
        <p:spPr/>
        <p:txBody>
          <a:bodyPr/>
          <a:lstStyle/>
          <a:p>
            <a:r>
              <a:rPr lang="en-IN" b="1" dirty="0"/>
              <a:t>Output</a:t>
            </a:r>
            <a:r>
              <a:rPr lang="en-IN" b="1" dirty="0" smtClean="0"/>
              <a:t>:</a:t>
            </a:r>
          </a:p>
          <a:p>
            <a:endParaRPr lang="en-IN" dirty="0"/>
          </a:p>
        </p:txBody>
      </p:sp>
      <p:graphicFrame>
        <p:nvGraphicFramePr>
          <p:cNvPr id="4" name="Table 3"/>
          <p:cNvGraphicFramePr>
            <a:graphicFrameLocks noGrp="1"/>
          </p:cNvGraphicFramePr>
          <p:nvPr/>
        </p:nvGraphicFramePr>
        <p:xfrm>
          <a:off x="2862262" y="2705894"/>
          <a:ext cx="6467475" cy="2590800"/>
        </p:xfrm>
        <a:graphic>
          <a:graphicData uri="http://schemas.openxmlformats.org/drawingml/2006/table">
            <a:tbl>
              <a:tblPr/>
              <a:tblGrid>
                <a:gridCol w="1293495">
                  <a:extLst>
                    <a:ext uri="{9D8B030D-6E8A-4147-A177-3AD203B41FA5}">
                      <a16:colId xmlns:a16="http://schemas.microsoft.com/office/drawing/2014/main" val="495879263"/>
                    </a:ext>
                  </a:extLst>
                </a:gridCol>
                <a:gridCol w="1293495">
                  <a:extLst>
                    <a:ext uri="{9D8B030D-6E8A-4147-A177-3AD203B41FA5}">
                      <a16:colId xmlns:a16="http://schemas.microsoft.com/office/drawing/2014/main" val="2735530794"/>
                    </a:ext>
                  </a:extLst>
                </a:gridCol>
                <a:gridCol w="1293495">
                  <a:extLst>
                    <a:ext uri="{9D8B030D-6E8A-4147-A177-3AD203B41FA5}">
                      <a16:colId xmlns:a16="http://schemas.microsoft.com/office/drawing/2014/main" val="486843745"/>
                    </a:ext>
                  </a:extLst>
                </a:gridCol>
                <a:gridCol w="1293495">
                  <a:extLst>
                    <a:ext uri="{9D8B030D-6E8A-4147-A177-3AD203B41FA5}">
                      <a16:colId xmlns:a16="http://schemas.microsoft.com/office/drawing/2014/main" val="2431581646"/>
                    </a:ext>
                  </a:extLst>
                </a:gridCol>
                <a:gridCol w="1293495">
                  <a:extLst>
                    <a:ext uri="{9D8B030D-6E8A-4147-A177-3AD203B41FA5}">
                      <a16:colId xmlns:a16="http://schemas.microsoft.com/office/drawing/2014/main" val="315061171"/>
                    </a:ext>
                  </a:extLst>
                </a:gridCol>
              </a:tblGrid>
              <a:tr h="0">
                <a:tc>
                  <a:txBody>
                    <a:bodyPr/>
                    <a:lstStyle/>
                    <a:p>
                      <a:pPr algn="l" fontAlgn="t"/>
                      <a:r>
                        <a:rPr lang="en-IN">
                          <a:solidFill>
                            <a:srgbClr val="000000"/>
                          </a:solidFill>
                          <a:effectLst/>
                          <a:latin typeface="times new roman" panose="02020603050405020304" pitchFamily="18" charset="0"/>
                        </a:rPr>
                        <a:t>EMP_NAME</a:t>
                      </a:r>
                    </a:p>
                  </a:txBody>
                  <a:tcPr marT="91440" marB="91440">
                    <a:lnL w="7620" cap="flat" cmpd="sng" algn="ctr">
                      <a:solidFill>
                        <a:srgbClr val="90C8EB"/>
                      </a:solidFill>
                      <a:prstDash val="solid"/>
                      <a:round/>
                      <a:headEnd type="none" w="med" len="med"/>
                      <a:tailEnd type="none" w="med" len="med"/>
                    </a:lnL>
                    <a:lnR w="7620" cap="flat" cmpd="sng" algn="ctr">
                      <a:solidFill>
                        <a:srgbClr val="90C8EB"/>
                      </a:solidFill>
                      <a:prstDash val="solid"/>
                      <a:round/>
                      <a:headEnd type="none" w="med" len="med"/>
                      <a:tailEnd type="none" w="med" len="med"/>
                    </a:lnR>
                    <a:lnT w="7620" cap="flat" cmpd="sng" algn="ctr">
                      <a:solidFill>
                        <a:srgbClr val="90C8EB"/>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BRANCH</a:t>
                      </a:r>
                    </a:p>
                  </a:txBody>
                  <a:tcPr marT="91440" marB="91440">
                    <a:lnL w="7620" cap="flat" cmpd="sng" algn="ctr">
                      <a:solidFill>
                        <a:srgbClr val="90C8EB"/>
                      </a:solidFill>
                      <a:prstDash val="solid"/>
                      <a:round/>
                      <a:headEnd type="none" w="med" len="med"/>
                      <a:tailEnd type="none" w="med" len="med"/>
                    </a:lnL>
                    <a:lnR w="7620" cap="flat" cmpd="sng" algn="ctr">
                      <a:solidFill>
                        <a:srgbClr val="90C8EB"/>
                      </a:solidFill>
                      <a:prstDash val="solid"/>
                      <a:round/>
                      <a:headEnd type="none" w="med" len="med"/>
                      <a:tailEnd type="none" w="med" len="med"/>
                    </a:lnR>
                    <a:lnT w="7620" cap="flat" cmpd="sng" algn="ctr">
                      <a:solidFill>
                        <a:srgbClr val="90C8EB"/>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SALARY</a:t>
                      </a:r>
                    </a:p>
                  </a:txBody>
                  <a:tcPr marT="91440" marB="91440">
                    <a:lnL w="7620" cap="flat" cmpd="sng" algn="ctr">
                      <a:solidFill>
                        <a:srgbClr val="90C8EB"/>
                      </a:solidFill>
                      <a:prstDash val="solid"/>
                      <a:round/>
                      <a:headEnd type="none" w="med" len="med"/>
                      <a:tailEnd type="none" w="med" len="med"/>
                    </a:lnL>
                    <a:lnR w="7620" cap="flat" cmpd="sng" algn="ctr">
                      <a:solidFill>
                        <a:srgbClr val="90C8EB"/>
                      </a:solidFill>
                      <a:prstDash val="solid"/>
                      <a:round/>
                      <a:headEnd type="none" w="med" len="med"/>
                      <a:tailEnd type="none" w="med" len="med"/>
                    </a:lnR>
                    <a:lnT w="7620" cap="flat" cmpd="sng" algn="ctr">
                      <a:solidFill>
                        <a:srgbClr val="90C8EB"/>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STREET</a:t>
                      </a:r>
                    </a:p>
                  </a:txBody>
                  <a:tcPr marT="91440" marB="91440">
                    <a:lnL w="7620" cap="flat" cmpd="sng" algn="ctr">
                      <a:solidFill>
                        <a:srgbClr val="90C8EB"/>
                      </a:solidFill>
                      <a:prstDash val="solid"/>
                      <a:round/>
                      <a:headEnd type="none" w="med" len="med"/>
                      <a:tailEnd type="none" w="med" len="med"/>
                    </a:lnL>
                    <a:lnR w="7620" cap="flat" cmpd="sng" algn="ctr">
                      <a:solidFill>
                        <a:srgbClr val="90C8EB"/>
                      </a:solidFill>
                      <a:prstDash val="solid"/>
                      <a:round/>
                      <a:headEnd type="none" w="med" len="med"/>
                      <a:tailEnd type="none" w="med" len="med"/>
                    </a:lnR>
                    <a:lnT w="7620" cap="flat" cmpd="sng" algn="ctr">
                      <a:solidFill>
                        <a:srgbClr val="90C8EB"/>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CITY</a:t>
                      </a:r>
                    </a:p>
                  </a:txBody>
                  <a:tcPr marT="91440" marB="91440">
                    <a:lnL w="7620" cap="flat" cmpd="sng" algn="ctr">
                      <a:solidFill>
                        <a:srgbClr val="90C8EB"/>
                      </a:solidFill>
                      <a:prstDash val="solid"/>
                      <a:round/>
                      <a:headEnd type="none" w="med" len="med"/>
                      <a:tailEnd type="none" w="med" len="med"/>
                    </a:lnL>
                    <a:lnR w="7620" cap="flat" cmpd="sng" algn="ctr">
                      <a:solidFill>
                        <a:srgbClr val="90C8EB"/>
                      </a:solidFill>
                      <a:prstDash val="solid"/>
                      <a:round/>
                      <a:headEnd type="none" w="med" len="med"/>
                      <a:tailEnd type="none" w="med" len="med"/>
                    </a:lnR>
                    <a:lnT w="7620" cap="flat" cmpd="sng" algn="ctr">
                      <a:solidFill>
                        <a:srgbClr val="90C8EB"/>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87998925"/>
                  </a:ext>
                </a:extLst>
              </a:tr>
              <a:tr h="0">
                <a:tc>
                  <a:txBody>
                    <a:bodyPr/>
                    <a:lstStyle/>
                    <a:p>
                      <a:pPr algn="just" fontAlgn="t"/>
                      <a:r>
                        <a:rPr lang="en-IN">
                          <a:solidFill>
                            <a:srgbClr val="333333"/>
                          </a:solidFill>
                          <a:effectLst/>
                          <a:latin typeface="inter-regular"/>
                        </a:rPr>
                        <a:t>Ram</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Infosys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10000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Civil line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Mumbai</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32927726"/>
                  </a:ext>
                </a:extLst>
              </a:tr>
              <a:tr h="0">
                <a:tc>
                  <a:txBody>
                    <a:bodyPr/>
                    <a:lstStyle/>
                    <a:p>
                      <a:pPr algn="just" fontAlgn="t"/>
                      <a:r>
                        <a:rPr lang="en-IN">
                          <a:solidFill>
                            <a:srgbClr val="333333"/>
                          </a:solidFill>
                          <a:effectLst/>
                          <a:latin typeface="inter-regular"/>
                        </a:rPr>
                        <a:t>Shyam</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Wipro</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20000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Park street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Kolkata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817727991"/>
                  </a:ext>
                </a:extLst>
              </a:tr>
              <a:tr h="0">
                <a:tc>
                  <a:txBody>
                    <a:bodyPr/>
                    <a:lstStyle/>
                    <a:p>
                      <a:pPr algn="just" fontAlgn="t"/>
                      <a:r>
                        <a:rPr lang="en-IN">
                          <a:solidFill>
                            <a:srgbClr val="333333"/>
                          </a:solidFill>
                          <a:effectLst/>
                          <a:latin typeface="inter-regular"/>
                        </a:rPr>
                        <a:t>Hari</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TCS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50000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Nehru street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Hyderabad</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408989755"/>
                  </a:ext>
                </a:extLst>
              </a:tr>
              <a:tr h="0">
                <a:tc>
                  <a:txBody>
                    <a:bodyPr/>
                    <a:lstStyle/>
                    <a:p>
                      <a:pPr algn="just" fontAlgn="t"/>
                      <a:r>
                        <a:rPr lang="en-IN">
                          <a:solidFill>
                            <a:srgbClr val="333333"/>
                          </a:solidFill>
                          <a:effectLst/>
                          <a:latin typeface="inter-regular"/>
                        </a:rPr>
                        <a:t>Kuber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HCL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30000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NULL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dirty="0">
                          <a:solidFill>
                            <a:srgbClr val="333333"/>
                          </a:solidFill>
                          <a:effectLst/>
                          <a:latin typeface="inter-regular"/>
                        </a:rPr>
                        <a:t>NULL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463608288"/>
                  </a:ext>
                </a:extLst>
              </a:tr>
            </a:tbl>
          </a:graphicData>
        </a:graphic>
      </p:graphicFrame>
    </p:spTree>
    <p:extLst>
      <p:ext uri="{BB962C8B-B14F-4D97-AF65-F5344CB8AC3E}">
        <p14:creationId xmlns:p14="http://schemas.microsoft.com/office/powerpoint/2010/main" val="55269293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 Full outer join:</a:t>
            </a:r>
            <a:br>
              <a:rPr lang="en-IN" dirty="0"/>
            </a:br>
            <a:endParaRPr lang="en-IN" dirty="0"/>
          </a:p>
        </p:txBody>
      </p:sp>
      <p:sp>
        <p:nvSpPr>
          <p:cNvPr id="3" name="Content Placeholder 2"/>
          <p:cNvSpPr>
            <a:spLocks noGrp="1"/>
          </p:cNvSpPr>
          <p:nvPr>
            <p:ph idx="1"/>
          </p:nvPr>
        </p:nvSpPr>
        <p:spPr/>
        <p:txBody>
          <a:bodyPr/>
          <a:lstStyle/>
          <a:p>
            <a:r>
              <a:rPr lang="en-US" dirty="0"/>
              <a:t>Full outer join is like a left or right join except that it contains all rows from both tables.</a:t>
            </a:r>
          </a:p>
          <a:p>
            <a:r>
              <a:rPr lang="en-US" dirty="0"/>
              <a:t>In full outer join, tuples in R that have no matching tuples in S and tuples in S that have no matching tuples in R in their common attribute name.</a:t>
            </a:r>
          </a:p>
          <a:p>
            <a:r>
              <a:rPr lang="en-US" dirty="0"/>
              <a:t>It is denoted by ⟗.</a:t>
            </a:r>
          </a:p>
          <a:p>
            <a:r>
              <a:rPr lang="en-US" b="1" dirty="0"/>
              <a:t>Example:</a:t>
            </a:r>
            <a:r>
              <a:rPr lang="en-US" dirty="0"/>
              <a:t> Using the above EMPLOYEE table and FACT_WORKERS table</a:t>
            </a:r>
          </a:p>
          <a:p>
            <a:endParaRPr lang="en-IN" dirty="0"/>
          </a:p>
        </p:txBody>
      </p:sp>
    </p:spTree>
    <p:extLst>
      <p:ext uri="{BB962C8B-B14F-4D97-AF65-F5344CB8AC3E}">
        <p14:creationId xmlns:p14="http://schemas.microsoft.com/office/powerpoint/2010/main" val="308813288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Input:</a:t>
            </a:r>
            <a:r>
              <a:rPr lang="en-IN" dirty="0"/>
              <a:t/>
            </a:r>
            <a:br>
              <a:rPr lang="en-IN" dirty="0"/>
            </a:br>
            <a:r>
              <a:rPr lang="en-IN" dirty="0"/>
              <a:t>EMPLOYEE ⟗ FACT_WORKERS  </a:t>
            </a:r>
            <a:br>
              <a:rPr lang="en-IN" dirty="0"/>
            </a:br>
            <a:endParaRPr lang="en-IN" dirty="0"/>
          </a:p>
        </p:txBody>
      </p:sp>
      <p:sp>
        <p:nvSpPr>
          <p:cNvPr id="3" name="Content Placeholder 2"/>
          <p:cNvSpPr>
            <a:spLocks noGrp="1"/>
          </p:cNvSpPr>
          <p:nvPr>
            <p:ph idx="1"/>
          </p:nvPr>
        </p:nvSpPr>
        <p:spPr/>
        <p:txBody>
          <a:bodyPr/>
          <a:lstStyle/>
          <a:p>
            <a:r>
              <a:rPr lang="en-IN" b="1" dirty="0"/>
              <a:t>Output</a:t>
            </a:r>
            <a:r>
              <a:rPr lang="en-IN" b="1" dirty="0" smtClean="0"/>
              <a:t>:</a:t>
            </a:r>
          </a:p>
          <a:p>
            <a:endParaRPr lang="en-IN" dirty="0"/>
          </a:p>
        </p:txBody>
      </p:sp>
      <p:graphicFrame>
        <p:nvGraphicFramePr>
          <p:cNvPr id="4" name="Table 3"/>
          <p:cNvGraphicFramePr>
            <a:graphicFrameLocks noGrp="1"/>
          </p:cNvGraphicFramePr>
          <p:nvPr/>
        </p:nvGraphicFramePr>
        <p:xfrm>
          <a:off x="2862262" y="2507774"/>
          <a:ext cx="6467475" cy="2987040"/>
        </p:xfrm>
        <a:graphic>
          <a:graphicData uri="http://schemas.openxmlformats.org/drawingml/2006/table">
            <a:tbl>
              <a:tblPr/>
              <a:tblGrid>
                <a:gridCol w="1293495">
                  <a:extLst>
                    <a:ext uri="{9D8B030D-6E8A-4147-A177-3AD203B41FA5}">
                      <a16:colId xmlns:a16="http://schemas.microsoft.com/office/drawing/2014/main" val="1147686782"/>
                    </a:ext>
                  </a:extLst>
                </a:gridCol>
                <a:gridCol w="1293495">
                  <a:extLst>
                    <a:ext uri="{9D8B030D-6E8A-4147-A177-3AD203B41FA5}">
                      <a16:colId xmlns:a16="http://schemas.microsoft.com/office/drawing/2014/main" val="949132823"/>
                    </a:ext>
                  </a:extLst>
                </a:gridCol>
                <a:gridCol w="1293495">
                  <a:extLst>
                    <a:ext uri="{9D8B030D-6E8A-4147-A177-3AD203B41FA5}">
                      <a16:colId xmlns:a16="http://schemas.microsoft.com/office/drawing/2014/main" val="3257312769"/>
                    </a:ext>
                  </a:extLst>
                </a:gridCol>
                <a:gridCol w="1293495">
                  <a:extLst>
                    <a:ext uri="{9D8B030D-6E8A-4147-A177-3AD203B41FA5}">
                      <a16:colId xmlns:a16="http://schemas.microsoft.com/office/drawing/2014/main" val="3442795932"/>
                    </a:ext>
                  </a:extLst>
                </a:gridCol>
                <a:gridCol w="1293495">
                  <a:extLst>
                    <a:ext uri="{9D8B030D-6E8A-4147-A177-3AD203B41FA5}">
                      <a16:colId xmlns:a16="http://schemas.microsoft.com/office/drawing/2014/main" val="2573596271"/>
                    </a:ext>
                  </a:extLst>
                </a:gridCol>
              </a:tblGrid>
              <a:tr h="0">
                <a:tc>
                  <a:txBody>
                    <a:bodyPr/>
                    <a:lstStyle/>
                    <a:p>
                      <a:pPr algn="l" fontAlgn="t"/>
                      <a:r>
                        <a:rPr lang="en-IN">
                          <a:solidFill>
                            <a:srgbClr val="000000"/>
                          </a:solidFill>
                          <a:effectLst/>
                          <a:latin typeface="times new roman" panose="02020603050405020304" pitchFamily="18" charset="0"/>
                        </a:rPr>
                        <a:t>EMP_NAME</a:t>
                      </a:r>
                    </a:p>
                  </a:txBody>
                  <a:tcPr marT="91440" marB="91440">
                    <a:lnL w="7620" cap="flat" cmpd="sng" algn="ctr">
                      <a:solidFill>
                        <a:srgbClr val="7008E9"/>
                      </a:solidFill>
                      <a:prstDash val="solid"/>
                      <a:round/>
                      <a:headEnd type="none" w="med" len="med"/>
                      <a:tailEnd type="none" w="med" len="med"/>
                    </a:lnL>
                    <a:lnR w="7620" cap="flat" cmpd="sng" algn="ctr">
                      <a:solidFill>
                        <a:srgbClr val="7008E9"/>
                      </a:solidFill>
                      <a:prstDash val="solid"/>
                      <a:round/>
                      <a:headEnd type="none" w="med" len="med"/>
                      <a:tailEnd type="none" w="med" len="med"/>
                    </a:lnR>
                    <a:lnT w="7620" cap="flat" cmpd="sng" algn="ctr">
                      <a:solidFill>
                        <a:srgbClr val="7008E9"/>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STREET</a:t>
                      </a:r>
                    </a:p>
                  </a:txBody>
                  <a:tcPr marT="91440" marB="91440">
                    <a:lnL w="7620" cap="flat" cmpd="sng" algn="ctr">
                      <a:solidFill>
                        <a:srgbClr val="7008E9"/>
                      </a:solidFill>
                      <a:prstDash val="solid"/>
                      <a:round/>
                      <a:headEnd type="none" w="med" len="med"/>
                      <a:tailEnd type="none" w="med" len="med"/>
                    </a:lnL>
                    <a:lnR w="7620" cap="flat" cmpd="sng" algn="ctr">
                      <a:solidFill>
                        <a:srgbClr val="7008E9"/>
                      </a:solidFill>
                      <a:prstDash val="solid"/>
                      <a:round/>
                      <a:headEnd type="none" w="med" len="med"/>
                      <a:tailEnd type="none" w="med" len="med"/>
                    </a:lnR>
                    <a:lnT w="7620" cap="flat" cmpd="sng" algn="ctr">
                      <a:solidFill>
                        <a:srgbClr val="7008E9"/>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CITY</a:t>
                      </a:r>
                    </a:p>
                  </a:txBody>
                  <a:tcPr marT="91440" marB="91440">
                    <a:lnL w="7620" cap="flat" cmpd="sng" algn="ctr">
                      <a:solidFill>
                        <a:srgbClr val="7008E9"/>
                      </a:solidFill>
                      <a:prstDash val="solid"/>
                      <a:round/>
                      <a:headEnd type="none" w="med" len="med"/>
                      <a:tailEnd type="none" w="med" len="med"/>
                    </a:lnL>
                    <a:lnR w="7620" cap="flat" cmpd="sng" algn="ctr">
                      <a:solidFill>
                        <a:srgbClr val="7008E9"/>
                      </a:solidFill>
                      <a:prstDash val="solid"/>
                      <a:round/>
                      <a:headEnd type="none" w="med" len="med"/>
                      <a:tailEnd type="none" w="med" len="med"/>
                    </a:lnR>
                    <a:lnT w="7620" cap="flat" cmpd="sng" algn="ctr">
                      <a:solidFill>
                        <a:srgbClr val="7008E9"/>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BRANCH</a:t>
                      </a:r>
                    </a:p>
                  </a:txBody>
                  <a:tcPr marT="91440" marB="91440">
                    <a:lnL w="7620" cap="flat" cmpd="sng" algn="ctr">
                      <a:solidFill>
                        <a:srgbClr val="7008E9"/>
                      </a:solidFill>
                      <a:prstDash val="solid"/>
                      <a:round/>
                      <a:headEnd type="none" w="med" len="med"/>
                      <a:tailEnd type="none" w="med" len="med"/>
                    </a:lnL>
                    <a:lnR w="7620" cap="flat" cmpd="sng" algn="ctr">
                      <a:solidFill>
                        <a:srgbClr val="7008E9"/>
                      </a:solidFill>
                      <a:prstDash val="solid"/>
                      <a:round/>
                      <a:headEnd type="none" w="med" len="med"/>
                      <a:tailEnd type="none" w="med" len="med"/>
                    </a:lnR>
                    <a:lnT w="7620" cap="flat" cmpd="sng" algn="ctr">
                      <a:solidFill>
                        <a:srgbClr val="7008E9"/>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SALARY</a:t>
                      </a:r>
                    </a:p>
                  </a:txBody>
                  <a:tcPr marT="91440" marB="91440">
                    <a:lnL w="7620" cap="flat" cmpd="sng" algn="ctr">
                      <a:solidFill>
                        <a:srgbClr val="7008E9"/>
                      </a:solidFill>
                      <a:prstDash val="solid"/>
                      <a:round/>
                      <a:headEnd type="none" w="med" len="med"/>
                      <a:tailEnd type="none" w="med" len="med"/>
                    </a:lnL>
                    <a:lnR w="7620" cap="flat" cmpd="sng" algn="ctr">
                      <a:solidFill>
                        <a:srgbClr val="7008E9"/>
                      </a:solidFill>
                      <a:prstDash val="solid"/>
                      <a:round/>
                      <a:headEnd type="none" w="med" len="med"/>
                      <a:tailEnd type="none" w="med" len="med"/>
                    </a:lnR>
                    <a:lnT w="7620" cap="flat" cmpd="sng" algn="ctr">
                      <a:solidFill>
                        <a:srgbClr val="7008E9"/>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166979036"/>
                  </a:ext>
                </a:extLst>
              </a:tr>
              <a:tr h="0">
                <a:tc>
                  <a:txBody>
                    <a:bodyPr/>
                    <a:lstStyle/>
                    <a:p>
                      <a:pPr algn="just" fontAlgn="t"/>
                      <a:r>
                        <a:rPr lang="en-IN">
                          <a:solidFill>
                            <a:srgbClr val="333333"/>
                          </a:solidFill>
                          <a:effectLst/>
                          <a:latin typeface="inter-regular"/>
                        </a:rPr>
                        <a:t>Ram</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Civil line</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Mumbai</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Infosys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10000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848187332"/>
                  </a:ext>
                </a:extLst>
              </a:tr>
              <a:tr h="0">
                <a:tc>
                  <a:txBody>
                    <a:bodyPr/>
                    <a:lstStyle/>
                    <a:p>
                      <a:pPr algn="just" fontAlgn="t"/>
                      <a:r>
                        <a:rPr lang="en-IN">
                          <a:solidFill>
                            <a:srgbClr val="333333"/>
                          </a:solidFill>
                          <a:effectLst/>
                          <a:latin typeface="inter-regular"/>
                        </a:rPr>
                        <a:t>Shyam</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Park street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Kolkata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Wipro</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20000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05155714"/>
                  </a:ext>
                </a:extLst>
              </a:tr>
              <a:tr h="0">
                <a:tc>
                  <a:txBody>
                    <a:bodyPr/>
                    <a:lstStyle/>
                    <a:p>
                      <a:pPr algn="just" fontAlgn="t"/>
                      <a:r>
                        <a:rPr lang="en-IN">
                          <a:solidFill>
                            <a:srgbClr val="333333"/>
                          </a:solidFill>
                          <a:effectLst/>
                          <a:latin typeface="inter-regular"/>
                        </a:rPr>
                        <a:t>Hari</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Nehru street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Hyderabad</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TCS</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50000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998610549"/>
                  </a:ext>
                </a:extLst>
              </a:tr>
              <a:tr h="0">
                <a:tc>
                  <a:txBody>
                    <a:bodyPr/>
                    <a:lstStyle/>
                    <a:p>
                      <a:pPr algn="just" fontAlgn="t"/>
                      <a:r>
                        <a:rPr lang="en-IN">
                          <a:solidFill>
                            <a:srgbClr val="333333"/>
                          </a:solidFill>
                          <a:effectLst/>
                          <a:latin typeface="inter-regular"/>
                        </a:rPr>
                        <a:t>Ravi</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M.G. Street</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Delhi</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NULL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NULL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047118084"/>
                  </a:ext>
                </a:extLst>
              </a:tr>
              <a:tr h="0">
                <a:tc>
                  <a:txBody>
                    <a:bodyPr/>
                    <a:lstStyle/>
                    <a:p>
                      <a:pPr algn="just" fontAlgn="t"/>
                      <a:r>
                        <a:rPr lang="en-IN">
                          <a:solidFill>
                            <a:srgbClr val="333333"/>
                          </a:solidFill>
                          <a:effectLst/>
                          <a:latin typeface="inter-regular"/>
                        </a:rPr>
                        <a:t>Kuber</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NULL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NULL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HCL</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30000</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374442825"/>
                  </a:ext>
                </a:extLst>
              </a:tr>
            </a:tbl>
          </a:graphicData>
        </a:graphic>
      </p:graphicFrame>
    </p:spTree>
    <p:extLst>
      <p:ext uri="{BB962C8B-B14F-4D97-AF65-F5344CB8AC3E}">
        <p14:creationId xmlns:p14="http://schemas.microsoft.com/office/powerpoint/2010/main" val="150809796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3. </a:t>
            </a:r>
            <a:r>
              <a:rPr lang="en-IN" dirty="0" err="1"/>
              <a:t>Equi</a:t>
            </a:r>
            <a:r>
              <a:rPr lang="en-IN" dirty="0"/>
              <a:t> join:</a:t>
            </a:r>
            <a:br>
              <a:rPr lang="en-IN" dirty="0"/>
            </a:br>
            <a:r>
              <a:rPr lang="en-US" sz="2000" dirty="0"/>
              <a:t>It is also known as an inner join. It is the most common join. It is based on matched data as per the equality condition. The </a:t>
            </a:r>
            <a:r>
              <a:rPr lang="en-US" sz="2000" dirty="0" err="1"/>
              <a:t>equi</a:t>
            </a:r>
            <a:r>
              <a:rPr lang="en-US" sz="2000" dirty="0"/>
              <a:t> join uses the comparison operator(=).</a:t>
            </a:r>
            <a:endParaRPr lang="en-IN" sz="2000" dirty="0"/>
          </a:p>
        </p:txBody>
      </p:sp>
      <p:sp>
        <p:nvSpPr>
          <p:cNvPr id="4" name="Text Placeholder 3"/>
          <p:cNvSpPr>
            <a:spLocks noGrp="1"/>
          </p:cNvSpPr>
          <p:nvPr>
            <p:ph type="body" idx="1"/>
          </p:nvPr>
        </p:nvSpPr>
        <p:spPr/>
        <p:txBody>
          <a:bodyPr/>
          <a:lstStyle/>
          <a:p>
            <a:r>
              <a:rPr lang="en-IN" dirty="0"/>
              <a:t>CUSTOMER RELATION</a:t>
            </a:r>
          </a:p>
        </p:txBody>
      </p:sp>
      <p:graphicFrame>
        <p:nvGraphicFramePr>
          <p:cNvPr id="8" name="Content Placeholder 7"/>
          <p:cNvGraphicFramePr>
            <a:graphicFrameLocks noGrp="1"/>
          </p:cNvGraphicFramePr>
          <p:nvPr>
            <p:ph sz="half" idx="2"/>
          </p:nvPr>
        </p:nvGraphicFramePr>
        <p:xfrm>
          <a:off x="839788" y="3691061"/>
          <a:ext cx="5157786" cy="1312615"/>
        </p:xfrm>
        <a:graphic>
          <a:graphicData uri="http://schemas.openxmlformats.org/drawingml/2006/table">
            <a:tbl>
              <a:tblPr/>
              <a:tblGrid>
                <a:gridCol w="2578893">
                  <a:extLst>
                    <a:ext uri="{9D8B030D-6E8A-4147-A177-3AD203B41FA5}">
                      <a16:colId xmlns:a16="http://schemas.microsoft.com/office/drawing/2014/main" val="3107636467"/>
                    </a:ext>
                  </a:extLst>
                </a:gridCol>
                <a:gridCol w="2578893">
                  <a:extLst>
                    <a:ext uri="{9D8B030D-6E8A-4147-A177-3AD203B41FA5}">
                      <a16:colId xmlns:a16="http://schemas.microsoft.com/office/drawing/2014/main" val="576799451"/>
                    </a:ext>
                  </a:extLst>
                </a:gridCol>
              </a:tblGrid>
              <a:tr h="364615">
                <a:tc>
                  <a:txBody>
                    <a:bodyPr/>
                    <a:lstStyle/>
                    <a:p>
                      <a:pPr algn="l" fontAlgn="t"/>
                      <a:r>
                        <a:rPr lang="en-IN" sz="1400">
                          <a:solidFill>
                            <a:srgbClr val="000000"/>
                          </a:solidFill>
                          <a:effectLst/>
                          <a:latin typeface="times new roman" panose="02020603050405020304" pitchFamily="18" charset="0"/>
                        </a:rPr>
                        <a:t>CLASS_ID</a:t>
                      </a:r>
                    </a:p>
                  </a:txBody>
                  <a:tcPr marL="72923" marR="72923" marT="72923" marB="72923">
                    <a:lnL w="7620" cap="flat" cmpd="sng" algn="ctr">
                      <a:solidFill>
                        <a:srgbClr val="A0B1BB"/>
                      </a:solidFill>
                      <a:prstDash val="solid"/>
                      <a:round/>
                      <a:headEnd type="none" w="med" len="med"/>
                      <a:tailEnd type="none" w="med" len="med"/>
                    </a:lnL>
                    <a:lnR w="7620" cap="flat" cmpd="sng" algn="ctr">
                      <a:solidFill>
                        <a:srgbClr val="A0B1BB"/>
                      </a:solidFill>
                      <a:prstDash val="solid"/>
                      <a:round/>
                      <a:headEnd type="none" w="med" len="med"/>
                      <a:tailEnd type="none" w="med" len="med"/>
                    </a:lnR>
                    <a:lnT w="7620" cap="flat" cmpd="sng" algn="ctr">
                      <a:solidFill>
                        <a:srgbClr val="A0B1BB"/>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NAME</a:t>
                      </a:r>
                    </a:p>
                  </a:txBody>
                  <a:tcPr marL="72923" marR="72923" marT="72923" marB="72923">
                    <a:lnL w="7620" cap="flat" cmpd="sng" algn="ctr">
                      <a:solidFill>
                        <a:srgbClr val="A0B1BB"/>
                      </a:solidFill>
                      <a:prstDash val="solid"/>
                      <a:round/>
                      <a:headEnd type="none" w="med" len="med"/>
                      <a:tailEnd type="none" w="med" len="med"/>
                    </a:lnL>
                    <a:lnR w="7620" cap="flat" cmpd="sng" algn="ctr">
                      <a:solidFill>
                        <a:srgbClr val="A0B1BB"/>
                      </a:solidFill>
                      <a:prstDash val="solid"/>
                      <a:round/>
                      <a:headEnd type="none" w="med" len="med"/>
                      <a:tailEnd type="none" w="med" len="med"/>
                    </a:lnR>
                    <a:lnT w="7620" cap="flat" cmpd="sng" algn="ctr">
                      <a:solidFill>
                        <a:srgbClr val="A0B1BB"/>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0532723"/>
                  </a:ext>
                </a:extLst>
              </a:tr>
              <a:tr h="316000">
                <a:tc>
                  <a:txBody>
                    <a:bodyPr/>
                    <a:lstStyle/>
                    <a:p>
                      <a:pPr algn="just" fontAlgn="t"/>
                      <a:r>
                        <a:rPr lang="en-IN" sz="1400">
                          <a:solidFill>
                            <a:srgbClr val="333333"/>
                          </a:solidFill>
                          <a:effectLst/>
                          <a:latin typeface="inter-regular"/>
                        </a:rPr>
                        <a:t>1</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John</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182324859"/>
                  </a:ext>
                </a:extLst>
              </a:tr>
              <a:tr h="316000">
                <a:tc>
                  <a:txBody>
                    <a:bodyPr/>
                    <a:lstStyle/>
                    <a:p>
                      <a:pPr algn="just" fontAlgn="t"/>
                      <a:r>
                        <a:rPr lang="en-IN" sz="1400">
                          <a:solidFill>
                            <a:srgbClr val="333333"/>
                          </a:solidFill>
                          <a:effectLst/>
                          <a:latin typeface="inter-regular"/>
                        </a:rPr>
                        <a:t>2</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Harry</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131715526"/>
                  </a:ext>
                </a:extLst>
              </a:tr>
              <a:tr h="316000">
                <a:tc>
                  <a:txBody>
                    <a:bodyPr/>
                    <a:lstStyle/>
                    <a:p>
                      <a:pPr algn="just" fontAlgn="t"/>
                      <a:r>
                        <a:rPr lang="en-IN" sz="1400">
                          <a:solidFill>
                            <a:srgbClr val="333333"/>
                          </a:solidFill>
                          <a:effectLst/>
                          <a:latin typeface="inter-regular"/>
                        </a:rPr>
                        <a:t>3</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dirty="0">
                          <a:solidFill>
                            <a:srgbClr val="333333"/>
                          </a:solidFill>
                          <a:effectLst/>
                          <a:latin typeface="inter-regular"/>
                        </a:rPr>
                        <a:t>Jackson</a:t>
                      </a:r>
                    </a:p>
                  </a:txBody>
                  <a:tcPr marL="48615" marR="48615" marT="48615" marB="4861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637419381"/>
                  </a:ext>
                </a:extLst>
              </a:tr>
            </a:tbl>
          </a:graphicData>
        </a:graphic>
      </p:graphicFrame>
      <p:sp>
        <p:nvSpPr>
          <p:cNvPr id="6" name="Text Placeholder 5"/>
          <p:cNvSpPr>
            <a:spLocks noGrp="1"/>
          </p:cNvSpPr>
          <p:nvPr>
            <p:ph type="body" sz="quarter" idx="3"/>
          </p:nvPr>
        </p:nvSpPr>
        <p:spPr/>
        <p:txBody>
          <a:bodyPr/>
          <a:lstStyle/>
          <a:p>
            <a:r>
              <a:rPr lang="en-IN" dirty="0"/>
              <a:t>PRODUCT</a:t>
            </a:r>
          </a:p>
        </p:txBody>
      </p:sp>
      <p:graphicFrame>
        <p:nvGraphicFramePr>
          <p:cNvPr id="9" name="Content Placeholder 8"/>
          <p:cNvGraphicFramePr>
            <a:graphicFrameLocks noGrp="1"/>
          </p:cNvGraphicFramePr>
          <p:nvPr>
            <p:ph sz="quarter" idx="4"/>
          </p:nvPr>
        </p:nvGraphicFramePr>
        <p:xfrm>
          <a:off x="6172200" y="3687829"/>
          <a:ext cx="5183188" cy="1319079"/>
        </p:xfrm>
        <a:graphic>
          <a:graphicData uri="http://schemas.openxmlformats.org/drawingml/2006/table">
            <a:tbl>
              <a:tblPr/>
              <a:tblGrid>
                <a:gridCol w="2591594">
                  <a:extLst>
                    <a:ext uri="{9D8B030D-6E8A-4147-A177-3AD203B41FA5}">
                      <a16:colId xmlns:a16="http://schemas.microsoft.com/office/drawing/2014/main" val="2649416554"/>
                    </a:ext>
                  </a:extLst>
                </a:gridCol>
                <a:gridCol w="2591594">
                  <a:extLst>
                    <a:ext uri="{9D8B030D-6E8A-4147-A177-3AD203B41FA5}">
                      <a16:colId xmlns:a16="http://schemas.microsoft.com/office/drawing/2014/main" val="2235112447"/>
                    </a:ext>
                  </a:extLst>
                </a:gridCol>
              </a:tblGrid>
              <a:tr h="366411">
                <a:tc>
                  <a:txBody>
                    <a:bodyPr/>
                    <a:lstStyle/>
                    <a:p>
                      <a:pPr algn="l" fontAlgn="t"/>
                      <a:r>
                        <a:rPr lang="en-IN" sz="1400">
                          <a:solidFill>
                            <a:srgbClr val="000000"/>
                          </a:solidFill>
                          <a:effectLst/>
                          <a:latin typeface="times new roman" panose="02020603050405020304" pitchFamily="18" charset="0"/>
                        </a:rPr>
                        <a:t>PRODUCT_ID</a:t>
                      </a:r>
                    </a:p>
                  </a:txBody>
                  <a:tcPr marL="73282" marR="73282" marT="73282" marB="73282">
                    <a:lnL w="7620" cap="flat" cmpd="sng" algn="ctr">
                      <a:solidFill>
                        <a:srgbClr val="E0DB62"/>
                      </a:solidFill>
                      <a:prstDash val="solid"/>
                      <a:round/>
                      <a:headEnd type="none" w="med" len="med"/>
                      <a:tailEnd type="none" w="med" len="med"/>
                    </a:lnL>
                    <a:lnR w="7620" cap="flat" cmpd="sng" algn="ctr">
                      <a:solidFill>
                        <a:srgbClr val="E0DB62"/>
                      </a:solidFill>
                      <a:prstDash val="solid"/>
                      <a:round/>
                      <a:headEnd type="none" w="med" len="med"/>
                      <a:tailEnd type="none" w="med" len="med"/>
                    </a:lnR>
                    <a:lnT w="7620" cap="flat" cmpd="sng" algn="ctr">
                      <a:solidFill>
                        <a:srgbClr val="E0DB62"/>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CITY</a:t>
                      </a:r>
                    </a:p>
                  </a:txBody>
                  <a:tcPr marL="73282" marR="73282" marT="73282" marB="73282">
                    <a:lnL w="7620" cap="flat" cmpd="sng" algn="ctr">
                      <a:solidFill>
                        <a:srgbClr val="E0DB62"/>
                      </a:solidFill>
                      <a:prstDash val="solid"/>
                      <a:round/>
                      <a:headEnd type="none" w="med" len="med"/>
                      <a:tailEnd type="none" w="med" len="med"/>
                    </a:lnL>
                    <a:lnR w="7620" cap="flat" cmpd="sng" algn="ctr">
                      <a:solidFill>
                        <a:srgbClr val="E0DB62"/>
                      </a:solidFill>
                      <a:prstDash val="solid"/>
                      <a:round/>
                      <a:headEnd type="none" w="med" len="med"/>
                      <a:tailEnd type="none" w="med" len="med"/>
                    </a:lnR>
                    <a:lnT w="7620" cap="flat" cmpd="sng" algn="ctr">
                      <a:solidFill>
                        <a:srgbClr val="E0DB62"/>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715892304"/>
                  </a:ext>
                </a:extLst>
              </a:tr>
              <a:tr h="317556">
                <a:tc>
                  <a:txBody>
                    <a:bodyPr/>
                    <a:lstStyle/>
                    <a:p>
                      <a:pPr algn="just" fontAlgn="t"/>
                      <a:r>
                        <a:rPr lang="en-IN" sz="1400">
                          <a:solidFill>
                            <a:srgbClr val="333333"/>
                          </a:solidFill>
                          <a:effectLst/>
                          <a:latin typeface="inter-regular"/>
                        </a:rPr>
                        <a:t>1</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Delhi</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733953624"/>
                  </a:ext>
                </a:extLst>
              </a:tr>
              <a:tr h="317556">
                <a:tc>
                  <a:txBody>
                    <a:bodyPr/>
                    <a:lstStyle/>
                    <a:p>
                      <a:pPr algn="just" fontAlgn="t"/>
                      <a:r>
                        <a:rPr lang="en-IN" sz="1400">
                          <a:solidFill>
                            <a:srgbClr val="333333"/>
                          </a:solidFill>
                          <a:effectLst/>
                          <a:latin typeface="inter-regular"/>
                        </a:rPr>
                        <a:t>2</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Mumbai</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213443225"/>
                  </a:ext>
                </a:extLst>
              </a:tr>
              <a:tr h="317556">
                <a:tc>
                  <a:txBody>
                    <a:bodyPr/>
                    <a:lstStyle/>
                    <a:p>
                      <a:pPr algn="just" fontAlgn="t"/>
                      <a:r>
                        <a:rPr lang="en-IN" sz="1400">
                          <a:solidFill>
                            <a:srgbClr val="333333"/>
                          </a:solidFill>
                          <a:effectLst/>
                          <a:latin typeface="inter-regular"/>
                        </a:rPr>
                        <a:t>3</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dirty="0">
                          <a:solidFill>
                            <a:srgbClr val="333333"/>
                          </a:solidFill>
                          <a:effectLst/>
                          <a:latin typeface="inter-regular"/>
                        </a:rPr>
                        <a:t>Noida</a:t>
                      </a:r>
                    </a:p>
                  </a:txBody>
                  <a:tcPr marL="48855" marR="48855" marT="48855" marB="48855">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383301263"/>
                  </a:ext>
                </a:extLst>
              </a:tr>
            </a:tbl>
          </a:graphicData>
        </a:graphic>
      </p:graphicFrame>
    </p:spTree>
    <p:extLst>
      <p:ext uri="{BB962C8B-B14F-4D97-AF65-F5344CB8AC3E}">
        <p14:creationId xmlns:p14="http://schemas.microsoft.com/office/powerpoint/2010/main" val="125163423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Input:</a:t>
            </a:r>
            <a:r>
              <a:rPr lang="en-IN" dirty="0"/>
              <a:t/>
            </a:r>
            <a:br>
              <a:rPr lang="en-IN" dirty="0"/>
            </a:br>
            <a:r>
              <a:rPr lang="en-IN" dirty="0"/>
              <a:t>CUSTOMER ⋈ PRODUCT    </a:t>
            </a:r>
            <a:br>
              <a:rPr lang="en-IN" dirty="0"/>
            </a:br>
            <a:endParaRPr lang="en-IN" dirty="0"/>
          </a:p>
        </p:txBody>
      </p:sp>
      <p:sp>
        <p:nvSpPr>
          <p:cNvPr id="7" name="Content Placeholder 6"/>
          <p:cNvSpPr>
            <a:spLocks noGrp="1"/>
          </p:cNvSpPr>
          <p:nvPr>
            <p:ph idx="1"/>
          </p:nvPr>
        </p:nvSpPr>
        <p:spPr/>
        <p:txBody>
          <a:bodyPr/>
          <a:lstStyle/>
          <a:p>
            <a:r>
              <a:rPr lang="en-IN" b="1" dirty="0"/>
              <a:t>Output</a:t>
            </a:r>
            <a:r>
              <a:rPr lang="en-IN" b="1" dirty="0" smtClean="0"/>
              <a:t>:</a:t>
            </a:r>
          </a:p>
          <a:p>
            <a:endParaRPr lang="en-IN" dirty="0"/>
          </a:p>
        </p:txBody>
      </p:sp>
      <p:graphicFrame>
        <p:nvGraphicFramePr>
          <p:cNvPr id="8" name="Table 7"/>
          <p:cNvGraphicFramePr>
            <a:graphicFrameLocks noGrp="1"/>
          </p:cNvGraphicFramePr>
          <p:nvPr/>
        </p:nvGraphicFramePr>
        <p:xfrm>
          <a:off x="2862262" y="3178334"/>
          <a:ext cx="6467476" cy="1645920"/>
        </p:xfrm>
        <a:graphic>
          <a:graphicData uri="http://schemas.openxmlformats.org/drawingml/2006/table">
            <a:tbl>
              <a:tblPr/>
              <a:tblGrid>
                <a:gridCol w="1616869">
                  <a:extLst>
                    <a:ext uri="{9D8B030D-6E8A-4147-A177-3AD203B41FA5}">
                      <a16:colId xmlns:a16="http://schemas.microsoft.com/office/drawing/2014/main" val="4070318369"/>
                    </a:ext>
                  </a:extLst>
                </a:gridCol>
                <a:gridCol w="1616869">
                  <a:extLst>
                    <a:ext uri="{9D8B030D-6E8A-4147-A177-3AD203B41FA5}">
                      <a16:colId xmlns:a16="http://schemas.microsoft.com/office/drawing/2014/main" val="2159487935"/>
                    </a:ext>
                  </a:extLst>
                </a:gridCol>
                <a:gridCol w="1616869">
                  <a:extLst>
                    <a:ext uri="{9D8B030D-6E8A-4147-A177-3AD203B41FA5}">
                      <a16:colId xmlns:a16="http://schemas.microsoft.com/office/drawing/2014/main" val="24557532"/>
                    </a:ext>
                  </a:extLst>
                </a:gridCol>
                <a:gridCol w="1616869">
                  <a:extLst>
                    <a:ext uri="{9D8B030D-6E8A-4147-A177-3AD203B41FA5}">
                      <a16:colId xmlns:a16="http://schemas.microsoft.com/office/drawing/2014/main" val="3343867541"/>
                    </a:ext>
                  </a:extLst>
                </a:gridCol>
              </a:tblGrid>
              <a:tr h="0">
                <a:tc>
                  <a:txBody>
                    <a:bodyPr/>
                    <a:lstStyle/>
                    <a:p>
                      <a:pPr algn="l" fontAlgn="t"/>
                      <a:r>
                        <a:rPr lang="en-IN">
                          <a:solidFill>
                            <a:srgbClr val="000000"/>
                          </a:solidFill>
                          <a:effectLst/>
                          <a:latin typeface="times new roman" panose="02020603050405020304" pitchFamily="18" charset="0"/>
                        </a:rPr>
                        <a:t>CLASS_ID</a:t>
                      </a:r>
                    </a:p>
                  </a:txBody>
                  <a:tcPr marT="91440" marB="91440">
                    <a:lnL w="7620" cap="flat" cmpd="sng" algn="ctr">
                      <a:solidFill>
                        <a:srgbClr val="7026AE"/>
                      </a:solidFill>
                      <a:prstDash val="solid"/>
                      <a:round/>
                      <a:headEnd type="none" w="med" len="med"/>
                      <a:tailEnd type="none" w="med" len="med"/>
                    </a:lnL>
                    <a:lnR w="7620" cap="flat" cmpd="sng" algn="ctr">
                      <a:solidFill>
                        <a:srgbClr val="7026AE"/>
                      </a:solidFill>
                      <a:prstDash val="solid"/>
                      <a:round/>
                      <a:headEnd type="none" w="med" len="med"/>
                      <a:tailEnd type="none" w="med" len="med"/>
                    </a:lnR>
                    <a:lnT w="7620" cap="flat" cmpd="sng" algn="ctr">
                      <a:solidFill>
                        <a:srgbClr val="7026A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NAME</a:t>
                      </a:r>
                    </a:p>
                  </a:txBody>
                  <a:tcPr marT="91440" marB="91440">
                    <a:lnL w="7620" cap="flat" cmpd="sng" algn="ctr">
                      <a:solidFill>
                        <a:srgbClr val="7026AE"/>
                      </a:solidFill>
                      <a:prstDash val="solid"/>
                      <a:round/>
                      <a:headEnd type="none" w="med" len="med"/>
                      <a:tailEnd type="none" w="med" len="med"/>
                    </a:lnL>
                    <a:lnR w="7620" cap="flat" cmpd="sng" algn="ctr">
                      <a:solidFill>
                        <a:srgbClr val="7026AE"/>
                      </a:solidFill>
                      <a:prstDash val="solid"/>
                      <a:round/>
                      <a:headEnd type="none" w="med" len="med"/>
                      <a:tailEnd type="none" w="med" len="med"/>
                    </a:lnR>
                    <a:lnT w="7620" cap="flat" cmpd="sng" algn="ctr">
                      <a:solidFill>
                        <a:srgbClr val="7026A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PRODUCT_ID</a:t>
                      </a:r>
                    </a:p>
                  </a:txBody>
                  <a:tcPr marT="91440" marB="91440">
                    <a:lnL w="7620" cap="flat" cmpd="sng" algn="ctr">
                      <a:solidFill>
                        <a:srgbClr val="7026AE"/>
                      </a:solidFill>
                      <a:prstDash val="solid"/>
                      <a:round/>
                      <a:headEnd type="none" w="med" len="med"/>
                      <a:tailEnd type="none" w="med" len="med"/>
                    </a:lnL>
                    <a:lnR w="7620" cap="flat" cmpd="sng" algn="ctr">
                      <a:solidFill>
                        <a:srgbClr val="7026AE"/>
                      </a:solidFill>
                      <a:prstDash val="solid"/>
                      <a:round/>
                      <a:headEnd type="none" w="med" len="med"/>
                      <a:tailEnd type="none" w="med" len="med"/>
                    </a:lnR>
                    <a:lnT w="7620" cap="flat" cmpd="sng" algn="ctr">
                      <a:solidFill>
                        <a:srgbClr val="7026A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tc>
                  <a:txBody>
                    <a:bodyPr/>
                    <a:lstStyle/>
                    <a:p>
                      <a:pPr algn="l" fontAlgn="t"/>
                      <a:r>
                        <a:rPr lang="en-IN">
                          <a:solidFill>
                            <a:srgbClr val="000000"/>
                          </a:solidFill>
                          <a:effectLst/>
                          <a:latin typeface="times new roman" panose="02020603050405020304" pitchFamily="18" charset="0"/>
                        </a:rPr>
                        <a:t>CITY</a:t>
                      </a:r>
                    </a:p>
                  </a:txBody>
                  <a:tcPr marT="91440" marB="91440">
                    <a:lnL w="7620" cap="flat" cmpd="sng" algn="ctr">
                      <a:solidFill>
                        <a:srgbClr val="7026AE"/>
                      </a:solidFill>
                      <a:prstDash val="solid"/>
                      <a:round/>
                      <a:headEnd type="none" w="med" len="med"/>
                      <a:tailEnd type="none" w="med" len="med"/>
                    </a:lnL>
                    <a:lnR w="7620" cap="flat" cmpd="sng" algn="ctr">
                      <a:solidFill>
                        <a:srgbClr val="7026AE"/>
                      </a:solidFill>
                      <a:prstDash val="solid"/>
                      <a:round/>
                      <a:headEnd type="none" w="med" len="med"/>
                      <a:tailEnd type="none" w="med" len="med"/>
                    </a:lnR>
                    <a:lnT w="7620" cap="flat" cmpd="sng" algn="ctr">
                      <a:solidFill>
                        <a:srgbClr val="7026A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3053189599"/>
                  </a:ext>
                </a:extLst>
              </a:tr>
              <a:tr h="0">
                <a:tc>
                  <a:txBody>
                    <a:bodyPr/>
                    <a:lstStyle/>
                    <a:p>
                      <a:pPr algn="just" fontAlgn="t"/>
                      <a:r>
                        <a:rPr lang="en-IN">
                          <a:solidFill>
                            <a:srgbClr val="333333"/>
                          </a:solidFill>
                          <a:effectLst/>
                          <a:latin typeface="inter-regular"/>
                        </a:rPr>
                        <a:t>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John</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1</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Delhi</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269074857"/>
                  </a:ext>
                </a:extLst>
              </a:tr>
              <a:tr h="0">
                <a:tc>
                  <a:txBody>
                    <a:bodyPr/>
                    <a:lstStyle/>
                    <a:p>
                      <a:pPr algn="just" fontAlgn="t"/>
                      <a:r>
                        <a:rPr lang="en-IN">
                          <a:solidFill>
                            <a:srgbClr val="333333"/>
                          </a:solidFill>
                          <a:effectLst/>
                          <a:latin typeface="inter-regular"/>
                        </a:rPr>
                        <a:t>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Harry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2</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a:solidFill>
                            <a:srgbClr val="333333"/>
                          </a:solidFill>
                          <a:effectLst/>
                          <a:latin typeface="inter-regular"/>
                        </a:rPr>
                        <a:t>Mumbai</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316454652"/>
                  </a:ext>
                </a:extLst>
              </a:tr>
              <a:tr h="0">
                <a:tc>
                  <a:txBody>
                    <a:bodyPr/>
                    <a:lstStyle/>
                    <a:p>
                      <a:pPr algn="just" fontAlgn="t"/>
                      <a:r>
                        <a:rPr lang="en-IN">
                          <a:solidFill>
                            <a:srgbClr val="333333"/>
                          </a:solidFill>
                          <a:effectLst/>
                          <a:latin typeface="inter-regular"/>
                        </a:rPr>
                        <a:t>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Harry</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a:solidFill>
                            <a:srgbClr val="333333"/>
                          </a:solidFill>
                          <a:effectLst/>
                          <a:latin typeface="inter-regular"/>
                        </a:rPr>
                        <a:t>3</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dirty="0">
                          <a:solidFill>
                            <a:srgbClr val="333333"/>
                          </a:solidFill>
                          <a:effectLst/>
                          <a:latin typeface="inter-regular"/>
                        </a:rPr>
                        <a:t>Noida</a:t>
                      </a:r>
                    </a:p>
                  </a:txBody>
                  <a:tcPr marL="60960" marR="60960" marT="60960" marB="60960">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479799099"/>
                  </a:ext>
                </a:extLst>
              </a:tr>
            </a:tbl>
          </a:graphicData>
        </a:graphic>
      </p:graphicFrame>
    </p:spTree>
    <p:extLst>
      <p:ext uri="{BB962C8B-B14F-4D97-AF65-F5344CB8AC3E}">
        <p14:creationId xmlns:p14="http://schemas.microsoft.com/office/powerpoint/2010/main" val="49604753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4" name="Ink 3"/>
              <p14:cNvContentPartPr/>
              <p14:nvPr/>
            </p14:nvContentPartPr>
            <p14:xfrm>
              <a:off x="0" y="427680"/>
              <a:ext cx="12142800" cy="5818320"/>
            </p14:xfrm>
          </p:contentPart>
        </mc:Choice>
        <mc:Fallback>
          <p:pic>
            <p:nvPicPr>
              <p:cNvPr id="4" name="Ink 3"/>
              <p:cNvPicPr/>
              <p:nvPr/>
            </p:nvPicPr>
            <p:blipFill>
              <a:blip r:embed="rId3"/>
              <a:stretch>
                <a:fillRect/>
              </a:stretch>
            </p:blipFill>
            <p:spPr>
              <a:xfrm>
                <a:off x="-16560" y="417600"/>
                <a:ext cx="12174840" cy="5843520"/>
              </a:xfrm>
              <a:prstGeom prst="rect">
                <a:avLst/>
              </a:prstGeom>
            </p:spPr>
          </p:pic>
        </mc:Fallback>
      </mc:AlternateContent>
    </p:spTree>
    <p:extLst>
      <p:ext uri="{BB962C8B-B14F-4D97-AF65-F5344CB8AC3E}">
        <p14:creationId xmlns:p14="http://schemas.microsoft.com/office/powerpoint/2010/main" val="323926007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452670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TotalTime>
  <Words>3407</Words>
  <Application>Microsoft Office PowerPoint</Application>
  <PresentationFormat>Widescreen</PresentationFormat>
  <Paragraphs>592</Paragraphs>
  <Slides>65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65</vt:i4>
      </vt:variant>
    </vt:vector>
  </HeadingPairs>
  <TitlesOfParts>
    <vt:vector size="73" baseType="lpstr">
      <vt:lpstr>Arial</vt:lpstr>
      <vt:lpstr>Calibri</vt:lpstr>
      <vt:lpstr>Calibri Light</vt:lpstr>
      <vt:lpstr>inter-regular</vt:lpstr>
      <vt:lpstr>times new roman</vt:lpstr>
      <vt:lpstr>times new roman</vt:lpstr>
      <vt:lpstr>Wingdings</vt:lpstr>
      <vt:lpstr>Office Theme</vt:lpstr>
      <vt:lpstr>Introduction to Relational model</vt:lpstr>
      <vt:lpstr>Syllabus</vt:lpstr>
      <vt:lpstr>What is Relational Model?</vt:lpstr>
      <vt:lpstr>Relational Model Concepts </vt:lpstr>
      <vt:lpstr>PowerPoint Presentation</vt:lpstr>
      <vt:lpstr>PowerPoint Presentation</vt:lpstr>
      <vt:lpstr>Relational Integrity Constraints </vt:lpstr>
      <vt:lpstr>Domain Constraints </vt:lpstr>
      <vt:lpstr>Key Constraints </vt:lpstr>
      <vt:lpstr>Referential Integrity Constraints </vt:lpstr>
      <vt:lpstr> Example: In the below example, we have 2 relations, Customer and Billing. Tuple for CustomerID =1 is referenced twice in the relation Billing. So we know CustomerName=Google has billing amount $300 </vt:lpstr>
      <vt:lpstr>Operations in Relational Model </vt:lpstr>
      <vt:lpstr>    Insert Operation: The insert operation gives values of the attribute for a new tuple which should be inserted into a relation.   </vt:lpstr>
      <vt:lpstr> Update Operation: You can see that in the below-given relation table CustomerName= 'Apple' is updated from Inactive to Active. </vt:lpstr>
      <vt:lpstr> Delete Operation: To specify deletion, a condition on the attributes of the relation selects the tuple to be deleted.  In the below-given example,  CustomerName= "Apple" is deleted from the table. The Delete operation could violate referential integrity if the tuple which is deleted is referenced by foreign keys from other tuples in the same database.  </vt:lpstr>
      <vt:lpstr>Select Operation In the below-given example, CustomerName="Amazon" is selected</vt:lpstr>
      <vt:lpstr>Best Practices for creating a Relational Model </vt:lpstr>
      <vt:lpstr>Advantages of using Relational Model </vt:lpstr>
      <vt:lpstr>Disadvantages of using Relational Model </vt:lpstr>
      <vt:lpstr>ANOMALIES</vt:lpstr>
      <vt:lpstr>PowerPoint Presentation</vt:lpstr>
      <vt:lpstr>PowerPoint Presentation</vt:lpstr>
      <vt:lpstr>Insertion Anomaly in Referencing Relation:</vt:lpstr>
      <vt:lpstr>Deletion/ Updation Anomaly in Referenced Relation: </vt:lpstr>
      <vt:lpstr>ON DELETE CASCADE</vt:lpstr>
      <vt:lpstr>ON UPDATE CASCADE:</vt:lpstr>
      <vt:lpstr>SUPER KEYS: </vt:lpstr>
      <vt:lpstr>Relational Algebra </vt:lpstr>
      <vt:lpstr>Types of Relational operation </vt:lpstr>
      <vt:lpstr>Types of operations in relational algebra  </vt:lpstr>
      <vt:lpstr>Basic/Fundamental Operations: </vt:lpstr>
      <vt:lpstr>Derived Operations: </vt:lpstr>
      <vt:lpstr>Select Operator (σ) </vt:lpstr>
      <vt:lpstr>For example: LOAN Relation</vt:lpstr>
      <vt:lpstr>2. Project Operation: </vt:lpstr>
      <vt:lpstr>Example: CUSTOMER RELATION  </vt:lpstr>
      <vt:lpstr>3. Union Operation: </vt:lpstr>
      <vt:lpstr>Example: </vt:lpstr>
      <vt:lpstr>Input: ∏ CUSTOMER_NAME (BORROW) ∪ ∏ CUSTOMER_NAME (DEPOSITOR)    </vt:lpstr>
      <vt:lpstr>4. Set Intersection: </vt:lpstr>
      <vt:lpstr>Input: ∏ CUSTOMER_NAME (BORROW) ∩ ∏ CUSTOMER_NAME (DEPOSITOR)   </vt:lpstr>
      <vt:lpstr>5. Set Difference: </vt:lpstr>
      <vt:lpstr>Input: ∏ CUSTOMER_NAME (BORROW) - ∏ CUSTOMER_NAME (DEPOSITOR)   </vt:lpstr>
      <vt:lpstr>6. Cartesian product </vt:lpstr>
      <vt:lpstr>Example: </vt:lpstr>
      <vt:lpstr>Input: EMPLOYEE X DEPARTMENT   </vt:lpstr>
      <vt:lpstr>7. Rename Operation: </vt:lpstr>
      <vt:lpstr>Join Operations: </vt:lpstr>
      <vt:lpstr>Example: </vt:lpstr>
      <vt:lpstr>Operation: (EMPLOYEE ⋈ SALARY)    </vt:lpstr>
      <vt:lpstr>Types of Join operations: </vt:lpstr>
      <vt:lpstr>1. Natural Join: </vt:lpstr>
      <vt:lpstr>2. Outer Join: The outer join operation is an extension of the join operation. It is used to deal with missing information. </vt:lpstr>
      <vt:lpstr>Input: (EMPLOYEE ⋈ FACT_WORKERS)   </vt:lpstr>
      <vt:lpstr>PowerPoint Presentation</vt:lpstr>
      <vt:lpstr>a. Left outer join: </vt:lpstr>
      <vt:lpstr>Input: EMPLOYEE ⟕ FACT_WORKERS    </vt:lpstr>
      <vt:lpstr>b. Right outer join: </vt:lpstr>
      <vt:lpstr>Input: EMPLOYEE ⟖ FACT_WORKERS   </vt:lpstr>
      <vt:lpstr>c. Full outer join: </vt:lpstr>
      <vt:lpstr>Input: EMPLOYEE ⟗ FACT_WORKERS   </vt:lpstr>
      <vt:lpstr>3. Equi join: It is also known as an inner join. It is the most common join. It is based on matched data as per the equality condition. The equi join uses the comparison operator(=).</vt:lpstr>
      <vt:lpstr>Input: CUSTOMER ⋈ PRODUCT     </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Relational model</dc:title>
  <dc:creator>learn</dc:creator>
  <cp:lastModifiedBy>learn</cp:lastModifiedBy>
  <cp:revision>15</cp:revision>
  <dcterms:created xsi:type="dcterms:W3CDTF">2021-08-19T05:07:08Z</dcterms:created>
  <dcterms:modified xsi:type="dcterms:W3CDTF">2026-02-20T10:34:25Z</dcterms:modified>
</cp:coreProperties>
</file>